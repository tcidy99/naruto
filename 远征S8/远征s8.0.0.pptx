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5"/>
  </p:notesMasterIdLst>
  <p:sldIdLst>
    <p:sldId id="266" r:id="rId2"/>
    <p:sldId id="267" r:id="rId3"/>
    <p:sldId id="268" r:id="rId4"/>
    <p:sldId id="269" r:id="rId5"/>
    <p:sldId id="264" r:id="rId6"/>
    <p:sldId id="263" r:id="rId7"/>
    <p:sldId id="258" r:id="rId8"/>
    <p:sldId id="260" r:id="rId9"/>
    <p:sldId id="261" r:id="rId10"/>
    <p:sldId id="262" r:id="rId11"/>
    <p:sldId id="257" r:id="rId12"/>
    <p:sldId id="259" r:id="rId13"/>
    <p:sldId id="265" r:id="rId14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99CC"/>
    <a:srgbClr val="99FFCC"/>
    <a:srgbClr val="41719C"/>
    <a:srgbClr val="5B9BD5"/>
    <a:srgbClr val="C0C0C0"/>
    <a:srgbClr val="00000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52" autoAdjust="0"/>
    <p:restoredTop sz="95101" autoAdjust="0"/>
  </p:normalViewPr>
  <p:slideViewPr>
    <p:cSldViewPr snapToGrid="0">
      <p:cViewPr>
        <p:scale>
          <a:sx n="150" d="100"/>
          <a:sy n="150" d="100"/>
        </p:scale>
        <p:origin x="-1818" y="-13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60102-9872-47A8-A2FD-B931722E7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347" y="3225800"/>
            <a:ext cx="1283569" cy="1046108"/>
          </a:xfrm>
          <a:prstGeom prst="rect">
            <a:avLst/>
          </a:prstGeom>
        </p:spPr>
      </p:pic>
      <p:grpSp>
        <p:nvGrpSpPr>
          <p:cNvPr id="4" name="箭头3">
            <a:extLst>
              <a:ext uri="{FF2B5EF4-FFF2-40B4-BE49-F238E27FC236}">
                <a16:creationId xmlns:a16="http://schemas.microsoft.com/office/drawing/2014/main" id="{E6AF4CCD-09B8-4AAB-A158-35428D91D355}"/>
              </a:ext>
            </a:extLst>
          </p:cNvPr>
          <p:cNvGrpSpPr/>
          <p:nvPr/>
        </p:nvGrpSpPr>
        <p:grpSpPr>
          <a:xfrm rot="15877606">
            <a:off x="4227734" y="3923303"/>
            <a:ext cx="471330" cy="909320"/>
            <a:chOff x="6115683" y="432129"/>
            <a:chExt cx="471330" cy="909320"/>
          </a:xfrm>
          <a:solidFill>
            <a:srgbClr val="99FFCC">
              <a:alpha val="45882"/>
            </a:srgbClr>
          </a:solidFill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D1DC9175-3FAC-4F2C-A1D7-4E6DE6C983B2}"/>
                </a:ext>
              </a:extLst>
            </p:cNvPr>
            <p:cNvSpPr/>
            <p:nvPr/>
          </p:nvSpPr>
          <p:spPr>
            <a:xfrm rot="19166643">
              <a:off x="6115683" y="432129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D154F16-4197-4507-A01F-C82C807B30A3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" name="箭头2">
            <a:extLst>
              <a:ext uri="{FF2B5EF4-FFF2-40B4-BE49-F238E27FC236}">
                <a16:creationId xmlns:a16="http://schemas.microsoft.com/office/drawing/2014/main" id="{848C01DA-D4CB-45F0-9B8A-F5E57E649EE9}"/>
              </a:ext>
            </a:extLst>
          </p:cNvPr>
          <p:cNvGrpSpPr/>
          <p:nvPr/>
        </p:nvGrpSpPr>
        <p:grpSpPr>
          <a:xfrm rot="1639874">
            <a:off x="9205632" y="8500748"/>
            <a:ext cx="909320" cy="440456"/>
            <a:chOff x="1365670" y="869445"/>
            <a:chExt cx="909320" cy="440456"/>
          </a:xfrm>
        </p:grpSpPr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9260964D-DBA2-4ED2-A193-614C0F80272C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9E24A3-FA17-45CC-96B9-CCF14DACE891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0" name="箭头1">
            <a:extLst>
              <a:ext uri="{FF2B5EF4-FFF2-40B4-BE49-F238E27FC236}">
                <a16:creationId xmlns:a16="http://schemas.microsoft.com/office/drawing/2014/main" id="{E6E3C319-D90D-4FA8-AEC4-5D2CF55ECF9A}"/>
              </a:ext>
            </a:extLst>
          </p:cNvPr>
          <p:cNvGrpSpPr/>
          <p:nvPr/>
        </p:nvGrpSpPr>
        <p:grpSpPr>
          <a:xfrm rot="21337826">
            <a:off x="7120394" y="1673218"/>
            <a:ext cx="471503" cy="909320"/>
            <a:chOff x="6115510" y="444784"/>
            <a:chExt cx="471503" cy="909320"/>
          </a:xfrm>
        </p:grpSpPr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544F8E8E-3B37-43FB-8721-E6F45655B8CD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321000-0227-4822-A2CD-314C0BB9D1E1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691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241657" y="989943"/>
            <a:ext cx="11010829" cy="7030106"/>
            <a:chOff x="1247611" y="978038"/>
            <a:chExt cx="11010829" cy="7030106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572" y="7544196"/>
              <a:ext cx="1187451" cy="4639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87590FD-2FAB-4CC2-9DA6-3A841BEB3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4611" y="7829550"/>
              <a:ext cx="476380" cy="1785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C27E2CE-C925-4D85-8444-0F7B451F1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6753" y="7829550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5441" y="7829550"/>
              <a:ext cx="261277" cy="103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7101198"/>
              <a:ext cx="7712" cy="72835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7AD16BC-1A9D-40BF-A178-A848EDC3B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6153" y="7365802"/>
              <a:ext cx="474862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4667" y="7365802"/>
              <a:ext cx="477439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95429C25-EF53-49F6-B094-0C0B53C64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9242" y="7358656"/>
              <a:ext cx="1421381" cy="5601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9D81F07A-29D4-4475-8514-A4973CDE5F4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82" y="538505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6BDE07E8-18A2-4891-BA40-9BA57281398F}"/>
                </a:ext>
              </a:extLst>
            </p:cNvPr>
            <p:cNvCxnSpPr>
              <a:cxnSpLocks/>
            </p:cNvCxnSpPr>
            <p:nvPr/>
          </p:nvCxnSpPr>
          <p:spPr>
            <a:xfrm>
              <a:off x="2660248" y="520887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CDE6EB1A-CFFF-4544-AFF1-29A1C94DA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6481" y="5093469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75E3424-CBBC-4E85-A9C3-E0D58B3F0EEF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5117678"/>
              <a:ext cx="1150530" cy="4556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503EF3CB-9D12-4C0B-A7A0-B4CA5FA4FB0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5562557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5E8660A0-A562-4C92-983B-97E4437E1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7143" y="5905537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F0821FC3-73EE-4A7B-8B25-DC5311526D56}"/>
                </a:ext>
              </a:extLst>
            </p:cNvPr>
            <p:cNvCxnSpPr>
              <a:cxnSpLocks/>
            </p:cNvCxnSpPr>
            <p:nvPr/>
          </p:nvCxnSpPr>
          <p:spPr>
            <a:xfrm>
              <a:off x="3858309" y="603267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E6D15A51-DFC6-4329-8AEF-AEC28998D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6884" y="6003224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46D38661-B6E4-4F33-86B0-89CDCEF7F6A2}"/>
                </a:ext>
              </a:extLst>
            </p:cNvPr>
            <p:cNvCxnSpPr>
              <a:cxnSpLocks/>
            </p:cNvCxnSpPr>
            <p:nvPr/>
          </p:nvCxnSpPr>
          <p:spPr>
            <a:xfrm>
              <a:off x="4303660" y="6001653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6F126A79-5197-458B-B14E-95EF08DA79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5070" y="5933449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6BC09608-A6A4-4BFD-8D42-F2E8B0342396}"/>
                </a:ext>
              </a:extLst>
            </p:cNvPr>
            <p:cNvCxnSpPr>
              <a:cxnSpLocks/>
            </p:cNvCxnSpPr>
            <p:nvPr/>
          </p:nvCxnSpPr>
          <p:spPr>
            <a:xfrm>
              <a:off x="5022581" y="593205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356C5274-0081-4D2C-8126-2B72F69E2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025" y="5837588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2C0C1001-AC77-41F3-B125-E2D3E3AC064A}"/>
                </a:ext>
              </a:extLst>
            </p:cNvPr>
            <p:cNvCxnSpPr>
              <a:cxnSpLocks/>
            </p:cNvCxnSpPr>
            <p:nvPr/>
          </p:nvCxnSpPr>
          <p:spPr>
            <a:xfrm>
              <a:off x="5707489" y="583758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0499D13D-9EBE-4281-B7B3-B8710C5FD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9087" y="5824376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DE387E6-A42C-4276-B275-B40C2154F51F}"/>
                </a:ext>
              </a:extLst>
            </p:cNvPr>
            <p:cNvCxnSpPr>
              <a:cxnSpLocks/>
            </p:cNvCxnSpPr>
            <p:nvPr/>
          </p:nvCxnSpPr>
          <p:spPr>
            <a:xfrm>
              <a:off x="6199441" y="5476943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8E33D461-028C-4454-A295-3339AD72B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548" y="5385055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1228E330-99AC-4B8F-93D3-69EF870EF430}"/>
                </a:ext>
              </a:extLst>
            </p:cNvPr>
            <p:cNvCxnSpPr>
              <a:cxnSpLocks/>
            </p:cNvCxnSpPr>
            <p:nvPr/>
          </p:nvCxnSpPr>
          <p:spPr>
            <a:xfrm>
              <a:off x="6420301" y="4687095"/>
              <a:ext cx="0" cy="6989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E45E1B22-26E3-4F1C-8858-931CC136282B}"/>
                </a:ext>
              </a:extLst>
            </p:cNvPr>
            <p:cNvCxnSpPr>
              <a:cxnSpLocks/>
            </p:cNvCxnSpPr>
            <p:nvPr/>
          </p:nvCxnSpPr>
          <p:spPr>
            <a:xfrm>
              <a:off x="6159104" y="456779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0B985A70-6E89-4DE0-ACC5-3988D7D2807C}"/>
                </a:ext>
              </a:extLst>
            </p:cNvPr>
            <p:cNvCxnSpPr>
              <a:cxnSpLocks/>
            </p:cNvCxnSpPr>
            <p:nvPr/>
          </p:nvCxnSpPr>
          <p:spPr>
            <a:xfrm>
              <a:off x="6188857" y="439161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5F4B8FD4-8276-4E66-A89B-FCD66396F1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863604"/>
              <a:ext cx="1399109" cy="5476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BD3D0409-10A4-4A14-9077-01861F119C2D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69660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59D35060-090C-4A1A-8EFF-2F750D758AA7}"/>
                </a:ext>
              </a:extLst>
            </p:cNvPr>
            <p:cNvCxnSpPr>
              <a:cxnSpLocks/>
            </p:cNvCxnSpPr>
            <p:nvPr/>
          </p:nvCxnSpPr>
          <p:spPr>
            <a:xfrm>
              <a:off x="4783644" y="3514077"/>
              <a:ext cx="1191626" cy="4565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4A7EF9A4-7780-4E61-8FB3-2716B683C418}"/>
                </a:ext>
              </a:extLst>
            </p:cNvPr>
            <p:cNvCxnSpPr>
              <a:cxnSpLocks/>
            </p:cNvCxnSpPr>
            <p:nvPr/>
          </p:nvCxnSpPr>
          <p:spPr>
            <a:xfrm>
              <a:off x="4309179" y="3504040"/>
              <a:ext cx="249161" cy="956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FC345482-3F2C-424F-B664-77AD749C8510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3153570"/>
              <a:ext cx="1152346" cy="4707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EA56CC1B-C7B5-4E2C-A39B-8F71F49CE10D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29807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49D81844-4ED7-4375-B63F-03A03507D74D}"/>
                </a:ext>
              </a:extLst>
            </p:cNvPr>
            <p:cNvCxnSpPr>
              <a:cxnSpLocks/>
            </p:cNvCxnSpPr>
            <p:nvPr/>
          </p:nvCxnSpPr>
          <p:spPr>
            <a:xfrm>
              <a:off x="4565070" y="2860427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547EFA0A-B3AD-4AB4-8138-98E1FC57EEFD}"/>
                </a:ext>
              </a:extLst>
            </p:cNvPr>
            <p:cNvCxnSpPr>
              <a:cxnSpLocks/>
            </p:cNvCxnSpPr>
            <p:nvPr/>
          </p:nvCxnSpPr>
          <p:spPr>
            <a:xfrm>
              <a:off x="4072702" y="2855147"/>
              <a:ext cx="522521" cy="2349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E5B5195A-9C76-42A8-9F21-F0F7D702A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79187" y="2685026"/>
              <a:ext cx="1503" cy="1718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02F18DA1-9382-4890-A510-56E7BB8D42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120" y="2408123"/>
              <a:ext cx="468326" cy="2083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56F50D4-0B00-47FB-BF76-BD6A4A76B683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528820"/>
              <a:ext cx="710786" cy="286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11EDAFC5-131B-40BE-A3B3-B18253643F48}"/>
                </a:ext>
              </a:extLst>
            </p:cNvPr>
            <p:cNvCxnSpPr>
              <a:cxnSpLocks/>
            </p:cNvCxnSpPr>
            <p:nvPr/>
          </p:nvCxnSpPr>
          <p:spPr>
            <a:xfrm>
              <a:off x="5269739" y="279463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E4544E16-8869-49AB-81C7-7CE5494AA481}"/>
                </a:ext>
              </a:extLst>
            </p:cNvPr>
            <p:cNvCxnSpPr>
              <a:cxnSpLocks/>
            </p:cNvCxnSpPr>
            <p:nvPr/>
          </p:nvCxnSpPr>
          <p:spPr>
            <a:xfrm>
              <a:off x="5271410" y="296090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08CBC7D8-F283-4C6F-BD62-4F7A894ECE8E}"/>
                </a:ext>
              </a:extLst>
            </p:cNvPr>
            <p:cNvCxnSpPr>
              <a:cxnSpLocks/>
            </p:cNvCxnSpPr>
            <p:nvPr/>
          </p:nvCxnSpPr>
          <p:spPr>
            <a:xfrm>
              <a:off x="5498703" y="2528820"/>
              <a:ext cx="5239" cy="5467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7DA7C6B0-6546-4A99-A43D-5D795331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494422" y="253520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BF227E1C-0F9D-4651-8925-1E376F3467BF}"/>
                </a:ext>
              </a:extLst>
            </p:cNvPr>
            <p:cNvCxnSpPr>
              <a:cxnSpLocks/>
            </p:cNvCxnSpPr>
            <p:nvPr/>
          </p:nvCxnSpPr>
          <p:spPr>
            <a:xfrm>
              <a:off x="5737055" y="2655487"/>
              <a:ext cx="0" cy="3216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E7EA12BC-F266-4A84-80B3-D98AB824E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2521" y="2857407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EF45C68E-0FB8-40A6-9679-AB2584ABFFA9}"/>
                </a:ext>
              </a:extLst>
            </p:cNvPr>
            <p:cNvCxnSpPr>
              <a:cxnSpLocks/>
            </p:cNvCxnSpPr>
            <p:nvPr/>
          </p:nvCxnSpPr>
          <p:spPr>
            <a:xfrm>
              <a:off x="5967964" y="270820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F5F97AAF-15BE-4DFF-9FD5-2C5D04795C97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09" y="270091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EF952817-6732-4724-AA1D-B2CC4E994721}"/>
                </a:ext>
              </a:extLst>
            </p:cNvPr>
            <p:cNvCxnSpPr>
              <a:cxnSpLocks/>
            </p:cNvCxnSpPr>
            <p:nvPr/>
          </p:nvCxnSpPr>
          <p:spPr>
            <a:xfrm>
              <a:off x="6859860" y="268502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4FE46741-652F-49B0-B160-CDDEC0A3A7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9533" y="2794633"/>
              <a:ext cx="0" cy="3589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9C760E9A-B501-4959-ABBA-15A108C03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1259" y="30480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DB996BE-8EAD-4B8F-83FD-98644A4C1C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3694" y="3048001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96249B4-1429-4853-A5CD-F2DF0113E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9921" y="31496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0A3B4C27-CFBC-4DA0-8141-5B8F1D30DB96}"/>
                </a:ext>
              </a:extLst>
            </p:cNvPr>
            <p:cNvCxnSpPr>
              <a:cxnSpLocks/>
            </p:cNvCxnSpPr>
            <p:nvPr/>
          </p:nvCxnSpPr>
          <p:spPr>
            <a:xfrm>
              <a:off x="7319207" y="2893617"/>
              <a:ext cx="711983" cy="274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D663FD1C-6DB4-41C3-9D2E-C189487BE3C9}"/>
                </a:ext>
              </a:extLst>
            </p:cNvPr>
            <p:cNvCxnSpPr>
              <a:cxnSpLocks/>
            </p:cNvCxnSpPr>
            <p:nvPr/>
          </p:nvCxnSpPr>
          <p:spPr>
            <a:xfrm>
              <a:off x="7334178" y="27451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3B00D482-EF78-45EF-A6D0-AD1FB4B4B001}"/>
                </a:ext>
              </a:extLst>
            </p:cNvPr>
            <p:cNvCxnSpPr>
              <a:cxnSpLocks/>
            </p:cNvCxnSpPr>
            <p:nvPr/>
          </p:nvCxnSpPr>
          <p:spPr>
            <a:xfrm>
              <a:off x="6837537" y="2517877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147A4DE9-6944-4C16-9A5E-3C1CDB623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5215" y="242325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FD31E0F-07EB-4C2D-9DC5-A074327361BE}"/>
                </a:ext>
              </a:extLst>
            </p:cNvPr>
            <p:cNvCxnSpPr>
              <a:cxnSpLocks/>
            </p:cNvCxnSpPr>
            <p:nvPr/>
          </p:nvCxnSpPr>
          <p:spPr>
            <a:xfrm>
              <a:off x="7121129" y="2443947"/>
              <a:ext cx="460912" cy="184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BD555306-B67E-4903-AD64-56C8017B92A1}"/>
                </a:ext>
              </a:extLst>
            </p:cNvPr>
            <p:cNvCxnSpPr>
              <a:cxnSpLocks/>
            </p:cNvCxnSpPr>
            <p:nvPr/>
          </p:nvCxnSpPr>
          <p:spPr>
            <a:xfrm>
              <a:off x="7572523" y="262177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81ABC79F-7B96-44FD-A11B-C04272FB2CDD}"/>
                </a:ext>
              </a:extLst>
            </p:cNvPr>
            <p:cNvCxnSpPr>
              <a:cxnSpLocks/>
            </p:cNvCxnSpPr>
            <p:nvPr/>
          </p:nvCxnSpPr>
          <p:spPr>
            <a:xfrm>
              <a:off x="7572067" y="2787024"/>
              <a:ext cx="1182600" cy="4681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E70AEC52-75F6-42EC-B8F8-B380A5D657F5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3233752"/>
              <a:ext cx="0" cy="368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DA882D62-846B-4162-83B8-6E7278A85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3489" y="358517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AF56E2A1-1D8B-424A-AE4D-67D36454AE3B}"/>
                </a:ext>
              </a:extLst>
            </p:cNvPr>
            <p:cNvCxnSpPr>
              <a:cxnSpLocks/>
            </p:cNvCxnSpPr>
            <p:nvPr/>
          </p:nvCxnSpPr>
          <p:spPr>
            <a:xfrm>
              <a:off x="8498609" y="369074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B8B86FFF-3AEA-4F40-A0BA-78772312D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6985" y="386502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1CCE8630-7FF5-4A76-BECA-839923E04643}"/>
                </a:ext>
              </a:extLst>
            </p:cNvPr>
            <p:cNvCxnSpPr>
              <a:cxnSpLocks/>
            </p:cNvCxnSpPr>
            <p:nvPr/>
          </p:nvCxnSpPr>
          <p:spPr>
            <a:xfrm>
              <a:off x="8273681" y="395029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3CF72519-A88D-476B-86C5-BEC054896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15" y="412931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881B8381-FBC3-4F95-8251-80C707397204}"/>
                </a:ext>
              </a:extLst>
            </p:cNvPr>
            <p:cNvCxnSpPr>
              <a:cxnSpLocks/>
            </p:cNvCxnSpPr>
            <p:nvPr/>
          </p:nvCxnSpPr>
          <p:spPr>
            <a:xfrm>
              <a:off x="8016929" y="423843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206B615-0116-4C2E-9E38-527CD0B78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6929" y="4307143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E7FE03BE-F9D2-44E7-9A25-8B3C2E2B4766}"/>
                </a:ext>
              </a:extLst>
            </p:cNvPr>
            <p:cNvCxnSpPr>
              <a:cxnSpLocks/>
            </p:cNvCxnSpPr>
            <p:nvPr/>
          </p:nvCxnSpPr>
          <p:spPr>
            <a:xfrm>
              <a:off x="8266564" y="4298577"/>
              <a:ext cx="0" cy="3885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40389A6F-095A-456B-AAA9-258DDDD4884E}"/>
                </a:ext>
              </a:extLst>
            </p:cNvPr>
            <p:cNvCxnSpPr>
              <a:cxnSpLocks/>
            </p:cNvCxnSpPr>
            <p:nvPr/>
          </p:nvCxnSpPr>
          <p:spPr>
            <a:xfrm>
              <a:off x="8261630" y="465501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517EA43-8314-4424-BAFF-D0A1E6CAB941}"/>
                </a:ext>
              </a:extLst>
            </p:cNvPr>
            <p:cNvCxnSpPr>
              <a:cxnSpLocks/>
            </p:cNvCxnSpPr>
            <p:nvPr/>
          </p:nvCxnSpPr>
          <p:spPr>
            <a:xfrm>
              <a:off x="8513518" y="47752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BDCAC9E2-AA63-41D4-B0EE-2BB8A4182AFA}"/>
                </a:ext>
              </a:extLst>
            </p:cNvPr>
            <p:cNvCxnSpPr>
              <a:cxnSpLocks/>
            </p:cNvCxnSpPr>
            <p:nvPr/>
          </p:nvCxnSpPr>
          <p:spPr>
            <a:xfrm>
              <a:off x="8509130" y="493486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0B320EA7-D5D7-46E9-9B16-A299B13D9266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4655012"/>
              <a:ext cx="0" cy="3815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501C64CA-61CE-4434-8AC1-CE6340CB7FBD}"/>
                </a:ext>
              </a:extLst>
            </p:cNvPr>
            <p:cNvCxnSpPr>
              <a:cxnSpLocks/>
            </p:cNvCxnSpPr>
            <p:nvPr/>
          </p:nvCxnSpPr>
          <p:spPr>
            <a:xfrm>
              <a:off x="8477922" y="4566644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05D7D8E3-852E-45D7-B2A8-3BB36A8FC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2515" y="4036729"/>
              <a:ext cx="6094" cy="5688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B3017CFF-F495-430F-929C-4FDCAB88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082" y="3950298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4C69239F-8424-402A-9963-4A4231D96174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0" y="377743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046C31CE-ECFA-4838-8F91-8642F16EB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5170" y="3697054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FBE5FAF1-AF96-488A-A8E8-B0113273EC67}"/>
                </a:ext>
              </a:extLst>
            </p:cNvPr>
            <p:cNvCxnSpPr>
              <a:cxnSpLocks/>
            </p:cNvCxnSpPr>
            <p:nvPr/>
          </p:nvCxnSpPr>
          <p:spPr>
            <a:xfrm>
              <a:off x="8977940" y="3317083"/>
              <a:ext cx="0" cy="382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452">
              <a:extLst>
                <a:ext uri="{FF2B5EF4-FFF2-40B4-BE49-F238E27FC236}">
                  <a16:creationId xmlns:a16="http://schemas.microsoft.com/office/drawing/2014/main" id="{D86EC52B-3F3D-46B7-8EF3-4621DB100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8434" y="321615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277F4740-5FF2-482F-8B16-C6040F60E8DB}"/>
                </a:ext>
              </a:extLst>
            </p:cNvPr>
            <p:cNvCxnSpPr>
              <a:cxnSpLocks/>
            </p:cNvCxnSpPr>
            <p:nvPr/>
          </p:nvCxnSpPr>
          <p:spPr>
            <a:xfrm>
              <a:off x="9192253" y="3241981"/>
              <a:ext cx="0" cy="535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2B91502F-CABB-4CEF-9155-09390880F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3786" y="377630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452">
              <a:extLst>
                <a:ext uri="{FF2B5EF4-FFF2-40B4-BE49-F238E27FC236}">
                  <a16:creationId xmlns:a16="http://schemas.microsoft.com/office/drawing/2014/main" id="{49FCA47D-5AE5-41DF-B42E-EC0743B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8942627" y="38638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49A1BE14-EDEF-4779-98AB-BCD60718F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7743" y="404304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ED0C6542-C4C9-418C-ACC5-71D5D0DC8F07}"/>
                </a:ext>
              </a:extLst>
            </p:cNvPr>
            <p:cNvCxnSpPr>
              <a:cxnSpLocks/>
            </p:cNvCxnSpPr>
            <p:nvPr/>
          </p:nvCxnSpPr>
          <p:spPr>
            <a:xfrm>
              <a:off x="8727270" y="4147728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3F78170-540E-466E-A05B-D72147677881}"/>
                </a:ext>
              </a:extLst>
            </p:cNvPr>
            <p:cNvCxnSpPr>
              <a:cxnSpLocks/>
            </p:cNvCxnSpPr>
            <p:nvPr/>
          </p:nvCxnSpPr>
          <p:spPr>
            <a:xfrm>
              <a:off x="8712388" y="449998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FB8EA895-2A19-4CAC-9719-9D582808589D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589761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57FA4D18-270A-4AA9-AB5B-E2D0EEC3D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0647" y="4566644"/>
              <a:ext cx="946548" cy="386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F1516057-0101-4134-A67F-3ED0223B85DB}"/>
                </a:ext>
              </a:extLst>
            </p:cNvPr>
            <p:cNvCxnSpPr>
              <a:cxnSpLocks/>
            </p:cNvCxnSpPr>
            <p:nvPr/>
          </p:nvCxnSpPr>
          <p:spPr>
            <a:xfrm>
              <a:off x="9891923" y="456789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9B5C0ED5-14B9-47EB-8289-8DE5A2DBD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6981" y="4411299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4B35D7C6-A9DF-4309-AB8E-712D1B822E8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841" y="423385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35849830-FDF5-422E-B566-1C499602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5788" y="4244448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671E16D4-9E3D-4961-AE44-0BBC3B758B0D}"/>
                </a:ext>
              </a:extLst>
            </p:cNvPr>
            <p:cNvCxnSpPr>
              <a:cxnSpLocks/>
            </p:cNvCxnSpPr>
            <p:nvPr/>
          </p:nvCxnSpPr>
          <p:spPr>
            <a:xfrm>
              <a:off x="10141349" y="43522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B84A26E0-A74B-4665-A759-E82857845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9253" y="4054270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2DD046A-0350-4ED2-BD3B-AA692ED4C985}"/>
                </a:ext>
              </a:extLst>
            </p:cNvPr>
            <p:cNvCxnSpPr>
              <a:cxnSpLocks/>
            </p:cNvCxnSpPr>
            <p:nvPr/>
          </p:nvCxnSpPr>
          <p:spPr>
            <a:xfrm>
              <a:off x="10824278" y="38574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5519E7CC-39F2-4F86-8F9A-ED91635BA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0300" y="3872835"/>
              <a:ext cx="939383" cy="3455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84E6E13B-28D3-477D-8FCE-772BBF09FAFF}"/>
                </a:ext>
              </a:extLst>
            </p:cNvPr>
            <p:cNvCxnSpPr>
              <a:cxnSpLocks/>
            </p:cNvCxnSpPr>
            <p:nvPr/>
          </p:nvCxnSpPr>
          <p:spPr>
            <a:xfrm>
              <a:off x="9900843" y="4218398"/>
              <a:ext cx="0" cy="1883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8056F5ED-8979-433E-AAC7-9AF53B52A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5395" y="4405747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74525937-7A85-4E17-99E4-58FD8CC9C5B2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451406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ABE059A6-1BFD-4C0D-98D8-DA45E21CF6E6}"/>
                </a:ext>
              </a:extLst>
            </p:cNvPr>
            <p:cNvCxnSpPr>
              <a:cxnSpLocks/>
            </p:cNvCxnSpPr>
            <p:nvPr/>
          </p:nvCxnSpPr>
          <p:spPr>
            <a:xfrm>
              <a:off x="8954675" y="441532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885D05AD-987F-4F35-8FDB-1AE5E63773D5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2493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210DBAEF-DFDD-4320-ABCD-6D5020081F99}"/>
                </a:ext>
              </a:extLst>
            </p:cNvPr>
            <p:cNvCxnSpPr>
              <a:cxnSpLocks/>
            </p:cNvCxnSpPr>
            <p:nvPr/>
          </p:nvCxnSpPr>
          <p:spPr>
            <a:xfrm>
              <a:off x="8956218" y="4229919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096757B1-79F3-4154-B4A5-4A7B7BF7FE76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3943847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AC4A3D00-F21C-4398-B443-0FE0392D3E32}"/>
                </a:ext>
              </a:extLst>
            </p:cNvPr>
            <p:cNvCxnSpPr>
              <a:cxnSpLocks/>
            </p:cNvCxnSpPr>
            <p:nvPr/>
          </p:nvCxnSpPr>
          <p:spPr>
            <a:xfrm>
              <a:off x="9215153" y="3969383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2A3F4C7F-B7FA-4692-A504-E22DB7138FE4}"/>
                </a:ext>
              </a:extLst>
            </p:cNvPr>
            <p:cNvCxnSpPr>
              <a:cxnSpLocks/>
            </p:cNvCxnSpPr>
            <p:nvPr/>
          </p:nvCxnSpPr>
          <p:spPr>
            <a:xfrm>
              <a:off x="9433921" y="4047926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C195C561-2A82-4B88-93B9-972060A95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0018" y="4307142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3C2F08F-B4E8-4651-9BF7-0C6BFA3785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1947" y="4146033"/>
              <a:ext cx="1816" cy="1676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FA4216C-46A5-4A9C-BEFE-A13E5D13F681}"/>
                </a:ext>
              </a:extLst>
            </p:cNvPr>
            <p:cNvCxnSpPr>
              <a:cxnSpLocks/>
            </p:cNvCxnSpPr>
            <p:nvPr/>
          </p:nvCxnSpPr>
          <p:spPr>
            <a:xfrm>
              <a:off x="9420563" y="3834496"/>
              <a:ext cx="477236" cy="2217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A14CD123-63C3-405F-BE87-785F5E6159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4642" y="3317083"/>
              <a:ext cx="6546" cy="546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F66ED335-7DB6-4234-86E4-6F714525AA7B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333782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FAAF021D-B044-4158-A410-64D2E4472E21}"/>
                </a:ext>
              </a:extLst>
            </p:cNvPr>
            <p:cNvCxnSpPr>
              <a:cxnSpLocks/>
            </p:cNvCxnSpPr>
            <p:nvPr/>
          </p:nvCxnSpPr>
          <p:spPr>
            <a:xfrm>
              <a:off x="9696183" y="3421602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CE6ADB7D-C6D2-43F5-80A1-58AAE0E72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5259" y="4041392"/>
              <a:ext cx="225584" cy="1093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5C188E0-1A8A-4803-A4CD-231ADFAE4B5B}"/>
                </a:ext>
              </a:extLst>
            </p:cNvPr>
            <p:cNvCxnSpPr>
              <a:cxnSpLocks/>
            </p:cNvCxnSpPr>
            <p:nvPr/>
          </p:nvCxnSpPr>
          <p:spPr>
            <a:xfrm>
              <a:off x="9685071" y="377220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95D0E99B-BEA0-487C-B016-81D09BD9E9BC}"/>
                </a:ext>
              </a:extLst>
            </p:cNvPr>
            <p:cNvCxnSpPr>
              <a:cxnSpLocks/>
            </p:cNvCxnSpPr>
            <p:nvPr/>
          </p:nvCxnSpPr>
          <p:spPr>
            <a:xfrm>
              <a:off x="9908909" y="3317083"/>
              <a:ext cx="0" cy="61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FDEA4EFE-4ACB-4403-83BA-15BEE2475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2633" y="321035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4585FE64-5DAE-4AE0-AA6C-DD835556C86A}"/>
                </a:ext>
              </a:extLst>
            </p:cNvPr>
            <p:cNvCxnSpPr>
              <a:cxnSpLocks/>
            </p:cNvCxnSpPr>
            <p:nvPr/>
          </p:nvCxnSpPr>
          <p:spPr>
            <a:xfrm>
              <a:off x="10118142" y="321856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19290FD1-8D6E-41E7-9641-485D45F65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098730" y="356917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12966B18-DEC5-4811-A75B-124ABAD5B4D9}"/>
                </a:ext>
              </a:extLst>
            </p:cNvPr>
            <p:cNvCxnSpPr>
              <a:cxnSpLocks/>
            </p:cNvCxnSpPr>
            <p:nvPr/>
          </p:nvCxnSpPr>
          <p:spPr>
            <a:xfrm>
              <a:off x="10354679" y="3337820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B6700EB3-3662-40A0-97EA-A316B992D88E}"/>
                </a:ext>
              </a:extLst>
            </p:cNvPr>
            <p:cNvCxnSpPr>
              <a:cxnSpLocks/>
            </p:cNvCxnSpPr>
            <p:nvPr/>
          </p:nvCxnSpPr>
          <p:spPr>
            <a:xfrm>
              <a:off x="10359567" y="3337820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EDB4CAD2-3146-40B3-AA2A-1EA302B18843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443" y="34181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2B2F9718-DAA5-4D01-BB1C-A81F4DB36153}"/>
                </a:ext>
              </a:extLst>
            </p:cNvPr>
            <p:cNvCxnSpPr>
              <a:cxnSpLocks/>
            </p:cNvCxnSpPr>
            <p:nvPr/>
          </p:nvCxnSpPr>
          <p:spPr>
            <a:xfrm>
              <a:off x="10588345" y="3591733"/>
              <a:ext cx="495184" cy="1826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1DF200A-E5AF-4CCD-AAB0-85418B4152AA}"/>
                </a:ext>
              </a:extLst>
            </p:cNvPr>
            <p:cNvCxnSpPr>
              <a:cxnSpLocks/>
            </p:cNvCxnSpPr>
            <p:nvPr/>
          </p:nvCxnSpPr>
          <p:spPr>
            <a:xfrm>
              <a:off x="11043843" y="3749838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B3835DC8-2E37-4D89-BD55-B1ED5A09B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405427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E6B1691-8284-4185-94B8-1906DD3F7B51}"/>
                </a:ext>
              </a:extLst>
            </p:cNvPr>
            <p:cNvCxnSpPr>
              <a:cxnSpLocks/>
            </p:cNvCxnSpPr>
            <p:nvPr/>
          </p:nvCxnSpPr>
          <p:spPr>
            <a:xfrm>
              <a:off x="11305177" y="3651362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A2A3D932-9FDD-4CA2-A335-48C8F6FE9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0192" y="3581896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DE7AABF9-E88F-4445-93BE-D05EE32B7F4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59293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504C8AC9-DC15-4075-A60B-9E453B55D44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0658" y="3677445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9969AA2-8BEC-469C-9026-32432FF94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4837" y="384733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2D7C6E3A-E396-4DC8-B50F-44BF21675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90608" y="3950298"/>
              <a:ext cx="528217" cy="2123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BA80F47C-04B7-4E6D-BEE7-B97AF2747F5C}"/>
                </a:ext>
              </a:extLst>
            </p:cNvPr>
            <p:cNvCxnSpPr>
              <a:cxnSpLocks/>
            </p:cNvCxnSpPr>
            <p:nvPr/>
          </p:nvCxnSpPr>
          <p:spPr>
            <a:xfrm>
              <a:off x="11517873" y="39748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E4D51BB4-9978-4C3D-B4C9-6AB7CA2D1503}"/>
                </a:ext>
              </a:extLst>
            </p:cNvPr>
            <p:cNvCxnSpPr>
              <a:cxnSpLocks/>
            </p:cNvCxnSpPr>
            <p:nvPr/>
          </p:nvCxnSpPr>
          <p:spPr>
            <a:xfrm>
              <a:off x="12010154" y="378503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D5E0C1D2-C75A-4586-B942-B9B0E9E73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77262" y="367182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FD481F37-0F00-47B9-A93E-2DF662C7C5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348991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3B7736F-1B37-4699-8C8B-8F31E7BD3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68693" y="3508792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01C3810-C83C-4A4F-BF3E-1697B3459E4D}"/>
                </a:ext>
              </a:extLst>
            </p:cNvPr>
            <p:cNvCxnSpPr>
              <a:cxnSpLocks/>
            </p:cNvCxnSpPr>
            <p:nvPr/>
          </p:nvCxnSpPr>
          <p:spPr>
            <a:xfrm>
              <a:off x="11977263" y="3233752"/>
              <a:ext cx="11778" cy="378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781C2353-8120-424A-8077-A14A684153E5}"/>
                </a:ext>
              </a:extLst>
            </p:cNvPr>
            <p:cNvCxnSpPr>
              <a:cxnSpLocks/>
            </p:cNvCxnSpPr>
            <p:nvPr/>
          </p:nvCxnSpPr>
          <p:spPr>
            <a:xfrm>
              <a:off x="11738386" y="314149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5A22211B-6F5F-45A0-BEC9-594A9D0792A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7792" y="3151075"/>
              <a:ext cx="10238" cy="3571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DF15F617-0874-48A6-92AA-0C6A3F80C39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41387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F2082F60-9841-4F4D-AD14-B819DC9F1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3413873"/>
              <a:ext cx="504736" cy="1887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0D7F799E-021E-45B7-9BBB-1AAC564403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91346" y="350345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40769969-7955-4FB3-A839-4B100D9CD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6985" y="3223846"/>
              <a:ext cx="723273" cy="2656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268C4BF7-316C-4625-9ED4-8D95A2C3554C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3133379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E5592EB7-7E4D-4ECF-B606-B9F2EF0ED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7075" y="3153570"/>
              <a:ext cx="519213" cy="1690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D04FA5DA-B9AD-4351-8C51-5045BB6F24ED}"/>
                </a:ext>
              </a:extLst>
            </p:cNvPr>
            <p:cNvCxnSpPr>
              <a:cxnSpLocks/>
            </p:cNvCxnSpPr>
            <p:nvPr/>
          </p:nvCxnSpPr>
          <p:spPr>
            <a:xfrm>
              <a:off x="10546221" y="3223857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E7B69CB-1524-488E-8324-D514A8804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4041" y="2948824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B650E6BF-35A8-4726-A08A-FD8EC5A9E6BA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276105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B6C1762A-E61F-42ED-8DC6-21DAC286E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1660" y="2790868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AE44C2A5-AFE5-48F5-991E-0AE3F75D4BDE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300" y="2150270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C3FA4331-CAC8-4866-8AB4-D3D94C5A2D7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5280" y="2062305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A410070-D73A-4869-AE53-A8ACFA42A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1151" y="2057239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452">
              <a:extLst>
                <a:ext uri="{FF2B5EF4-FFF2-40B4-BE49-F238E27FC236}">
                  <a16:creationId xmlns:a16="http://schemas.microsoft.com/office/drawing/2014/main" id="{E1BB98A4-5430-4421-96C9-AA61FC41908F}"/>
                </a:ext>
              </a:extLst>
            </p:cNvPr>
            <p:cNvCxnSpPr>
              <a:cxnSpLocks/>
            </p:cNvCxnSpPr>
            <p:nvPr/>
          </p:nvCxnSpPr>
          <p:spPr>
            <a:xfrm>
              <a:off x="9859854" y="206010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E2F144E-66EE-4793-ACFD-45F775A6235E}"/>
                </a:ext>
              </a:extLst>
            </p:cNvPr>
            <p:cNvCxnSpPr>
              <a:cxnSpLocks/>
            </p:cNvCxnSpPr>
            <p:nvPr/>
          </p:nvCxnSpPr>
          <p:spPr>
            <a:xfrm>
              <a:off x="9865622" y="188437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452">
              <a:extLst>
                <a:ext uri="{FF2B5EF4-FFF2-40B4-BE49-F238E27FC236}">
                  <a16:creationId xmlns:a16="http://schemas.microsoft.com/office/drawing/2014/main" id="{1560A7B0-DFB3-4438-873E-F69FA65D44B1}"/>
                </a:ext>
              </a:extLst>
            </p:cNvPr>
            <p:cNvCxnSpPr>
              <a:cxnSpLocks/>
            </p:cNvCxnSpPr>
            <p:nvPr/>
          </p:nvCxnSpPr>
          <p:spPr>
            <a:xfrm>
              <a:off x="9876912" y="188185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2752FB6A-B608-453C-910E-2EDB9C809E0B}"/>
                </a:ext>
              </a:extLst>
            </p:cNvPr>
            <p:cNvCxnSpPr>
              <a:cxnSpLocks/>
            </p:cNvCxnSpPr>
            <p:nvPr/>
          </p:nvCxnSpPr>
          <p:spPr>
            <a:xfrm>
              <a:off x="10121843" y="179915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1805415B-7A0C-49E2-B771-6464506679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90300" y="1712547"/>
              <a:ext cx="216425" cy="901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841B4022-1D52-49A8-8A6B-86B949A1BBA0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903" y="1711478"/>
              <a:ext cx="446938" cy="1693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280C781F-EF7C-4148-880A-99D081C27990}"/>
                </a:ext>
              </a:extLst>
            </p:cNvPr>
            <p:cNvCxnSpPr>
              <a:cxnSpLocks/>
            </p:cNvCxnSpPr>
            <p:nvPr/>
          </p:nvCxnSpPr>
          <p:spPr>
            <a:xfrm>
              <a:off x="10826437" y="1871823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2A3BB181-3940-4E74-B95F-626F7C032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3648" y="268529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5CC177BE-5D74-42B3-90A1-CE73526E69A1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681" y="2162808"/>
              <a:ext cx="0" cy="5093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ABC179F4-9C8B-4ABC-9737-11499A99B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1989590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61298CE4-CD8F-4045-8E35-9DEECB58C4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3941" y="1985701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432157A5-75FE-40A9-9484-199BC2B167F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8585" y="190814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7FF1D325-1C2F-4ECE-AA5F-D30B3139F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42272" y="1711478"/>
              <a:ext cx="507599" cy="1915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6E014183-E003-4437-AAD7-9C4A8ABF9C99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15386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EC0F40E3-E518-4121-B7B9-0F765C53B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1" y="1522739"/>
              <a:ext cx="1193190" cy="4553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452">
              <a:extLst>
                <a:ext uri="{FF2B5EF4-FFF2-40B4-BE49-F238E27FC236}">
                  <a16:creationId xmlns:a16="http://schemas.microsoft.com/office/drawing/2014/main" id="{A66F4CE5-4BCA-4DA6-A736-CDB537978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80520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58693723-E91C-4AAB-BCCE-BF5A418C2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0" y="1440629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D491D2C1-8D4F-413E-8735-8BBF1F34B779}"/>
                </a:ext>
              </a:extLst>
            </p:cNvPr>
            <p:cNvCxnSpPr>
              <a:cxnSpLocks/>
            </p:cNvCxnSpPr>
            <p:nvPr/>
          </p:nvCxnSpPr>
          <p:spPr>
            <a:xfrm>
              <a:off x="11754716" y="1351098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1874EC0E-B7D9-46CD-843D-4DE937B8B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8446" y="1358511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D8CFCC19-2E08-45E6-9A16-687F7C951DDE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425" y="1641450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452">
              <a:extLst>
                <a:ext uri="{FF2B5EF4-FFF2-40B4-BE49-F238E27FC236}">
                  <a16:creationId xmlns:a16="http://schemas.microsoft.com/office/drawing/2014/main" id="{19AA9DCB-08A8-4709-9EDB-A09EF43080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6" y="1167321"/>
              <a:ext cx="1154230" cy="4638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DA04D82E-D31E-492A-9743-419D60007BF1}"/>
                </a:ext>
              </a:extLst>
            </p:cNvPr>
            <p:cNvCxnSpPr>
              <a:cxnSpLocks/>
            </p:cNvCxnSpPr>
            <p:nvPr/>
          </p:nvCxnSpPr>
          <p:spPr>
            <a:xfrm>
              <a:off x="11484837" y="1080344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B0187A20-ADBD-4B11-BA91-970B567C6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7478" y="107222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1DCCF7A4-2E33-4A8C-B792-6B4E73EC664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77892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57416B53-7EAC-41D8-97F4-9300A4DA9A58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659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714C2DA1-0554-477D-ABBD-4D3D384A6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5" y="1224469"/>
              <a:ext cx="494419" cy="2179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18019EC2-A629-4E2B-A683-E26B93293BFA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293" y="1343469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8CED6CED-06A5-4F6E-8BDE-EA6D06D538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6183" y="1369148"/>
              <a:ext cx="690976" cy="253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452">
              <a:extLst>
                <a:ext uri="{FF2B5EF4-FFF2-40B4-BE49-F238E27FC236}">
                  <a16:creationId xmlns:a16="http://schemas.microsoft.com/office/drawing/2014/main" id="{1C856028-9107-4E70-800A-68621CA0A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0300" y="1535405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4CB2E9AB-6E44-4751-8D67-5D4802796A7B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159" y="154888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7722FF52-0A15-403B-8E1E-B64AC16612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1947" y="160930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25181AB1-713B-4DA1-94AF-A2D527096DD4}"/>
                </a:ext>
              </a:extLst>
            </p:cNvPr>
            <p:cNvCxnSpPr>
              <a:cxnSpLocks/>
            </p:cNvCxnSpPr>
            <p:nvPr/>
          </p:nvCxnSpPr>
          <p:spPr>
            <a:xfrm>
              <a:off x="9448920" y="1699304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3692DFC0-B17C-43E0-A889-E7D6FC488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729" y="17043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3D17623A-09FF-4820-864D-BD22304AFA0E}"/>
                </a:ext>
              </a:extLst>
            </p:cNvPr>
            <p:cNvCxnSpPr>
              <a:cxnSpLocks/>
            </p:cNvCxnSpPr>
            <p:nvPr/>
          </p:nvCxnSpPr>
          <p:spPr>
            <a:xfrm>
              <a:off x="8741496" y="1609306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539453C-E4EF-48E4-923A-CC4599B3A367}"/>
                </a:ext>
              </a:extLst>
            </p:cNvPr>
            <p:cNvCxnSpPr>
              <a:cxnSpLocks/>
            </p:cNvCxnSpPr>
            <p:nvPr/>
          </p:nvCxnSpPr>
          <p:spPr>
            <a:xfrm>
              <a:off x="8744376" y="161577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C3828CE9-08B1-4DA5-A2D4-5EBAAD7F31C6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87" y="1800537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E6F022CE-ADB1-4020-BFE3-CDDEA0EB55C3}"/>
                </a:ext>
              </a:extLst>
            </p:cNvPr>
            <p:cNvCxnSpPr>
              <a:cxnSpLocks/>
            </p:cNvCxnSpPr>
            <p:nvPr/>
          </p:nvCxnSpPr>
          <p:spPr>
            <a:xfrm>
              <a:off x="9203729" y="19708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4EB0678D-6223-433D-8E63-9C96AAD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8024954" y="1706382"/>
              <a:ext cx="1190199" cy="4431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9DBFC84D-94EE-4ED0-B043-115D6A6A0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996" y="1708471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2E3B2B42-F969-43E1-A09F-CC728EAFD96D}"/>
                </a:ext>
              </a:extLst>
            </p:cNvPr>
            <p:cNvCxnSpPr>
              <a:cxnSpLocks/>
            </p:cNvCxnSpPr>
            <p:nvPr/>
          </p:nvCxnSpPr>
          <p:spPr>
            <a:xfrm>
              <a:off x="7803881" y="1784470"/>
              <a:ext cx="1639268" cy="6579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452">
              <a:extLst>
                <a:ext uri="{FF2B5EF4-FFF2-40B4-BE49-F238E27FC236}">
                  <a16:creationId xmlns:a16="http://schemas.microsoft.com/office/drawing/2014/main" id="{F71F8ACC-3FC2-4CCF-8C43-D926EFBA2B14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243144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C86F8637-882E-426E-9A1E-4A6DA85C5F2C}"/>
                </a:ext>
              </a:extLst>
            </p:cNvPr>
            <p:cNvCxnSpPr>
              <a:cxnSpLocks/>
            </p:cNvCxnSpPr>
            <p:nvPr/>
          </p:nvCxnSpPr>
          <p:spPr>
            <a:xfrm>
              <a:off x="7799996" y="1952104"/>
              <a:ext cx="1662951" cy="6525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6B498BCE-CE82-4313-BD12-24C65048DB67}"/>
                </a:ext>
              </a:extLst>
            </p:cNvPr>
            <p:cNvCxnSpPr>
              <a:cxnSpLocks/>
            </p:cNvCxnSpPr>
            <p:nvPr/>
          </p:nvCxnSpPr>
          <p:spPr>
            <a:xfrm>
              <a:off x="7798664" y="194435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AD7BB1B0-7BA0-4175-B306-9140527AF596}"/>
                </a:ext>
              </a:extLst>
            </p:cNvPr>
            <p:cNvCxnSpPr>
              <a:cxnSpLocks/>
            </p:cNvCxnSpPr>
            <p:nvPr/>
          </p:nvCxnSpPr>
          <p:spPr>
            <a:xfrm>
              <a:off x="7776219" y="2124473"/>
              <a:ext cx="1456485" cy="5738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27C5C00B-8231-4552-A3FF-6760099A6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575" y="2718240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39FA43DE-9998-4CED-8BB0-319149E465EF}"/>
                </a:ext>
              </a:extLst>
            </p:cNvPr>
            <p:cNvCxnSpPr>
              <a:cxnSpLocks/>
            </p:cNvCxnSpPr>
            <p:nvPr/>
          </p:nvCxnSpPr>
          <p:spPr>
            <a:xfrm>
              <a:off x="7338064" y="214215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C1A9B266-1ED4-46EE-82AB-19D6C2C4D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90" y="215483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628172-7950-41FF-A35F-60203B5882BF}"/>
                </a:ext>
              </a:extLst>
            </p:cNvPr>
            <p:cNvCxnSpPr>
              <a:cxnSpLocks/>
            </p:cNvCxnSpPr>
            <p:nvPr/>
          </p:nvCxnSpPr>
          <p:spPr>
            <a:xfrm>
              <a:off x="7081765" y="223596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68170CAE-746B-41C9-BA23-7232287425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618" y="28807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9F215BBB-B93A-48D1-87E0-023E8B71EBA5}"/>
                </a:ext>
              </a:extLst>
            </p:cNvPr>
            <p:cNvCxnSpPr>
              <a:cxnSpLocks/>
            </p:cNvCxnSpPr>
            <p:nvPr/>
          </p:nvCxnSpPr>
          <p:spPr>
            <a:xfrm>
              <a:off x="7794921" y="2699329"/>
              <a:ext cx="718373" cy="2720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7603D580-E910-4953-8B38-C0F5853AE199}"/>
                </a:ext>
              </a:extLst>
            </p:cNvPr>
            <p:cNvCxnSpPr>
              <a:cxnSpLocks/>
            </p:cNvCxnSpPr>
            <p:nvPr/>
          </p:nvCxnSpPr>
          <p:spPr>
            <a:xfrm>
              <a:off x="4782538" y="3678549"/>
              <a:ext cx="1183061" cy="4674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C4F47820-54D4-46A9-91AB-C8D6D24A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1" y="3950298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31339822-AA9A-40E8-BADC-C8FE163CC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776" y="3525881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FB9074B6-C4D1-471D-8A65-3A273557F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0987" y="351132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0D4A8B52-F724-42FD-B319-0DE6FE528D52}"/>
                </a:ext>
              </a:extLst>
            </p:cNvPr>
            <p:cNvCxnSpPr>
              <a:cxnSpLocks/>
            </p:cNvCxnSpPr>
            <p:nvPr/>
          </p:nvCxnSpPr>
          <p:spPr>
            <a:xfrm>
              <a:off x="4086193" y="3600873"/>
              <a:ext cx="0" cy="368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388303E8-84CE-4807-BF25-144280D39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9017" y="397447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234A5AB3-D70E-4AA6-9CDD-C63F823A508D}"/>
                </a:ext>
              </a:extLst>
            </p:cNvPr>
            <p:cNvCxnSpPr>
              <a:cxnSpLocks/>
            </p:cNvCxnSpPr>
            <p:nvPr/>
          </p:nvCxnSpPr>
          <p:spPr>
            <a:xfrm>
              <a:off x="3166663" y="3785034"/>
              <a:ext cx="462224" cy="1914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E680AA3B-536A-4D99-A840-7089E2E0B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73256" y="3591733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2E9DD33A-4251-4A66-A4DD-D3470D594A94}"/>
                </a:ext>
              </a:extLst>
            </p:cNvPr>
            <p:cNvCxnSpPr>
              <a:cxnSpLocks/>
            </p:cNvCxnSpPr>
            <p:nvPr/>
          </p:nvCxnSpPr>
          <p:spPr>
            <a:xfrm>
              <a:off x="3201324" y="3619534"/>
              <a:ext cx="187063" cy="590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3BF2B066-C970-451B-916E-DFEE759440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3659634"/>
              <a:ext cx="7987" cy="4016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BE470A56-599F-42C0-B296-56913AEDB432}"/>
                </a:ext>
              </a:extLst>
            </p:cNvPr>
            <p:cNvCxnSpPr>
              <a:cxnSpLocks/>
            </p:cNvCxnSpPr>
            <p:nvPr/>
          </p:nvCxnSpPr>
          <p:spPr>
            <a:xfrm>
              <a:off x="3635706" y="3591733"/>
              <a:ext cx="220369" cy="826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5962932B-5411-4E2E-A36C-6E8E9922D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228" y="3402314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D8519915-793F-4EDD-81BC-6AC0AFB4E322}"/>
                </a:ext>
              </a:extLst>
            </p:cNvPr>
            <p:cNvCxnSpPr>
              <a:cxnSpLocks/>
            </p:cNvCxnSpPr>
            <p:nvPr/>
          </p:nvCxnSpPr>
          <p:spPr>
            <a:xfrm>
              <a:off x="3617743" y="3407695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283C895C-519E-4090-9842-250DABE5E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856" y="341744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BE0D4A93-1583-4C02-B9A2-B64CA2C8BCAE}"/>
                </a:ext>
              </a:extLst>
            </p:cNvPr>
            <p:cNvCxnSpPr>
              <a:cxnSpLocks/>
            </p:cNvCxnSpPr>
            <p:nvPr/>
          </p:nvCxnSpPr>
          <p:spPr>
            <a:xfrm>
              <a:off x="3822088" y="3321726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52">
              <a:extLst>
                <a:ext uri="{FF2B5EF4-FFF2-40B4-BE49-F238E27FC236}">
                  <a16:creationId xmlns:a16="http://schemas.microsoft.com/office/drawing/2014/main" id="{61565ACE-2F2D-42AA-81CE-E6280E7DF5CA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14193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60E46081-2009-41B1-B3D8-9FE72C2F727C}"/>
                </a:ext>
              </a:extLst>
            </p:cNvPr>
            <p:cNvCxnSpPr>
              <a:cxnSpLocks/>
            </p:cNvCxnSpPr>
            <p:nvPr/>
          </p:nvCxnSpPr>
          <p:spPr>
            <a:xfrm>
              <a:off x="3628887" y="305532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81F14113-C129-46E8-A660-3939B3A15216}"/>
                </a:ext>
              </a:extLst>
            </p:cNvPr>
            <p:cNvCxnSpPr>
              <a:cxnSpLocks/>
            </p:cNvCxnSpPr>
            <p:nvPr/>
          </p:nvCxnSpPr>
          <p:spPr>
            <a:xfrm>
              <a:off x="3635706" y="2708202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9526C59E-87CE-4B82-A4D3-0B743309D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143" y="2597494"/>
              <a:ext cx="224838" cy="1005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6A50BADE-BD65-4198-91EE-2764DB729C2E}"/>
                </a:ext>
              </a:extLst>
            </p:cNvPr>
            <p:cNvCxnSpPr>
              <a:cxnSpLocks/>
            </p:cNvCxnSpPr>
            <p:nvPr/>
          </p:nvCxnSpPr>
          <p:spPr>
            <a:xfrm>
              <a:off x="3837614" y="2589874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03853287-4627-4223-A6EE-0B8444D48656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90" y="2960542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C61492A2-968F-4E5D-92D8-5B02667AD4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6107" y="304113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BD6B4D41-751C-498A-9920-2ADA04C6A628}"/>
                </a:ext>
              </a:extLst>
            </p:cNvPr>
            <p:cNvCxnSpPr>
              <a:cxnSpLocks/>
            </p:cNvCxnSpPr>
            <p:nvPr/>
          </p:nvCxnSpPr>
          <p:spPr>
            <a:xfrm>
              <a:off x="4079513" y="3225502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52">
              <a:extLst>
                <a:ext uri="{FF2B5EF4-FFF2-40B4-BE49-F238E27FC236}">
                  <a16:creationId xmlns:a16="http://schemas.microsoft.com/office/drawing/2014/main" id="{C061219D-FBD8-4180-AC70-D1D6938FBE50}"/>
                </a:ext>
              </a:extLst>
            </p:cNvPr>
            <p:cNvCxnSpPr>
              <a:cxnSpLocks/>
            </p:cNvCxnSpPr>
            <p:nvPr/>
          </p:nvCxnSpPr>
          <p:spPr>
            <a:xfrm>
              <a:off x="4304807" y="3141142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C799A679-64A1-4C28-8AAE-F85C221FF60D}"/>
                </a:ext>
              </a:extLst>
            </p:cNvPr>
            <p:cNvCxnSpPr>
              <a:cxnSpLocks/>
            </p:cNvCxnSpPr>
            <p:nvPr/>
          </p:nvCxnSpPr>
          <p:spPr>
            <a:xfrm>
              <a:off x="4321543" y="3148264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52">
              <a:extLst>
                <a:ext uri="{FF2B5EF4-FFF2-40B4-BE49-F238E27FC236}">
                  <a16:creationId xmlns:a16="http://schemas.microsoft.com/office/drawing/2014/main" id="{3A29969D-7675-430D-9E45-29F894541251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325517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B41FE399-6787-447A-8ED5-BA26DFF59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3644" y="3350573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5E3863C-47F0-4EC9-997C-C67BD2FD3FDA}"/>
                </a:ext>
              </a:extLst>
            </p:cNvPr>
            <p:cNvCxnSpPr>
              <a:cxnSpLocks/>
            </p:cNvCxnSpPr>
            <p:nvPr/>
          </p:nvCxnSpPr>
          <p:spPr>
            <a:xfrm>
              <a:off x="4784227" y="3351351"/>
              <a:ext cx="962083" cy="3596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98B8D45C-CA0D-4AE9-A102-1F846865B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9423" y="3640846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D2EC5EA-02CB-4077-9FC2-370EF06E7EE9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862445"/>
              <a:ext cx="0" cy="225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468EEA12-96E0-47D5-94EA-85C857631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128" y="2413189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0523A4AA-D672-447A-BFCC-89E19E0441D6}"/>
                </a:ext>
              </a:extLst>
            </p:cNvPr>
            <p:cNvCxnSpPr>
              <a:cxnSpLocks/>
            </p:cNvCxnSpPr>
            <p:nvPr/>
          </p:nvCxnSpPr>
          <p:spPr>
            <a:xfrm>
              <a:off x="3397597" y="258049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452">
              <a:extLst>
                <a:ext uri="{FF2B5EF4-FFF2-40B4-BE49-F238E27FC236}">
                  <a16:creationId xmlns:a16="http://schemas.microsoft.com/office/drawing/2014/main" id="{68EFC87B-401E-493C-8CDF-46A5EB6DC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9185" y="295882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D4A2E223-83CB-460A-9317-5436145F0A15}"/>
                </a:ext>
              </a:extLst>
            </p:cNvPr>
            <p:cNvCxnSpPr>
              <a:cxnSpLocks/>
            </p:cNvCxnSpPr>
            <p:nvPr/>
          </p:nvCxnSpPr>
          <p:spPr>
            <a:xfrm>
              <a:off x="2924640" y="2963545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9E10CDCF-5DBC-400F-89F3-D62AE066645D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276294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3B4467ED-760B-4F26-89B4-1F2A10D30C4D}"/>
                </a:ext>
              </a:extLst>
            </p:cNvPr>
            <p:cNvCxnSpPr>
              <a:cxnSpLocks/>
            </p:cNvCxnSpPr>
            <p:nvPr/>
          </p:nvCxnSpPr>
          <p:spPr>
            <a:xfrm>
              <a:off x="2944896" y="27909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B66BF97-0124-4E25-80C4-26EF632B1579}"/>
                </a:ext>
              </a:extLst>
            </p:cNvPr>
            <p:cNvCxnSpPr>
              <a:cxnSpLocks/>
            </p:cNvCxnSpPr>
            <p:nvPr/>
          </p:nvCxnSpPr>
          <p:spPr>
            <a:xfrm>
              <a:off x="3170824" y="250805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70D6F6D4-2076-4599-AEAB-ECD67874BBA7}"/>
                </a:ext>
              </a:extLst>
            </p:cNvPr>
            <p:cNvCxnSpPr>
              <a:cxnSpLocks/>
            </p:cNvCxnSpPr>
            <p:nvPr/>
          </p:nvCxnSpPr>
          <p:spPr>
            <a:xfrm>
              <a:off x="2213505" y="2149525"/>
              <a:ext cx="967268" cy="370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69E29C5A-A4BF-4274-978C-0F80861AE0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798" y="206209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452">
              <a:extLst>
                <a:ext uri="{FF2B5EF4-FFF2-40B4-BE49-F238E27FC236}">
                  <a16:creationId xmlns:a16="http://schemas.microsoft.com/office/drawing/2014/main" id="{E2AA541F-9BE0-41BC-95D9-B0B4E3A38A9A}"/>
                </a:ext>
              </a:extLst>
            </p:cNvPr>
            <p:cNvCxnSpPr>
              <a:cxnSpLocks/>
            </p:cNvCxnSpPr>
            <p:nvPr/>
          </p:nvCxnSpPr>
          <p:spPr>
            <a:xfrm>
              <a:off x="2443201" y="2058327"/>
              <a:ext cx="954396" cy="3731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2C9E7A76-8209-4FEA-A704-B11AAF6992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8862" y="232751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452">
              <a:extLst>
                <a:ext uri="{FF2B5EF4-FFF2-40B4-BE49-F238E27FC236}">
                  <a16:creationId xmlns:a16="http://schemas.microsoft.com/office/drawing/2014/main" id="{A567B133-28FE-4FAE-903A-6A8236F55B8E}"/>
                </a:ext>
              </a:extLst>
            </p:cNvPr>
            <p:cNvCxnSpPr>
              <a:cxnSpLocks/>
            </p:cNvCxnSpPr>
            <p:nvPr/>
          </p:nvCxnSpPr>
          <p:spPr>
            <a:xfrm>
              <a:off x="2430991" y="1887880"/>
              <a:ext cx="1206245" cy="454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5F75B954-8EFA-4145-9BCE-26FDFF191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400" y="1804753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6E88BE4C-4BE8-47EC-8EBA-E8A5F2E0FD7B}"/>
                </a:ext>
              </a:extLst>
            </p:cNvPr>
            <p:cNvCxnSpPr>
              <a:cxnSpLocks/>
            </p:cNvCxnSpPr>
            <p:nvPr/>
          </p:nvCxnSpPr>
          <p:spPr>
            <a:xfrm>
              <a:off x="2678468" y="1829011"/>
              <a:ext cx="1173208" cy="4274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31FF81B3-8D81-42D3-9304-4134A0E97A37}"/>
                </a:ext>
              </a:extLst>
            </p:cNvPr>
            <p:cNvCxnSpPr>
              <a:cxnSpLocks/>
            </p:cNvCxnSpPr>
            <p:nvPr/>
          </p:nvCxnSpPr>
          <p:spPr>
            <a:xfrm>
              <a:off x="3864462" y="2069756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D84C679D-42EE-42D4-A0FF-36302D4F2BD1}"/>
                </a:ext>
              </a:extLst>
            </p:cNvPr>
            <p:cNvCxnSpPr>
              <a:cxnSpLocks/>
            </p:cNvCxnSpPr>
            <p:nvPr/>
          </p:nvCxnSpPr>
          <p:spPr>
            <a:xfrm>
              <a:off x="2916907" y="1718354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E7B34806-B950-4230-8C49-34F013CE733E}"/>
                </a:ext>
              </a:extLst>
            </p:cNvPr>
            <p:cNvCxnSpPr>
              <a:cxnSpLocks/>
            </p:cNvCxnSpPr>
            <p:nvPr/>
          </p:nvCxnSpPr>
          <p:spPr>
            <a:xfrm>
              <a:off x="2930893" y="153540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DC7EA395-3C1B-42A2-946D-FF1865CCADEC}"/>
                </a:ext>
              </a:extLst>
            </p:cNvPr>
            <p:cNvCxnSpPr>
              <a:cxnSpLocks/>
            </p:cNvCxnSpPr>
            <p:nvPr/>
          </p:nvCxnSpPr>
          <p:spPr>
            <a:xfrm>
              <a:off x="2922563" y="1542795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3517F15B-50C8-43DD-B36A-B272922983A3}"/>
                </a:ext>
              </a:extLst>
            </p:cNvPr>
            <p:cNvCxnSpPr>
              <a:cxnSpLocks/>
            </p:cNvCxnSpPr>
            <p:nvPr/>
          </p:nvCxnSpPr>
          <p:spPr>
            <a:xfrm>
              <a:off x="3871762" y="17261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5E2F31D2-1F82-48AF-969E-9CEB72A6949C}"/>
                </a:ext>
              </a:extLst>
            </p:cNvPr>
            <p:cNvCxnSpPr>
              <a:cxnSpLocks/>
            </p:cNvCxnSpPr>
            <p:nvPr/>
          </p:nvCxnSpPr>
          <p:spPr>
            <a:xfrm>
              <a:off x="3155852" y="1435971"/>
              <a:ext cx="736895" cy="30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018F013-16C7-470E-891C-C45162934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6131" y="134752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D188C90A-3FFF-4F5F-8644-F18F731DD426}"/>
                </a:ext>
              </a:extLst>
            </p:cNvPr>
            <p:cNvCxnSpPr>
              <a:cxnSpLocks/>
            </p:cNvCxnSpPr>
            <p:nvPr/>
          </p:nvCxnSpPr>
          <p:spPr>
            <a:xfrm>
              <a:off x="3388919" y="978695"/>
              <a:ext cx="0" cy="39045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3A31150-FB4B-4563-8283-C80299EB5517}"/>
                </a:ext>
              </a:extLst>
            </p:cNvPr>
            <p:cNvCxnSpPr>
              <a:cxnSpLocks/>
            </p:cNvCxnSpPr>
            <p:nvPr/>
          </p:nvCxnSpPr>
          <p:spPr>
            <a:xfrm>
              <a:off x="3389230" y="100745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6F98D620-0598-4A51-A55D-2A2D1CDA1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523" y="99728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452">
              <a:extLst>
                <a:ext uri="{FF2B5EF4-FFF2-40B4-BE49-F238E27FC236}">
                  <a16:creationId xmlns:a16="http://schemas.microsoft.com/office/drawing/2014/main" id="{690EAC6A-E3C1-4FF8-9F09-AD8ED387DD55}"/>
                </a:ext>
              </a:extLst>
            </p:cNvPr>
            <p:cNvCxnSpPr>
              <a:cxnSpLocks/>
            </p:cNvCxnSpPr>
            <p:nvPr/>
          </p:nvCxnSpPr>
          <p:spPr>
            <a:xfrm>
              <a:off x="3851676" y="97803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FBD453A8-82BB-402C-B313-CF6357D16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5497" y="1166022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24324BBF-D66A-409F-8240-22261F650BD2}"/>
                </a:ext>
              </a:extLst>
            </p:cNvPr>
            <p:cNvCxnSpPr>
              <a:cxnSpLocks/>
            </p:cNvCxnSpPr>
            <p:nvPr/>
          </p:nvCxnSpPr>
          <p:spPr>
            <a:xfrm>
              <a:off x="3618591" y="12455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294ECCC2-3CE9-4CA5-B59D-314579B59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1650" y="133990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494059B6-A800-440D-8638-8E1DA63FC7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5" y="13334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452">
              <a:extLst>
                <a:ext uri="{FF2B5EF4-FFF2-40B4-BE49-F238E27FC236}">
                  <a16:creationId xmlns:a16="http://schemas.microsoft.com/office/drawing/2014/main" id="{70B9F76B-6114-48A9-A3F4-03BEABB99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632" y="1259592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E6EA6140-7DAD-44F3-B83D-570A422DE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7924" y="261936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A362B370-010F-480E-B21B-ECB75BFB9BC2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1257594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84AA407A-1A63-45BF-A2D7-0786921A6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6435" y="1345907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92DD9BB1-CFF0-4369-8945-A4DF81C28D7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600259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A59C8460-57C0-460C-981F-8BBB0E48F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2702" y="1534111"/>
              <a:ext cx="724372" cy="282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D7E167FF-28E7-4669-9E23-8A3904F27407}"/>
                </a:ext>
              </a:extLst>
            </p:cNvPr>
            <p:cNvCxnSpPr>
              <a:cxnSpLocks/>
            </p:cNvCxnSpPr>
            <p:nvPr/>
          </p:nvCxnSpPr>
          <p:spPr>
            <a:xfrm>
              <a:off x="4785275" y="15300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1061AD5A-D216-4677-8A01-D41C8CE8C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744" y="1597353"/>
              <a:ext cx="932645" cy="3883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EF21DF48-E624-4A19-838B-A9AF86F95A8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97181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E3583AB3-5981-4F10-8A58-0A0654315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2046" y="1778982"/>
              <a:ext cx="973223" cy="3945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650F49B1-A936-46C2-A2A2-F2CB0592E3BE}"/>
                </a:ext>
              </a:extLst>
            </p:cNvPr>
            <p:cNvCxnSpPr>
              <a:cxnSpLocks/>
            </p:cNvCxnSpPr>
            <p:nvPr/>
          </p:nvCxnSpPr>
          <p:spPr>
            <a:xfrm>
              <a:off x="4984660" y="1778936"/>
              <a:ext cx="286750" cy="1018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452">
              <a:extLst>
                <a:ext uri="{FF2B5EF4-FFF2-40B4-BE49-F238E27FC236}">
                  <a16:creationId xmlns:a16="http://schemas.microsoft.com/office/drawing/2014/main" id="{F83C9716-1B99-4226-94E5-CF0C8DB2E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836" y="1869573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Straight Connector 452">
              <a:extLst>
                <a:ext uri="{FF2B5EF4-FFF2-40B4-BE49-F238E27FC236}">
                  <a16:creationId xmlns:a16="http://schemas.microsoft.com/office/drawing/2014/main" id="{A8C662CA-85E5-44B4-9D7B-43C7BCDA3369}"/>
                </a:ext>
              </a:extLst>
            </p:cNvPr>
            <p:cNvCxnSpPr>
              <a:cxnSpLocks/>
            </p:cNvCxnSpPr>
            <p:nvPr/>
          </p:nvCxnSpPr>
          <p:spPr>
            <a:xfrm>
              <a:off x="4105380" y="235688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B971602A-25F5-4CE1-B124-AE0E318DC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744" y="1961484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7D26D927-80FF-4939-8D96-457BB1A773E1}"/>
                </a:ext>
              </a:extLst>
            </p:cNvPr>
            <p:cNvCxnSpPr>
              <a:cxnSpLocks/>
            </p:cNvCxnSpPr>
            <p:nvPr/>
          </p:nvCxnSpPr>
          <p:spPr>
            <a:xfrm>
              <a:off x="5518164" y="196148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D14254D9-8077-4D02-9D32-A8115B9E5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867" y="2146515"/>
              <a:ext cx="272033" cy="1182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B6927D16-1A8A-4583-AD88-9E03D8D9807C}"/>
                </a:ext>
              </a:extLst>
            </p:cNvPr>
            <p:cNvCxnSpPr>
              <a:cxnSpLocks/>
            </p:cNvCxnSpPr>
            <p:nvPr/>
          </p:nvCxnSpPr>
          <p:spPr>
            <a:xfrm>
              <a:off x="5265268" y="2258939"/>
              <a:ext cx="0" cy="3453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0A9A8037-370E-4425-84DB-9F55D8ECEDA2}"/>
                </a:ext>
              </a:extLst>
            </p:cNvPr>
            <p:cNvCxnSpPr>
              <a:cxnSpLocks/>
            </p:cNvCxnSpPr>
            <p:nvPr/>
          </p:nvCxnSpPr>
          <p:spPr>
            <a:xfrm>
              <a:off x="5022659" y="252793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5ED4436F-430C-49FF-A7E6-CF8623D4FBFB}"/>
                </a:ext>
              </a:extLst>
            </p:cNvPr>
            <p:cNvCxnSpPr>
              <a:cxnSpLocks/>
            </p:cNvCxnSpPr>
            <p:nvPr/>
          </p:nvCxnSpPr>
          <p:spPr>
            <a:xfrm>
              <a:off x="5029376" y="233551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CEC74DB-293A-435A-B0EB-4FBFAECF6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4299" y="2333665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65C22D82-BCC8-4A9C-B782-116F7E7B4D9B}"/>
                </a:ext>
              </a:extLst>
            </p:cNvPr>
            <p:cNvCxnSpPr>
              <a:cxnSpLocks/>
            </p:cNvCxnSpPr>
            <p:nvPr/>
          </p:nvCxnSpPr>
          <p:spPr>
            <a:xfrm>
              <a:off x="1497874" y="6762267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00B70F6A-8EB8-4915-9D98-3387E3D20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611" y="6971766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6CCC2D73-1F32-4AFE-B645-6FA3D42CC8DE}"/>
                </a:ext>
              </a:extLst>
            </p:cNvPr>
            <p:cNvCxnSpPr>
              <a:cxnSpLocks/>
            </p:cNvCxnSpPr>
            <p:nvPr/>
          </p:nvCxnSpPr>
          <p:spPr>
            <a:xfrm>
              <a:off x="1304152" y="702942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3D690047-58D1-4E72-A424-D4A6D12261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596" y="3601792"/>
              <a:ext cx="7987" cy="4016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6A0A18B5-6D5C-4B10-9B0D-9B3CAA40168A}"/>
                </a:ext>
              </a:extLst>
            </p:cNvPr>
            <p:cNvCxnSpPr>
              <a:cxnSpLocks/>
            </p:cNvCxnSpPr>
            <p:nvPr/>
          </p:nvCxnSpPr>
          <p:spPr>
            <a:xfrm>
              <a:off x="3396481" y="3478403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776154" y="2237730"/>
            <a:ext cx="11236719" cy="7762204"/>
            <a:chOff x="785679" y="2237730"/>
            <a:chExt cx="11236719" cy="7762204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70" y="9186863"/>
              <a:ext cx="257705" cy="80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7363" y="9186863"/>
              <a:ext cx="1366306" cy="552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09EE7087-ABA4-48C0-874C-1CD8F8D12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950" y="9639300"/>
              <a:ext cx="252414" cy="1000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C55C11AF-3171-49C9-8BE1-15900A770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9411494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930752"/>
              <a:ext cx="211308" cy="77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9FAA4E88-B061-402D-B25B-774AC8865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588" y="9439275"/>
              <a:ext cx="672570" cy="2664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F87BFF92-2FD1-469F-A450-89AE65FB8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699" y="970568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913E1B9D-841F-4E78-861F-54CE2679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31" y="9705680"/>
              <a:ext cx="49764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D3ECAD35-B1FF-481A-B8F6-F3F0A40D7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4873" y="9719571"/>
              <a:ext cx="462489" cy="2139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B80D2EAB-0841-45EA-B065-8EF0EFBC6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289" y="9367838"/>
              <a:ext cx="1407250" cy="5656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21FCF56B-79C5-4E7D-A961-426C763FD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274" y="9184482"/>
              <a:ext cx="0" cy="7251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7F1433AE-C88B-4E51-9BC4-C940DF66E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8779" y="8177917"/>
              <a:ext cx="7802" cy="5621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67C1315-C83D-4C6A-863C-54699C5134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679" y="8275883"/>
              <a:ext cx="291005" cy="106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CB2108FF-A9CB-4912-AA69-1888B07BD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661" y="8079102"/>
              <a:ext cx="501211" cy="2138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96613F6A-E468-444C-A92B-BF0467747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4887" y="7357377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19954FC9-18F4-47C3-8F0D-095FC1672DAF}"/>
                </a:ext>
              </a:extLst>
            </p:cNvPr>
            <p:cNvCxnSpPr>
              <a:cxnSpLocks/>
            </p:cNvCxnSpPr>
            <p:nvPr/>
          </p:nvCxnSpPr>
          <p:spPr>
            <a:xfrm>
              <a:off x="5241653" y="6703269"/>
              <a:ext cx="9324" cy="568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B8529CF7-E1F8-4C86-BA56-2C042A049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464529" cy="2100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24C5D29-1391-49F1-9826-6EE0822A43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319" y="6528411"/>
              <a:ext cx="931" cy="5846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158541C5-EDC8-40D7-AE10-A8C4C72EB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5333" y="7127078"/>
              <a:ext cx="930420" cy="3284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2EA95CEC-2D8B-4E6F-A6D3-A6EA9EB5785B}"/>
                </a:ext>
              </a:extLst>
            </p:cNvPr>
            <p:cNvCxnSpPr>
              <a:cxnSpLocks/>
            </p:cNvCxnSpPr>
            <p:nvPr/>
          </p:nvCxnSpPr>
          <p:spPr>
            <a:xfrm>
              <a:off x="2440916" y="6732914"/>
              <a:ext cx="738430" cy="301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BEBC1361-8C29-4F61-8851-7E4DEF7EE7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5173" y="9377564"/>
              <a:ext cx="1644742" cy="6223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09C9A292-80EC-46A7-8521-580FC7A51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871" y="9281717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2F2E8DE8-DF3A-44A3-8C30-3936FD0092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6028" y="9285393"/>
              <a:ext cx="1685707" cy="6145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09A3028E-A015-4512-9B02-4F44D7433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9088292"/>
              <a:ext cx="233342" cy="110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08222313-6839-4211-B64B-643F75AC9D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433" y="8887618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84FB25AC-361E-409B-B100-842A9F16C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4" y="8752410"/>
              <a:ext cx="464317" cy="1725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22FD30E4-EB9B-43D5-BED3-F8B9EBB5F5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6220" y="8624841"/>
              <a:ext cx="238979" cy="1222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10BF20EB-526E-4704-B710-5AA153F4B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5" y="8624841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D2E7135E-1E7C-4209-9991-602F8FB7B7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24356" y="8116688"/>
              <a:ext cx="241336" cy="77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0AF1FFC8-81A5-4569-8B92-9EA031A526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4680" y="8116688"/>
              <a:ext cx="1" cy="6947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765DF429-420D-4121-B1E0-5C460A747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7175" y="8739574"/>
              <a:ext cx="337007" cy="5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B79369CA-EE5C-4CFF-B00F-C7EA40ACF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138" y="7822554"/>
              <a:ext cx="5085" cy="921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32E3242F-88D4-416F-9CB7-6E369CE1E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844" y="8913597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DF6504BA-D277-4578-B135-707ACE4FE6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242" y="8446691"/>
              <a:ext cx="8120" cy="5794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452">
              <a:extLst>
                <a:ext uri="{FF2B5EF4-FFF2-40B4-BE49-F238E27FC236}">
                  <a16:creationId xmlns:a16="http://schemas.microsoft.com/office/drawing/2014/main" id="{E391604D-EED5-4E0C-897C-61CDDE9A21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252" y="8438791"/>
              <a:ext cx="229910" cy="1196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C41D9C04-398A-4CAC-9DE5-FD7525AA8E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5127" y="8311465"/>
              <a:ext cx="1304" cy="857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D09AEF4F-231A-4B8F-A927-69409EE19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6936" y="8194591"/>
              <a:ext cx="456035" cy="1879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2211F54-DC52-4CFE-ACFE-EF0C0E407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8483" y="6926574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939F61EC-0D98-464B-A646-745F103C4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520" y="6920943"/>
              <a:ext cx="1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0442B5C-3EE9-495E-BD25-1801DC749DB3}"/>
                </a:ext>
              </a:extLst>
            </p:cNvPr>
            <p:cNvCxnSpPr>
              <a:cxnSpLocks/>
            </p:cNvCxnSpPr>
            <p:nvPr/>
          </p:nvCxnSpPr>
          <p:spPr>
            <a:xfrm>
              <a:off x="2459137" y="7090882"/>
              <a:ext cx="705141" cy="2936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2B9EB893-F64B-4E0F-96D9-7B9A69691E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5859" y="7229076"/>
              <a:ext cx="2024" cy="365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F357BC24-A1CA-43D8-9500-C7AF881F2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8045" y="7256950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B5216216-BFE8-4320-99F2-0F0CD4740E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414" y="7263696"/>
              <a:ext cx="710201" cy="2866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A4168E8-36C6-46E4-B32B-664B022E8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1880" y="7299446"/>
              <a:ext cx="0" cy="170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56BA42D7-931A-43B7-8EC9-28F65E5170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4978" y="7271659"/>
              <a:ext cx="246980" cy="101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F665336D-4DDA-4416-A83D-F27A00639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8140" y="6907915"/>
              <a:ext cx="4293" cy="36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BFD5EE8-A3D2-4966-A8BF-E7DEFDB32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3626" y="692657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79C534D1-F960-4EF2-943D-6E5ECDB79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9058" y="664598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4D56A5DF-101B-495F-A0DB-E0C25B81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459136" y="6559823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B86C108-96EF-4C7A-8091-0A2E1D164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8717" y="6455756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52">
              <a:extLst>
                <a:ext uri="{FF2B5EF4-FFF2-40B4-BE49-F238E27FC236}">
                  <a16:creationId xmlns:a16="http://schemas.microsoft.com/office/drawing/2014/main" id="{BB07B305-8CDF-4468-85AD-1BE1B6B9E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131" y="6289979"/>
              <a:ext cx="0" cy="183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98D3F42E-5D3C-4ED5-B404-F78FD10AF8BE}"/>
                </a:ext>
              </a:extLst>
            </p:cNvPr>
            <p:cNvCxnSpPr>
              <a:cxnSpLocks/>
            </p:cNvCxnSpPr>
            <p:nvPr/>
          </p:nvCxnSpPr>
          <p:spPr>
            <a:xfrm>
              <a:off x="1956140" y="5308869"/>
              <a:ext cx="712113" cy="2853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452">
              <a:extLst>
                <a:ext uri="{FF2B5EF4-FFF2-40B4-BE49-F238E27FC236}">
                  <a16:creationId xmlns:a16="http://schemas.microsoft.com/office/drawing/2014/main" id="{C789544B-8B39-41AB-81C7-73C3CFA9E8D3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B956B80A-6B40-4135-8FF2-72866AF0E3AA}"/>
                </a:ext>
              </a:extLst>
            </p:cNvPr>
            <p:cNvCxnSpPr>
              <a:cxnSpLocks/>
            </p:cNvCxnSpPr>
            <p:nvPr/>
          </p:nvCxnSpPr>
          <p:spPr>
            <a:xfrm>
              <a:off x="1718483" y="5048459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60B6E432-FB27-4038-B6EF-2DE6EC0E8BE8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741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F17D81F0-97BA-4EE5-AFA1-B21BC687F037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61205"/>
              <a:ext cx="478324" cy="1929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9E87F229-C817-4F0C-AD34-693C0EF59097}"/>
                </a:ext>
              </a:extLst>
            </p:cNvPr>
            <p:cNvCxnSpPr>
              <a:cxnSpLocks/>
            </p:cNvCxnSpPr>
            <p:nvPr/>
          </p:nvCxnSpPr>
          <p:spPr>
            <a:xfrm>
              <a:off x="2211339" y="504594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5D952EDE-B1D1-4CC1-BB23-E00255DB1789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5227506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6559FE2F-A18A-41D4-A968-55E66754B3B0}"/>
                </a:ext>
              </a:extLst>
            </p:cNvPr>
            <p:cNvCxnSpPr>
              <a:cxnSpLocks/>
            </p:cNvCxnSpPr>
            <p:nvPr/>
          </p:nvCxnSpPr>
          <p:spPr>
            <a:xfrm>
              <a:off x="2453520" y="514972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189423BB-4853-4874-89FE-484EE432F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6772" y="5042170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92CF8293-E1F6-4ACF-A318-77A5C2768459}"/>
                </a:ext>
              </a:extLst>
            </p:cNvPr>
            <p:cNvCxnSpPr>
              <a:cxnSpLocks/>
            </p:cNvCxnSpPr>
            <p:nvPr/>
          </p:nvCxnSpPr>
          <p:spPr>
            <a:xfrm>
              <a:off x="1981553" y="4772997"/>
              <a:ext cx="712772" cy="2807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EF1AE695-0773-4901-B659-19E28F9E595B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459589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F0991097-2592-4F1F-B2D9-9C9DA8600899}"/>
                </a:ext>
              </a:extLst>
            </p:cNvPr>
            <p:cNvCxnSpPr>
              <a:cxnSpLocks/>
            </p:cNvCxnSpPr>
            <p:nvPr/>
          </p:nvCxnSpPr>
          <p:spPr>
            <a:xfrm>
              <a:off x="1971772" y="4611392"/>
              <a:ext cx="1428785" cy="545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16F6DBE9-10B7-4780-A573-EBBB01A6C2E8}"/>
                </a:ext>
              </a:extLst>
            </p:cNvPr>
            <p:cNvCxnSpPr>
              <a:cxnSpLocks/>
            </p:cNvCxnSpPr>
            <p:nvPr/>
          </p:nvCxnSpPr>
          <p:spPr>
            <a:xfrm>
              <a:off x="3400557" y="49837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3F4DD197-0D2D-4742-A335-91458D2E4FA0}"/>
                </a:ext>
              </a:extLst>
            </p:cNvPr>
            <p:cNvCxnSpPr>
              <a:cxnSpLocks/>
            </p:cNvCxnSpPr>
            <p:nvPr/>
          </p:nvCxnSpPr>
          <p:spPr>
            <a:xfrm>
              <a:off x="2923970" y="4782693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6427E9AE-7D17-46BF-993C-5C37F29B239D}"/>
                </a:ext>
              </a:extLst>
            </p:cNvPr>
            <p:cNvCxnSpPr>
              <a:cxnSpLocks/>
            </p:cNvCxnSpPr>
            <p:nvPr/>
          </p:nvCxnSpPr>
          <p:spPr>
            <a:xfrm>
              <a:off x="2943106" y="46305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1B906FAC-176F-433E-A21B-87C0D4ED5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325" y="460422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E1944782-E184-4B26-8A69-038FA546DEAE}"/>
                </a:ext>
              </a:extLst>
            </p:cNvPr>
            <p:cNvCxnSpPr>
              <a:cxnSpLocks/>
            </p:cNvCxnSpPr>
            <p:nvPr/>
          </p:nvCxnSpPr>
          <p:spPr>
            <a:xfrm>
              <a:off x="2209435" y="4502057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E16B9667-DA56-428F-845C-D15B93A05811}"/>
                </a:ext>
              </a:extLst>
            </p:cNvPr>
            <p:cNvCxnSpPr>
              <a:cxnSpLocks/>
            </p:cNvCxnSpPr>
            <p:nvPr/>
          </p:nvCxnSpPr>
          <p:spPr>
            <a:xfrm>
              <a:off x="2216369" y="4135065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BB4E9B4E-6A93-46CA-8A11-D92127A6B57E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4125200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4AB2D34C-B34B-4958-BCD1-B18501D3D783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76" y="3864054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6299AD9A-A6B8-4FDE-8465-36D92B0FC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5460" y="3788208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8D96A983-501A-4E15-AA3F-712DA0AB2E74}"/>
                </a:ext>
              </a:extLst>
            </p:cNvPr>
            <p:cNvCxnSpPr>
              <a:cxnSpLocks/>
            </p:cNvCxnSpPr>
            <p:nvPr/>
          </p:nvCxnSpPr>
          <p:spPr>
            <a:xfrm>
              <a:off x="2686164" y="3604216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92B4F014-37DB-4166-AB17-531958E9BE43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34" y="3504635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933D8B6D-B711-416A-BE3F-21913F94C1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0834" y="3516776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EF6250F-5A6E-4F74-80DD-55A5A8EE2109}"/>
                </a:ext>
              </a:extLst>
            </p:cNvPr>
            <p:cNvCxnSpPr>
              <a:cxnSpLocks/>
            </p:cNvCxnSpPr>
            <p:nvPr/>
          </p:nvCxnSpPr>
          <p:spPr>
            <a:xfrm>
              <a:off x="2221245" y="343629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3A28E0F6-9170-47BF-B4F9-2E221A7E83A7}"/>
                </a:ext>
              </a:extLst>
            </p:cNvPr>
            <p:cNvCxnSpPr>
              <a:cxnSpLocks/>
            </p:cNvCxnSpPr>
            <p:nvPr/>
          </p:nvCxnSpPr>
          <p:spPr>
            <a:xfrm>
              <a:off x="2000941" y="3333344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1E9F917-8051-41AD-B2BF-A34752646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2489" y="332592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95E8A1C1-1F62-4B74-9AC4-9F68935D494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409" y="3510413"/>
              <a:ext cx="0" cy="330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B3865D5A-8E2B-4546-BF8B-16A058368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3753" y="3768692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D0FEFC1F-F7C1-4211-BAE1-53C2ECD0BFF2}"/>
                </a:ext>
              </a:extLst>
            </p:cNvPr>
            <p:cNvCxnSpPr>
              <a:cxnSpLocks/>
            </p:cNvCxnSpPr>
            <p:nvPr/>
          </p:nvCxnSpPr>
          <p:spPr>
            <a:xfrm>
              <a:off x="1747036" y="3801917"/>
              <a:ext cx="7719" cy="347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6530EFBA-AFC9-4A20-BCA7-7A58670468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9612" y="403955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504DC01A-2612-4048-B7FE-5F516EE9A0C6}"/>
                </a:ext>
              </a:extLst>
            </p:cNvPr>
            <p:cNvCxnSpPr>
              <a:cxnSpLocks/>
            </p:cNvCxnSpPr>
            <p:nvPr/>
          </p:nvCxnSpPr>
          <p:spPr>
            <a:xfrm>
              <a:off x="1526117" y="4055178"/>
              <a:ext cx="0" cy="5562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11A52034-7A48-4C7F-99F3-1DC443264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794" y="460715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DA9E6A3E-591B-4A55-BE0A-9A37714EF5DA}"/>
                </a:ext>
              </a:extLst>
            </p:cNvPr>
            <p:cNvCxnSpPr>
              <a:cxnSpLocks/>
            </p:cNvCxnSpPr>
            <p:nvPr/>
          </p:nvCxnSpPr>
          <p:spPr>
            <a:xfrm>
              <a:off x="1272951" y="469114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6BB77226-BB1A-4A5B-9C01-BC18925333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053" y="4780899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C3F3FA25-013E-4141-8F15-34D854BCD5A5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66" y="460237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72B9EA19-71D7-46F0-8F05-80838B036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204" y="451698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604E7AD9-947A-44B8-9C4B-69E66D067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098" y="4332187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FB2C0E3B-BA0D-4B8D-83B5-0ABAF1BF22B1}"/>
                </a:ext>
              </a:extLst>
            </p:cNvPr>
            <p:cNvCxnSpPr>
              <a:cxnSpLocks/>
            </p:cNvCxnSpPr>
            <p:nvPr/>
          </p:nvCxnSpPr>
          <p:spPr>
            <a:xfrm>
              <a:off x="793098" y="415037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182B9E3-5A83-4D06-BE4B-FA8F9DB5A1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326" y="4160616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98948286-6EDE-48BC-BEF3-766D74E5883E}"/>
                </a:ext>
              </a:extLst>
            </p:cNvPr>
            <p:cNvCxnSpPr>
              <a:cxnSpLocks/>
            </p:cNvCxnSpPr>
            <p:nvPr/>
          </p:nvCxnSpPr>
          <p:spPr>
            <a:xfrm>
              <a:off x="1282428" y="415989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84F37A4B-872E-404E-9981-FDFBD71FF7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396" y="396220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A49C6254-FEFC-4A49-8F27-57B62BCA17A3}"/>
                </a:ext>
              </a:extLst>
            </p:cNvPr>
            <p:cNvCxnSpPr>
              <a:cxnSpLocks/>
            </p:cNvCxnSpPr>
            <p:nvPr/>
          </p:nvCxnSpPr>
          <p:spPr>
            <a:xfrm>
              <a:off x="806378" y="38079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B0BF047-3B70-4BE5-901A-0A3BAA97DE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468" y="379007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12081E40-9052-41C7-B13C-81EE1A3EEAC3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7955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DB54D9A5-283E-42E6-96EF-C8D9E49399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096" y="369989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1D5A6479-0AEF-482A-8E33-210C5FDE2B60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3" y="351677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B296B85A-3DAF-4E3E-98D4-50BCEA4C7C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152" y="3509185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9FB75D45-D83E-4E87-94B5-BB16A0084902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44354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BCDAC1-D3C4-42E1-ACD7-3CE8B0278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6090" y="334748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F73B6332-B0FB-4EA7-A9AB-AA9FF1323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48" y="324105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E861072A-90DF-4397-885D-87D0CA57ED1E}"/>
                </a:ext>
              </a:extLst>
            </p:cNvPr>
            <p:cNvCxnSpPr>
              <a:cxnSpLocks/>
            </p:cNvCxnSpPr>
            <p:nvPr/>
          </p:nvCxnSpPr>
          <p:spPr>
            <a:xfrm>
              <a:off x="1285577" y="305440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D6DD4833-5694-491D-BA12-83EE0A276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129" y="297412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F97053DB-0FD7-4022-9A4E-5CEC26B5D6CB}"/>
                </a:ext>
              </a:extLst>
            </p:cNvPr>
            <p:cNvCxnSpPr>
              <a:cxnSpLocks/>
            </p:cNvCxnSpPr>
            <p:nvPr/>
          </p:nvCxnSpPr>
          <p:spPr>
            <a:xfrm>
              <a:off x="1511761" y="277485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F2A041AD-8AB3-45E7-B31C-70F6696E2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1613" y="2616982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B9204FFB-0992-40CC-90F0-204CFF412BEE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25" y="2256791"/>
              <a:ext cx="0" cy="3627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424AC49B-A26B-4BE7-B432-4A940D4187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3271" y="2237730"/>
              <a:ext cx="492804" cy="191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38A64354-4815-41B9-93CA-FA8917737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083" y="2411366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F33C46A9-51FE-4C0D-939B-FD011135EF73}"/>
                </a:ext>
              </a:extLst>
            </p:cNvPr>
            <p:cNvCxnSpPr>
              <a:cxnSpLocks/>
            </p:cNvCxnSpPr>
            <p:nvPr/>
          </p:nvCxnSpPr>
          <p:spPr>
            <a:xfrm>
              <a:off x="2223180" y="250303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85783C3F-59C9-4188-92B1-90A5AD39F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41" y="2703235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B4822024-079B-437F-A05A-A8CFE959B314}"/>
                </a:ext>
              </a:extLst>
            </p:cNvPr>
            <p:cNvCxnSpPr>
              <a:cxnSpLocks/>
            </p:cNvCxnSpPr>
            <p:nvPr/>
          </p:nvCxnSpPr>
          <p:spPr>
            <a:xfrm>
              <a:off x="1732375" y="2868312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1B33733-F586-4BC6-A8D0-B5095CDBC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0465" y="3054470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59C70696-5706-4005-B149-B82531C6A4CA}"/>
                </a:ext>
              </a:extLst>
            </p:cNvPr>
            <p:cNvCxnSpPr>
              <a:cxnSpLocks/>
            </p:cNvCxnSpPr>
            <p:nvPr/>
          </p:nvCxnSpPr>
          <p:spPr>
            <a:xfrm>
              <a:off x="1523199" y="315825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2446C0FF-0369-4C4A-B7B3-2C345295F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680" y="3158112"/>
              <a:ext cx="471884" cy="1835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1E5B696-4697-4C4A-9017-6DDFB19C2DFF}"/>
                </a:ext>
              </a:extLst>
            </p:cNvPr>
            <p:cNvCxnSpPr>
              <a:cxnSpLocks/>
            </p:cNvCxnSpPr>
            <p:nvPr/>
          </p:nvCxnSpPr>
          <p:spPr>
            <a:xfrm>
              <a:off x="1983902" y="299183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2384B8C4-1FB8-4D1E-A942-617DCA267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552" y="2712524"/>
              <a:ext cx="695507" cy="2643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B9CD7AD3-270B-4241-B71D-AEA4E7C8E8EB}"/>
                </a:ext>
              </a:extLst>
            </p:cNvPr>
            <p:cNvCxnSpPr>
              <a:cxnSpLocks/>
            </p:cNvCxnSpPr>
            <p:nvPr/>
          </p:nvCxnSpPr>
          <p:spPr>
            <a:xfrm>
              <a:off x="2677059" y="2699903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7411CA7-0FB2-44A3-9C83-A0AADBE6F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801" y="2854226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EF019A9B-198A-4A58-B6CA-B695BBAA7485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34" y="305741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583242DB-FF77-4B7B-A9C2-48D1E702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3576" y="3057850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12C00B1D-A839-4B3C-8BE0-BF153A887F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7719" y="305564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624EEB04-A953-412D-9272-43DCA7EC9E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2072" y="314367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1F0A1450-B793-4BD5-A2FB-1D7524CA7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7784" y="3343368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E7C2ED33-5DFE-4316-B310-8696D5E32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923" y="333543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5471396B-EE47-46BC-A361-0732D5FC1AA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880" y="3332731"/>
              <a:ext cx="10855" cy="542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B546CE1C-6585-4102-AA69-A1933F7C5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795" y="387577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49BC8C9A-81BB-4149-B73F-AF6544DDEBCF}"/>
                </a:ext>
              </a:extLst>
            </p:cNvPr>
            <p:cNvCxnSpPr>
              <a:cxnSpLocks/>
            </p:cNvCxnSpPr>
            <p:nvPr/>
          </p:nvCxnSpPr>
          <p:spPr>
            <a:xfrm>
              <a:off x="2683863" y="396501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04D6EA17-B99F-43A7-AC7B-5DD8E239B6B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060" y="4161630"/>
              <a:ext cx="716080" cy="2807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15450A9D-E8B1-4371-9939-CD401F26115F}"/>
                </a:ext>
              </a:extLst>
            </p:cNvPr>
            <p:cNvCxnSpPr>
              <a:cxnSpLocks/>
            </p:cNvCxnSpPr>
            <p:nvPr/>
          </p:nvCxnSpPr>
          <p:spPr>
            <a:xfrm>
              <a:off x="3392490" y="424793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C7EFC64-53BB-4C7B-8F95-762F48BD1E3F}"/>
                </a:ext>
              </a:extLst>
            </p:cNvPr>
            <p:cNvCxnSpPr>
              <a:cxnSpLocks/>
            </p:cNvCxnSpPr>
            <p:nvPr/>
          </p:nvCxnSpPr>
          <p:spPr>
            <a:xfrm>
              <a:off x="2906621" y="4050466"/>
              <a:ext cx="500078" cy="218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17D64D56-2D4E-4CE3-98C9-3D2CD7DBF3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9925" y="3973534"/>
              <a:ext cx="250638" cy="996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377090D5-30AA-414F-866A-5B539A60F6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9379" y="3982105"/>
              <a:ext cx="468497" cy="1758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C503641-C7EB-4B38-B468-80F8DE21B582}"/>
                </a:ext>
              </a:extLst>
            </p:cNvPr>
            <p:cNvCxnSpPr>
              <a:cxnSpLocks/>
            </p:cNvCxnSpPr>
            <p:nvPr/>
          </p:nvCxnSpPr>
          <p:spPr>
            <a:xfrm>
              <a:off x="3607594" y="4150372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FF90084-5BCF-4539-82E8-07894EF7C7BD}"/>
                </a:ext>
              </a:extLst>
            </p:cNvPr>
            <p:cNvCxnSpPr>
              <a:cxnSpLocks/>
            </p:cNvCxnSpPr>
            <p:nvPr/>
          </p:nvCxnSpPr>
          <p:spPr>
            <a:xfrm>
              <a:off x="3629881" y="5227506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C3B6F1EF-76A2-482A-817C-3FA00A881D24}"/>
                </a:ext>
              </a:extLst>
            </p:cNvPr>
            <p:cNvCxnSpPr>
              <a:cxnSpLocks/>
            </p:cNvCxnSpPr>
            <p:nvPr/>
          </p:nvCxnSpPr>
          <p:spPr>
            <a:xfrm>
              <a:off x="3852362" y="4272959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C0A4A54-270B-4483-BC5A-6F06B4DE9E0A}"/>
                </a:ext>
              </a:extLst>
            </p:cNvPr>
            <p:cNvCxnSpPr>
              <a:cxnSpLocks/>
            </p:cNvCxnSpPr>
            <p:nvPr/>
          </p:nvCxnSpPr>
          <p:spPr>
            <a:xfrm>
              <a:off x="3836827" y="4230303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F57C41-B3B9-449A-9D56-976E20BCCF71}"/>
                </a:ext>
              </a:extLst>
            </p:cNvPr>
            <p:cNvCxnSpPr>
              <a:cxnSpLocks/>
            </p:cNvCxnSpPr>
            <p:nvPr/>
          </p:nvCxnSpPr>
          <p:spPr>
            <a:xfrm>
              <a:off x="4090463" y="4317120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810B2629-DD71-472E-AB35-ADAA12E5CB59}"/>
                </a:ext>
              </a:extLst>
            </p:cNvPr>
            <p:cNvCxnSpPr>
              <a:cxnSpLocks/>
            </p:cNvCxnSpPr>
            <p:nvPr/>
          </p:nvCxnSpPr>
          <p:spPr>
            <a:xfrm>
              <a:off x="4096908" y="539613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F79F55F0-F8EF-42E3-B137-4CAC9D68FE66}"/>
                </a:ext>
              </a:extLst>
            </p:cNvPr>
            <p:cNvCxnSpPr>
              <a:cxnSpLocks/>
            </p:cNvCxnSpPr>
            <p:nvPr/>
          </p:nvCxnSpPr>
          <p:spPr>
            <a:xfrm>
              <a:off x="4324017" y="5488757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3F414A69-C205-42A5-9608-9D33A5CB1BE3}"/>
                </a:ext>
              </a:extLst>
            </p:cNvPr>
            <p:cNvCxnSpPr>
              <a:cxnSpLocks/>
            </p:cNvCxnSpPr>
            <p:nvPr/>
          </p:nvCxnSpPr>
          <p:spPr>
            <a:xfrm>
              <a:off x="4308505" y="5851351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8A43448-37D7-4D9D-A52A-4A345773539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489" y="5585063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A5EF67A-A339-4EAD-8F3B-2BDE2E509671}"/>
                </a:ext>
              </a:extLst>
            </p:cNvPr>
            <p:cNvCxnSpPr>
              <a:cxnSpLocks/>
            </p:cNvCxnSpPr>
            <p:nvPr/>
          </p:nvCxnSpPr>
          <p:spPr>
            <a:xfrm>
              <a:off x="4543784" y="5586523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80B0C411-C1FC-41E3-BAC2-A563ED6F3627}"/>
                </a:ext>
              </a:extLst>
            </p:cNvPr>
            <p:cNvCxnSpPr>
              <a:cxnSpLocks/>
            </p:cNvCxnSpPr>
            <p:nvPr/>
          </p:nvCxnSpPr>
          <p:spPr>
            <a:xfrm>
              <a:off x="4774406" y="569620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7E6BEE9F-CD79-47D0-AEB6-036F52D9D0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7298" y="5794210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F3B634CF-1F7B-4560-ACA4-06E3209D2073}"/>
                </a:ext>
              </a:extLst>
            </p:cNvPr>
            <p:cNvCxnSpPr>
              <a:cxnSpLocks/>
            </p:cNvCxnSpPr>
            <p:nvPr/>
          </p:nvCxnSpPr>
          <p:spPr>
            <a:xfrm>
              <a:off x="5020240" y="5778714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0345A449-1718-465B-B791-C37021415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848" y="5788679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2118497D-D801-43A9-B8DA-119306EDA066}"/>
                </a:ext>
              </a:extLst>
            </p:cNvPr>
            <p:cNvCxnSpPr>
              <a:cxnSpLocks/>
            </p:cNvCxnSpPr>
            <p:nvPr/>
          </p:nvCxnSpPr>
          <p:spPr>
            <a:xfrm>
              <a:off x="4311119" y="5308869"/>
              <a:ext cx="1188197" cy="4832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BD41382E-4A65-43FE-8120-A3671236A214}"/>
                </a:ext>
              </a:extLst>
            </p:cNvPr>
            <p:cNvCxnSpPr>
              <a:cxnSpLocks/>
            </p:cNvCxnSpPr>
            <p:nvPr/>
          </p:nvCxnSpPr>
          <p:spPr>
            <a:xfrm>
              <a:off x="4317566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3E0F0683-E16F-4F15-BF3A-4E48360A364D}"/>
                </a:ext>
              </a:extLst>
            </p:cNvPr>
            <p:cNvCxnSpPr>
              <a:cxnSpLocks/>
            </p:cNvCxnSpPr>
            <p:nvPr/>
          </p:nvCxnSpPr>
          <p:spPr>
            <a:xfrm>
              <a:off x="4325984" y="5166201"/>
              <a:ext cx="1632386" cy="6168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890FEC4-3D2D-499B-86F1-84AD02561E6D}"/>
                </a:ext>
              </a:extLst>
            </p:cNvPr>
            <p:cNvCxnSpPr>
              <a:cxnSpLocks/>
            </p:cNvCxnSpPr>
            <p:nvPr/>
          </p:nvCxnSpPr>
          <p:spPr>
            <a:xfrm>
              <a:off x="5954564" y="56051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F7FFD5DC-3A38-4708-BD0A-BA1EA66AD21E}"/>
                </a:ext>
              </a:extLst>
            </p:cNvPr>
            <p:cNvCxnSpPr>
              <a:cxnSpLocks/>
            </p:cNvCxnSpPr>
            <p:nvPr/>
          </p:nvCxnSpPr>
          <p:spPr>
            <a:xfrm>
              <a:off x="4293261" y="495100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A004EE90-34A5-471B-88EB-D02378635798}"/>
                </a:ext>
              </a:extLst>
            </p:cNvPr>
            <p:cNvCxnSpPr>
              <a:cxnSpLocks/>
            </p:cNvCxnSpPr>
            <p:nvPr/>
          </p:nvCxnSpPr>
          <p:spPr>
            <a:xfrm>
              <a:off x="4319005" y="478555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DEAC9323-6DC6-40C5-8B88-645B8A5A2BE9}"/>
                </a:ext>
              </a:extLst>
            </p:cNvPr>
            <p:cNvCxnSpPr>
              <a:cxnSpLocks/>
            </p:cNvCxnSpPr>
            <p:nvPr/>
          </p:nvCxnSpPr>
          <p:spPr>
            <a:xfrm>
              <a:off x="4300004" y="479832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09620EC5-327E-4CED-A785-3A3A43569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273" y="5333898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7F10F5A8-B802-4240-B9DB-C331E434180A}"/>
                </a:ext>
              </a:extLst>
            </p:cNvPr>
            <p:cNvCxnSpPr>
              <a:cxnSpLocks/>
            </p:cNvCxnSpPr>
            <p:nvPr/>
          </p:nvCxnSpPr>
          <p:spPr>
            <a:xfrm>
              <a:off x="6203012" y="4787602"/>
              <a:ext cx="6201" cy="5363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6C7934C-EA1B-4EB5-86A4-BF718F8B357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056" y="469114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0AC2FDB2-6308-494F-987E-405A783DF666}"/>
                </a:ext>
              </a:extLst>
            </p:cNvPr>
            <p:cNvCxnSpPr>
              <a:cxnSpLocks/>
            </p:cNvCxnSpPr>
            <p:nvPr/>
          </p:nvCxnSpPr>
          <p:spPr>
            <a:xfrm>
              <a:off x="5978841" y="449822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6DDB77CD-8AB4-4E74-AAAB-B68B657444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6226" y="4410870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2A99AF77-47D7-4A22-BAE5-03F69BBAFFA3}"/>
                </a:ext>
              </a:extLst>
            </p:cNvPr>
            <p:cNvCxnSpPr>
              <a:cxnSpLocks/>
            </p:cNvCxnSpPr>
            <p:nvPr/>
          </p:nvCxnSpPr>
          <p:spPr>
            <a:xfrm>
              <a:off x="5749881" y="4440852"/>
              <a:ext cx="0" cy="5376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9DBC2A1C-DEB1-4077-B6E1-F100D6F2A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2171" y="4851274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EBD76ACE-B9A9-4E58-9072-35C7E44AFDBC}"/>
                </a:ext>
              </a:extLst>
            </p:cNvPr>
            <p:cNvCxnSpPr>
              <a:cxnSpLocks/>
            </p:cNvCxnSpPr>
            <p:nvPr/>
          </p:nvCxnSpPr>
          <p:spPr>
            <a:xfrm>
              <a:off x="5974529" y="4860791"/>
              <a:ext cx="0" cy="38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E6D0588-902D-4A01-A00E-903B5F6E4DF5}"/>
                </a:ext>
              </a:extLst>
            </p:cNvPr>
            <p:cNvCxnSpPr>
              <a:cxnSpLocks/>
            </p:cNvCxnSpPr>
            <p:nvPr/>
          </p:nvCxnSpPr>
          <p:spPr>
            <a:xfrm>
              <a:off x="5277596" y="4972259"/>
              <a:ext cx="699064" cy="2914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E85A3235-09D6-48AE-B794-317DB9B65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3703" y="486500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8E0E7848-7263-4551-B9BF-2A199A3700C5}"/>
                </a:ext>
              </a:extLst>
            </p:cNvPr>
            <p:cNvCxnSpPr>
              <a:cxnSpLocks/>
            </p:cNvCxnSpPr>
            <p:nvPr/>
          </p:nvCxnSpPr>
          <p:spPr>
            <a:xfrm>
              <a:off x="4798679" y="4605811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C322F9D-EDF9-461A-8733-CF19C389F6B9}"/>
                </a:ext>
              </a:extLst>
            </p:cNvPr>
            <p:cNvCxnSpPr>
              <a:cxnSpLocks/>
            </p:cNvCxnSpPr>
            <p:nvPr/>
          </p:nvCxnSpPr>
          <p:spPr>
            <a:xfrm>
              <a:off x="4810602" y="461701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A02C906C-5A09-4FEA-A031-A863662D4039}"/>
                </a:ext>
              </a:extLst>
            </p:cNvPr>
            <p:cNvCxnSpPr>
              <a:cxnSpLocks/>
            </p:cNvCxnSpPr>
            <p:nvPr/>
          </p:nvCxnSpPr>
          <p:spPr>
            <a:xfrm>
              <a:off x="4342360" y="4606024"/>
              <a:ext cx="468354" cy="201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6CE4B7D5-F208-4271-AF60-CEE7EECA364B}"/>
                </a:ext>
              </a:extLst>
            </p:cNvPr>
            <p:cNvCxnSpPr>
              <a:cxnSpLocks/>
            </p:cNvCxnSpPr>
            <p:nvPr/>
          </p:nvCxnSpPr>
          <p:spPr>
            <a:xfrm>
              <a:off x="4337533" y="44376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090E5FC5-98CE-4398-B316-B23EF646ED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193" y="4427113"/>
              <a:ext cx="241375" cy="1099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FB1C34A3-BD76-4361-9CA3-82A0CED71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2230" y="3988388"/>
              <a:ext cx="13338" cy="548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2FB8D05C-4461-4813-968D-F8E0A2FD80ED}"/>
                </a:ext>
              </a:extLst>
            </p:cNvPr>
            <p:cNvCxnSpPr>
              <a:cxnSpLocks/>
            </p:cNvCxnSpPr>
            <p:nvPr/>
          </p:nvCxnSpPr>
          <p:spPr>
            <a:xfrm>
              <a:off x="4779641" y="4444115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759B8F74-745E-447A-B4EE-E7A6480E0A1E}"/>
                </a:ext>
              </a:extLst>
            </p:cNvPr>
            <p:cNvCxnSpPr>
              <a:cxnSpLocks/>
            </p:cNvCxnSpPr>
            <p:nvPr/>
          </p:nvCxnSpPr>
          <p:spPr>
            <a:xfrm>
              <a:off x="5536260" y="45408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A443D164-20D5-4CA8-ADF2-267D42736D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2947" y="4343292"/>
              <a:ext cx="506664" cy="1983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C8E1102C-5D6A-4883-A1A3-58D0069DD42A}"/>
                </a:ext>
              </a:extLst>
            </p:cNvPr>
            <p:cNvCxnSpPr>
              <a:cxnSpLocks/>
            </p:cNvCxnSpPr>
            <p:nvPr/>
          </p:nvCxnSpPr>
          <p:spPr>
            <a:xfrm>
              <a:off x="4786109" y="4125200"/>
              <a:ext cx="0" cy="3348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A93C7B1-C081-476A-AA52-C3A3903DFD39}"/>
                </a:ext>
              </a:extLst>
            </p:cNvPr>
            <p:cNvCxnSpPr>
              <a:cxnSpLocks/>
            </p:cNvCxnSpPr>
            <p:nvPr/>
          </p:nvCxnSpPr>
          <p:spPr>
            <a:xfrm>
              <a:off x="4571258" y="3990370"/>
              <a:ext cx="229387" cy="827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2C507D4-B7A2-4F99-A95B-37E215A9F1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783" y="9365864"/>
              <a:ext cx="1447053" cy="551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202D98E9-FC8B-45B6-BA1D-5ADD420C9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2943" y="9891893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235202A0-DF59-4514-9BDC-14748D3D6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7473" y="8796635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C1AD9A5C-EBE5-4795-9C4D-DE0F944E6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7214" y="8892959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260C972E-182C-43E6-BBD4-90F3D9A74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05851" y="9096642"/>
              <a:ext cx="228297" cy="94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2DA18055-077A-4577-9251-B74724EAC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1172" y="9175935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2F307C0-5F39-49DB-9416-3568E7095D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8986" y="9183965"/>
              <a:ext cx="461330" cy="1934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509A4B47-E332-4AC8-8492-4ED8172D8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5654" y="8828768"/>
              <a:ext cx="3236" cy="3779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452">
              <a:extLst>
                <a:ext uri="{FF2B5EF4-FFF2-40B4-BE49-F238E27FC236}">
                  <a16:creationId xmlns:a16="http://schemas.microsoft.com/office/drawing/2014/main" id="{FDD3B74D-812E-4807-83E2-8D9608F59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5841" y="8734472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53BDB765-67C1-436D-AFC0-1A4C4B20AC89}"/>
                </a:ext>
              </a:extLst>
            </p:cNvPr>
            <p:cNvCxnSpPr>
              <a:cxnSpLocks/>
            </p:cNvCxnSpPr>
            <p:nvPr/>
          </p:nvCxnSpPr>
          <p:spPr>
            <a:xfrm>
              <a:off x="4545655" y="7715178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73C53623-1C01-44A6-9E41-25243565DA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6664" y="7709323"/>
              <a:ext cx="13752" cy="9390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AEEFFF19-FB8B-41BC-85BD-9B7FB02F16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7928" y="8624403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D0AFE8C5-9BD4-4D92-BBCF-5BEE40BE0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2065" y="8710789"/>
              <a:ext cx="3236" cy="3779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8E0DD07F-65EC-4CA4-886D-40AB04D2B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833" y="8991147"/>
              <a:ext cx="228297" cy="94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870E019E-2A4E-4D36-A165-3C66A5DED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9181" y="8624403"/>
              <a:ext cx="14134" cy="3949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452">
              <a:extLst>
                <a:ext uri="{FF2B5EF4-FFF2-40B4-BE49-F238E27FC236}">
                  <a16:creationId xmlns:a16="http://schemas.microsoft.com/office/drawing/2014/main" id="{5791F1C7-AE64-4F4A-8562-3F4BD817DF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2249" y="8533909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3C44A251-F79E-4B05-9E9A-6D61CEAD13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7566" y="8345883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369F42A3-F6E5-4E1F-96B8-831B0FDA59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371" y="8271520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02183B2-A703-4B67-9A13-093808D966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6073" y="824625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C9E9574A-84D6-4AF3-A9AC-D3FB6B3576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9359" y="8370802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D77616B-6CE0-4AB8-847C-9B4DCE56A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515" y="8349939"/>
              <a:ext cx="3899" cy="568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9DF4AB0D-4254-4E68-B477-A74624617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6043" y="8555276"/>
              <a:ext cx="6209" cy="530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74F88EE-7F54-4AA7-8F93-140207E3E5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4978" y="9001338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2F7AAFBA-C131-470F-9EC7-DFA029AD4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417" y="8271520"/>
              <a:ext cx="6209" cy="753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1994C0F-F1C2-4AD1-9DC3-421AD6ADC5C0}"/>
                </a:ext>
              </a:extLst>
            </p:cNvPr>
            <p:cNvCxnSpPr>
              <a:cxnSpLocks/>
            </p:cNvCxnSpPr>
            <p:nvPr/>
          </p:nvCxnSpPr>
          <p:spPr>
            <a:xfrm>
              <a:off x="2906621" y="8219219"/>
              <a:ext cx="247067" cy="70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8CB8382D-F65D-4C2E-A995-3DCDA26E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6052" y="8209519"/>
              <a:ext cx="5679" cy="8871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2585A762-A13E-4AB3-9E3C-A47F8F26CF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773" y="9075615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B39989A2-40E6-417E-B37A-FA3CD675A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084" y="8302086"/>
              <a:ext cx="233353" cy="986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7D7CD870-DAF7-40B1-ACBB-64003FD62B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0861" y="8382585"/>
              <a:ext cx="12948" cy="9028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B633BEE-F6E4-4380-8BBA-9BD6C8763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6485" y="9285393"/>
              <a:ext cx="504282" cy="1776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1E1E886D-2590-4F17-AE3B-49866192A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73" y="9267825"/>
              <a:ext cx="0" cy="210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37682F15-4D50-4B16-8CE2-FCF9AF097E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428" y="9175935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7B3EEBF0-6966-4236-B004-466FE7406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176" y="8474056"/>
              <a:ext cx="0" cy="6802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9BB5D477-DB5F-46CE-B45E-763A6EA9E1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4113" y="8207906"/>
              <a:ext cx="499571" cy="167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0E5FEC77-F500-4D89-B1AC-86616130F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973" y="7994729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DCB327BF-8688-4B99-86B3-96B345028F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217" y="7823936"/>
              <a:ext cx="1206616" cy="4541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43D619E4-A705-49C7-BD52-06CE266FB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274" y="7799206"/>
              <a:ext cx="0" cy="206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C57FEFFF-E1B8-4DBE-8E2A-A4DDD41CF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100" y="8003947"/>
              <a:ext cx="723595" cy="2880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7368949-3141-4CBB-89EB-FD2AD09E1D5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052" y="8005252"/>
              <a:ext cx="464005" cy="172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825E6841-899F-4FA9-93B3-ECDF0853C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638" y="7643553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A40E80EB-5EA8-4477-8939-517F673241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661" y="7550069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59275F7A-9560-4902-829D-381D9A9F079E}"/>
                </a:ext>
              </a:extLst>
            </p:cNvPr>
            <p:cNvCxnSpPr>
              <a:cxnSpLocks/>
            </p:cNvCxnSpPr>
            <p:nvPr/>
          </p:nvCxnSpPr>
          <p:spPr>
            <a:xfrm>
              <a:off x="4545655" y="7557751"/>
              <a:ext cx="478700" cy="1832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4EE9FCD4-EDB0-474A-91B5-84BC40CDB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8155" y="7548040"/>
              <a:ext cx="468560" cy="2024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7A9581A-8AD4-4D61-ADCB-38F89AAAA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161" y="7358199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4DE9879-1C40-41F6-BD8D-7FF321E32DBC}"/>
                </a:ext>
              </a:extLst>
            </p:cNvPr>
            <p:cNvCxnSpPr>
              <a:cxnSpLocks/>
            </p:cNvCxnSpPr>
            <p:nvPr/>
          </p:nvCxnSpPr>
          <p:spPr>
            <a:xfrm>
              <a:off x="5241653" y="7271659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DF504003-7C77-46AC-A765-A051E97C37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941" y="8370862"/>
              <a:ext cx="0" cy="206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52909F52-EFD8-464B-96C5-5F7E0811D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1101" y="8475036"/>
              <a:ext cx="233353" cy="986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F5C66DD0-2435-4DD4-9A86-75CF89A64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7022" y="7842213"/>
              <a:ext cx="943103" cy="3410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B4765448-E6CB-494A-BDDC-190CE5A063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7880" y="7117205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D99639FC-9178-4FA4-8ED8-91BD19817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4468" y="7020862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CE7E894D-A8EF-41D2-915A-647F1E0CFC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5245" y="7185043"/>
              <a:ext cx="0" cy="170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F17FD5AA-E8EF-42D0-93BB-5E87F4CBA2AB}"/>
                </a:ext>
              </a:extLst>
            </p:cNvPr>
            <p:cNvCxnSpPr>
              <a:cxnSpLocks/>
            </p:cNvCxnSpPr>
            <p:nvPr/>
          </p:nvCxnSpPr>
          <p:spPr>
            <a:xfrm>
              <a:off x="4075610" y="7000817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C9C9D8B5-A7F4-4C14-B819-639D226A4D7A}"/>
                </a:ext>
              </a:extLst>
            </p:cNvPr>
            <p:cNvCxnSpPr>
              <a:cxnSpLocks/>
            </p:cNvCxnSpPr>
            <p:nvPr/>
          </p:nvCxnSpPr>
          <p:spPr>
            <a:xfrm>
              <a:off x="5013189" y="4143608"/>
              <a:ext cx="506664" cy="1983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50BB0ED9-4450-4C20-AF8A-AFE08C62FAB2}"/>
                </a:ext>
              </a:extLst>
            </p:cNvPr>
            <p:cNvCxnSpPr>
              <a:cxnSpLocks/>
            </p:cNvCxnSpPr>
            <p:nvPr/>
          </p:nvCxnSpPr>
          <p:spPr>
            <a:xfrm>
              <a:off x="5024355" y="4152674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9695061" y="6829426"/>
            <a:ext cx="1382514" cy="54828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3" y="8677275"/>
            <a:ext cx="491424" cy="17342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V="1">
            <a:off x="7823048" y="8832109"/>
            <a:ext cx="0" cy="37460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5" y="9199167"/>
            <a:ext cx="484496" cy="2036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10140950"/>
            <a:ext cx="15875" cy="1936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6239" y="10220819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H="1" flipV="1">
            <a:off x="8522210" y="9124950"/>
            <a:ext cx="6350" cy="110141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>
            <a:off x="9658350" y="7182013"/>
            <a:ext cx="698500" cy="26961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>
            <a:off x="9665993" y="6455756"/>
            <a:ext cx="0" cy="72474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52">
            <a:extLst>
              <a:ext uri="{FF2B5EF4-FFF2-40B4-BE49-F238E27FC236}">
                <a16:creationId xmlns:a16="http://schemas.microsoft.com/office/drawing/2014/main" id="{734D425F-F52E-4A1C-B583-ED7509DF4005}"/>
              </a:ext>
            </a:extLst>
          </p:cNvPr>
          <p:cNvCxnSpPr>
            <a:cxnSpLocks/>
          </p:cNvCxnSpPr>
          <p:nvPr/>
        </p:nvCxnSpPr>
        <p:spPr>
          <a:xfrm>
            <a:off x="10366375" y="7451624"/>
            <a:ext cx="0" cy="38983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67B0089-EBB8-479F-99C5-EF0B1222A8DD}"/>
              </a:ext>
            </a:extLst>
          </p:cNvPr>
          <p:cNvCxnSpPr>
            <a:cxnSpLocks/>
          </p:cNvCxnSpPr>
          <p:nvPr/>
        </p:nvCxnSpPr>
        <p:spPr>
          <a:xfrm>
            <a:off x="10190957" y="7905035"/>
            <a:ext cx="926305" cy="36648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10128307" y="7826995"/>
            <a:ext cx="228543" cy="117648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452">
            <a:extLst>
              <a:ext uri="{FF2B5EF4-FFF2-40B4-BE49-F238E27FC236}">
                <a16:creationId xmlns:a16="http://schemas.microsoft.com/office/drawing/2014/main" id="{5FD48688-23EA-4EE7-BF38-DEBD2F3AA0CB}"/>
              </a:ext>
            </a:extLst>
          </p:cNvPr>
          <p:cNvCxnSpPr>
            <a:cxnSpLocks/>
          </p:cNvCxnSpPr>
          <p:nvPr/>
        </p:nvCxnSpPr>
        <p:spPr>
          <a:xfrm flipH="1" flipV="1">
            <a:off x="8738876" y="8126732"/>
            <a:ext cx="718117" cy="24407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6BAD5227-2D34-41BC-8927-033B9E0694D4}"/>
              </a:ext>
            </a:extLst>
          </p:cNvPr>
          <p:cNvCxnSpPr>
            <a:cxnSpLocks/>
          </p:cNvCxnSpPr>
          <p:nvPr/>
        </p:nvCxnSpPr>
        <p:spPr>
          <a:xfrm flipH="1" flipV="1">
            <a:off x="8754667" y="8116688"/>
            <a:ext cx="6807" cy="902688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 flipH="1">
            <a:off x="9909178" y="8924924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1037889" y="8253708"/>
            <a:ext cx="974982" cy="4162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8752410"/>
            <a:ext cx="466472" cy="1725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0107FA-E196-4B5C-BDF9-80753D472C4B}"/>
              </a:ext>
            </a:extLst>
          </p:cNvPr>
          <p:cNvSpPr txBox="1"/>
          <p:nvPr/>
        </p:nvSpPr>
        <p:spPr>
          <a:xfrm>
            <a:off x="6430072" y="6288793"/>
            <a:ext cx="150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Test4.4 (8.4.4)</a:t>
            </a:r>
          </a:p>
        </p:txBody>
      </p: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DE1815FD-67F5-4C46-AA43-938DEE642C70}"/>
              </a:ext>
            </a:extLst>
          </p:cNvPr>
          <p:cNvCxnSpPr>
            <a:cxnSpLocks/>
          </p:cNvCxnSpPr>
          <p:nvPr/>
        </p:nvCxnSpPr>
        <p:spPr>
          <a:xfrm flipH="1">
            <a:off x="8500495" y="9012266"/>
            <a:ext cx="254171" cy="13258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811EFD05-3C0C-4D51-8B85-805CB7F713CE}"/>
              </a:ext>
            </a:extLst>
          </p:cNvPr>
          <p:cNvCxnSpPr>
            <a:cxnSpLocks/>
          </p:cNvCxnSpPr>
          <p:nvPr/>
        </p:nvCxnSpPr>
        <p:spPr>
          <a:xfrm flipV="1">
            <a:off x="9647873" y="6348691"/>
            <a:ext cx="261305" cy="11057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3AC68386-0065-4E91-ADAB-FA02FF25CEAE}"/>
              </a:ext>
            </a:extLst>
          </p:cNvPr>
          <p:cNvCxnSpPr>
            <a:cxnSpLocks/>
          </p:cNvCxnSpPr>
          <p:nvPr/>
        </p:nvCxnSpPr>
        <p:spPr>
          <a:xfrm>
            <a:off x="9453818" y="8345883"/>
            <a:ext cx="3175" cy="42485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72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241657" y="989943"/>
            <a:ext cx="11010829" cy="7030106"/>
            <a:chOff x="1247611" y="978038"/>
            <a:chExt cx="11010829" cy="7030106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572" y="7544196"/>
              <a:ext cx="1187451" cy="4639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87590FD-2FAB-4CC2-9DA6-3A841BEB3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4611" y="7829550"/>
              <a:ext cx="476380" cy="1785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C27E2CE-C925-4D85-8444-0F7B451F1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6753" y="7829550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5441" y="7829550"/>
              <a:ext cx="261277" cy="103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7101198"/>
              <a:ext cx="7712" cy="72835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7AD16BC-1A9D-40BF-A178-A848EDC3B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6153" y="7365802"/>
              <a:ext cx="474862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4667" y="7365802"/>
              <a:ext cx="477439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95429C25-EF53-49F6-B094-0C0B53C64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9242" y="7358656"/>
              <a:ext cx="1421381" cy="5601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9D81F07A-29D4-4475-8514-A4973CDE5F4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82" y="538505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6BDE07E8-18A2-4891-BA40-9BA57281398F}"/>
                </a:ext>
              </a:extLst>
            </p:cNvPr>
            <p:cNvCxnSpPr>
              <a:cxnSpLocks/>
            </p:cNvCxnSpPr>
            <p:nvPr/>
          </p:nvCxnSpPr>
          <p:spPr>
            <a:xfrm>
              <a:off x="2660248" y="520887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CDE6EB1A-CFFF-4544-AFF1-29A1C94DA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6481" y="5093469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75E3424-CBBC-4E85-A9C3-E0D58B3F0EEF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5117678"/>
              <a:ext cx="1150530" cy="4556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503EF3CB-9D12-4C0B-A7A0-B4CA5FA4FB0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5562557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5E8660A0-A562-4C92-983B-97E4437E1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7143" y="5905537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F0821FC3-73EE-4A7B-8B25-DC5311526D56}"/>
                </a:ext>
              </a:extLst>
            </p:cNvPr>
            <p:cNvCxnSpPr>
              <a:cxnSpLocks/>
            </p:cNvCxnSpPr>
            <p:nvPr/>
          </p:nvCxnSpPr>
          <p:spPr>
            <a:xfrm>
              <a:off x="3858309" y="603267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E6D15A51-DFC6-4329-8AEF-AEC28998D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6884" y="6003224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46D38661-B6E4-4F33-86B0-89CDCEF7F6A2}"/>
                </a:ext>
              </a:extLst>
            </p:cNvPr>
            <p:cNvCxnSpPr>
              <a:cxnSpLocks/>
            </p:cNvCxnSpPr>
            <p:nvPr/>
          </p:nvCxnSpPr>
          <p:spPr>
            <a:xfrm>
              <a:off x="4303660" y="6001653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6F126A79-5197-458B-B14E-95EF08DA79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5070" y="5933449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6BC09608-A6A4-4BFD-8D42-F2E8B0342396}"/>
                </a:ext>
              </a:extLst>
            </p:cNvPr>
            <p:cNvCxnSpPr>
              <a:cxnSpLocks/>
            </p:cNvCxnSpPr>
            <p:nvPr/>
          </p:nvCxnSpPr>
          <p:spPr>
            <a:xfrm>
              <a:off x="5022581" y="593205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356C5274-0081-4D2C-8126-2B72F69E2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025" y="5837588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2C0C1001-AC77-41F3-B125-E2D3E3AC064A}"/>
                </a:ext>
              </a:extLst>
            </p:cNvPr>
            <p:cNvCxnSpPr>
              <a:cxnSpLocks/>
            </p:cNvCxnSpPr>
            <p:nvPr/>
          </p:nvCxnSpPr>
          <p:spPr>
            <a:xfrm>
              <a:off x="5707489" y="583758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0499D13D-9EBE-4281-B7B3-B8710C5FD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9087" y="5824376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DE387E6-A42C-4276-B275-B40C2154F51F}"/>
                </a:ext>
              </a:extLst>
            </p:cNvPr>
            <p:cNvCxnSpPr>
              <a:cxnSpLocks/>
            </p:cNvCxnSpPr>
            <p:nvPr/>
          </p:nvCxnSpPr>
          <p:spPr>
            <a:xfrm>
              <a:off x="6199441" y="5476943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8E33D461-028C-4454-A295-3339AD72B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548" y="5385055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1228E330-99AC-4B8F-93D3-69EF870EF430}"/>
                </a:ext>
              </a:extLst>
            </p:cNvPr>
            <p:cNvCxnSpPr>
              <a:cxnSpLocks/>
            </p:cNvCxnSpPr>
            <p:nvPr/>
          </p:nvCxnSpPr>
          <p:spPr>
            <a:xfrm>
              <a:off x="6420301" y="4687095"/>
              <a:ext cx="0" cy="6989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E45E1B22-26E3-4F1C-8858-931CC136282B}"/>
                </a:ext>
              </a:extLst>
            </p:cNvPr>
            <p:cNvCxnSpPr>
              <a:cxnSpLocks/>
            </p:cNvCxnSpPr>
            <p:nvPr/>
          </p:nvCxnSpPr>
          <p:spPr>
            <a:xfrm>
              <a:off x="6159104" y="456779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0B985A70-6E89-4DE0-ACC5-3988D7D2807C}"/>
                </a:ext>
              </a:extLst>
            </p:cNvPr>
            <p:cNvCxnSpPr>
              <a:cxnSpLocks/>
            </p:cNvCxnSpPr>
            <p:nvPr/>
          </p:nvCxnSpPr>
          <p:spPr>
            <a:xfrm>
              <a:off x="6188857" y="439161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5F4B8FD4-8276-4E66-A89B-FCD66396F1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863604"/>
              <a:ext cx="1399109" cy="5476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BD3D0409-10A4-4A14-9077-01861F119C2D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69660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59D35060-090C-4A1A-8EFF-2F750D758AA7}"/>
                </a:ext>
              </a:extLst>
            </p:cNvPr>
            <p:cNvCxnSpPr>
              <a:cxnSpLocks/>
            </p:cNvCxnSpPr>
            <p:nvPr/>
          </p:nvCxnSpPr>
          <p:spPr>
            <a:xfrm>
              <a:off x="4783644" y="3514077"/>
              <a:ext cx="1191626" cy="4565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4A7EF9A4-7780-4E61-8FB3-2716B683C418}"/>
                </a:ext>
              </a:extLst>
            </p:cNvPr>
            <p:cNvCxnSpPr>
              <a:cxnSpLocks/>
            </p:cNvCxnSpPr>
            <p:nvPr/>
          </p:nvCxnSpPr>
          <p:spPr>
            <a:xfrm>
              <a:off x="4309179" y="3504040"/>
              <a:ext cx="249161" cy="956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FC345482-3F2C-424F-B664-77AD749C8510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3153570"/>
              <a:ext cx="1152346" cy="4707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EA56CC1B-C7B5-4E2C-A39B-8F71F49CE10D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29807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49D81844-4ED7-4375-B63F-03A03507D74D}"/>
                </a:ext>
              </a:extLst>
            </p:cNvPr>
            <p:cNvCxnSpPr>
              <a:cxnSpLocks/>
            </p:cNvCxnSpPr>
            <p:nvPr/>
          </p:nvCxnSpPr>
          <p:spPr>
            <a:xfrm>
              <a:off x="4565070" y="2860427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547EFA0A-B3AD-4AB4-8138-98E1FC57EEFD}"/>
                </a:ext>
              </a:extLst>
            </p:cNvPr>
            <p:cNvCxnSpPr>
              <a:cxnSpLocks/>
            </p:cNvCxnSpPr>
            <p:nvPr/>
          </p:nvCxnSpPr>
          <p:spPr>
            <a:xfrm>
              <a:off x="4072702" y="2855147"/>
              <a:ext cx="522521" cy="2349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E5B5195A-9C76-42A8-9F21-F0F7D702A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79187" y="2685026"/>
              <a:ext cx="1503" cy="1718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02F18DA1-9382-4890-A510-56E7BB8D42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120" y="2408123"/>
              <a:ext cx="468326" cy="2083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56F50D4-0B00-47FB-BF76-BD6A4A76B683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528820"/>
              <a:ext cx="710786" cy="286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11EDAFC5-131B-40BE-A3B3-B18253643F48}"/>
                </a:ext>
              </a:extLst>
            </p:cNvPr>
            <p:cNvCxnSpPr>
              <a:cxnSpLocks/>
            </p:cNvCxnSpPr>
            <p:nvPr/>
          </p:nvCxnSpPr>
          <p:spPr>
            <a:xfrm>
              <a:off x="5269739" y="279463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E4544E16-8869-49AB-81C7-7CE5494AA481}"/>
                </a:ext>
              </a:extLst>
            </p:cNvPr>
            <p:cNvCxnSpPr>
              <a:cxnSpLocks/>
            </p:cNvCxnSpPr>
            <p:nvPr/>
          </p:nvCxnSpPr>
          <p:spPr>
            <a:xfrm>
              <a:off x="5271410" y="296090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08CBC7D8-F283-4C6F-BD62-4F7A894ECE8E}"/>
                </a:ext>
              </a:extLst>
            </p:cNvPr>
            <p:cNvCxnSpPr>
              <a:cxnSpLocks/>
            </p:cNvCxnSpPr>
            <p:nvPr/>
          </p:nvCxnSpPr>
          <p:spPr>
            <a:xfrm>
              <a:off x="5498703" y="2528820"/>
              <a:ext cx="5239" cy="5467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7DA7C6B0-6546-4A99-A43D-5D795331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494422" y="253520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BF227E1C-0F9D-4651-8925-1E376F3467BF}"/>
                </a:ext>
              </a:extLst>
            </p:cNvPr>
            <p:cNvCxnSpPr>
              <a:cxnSpLocks/>
            </p:cNvCxnSpPr>
            <p:nvPr/>
          </p:nvCxnSpPr>
          <p:spPr>
            <a:xfrm>
              <a:off x="5737055" y="2655487"/>
              <a:ext cx="0" cy="3216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E7EA12BC-F266-4A84-80B3-D98AB824E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2521" y="2857407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EF45C68E-0FB8-40A6-9679-AB2584ABFFA9}"/>
                </a:ext>
              </a:extLst>
            </p:cNvPr>
            <p:cNvCxnSpPr>
              <a:cxnSpLocks/>
            </p:cNvCxnSpPr>
            <p:nvPr/>
          </p:nvCxnSpPr>
          <p:spPr>
            <a:xfrm>
              <a:off x="5967964" y="270820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F5F97AAF-15BE-4DFF-9FD5-2C5D04795C97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09" y="270091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EF952817-6732-4724-AA1D-B2CC4E994721}"/>
                </a:ext>
              </a:extLst>
            </p:cNvPr>
            <p:cNvCxnSpPr>
              <a:cxnSpLocks/>
            </p:cNvCxnSpPr>
            <p:nvPr/>
          </p:nvCxnSpPr>
          <p:spPr>
            <a:xfrm>
              <a:off x="6859860" y="268502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4FE46741-652F-49B0-B160-CDDEC0A3A7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9533" y="2794633"/>
              <a:ext cx="0" cy="3589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9C760E9A-B501-4959-ABBA-15A108C03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1259" y="30480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DB996BE-8EAD-4B8F-83FD-98644A4C1C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3694" y="3048001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96249B4-1429-4853-A5CD-F2DF0113E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9921" y="31496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0A3B4C27-CFBC-4DA0-8141-5B8F1D30DB96}"/>
                </a:ext>
              </a:extLst>
            </p:cNvPr>
            <p:cNvCxnSpPr>
              <a:cxnSpLocks/>
            </p:cNvCxnSpPr>
            <p:nvPr/>
          </p:nvCxnSpPr>
          <p:spPr>
            <a:xfrm>
              <a:off x="7319207" y="2893617"/>
              <a:ext cx="711983" cy="274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D663FD1C-6DB4-41C3-9D2E-C189487BE3C9}"/>
                </a:ext>
              </a:extLst>
            </p:cNvPr>
            <p:cNvCxnSpPr>
              <a:cxnSpLocks/>
            </p:cNvCxnSpPr>
            <p:nvPr/>
          </p:nvCxnSpPr>
          <p:spPr>
            <a:xfrm>
              <a:off x="7334178" y="27451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3B00D482-EF78-45EF-A6D0-AD1FB4B4B001}"/>
                </a:ext>
              </a:extLst>
            </p:cNvPr>
            <p:cNvCxnSpPr>
              <a:cxnSpLocks/>
            </p:cNvCxnSpPr>
            <p:nvPr/>
          </p:nvCxnSpPr>
          <p:spPr>
            <a:xfrm>
              <a:off x="6837537" y="2517877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147A4DE9-6944-4C16-9A5E-3C1CDB623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5215" y="242325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FD31E0F-07EB-4C2D-9DC5-A074327361BE}"/>
                </a:ext>
              </a:extLst>
            </p:cNvPr>
            <p:cNvCxnSpPr>
              <a:cxnSpLocks/>
            </p:cNvCxnSpPr>
            <p:nvPr/>
          </p:nvCxnSpPr>
          <p:spPr>
            <a:xfrm>
              <a:off x="7121129" y="2443947"/>
              <a:ext cx="460912" cy="184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BD555306-B67E-4903-AD64-56C8017B92A1}"/>
                </a:ext>
              </a:extLst>
            </p:cNvPr>
            <p:cNvCxnSpPr>
              <a:cxnSpLocks/>
            </p:cNvCxnSpPr>
            <p:nvPr/>
          </p:nvCxnSpPr>
          <p:spPr>
            <a:xfrm>
              <a:off x="7572523" y="262177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81ABC79F-7B96-44FD-A11B-C04272FB2CDD}"/>
                </a:ext>
              </a:extLst>
            </p:cNvPr>
            <p:cNvCxnSpPr>
              <a:cxnSpLocks/>
            </p:cNvCxnSpPr>
            <p:nvPr/>
          </p:nvCxnSpPr>
          <p:spPr>
            <a:xfrm>
              <a:off x="7572067" y="2787024"/>
              <a:ext cx="1182600" cy="4681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E70AEC52-75F6-42EC-B8F8-B380A5D657F5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3233752"/>
              <a:ext cx="0" cy="368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DA882D62-846B-4162-83B8-6E7278A85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3489" y="358517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AF56E2A1-1D8B-424A-AE4D-67D36454AE3B}"/>
                </a:ext>
              </a:extLst>
            </p:cNvPr>
            <p:cNvCxnSpPr>
              <a:cxnSpLocks/>
            </p:cNvCxnSpPr>
            <p:nvPr/>
          </p:nvCxnSpPr>
          <p:spPr>
            <a:xfrm>
              <a:off x="8498609" y="369074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B8B86FFF-3AEA-4F40-A0BA-78772312D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6985" y="386502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1CCE8630-7FF5-4A76-BECA-839923E04643}"/>
                </a:ext>
              </a:extLst>
            </p:cNvPr>
            <p:cNvCxnSpPr>
              <a:cxnSpLocks/>
            </p:cNvCxnSpPr>
            <p:nvPr/>
          </p:nvCxnSpPr>
          <p:spPr>
            <a:xfrm>
              <a:off x="8273681" y="395029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3CF72519-A88D-476B-86C5-BEC054896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15" y="412931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881B8381-FBC3-4F95-8251-80C707397204}"/>
                </a:ext>
              </a:extLst>
            </p:cNvPr>
            <p:cNvCxnSpPr>
              <a:cxnSpLocks/>
            </p:cNvCxnSpPr>
            <p:nvPr/>
          </p:nvCxnSpPr>
          <p:spPr>
            <a:xfrm>
              <a:off x="8016929" y="423843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206B615-0116-4C2E-9E38-527CD0B78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6929" y="4307143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E7FE03BE-F9D2-44E7-9A25-8B3C2E2B4766}"/>
                </a:ext>
              </a:extLst>
            </p:cNvPr>
            <p:cNvCxnSpPr>
              <a:cxnSpLocks/>
            </p:cNvCxnSpPr>
            <p:nvPr/>
          </p:nvCxnSpPr>
          <p:spPr>
            <a:xfrm>
              <a:off x="8266564" y="4298577"/>
              <a:ext cx="0" cy="3885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40389A6F-095A-456B-AAA9-258DDDD4884E}"/>
                </a:ext>
              </a:extLst>
            </p:cNvPr>
            <p:cNvCxnSpPr>
              <a:cxnSpLocks/>
            </p:cNvCxnSpPr>
            <p:nvPr/>
          </p:nvCxnSpPr>
          <p:spPr>
            <a:xfrm>
              <a:off x="8261630" y="465501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517EA43-8314-4424-BAFF-D0A1E6CAB941}"/>
                </a:ext>
              </a:extLst>
            </p:cNvPr>
            <p:cNvCxnSpPr>
              <a:cxnSpLocks/>
            </p:cNvCxnSpPr>
            <p:nvPr/>
          </p:nvCxnSpPr>
          <p:spPr>
            <a:xfrm>
              <a:off x="8513518" y="47752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BDCAC9E2-AA63-41D4-B0EE-2BB8A4182AFA}"/>
                </a:ext>
              </a:extLst>
            </p:cNvPr>
            <p:cNvCxnSpPr>
              <a:cxnSpLocks/>
            </p:cNvCxnSpPr>
            <p:nvPr/>
          </p:nvCxnSpPr>
          <p:spPr>
            <a:xfrm>
              <a:off x="8509130" y="493486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0B320EA7-D5D7-46E9-9B16-A299B13D9266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4655012"/>
              <a:ext cx="0" cy="3815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501C64CA-61CE-4434-8AC1-CE6340CB7FBD}"/>
                </a:ext>
              </a:extLst>
            </p:cNvPr>
            <p:cNvCxnSpPr>
              <a:cxnSpLocks/>
            </p:cNvCxnSpPr>
            <p:nvPr/>
          </p:nvCxnSpPr>
          <p:spPr>
            <a:xfrm>
              <a:off x="8477922" y="4566644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05D7D8E3-852E-45D7-B2A8-3BB36A8FC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2515" y="4036729"/>
              <a:ext cx="6094" cy="5688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B3017CFF-F495-430F-929C-4FDCAB88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082" y="3950298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4C69239F-8424-402A-9963-4A4231D96174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0" y="377743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046C31CE-ECFA-4838-8F91-8642F16EB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5170" y="3697054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FBE5FAF1-AF96-488A-A8E8-B0113273EC67}"/>
                </a:ext>
              </a:extLst>
            </p:cNvPr>
            <p:cNvCxnSpPr>
              <a:cxnSpLocks/>
            </p:cNvCxnSpPr>
            <p:nvPr/>
          </p:nvCxnSpPr>
          <p:spPr>
            <a:xfrm>
              <a:off x="8977940" y="3317083"/>
              <a:ext cx="0" cy="382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452">
              <a:extLst>
                <a:ext uri="{FF2B5EF4-FFF2-40B4-BE49-F238E27FC236}">
                  <a16:creationId xmlns:a16="http://schemas.microsoft.com/office/drawing/2014/main" id="{D86EC52B-3F3D-46B7-8EF3-4621DB100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8434" y="321615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277F4740-5FF2-482F-8B16-C6040F60E8DB}"/>
                </a:ext>
              </a:extLst>
            </p:cNvPr>
            <p:cNvCxnSpPr>
              <a:cxnSpLocks/>
            </p:cNvCxnSpPr>
            <p:nvPr/>
          </p:nvCxnSpPr>
          <p:spPr>
            <a:xfrm>
              <a:off x="9192253" y="3241981"/>
              <a:ext cx="0" cy="535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2B91502F-CABB-4CEF-9155-09390880F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3786" y="377630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452">
              <a:extLst>
                <a:ext uri="{FF2B5EF4-FFF2-40B4-BE49-F238E27FC236}">
                  <a16:creationId xmlns:a16="http://schemas.microsoft.com/office/drawing/2014/main" id="{49FCA47D-5AE5-41DF-B42E-EC0743B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8942627" y="38638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49A1BE14-EDEF-4779-98AB-BCD60718F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7743" y="404304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ED0C6542-C4C9-418C-ACC5-71D5D0DC8F07}"/>
                </a:ext>
              </a:extLst>
            </p:cNvPr>
            <p:cNvCxnSpPr>
              <a:cxnSpLocks/>
            </p:cNvCxnSpPr>
            <p:nvPr/>
          </p:nvCxnSpPr>
          <p:spPr>
            <a:xfrm>
              <a:off x="8727270" y="4147728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3F78170-540E-466E-A05B-D72147677881}"/>
                </a:ext>
              </a:extLst>
            </p:cNvPr>
            <p:cNvCxnSpPr>
              <a:cxnSpLocks/>
            </p:cNvCxnSpPr>
            <p:nvPr/>
          </p:nvCxnSpPr>
          <p:spPr>
            <a:xfrm>
              <a:off x="8712388" y="449998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FB8EA895-2A19-4CAC-9719-9D582808589D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589761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57FA4D18-270A-4AA9-AB5B-E2D0EEC3D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0647" y="4566644"/>
              <a:ext cx="946548" cy="386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F1516057-0101-4134-A67F-3ED0223B85DB}"/>
                </a:ext>
              </a:extLst>
            </p:cNvPr>
            <p:cNvCxnSpPr>
              <a:cxnSpLocks/>
            </p:cNvCxnSpPr>
            <p:nvPr/>
          </p:nvCxnSpPr>
          <p:spPr>
            <a:xfrm>
              <a:off x="9891923" y="456789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9B5C0ED5-14B9-47EB-8289-8DE5A2DBD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6981" y="4411299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4B35D7C6-A9DF-4309-AB8E-712D1B822E8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841" y="423385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35849830-FDF5-422E-B566-1C499602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5788" y="4244448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671E16D4-9E3D-4961-AE44-0BBC3B758B0D}"/>
                </a:ext>
              </a:extLst>
            </p:cNvPr>
            <p:cNvCxnSpPr>
              <a:cxnSpLocks/>
            </p:cNvCxnSpPr>
            <p:nvPr/>
          </p:nvCxnSpPr>
          <p:spPr>
            <a:xfrm>
              <a:off x="10141349" y="43522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B84A26E0-A74B-4665-A759-E82857845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9253" y="4054270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2DD046A-0350-4ED2-BD3B-AA692ED4C985}"/>
                </a:ext>
              </a:extLst>
            </p:cNvPr>
            <p:cNvCxnSpPr>
              <a:cxnSpLocks/>
            </p:cNvCxnSpPr>
            <p:nvPr/>
          </p:nvCxnSpPr>
          <p:spPr>
            <a:xfrm>
              <a:off x="10824278" y="38574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5519E7CC-39F2-4F86-8F9A-ED91635BA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8147" y="3872834"/>
              <a:ext cx="721536" cy="2656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84E6E13B-28D3-477D-8FCE-772BBF09FAFF}"/>
                </a:ext>
              </a:extLst>
            </p:cNvPr>
            <p:cNvCxnSpPr>
              <a:cxnSpLocks/>
            </p:cNvCxnSpPr>
            <p:nvPr/>
          </p:nvCxnSpPr>
          <p:spPr>
            <a:xfrm>
              <a:off x="9900843" y="404792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8056F5ED-8979-433E-AAC7-9AF53B52A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5395" y="4405747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74525937-7A85-4E17-99E4-58FD8CC9C5B2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451406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ABE059A6-1BFD-4C0D-98D8-DA45E21CF6E6}"/>
                </a:ext>
              </a:extLst>
            </p:cNvPr>
            <p:cNvCxnSpPr>
              <a:cxnSpLocks/>
            </p:cNvCxnSpPr>
            <p:nvPr/>
          </p:nvCxnSpPr>
          <p:spPr>
            <a:xfrm>
              <a:off x="8954675" y="441532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885D05AD-987F-4F35-8FDB-1AE5E63773D5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2493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210DBAEF-DFDD-4320-ABCD-6D5020081F99}"/>
                </a:ext>
              </a:extLst>
            </p:cNvPr>
            <p:cNvCxnSpPr>
              <a:cxnSpLocks/>
            </p:cNvCxnSpPr>
            <p:nvPr/>
          </p:nvCxnSpPr>
          <p:spPr>
            <a:xfrm>
              <a:off x="8956218" y="4229919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096757B1-79F3-4154-B4A5-4A7B7BF7FE76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3943847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AC4A3D00-F21C-4398-B443-0FE0392D3E32}"/>
                </a:ext>
              </a:extLst>
            </p:cNvPr>
            <p:cNvCxnSpPr>
              <a:cxnSpLocks/>
            </p:cNvCxnSpPr>
            <p:nvPr/>
          </p:nvCxnSpPr>
          <p:spPr>
            <a:xfrm>
              <a:off x="9215153" y="3969383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2A3F4C7F-B7FA-4692-A504-E22DB7138FE4}"/>
                </a:ext>
              </a:extLst>
            </p:cNvPr>
            <p:cNvCxnSpPr>
              <a:cxnSpLocks/>
            </p:cNvCxnSpPr>
            <p:nvPr/>
          </p:nvCxnSpPr>
          <p:spPr>
            <a:xfrm>
              <a:off x="9433921" y="4047926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C195C561-2A82-4B88-93B9-972060A95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0018" y="4307142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3C2F08F-B4E8-4651-9BF7-0C6BFA3785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3763" y="3950298"/>
              <a:ext cx="0" cy="3633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FA4216C-46A5-4A9C-BEFE-A13E5D13F681}"/>
                </a:ext>
              </a:extLst>
            </p:cNvPr>
            <p:cNvCxnSpPr>
              <a:cxnSpLocks/>
            </p:cNvCxnSpPr>
            <p:nvPr/>
          </p:nvCxnSpPr>
          <p:spPr>
            <a:xfrm>
              <a:off x="9420563" y="383449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A14CD123-63C3-405F-BE87-785F5E6159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4642" y="3317083"/>
              <a:ext cx="6546" cy="546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F66ED335-7DB6-4234-86E4-6F714525AA7B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333782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FAAF021D-B044-4158-A410-64D2E4472E21}"/>
                </a:ext>
              </a:extLst>
            </p:cNvPr>
            <p:cNvCxnSpPr>
              <a:cxnSpLocks/>
            </p:cNvCxnSpPr>
            <p:nvPr/>
          </p:nvCxnSpPr>
          <p:spPr>
            <a:xfrm>
              <a:off x="9696183" y="3421602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CE6ADB7D-C6D2-43F5-80A1-58AAE0E72250}"/>
                </a:ext>
              </a:extLst>
            </p:cNvPr>
            <p:cNvCxnSpPr>
              <a:cxnSpLocks/>
            </p:cNvCxnSpPr>
            <p:nvPr/>
          </p:nvCxnSpPr>
          <p:spPr>
            <a:xfrm>
              <a:off x="9902720" y="4043273"/>
              <a:ext cx="205427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5C188E0-1A8A-4803-A4CD-231ADFAE4B5B}"/>
                </a:ext>
              </a:extLst>
            </p:cNvPr>
            <p:cNvCxnSpPr>
              <a:cxnSpLocks/>
            </p:cNvCxnSpPr>
            <p:nvPr/>
          </p:nvCxnSpPr>
          <p:spPr>
            <a:xfrm>
              <a:off x="9685071" y="377220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95D0E99B-BEA0-487C-B016-81D09BD9E9BC}"/>
                </a:ext>
              </a:extLst>
            </p:cNvPr>
            <p:cNvCxnSpPr>
              <a:cxnSpLocks/>
            </p:cNvCxnSpPr>
            <p:nvPr/>
          </p:nvCxnSpPr>
          <p:spPr>
            <a:xfrm>
              <a:off x="9908909" y="3317083"/>
              <a:ext cx="0" cy="61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FDEA4EFE-4ACB-4403-83BA-15BEE2475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2633" y="321035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4585FE64-5DAE-4AE0-AA6C-DD835556C86A}"/>
                </a:ext>
              </a:extLst>
            </p:cNvPr>
            <p:cNvCxnSpPr>
              <a:cxnSpLocks/>
            </p:cNvCxnSpPr>
            <p:nvPr/>
          </p:nvCxnSpPr>
          <p:spPr>
            <a:xfrm>
              <a:off x="10118142" y="321856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19290FD1-8D6E-41E7-9641-485D45F65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098730" y="356917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12966B18-DEC5-4811-A75B-124ABAD5B4D9}"/>
                </a:ext>
              </a:extLst>
            </p:cNvPr>
            <p:cNvCxnSpPr>
              <a:cxnSpLocks/>
            </p:cNvCxnSpPr>
            <p:nvPr/>
          </p:nvCxnSpPr>
          <p:spPr>
            <a:xfrm>
              <a:off x="10354679" y="3337820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B6700EB3-3662-40A0-97EA-A316B992D88E}"/>
                </a:ext>
              </a:extLst>
            </p:cNvPr>
            <p:cNvCxnSpPr>
              <a:cxnSpLocks/>
            </p:cNvCxnSpPr>
            <p:nvPr/>
          </p:nvCxnSpPr>
          <p:spPr>
            <a:xfrm>
              <a:off x="10359567" y="3337820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EDB4CAD2-3146-40B3-AA2A-1EA302B18843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443" y="34181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2B2F9718-DAA5-4D01-BB1C-A81F4DB36153}"/>
                </a:ext>
              </a:extLst>
            </p:cNvPr>
            <p:cNvCxnSpPr>
              <a:cxnSpLocks/>
            </p:cNvCxnSpPr>
            <p:nvPr/>
          </p:nvCxnSpPr>
          <p:spPr>
            <a:xfrm>
              <a:off x="10588345" y="3591733"/>
              <a:ext cx="495184" cy="1826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1DF200A-E5AF-4CCD-AAB0-85418B4152AA}"/>
                </a:ext>
              </a:extLst>
            </p:cNvPr>
            <p:cNvCxnSpPr>
              <a:cxnSpLocks/>
            </p:cNvCxnSpPr>
            <p:nvPr/>
          </p:nvCxnSpPr>
          <p:spPr>
            <a:xfrm>
              <a:off x="11043843" y="3749838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B3835DC8-2E37-4D89-BD55-B1ED5A09B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405427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E6B1691-8284-4185-94B8-1906DD3F7B51}"/>
                </a:ext>
              </a:extLst>
            </p:cNvPr>
            <p:cNvCxnSpPr>
              <a:cxnSpLocks/>
            </p:cNvCxnSpPr>
            <p:nvPr/>
          </p:nvCxnSpPr>
          <p:spPr>
            <a:xfrm>
              <a:off x="11305177" y="3651362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A2A3D932-9FDD-4CA2-A335-48C8F6FE9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0192" y="3581896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DE7AABF9-E88F-4445-93BE-D05EE32B7F4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59293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504C8AC9-DC15-4075-A60B-9E453B55D44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0658" y="3677445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9969AA2-8BEC-469C-9026-32432FF94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4837" y="384733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2D7C6E3A-E396-4DC8-B50F-44BF21675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90608" y="3950298"/>
              <a:ext cx="528217" cy="2123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BA80F47C-04B7-4E6D-BEE7-B97AF2747F5C}"/>
                </a:ext>
              </a:extLst>
            </p:cNvPr>
            <p:cNvCxnSpPr>
              <a:cxnSpLocks/>
            </p:cNvCxnSpPr>
            <p:nvPr/>
          </p:nvCxnSpPr>
          <p:spPr>
            <a:xfrm>
              <a:off x="11517873" y="39748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E4D51BB4-9978-4C3D-B4C9-6AB7CA2D1503}"/>
                </a:ext>
              </a:extLst>
            </p:cNvPr>
            <p:cNvCxnSpPr>
              <a:cxnSpLocks/>
            </p:cNvCxnSpPr>
            <p:nvPr/>
          </p:nvCxnSpPr>
          <p:spPr>
            <a:xfrm>
              <a:off x="12010154" y="378503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D5E0C1D2-C75A-4586-B942-B9B0E9E73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77262" y="367182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FD481F37-0F00-47B9-A93E-2DF662C7C5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348991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3B7736F-1B37-4699-8C8B-8F31E7BD3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68693" y="3508792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01C3810-C83C-4A4F-BF3E-1697B3459E4D}"/>
                </a:ext>
              </a:extLst>
            </p:cNvPr>
            <p:cNvCxnSpPr>
              <a:cxnSpLocks/>
            </p:cNvCxnSpPr>
            <p:nvPr/>
          </p:nvCxnSpPr>
          <p:spPr>
            <a:xfrm>
              <a:off x="11977263" y="3233752"/>
              <a:ext cx="11778" cy="378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781C2353-8120-424A-8077-A14A684153E5}"/>
                </a:ext>
              </a:extLst>
            </p:cNvPr>
            <p:cNvCxnSpPr>
              <a:cxnSpLocks/>
            </p:cNvCxnSpPr>
            <p:nvPr/>
          </p:nvCxnSpPr>
          <p:spPr>
            <a:xfrm>
              <a:off x="11738386" y="314149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5A22211B-6F5F-45A0-BEC9-594A9D0792A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7792" y="3151075"/>
              <a:ext cx="10238" cy="3571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DF15F617-0874-48A6-92AA-0C6A3F80C39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41387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F2082F60-9841-4F4D-AD14-B819DC9F1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3413873"/>
              <a:ext cx="504736" cy="1887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0D7F799E-021E-45B7-9BBB-1AAC564403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91346" y="350345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40769969-7955-4FB3-A839-4B100D9CD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6985" y="3223846"/>
              <a:ext cx="723273" cy="2656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268C4BF7-316C-4625-9ED4-8D95A2C3554C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3133379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E5592EB7-7E4D-4ECF-B606-B9F2EF0ED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7075" y="3153570"/>
              <a:ext cx="519213" cy="1690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D04FA5DA-B9AD-4351-8C51-5045BB6F24ED}"/>
                </a:ext>
              </a:extLst>
            </p:cNvPr>
            <p:cNvCxnSpPr>
              <a:cxnSpLocks/>
            </p:cNvCxnSpPr>
            <p:nvPr/>
          </p:nvCxnSpPr>
          <p:spPr>
            <a:xfrm>
              <a:off x="10546221" y="3223857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E7B69CB-1524-488E-8324-D514A8804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4041" y="2948824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B650E6BF-35A8-4726-A08A-FD8EC5A9E6BA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276105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B6C1762A-E61F-42ED-8DC6-21DAC286E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1660" y="2790868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AE44C2A5-AFE5-48F5-991E-0AE3F75D4BDE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300" y="2150270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C3FA4331-CAC8-4866-8AB4-D3D94C5A2D7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5280" y="2062305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A410070-D73A-4869-AE53-A8ACFA42A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1151" y="2057239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452">
              <a:extLst>
                <a:ext uri="{FF2B5EF4-FFF2-40B4-BE49-F238E27FC236}">
                  <a16:creationId xmlns:a16="http://schemas.microsoft.com/office/drawing/2014/main" id="{E1BB98A4-5430-4421-96C9-AA61FC41908F}"/>
                </a:ext>
              </a:extLst>
            </p:cNvPr>
            <p:cNvCxnSpPr>
              <a:cxnSpLocks/>
            </p:cNvCxnSpPr>
            <p:nvPr/>
          </p:nvCxnSpPr>
          <p:spPr>
            <a:xfrm>
              <a:off x="9859854" y="206010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E2F144E-66EE-4793-ACFD-45F775A6235E}"/>
                </a:ext>
              </a:extLst>
            </p:cNvPr>
            <p:cNvCxnSpPr>
              <a:cxnSpLocks/>
            </p:cNvCxnSpPr>
            <p:nvPr/>
          </p:nvCxnSpPr>
          <p:spPr>
            <a:xfrm>
              <a:off x="9865622" y="188437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452">
              <a:extLst>
                <a:ext uri="{FF2B5EF4-FFF2-40B4-BE49-F238E27FC236}">
                  <a16:creationId xmlns:a16="http://schemas.microsoft.com/office/drawing/2014/main" id="{1560A7B0-DFB3-4438-873E-F69FA65D44B1}"/>
                </a:ext>
              </a:extLst>
            </p:cNvPr>
            <p:cNvCxnSpPr>
              <a:cxnSpLocks/>
            </p:cNvCxnSpPr>
            <p:nvPr/>
          </p:nvCxnSpPr>
          <p:spPr>
            <a:xfrm>
              <a:off x="9876912" y="188185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2752FB6A-B608-453C-910E-2EDB9C809E0B}"/>
                </a:ext>
              </a:extLst>
            </p:cNvPr>
            <p:cNvCxnSpPr>
              <a:cxnSpLocks/>
            </p:cNvCxnSpPr>
            <p:nvPr/>
          </p:nvCxnSpPr>
          <p:spPr>
            <a:xfrm>
              <a:off x="10121843" y="179915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1805415B-7A0C-49E2-B771-6464506679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90300" y="1712547"/>
              <a:ext cx="216425" cy="901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841B4022-1D52-49A8-8A6B-86B949A1BBA0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903" y="1711478"/>
              <a:ext cx="446938" cy="1693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280C781F-EF7C-4148-880A-99D081C27990}"/>
                </a:ext>
              </a:extLst>
            </p:cNvPr>
            <p:cNvCxnSpPr>
              <a:cxnSpLocks/>
            </p:cNvCxnSpPr>
            <p:nvPr/>
          </p:nvCxnSpPr>
          <p:spPr>
            <a:xfrm>
              <a:off x="10826437" y="1871823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2A3BB181-3940-4E74-B95F-626F7C032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3648" y="268529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5CC177BE-5D74-42B3-90A1-CE73526E69A1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681" y="2162808"/>
              <a:ext cx="0" cy="5093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ABC179F4-9C8B-4ABC-9737-11499A99B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1989590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61298CE4-CD8F-4045-8E35-9DEECB58C4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3941" y="1985701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432157A5-75FE-40A9-9484-199BC2B167F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8585" y="190814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7FF1D325-1C2F-4ECE-AA5F-D30B3139F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42272" y="1711478"/>
              <a:ext cx="507599" cy="1915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6E014183-E003-4437-AAD7-9C4A8ABF9C99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15386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EC0F40E3-E518-4121-B7B9-0F765C53B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1" y="1522739"/>
              <a:ext cx="1193190" cy="4553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452">
              <a:extLst>
                <a:ext uri="{FF2B5EF4-FFF2-40B4-BE49-F238E27FC236}">
                  <a16:creationId xmlns:a16="http://schemas.microsoft.com/office/drawing/2014/main" id="{A66F4CE5-4BCA-4DA6-A736-CDB537978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80520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58693723-E91C-4AAB-BCCE-BF5A418C2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0" y="1440629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D491D2C1-8D4F-413E-8735-8BBF1F34B779}"/>
                </a:ext>
              </a:extLst>
            </p:cNvPr>
            <p:cNvCxnSpPr>
              <a:cxnSpLocks/>
            </p:cNvCxnSpPr>
            <p:nvPr/>
          </p:nvCxnSpPr>
          <p:spPr>
            <a:xfrm>
              <a:off x="11754716" y="1351098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1874EC0E-B7D9-46CD-843D-4DE937B8B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8446" y="1358511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D8CFCC19-2E08-45E6-9A16-687F7C951DDE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425" y="1641450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452">
              <a:extLst>
                <a:ext uri="{FF2B5EF4-FFF2-40B4-BE49-F238E27FC236}">
                  <a16:creationId xmlns:a16="http://schemas.microsoft.com/office/drawing/2014/main" id="{19AA9DCB-08A8-4709-9EDB-A09EF43080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6" y="1167321"/>
              <a:ext cx="1154230" cy="4638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DA04D82E-D31E-492A-9743-419D60007BF1}"/>
                </a:ext>
              </a:extLst>
            </p:cNvPr>
            <p:cNvCxnSpPr>
              <a:cxnSpLocks/>
            </p:cNvCxnSpPr>
            <p:nvPr/>
          </p:nvCxnSpPr>
          <p:spPr>
            <a:xfrm>
              <a:off x="11484837" y="1080344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B0187A20-ADBD-4B11-BA91-970B567C6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7478" y="107222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1DCCF7A4-2E33-4A8C-B792-6B4E73EC664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77892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57416B53-7EAC-41D8-97F4-9300A4DA9A58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659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714C2DA1-0554-477D-ABBD-4D3D384A6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5" y="1224469"/>
              <a:ext cx="494419" cy="2179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18019EC2-A629-4E2B-A683-E26B93293BFA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293" y="1343469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8CED6CED-06A5-4F6E-8BDE-EA6D06D538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6183" y="1369148"/>
              <a:ext cx="690976" cy="253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452">
              <a:extLst>
                <a:ext uri="{FF2B5EF4-FFF2-40B4-BE49-F238E27FC236}">
                  <a16:creationId xmlns:a16="http://schemas.microsoft.com/office/drawing/2014/main" id="{1C856028-9107-4E70-800A-68621CA0A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0300" y="1535405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4CB2E9AB-6E44-4751-8D67-5D4802796A7B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159" y="154888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7722FF52-0A15-403B-8E1E-B64AC16612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1947" y="160930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25181AB1-713B-4DA1-94AF-A2D527096DD4}"/>
                </a:ext>
              </a:extLst>
            </p:cNvPr>
            <p:cNvCxnSpPr>
              <a:cxnSpLocks/>
            </p:cNvCxnSpPr>
            <p:nvPr/>
          </p:nvCxnSpPr>
          <p:spPr>
            <a:xfrm>
              <a:off x="9448920" y="1699304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3692DFC0-B17C-43E0-A889-E7D6FC488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729" y="17043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3D17623A-09FF-4820-864D-BD22304AFA0E}"/>
                </a:ext>
              </a:extLst>
            </p:cNvPr>
            <p:cNvCxnSpPr>
              <a:cxnSpLocks/>
            </p:cNvCxnSpPr>
            <p:nvPr/>
          </p:nvCxnSpPr>
          <p:spPr>
            <a:xfrm>
              <a:off x="8741496" y="1609306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539453C-E4EF-48E4-923A-CC4599B3A367}"/>
                </a:ext>
              </a:extLst>
            </p:cNvPr>
            <p:cNvCxnSpPr>
              <a:cxnSpLocks/>
            </p:cNvCxnSpPr>
            <p:nvPr/>
          </p:nvCxnSpPr>
          <p:spPr>
            <a:xfrm>
              <a:off x="8744376" y="161577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C3828CE9-08B1-4DA5-A2D4-5EBAAD7F31C6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87" y="1800537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E6F022CE-ADB1-4020-BFE3-CDDEA0EB55C3}"/>
                </a:ext>
              </a:extLst>
            </p:cNvPr>
            <p:cNvCxnSpPr>
              <a:cxnSpLocks/>
            </p:cNvCxnSpPr>
            <p:nvPr/>
          </p:nvCxnSpPr>
          <p:spPr>
            <a:xfrm>
              <a:off x="9203729" y="19708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4EB0678D-6223-433D-8E63-9C96AAD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8024954" y="1706382"/>
              <a:ext cx="1190199" cy="4431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9DBFC84D-94EE-4ED0-B043-115D6A6A0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996" y="1708471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2E3B2B42-F969-43E1-A09F-CC728EAFD96D}"/>
                </a:ext>
              </a:extLst>
            </p:cNvPr>
            <p:cNvCxnSpPr>
              <a:cxnSpLocks/>
            </p:cNvCxnSpPr>
            <p:nvPr/>
          </p:nvCxnSpPr>
          <p:spPr>
            <a:xfrm>
              <a:off x="7803881" y="1784470"/>
              <a:ext cx="1639268" cy="6579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452">
              <a:extLst>
                <a:ext uri="{FF2B5EF4-FFF2-40B4-BE49-F238E27FC236}">
                  <a16:creationId xmlns:a16="http://schemas.microsoft.com/office/drawing/2014/main" id="{F71F8ACC-3FC2-4CCF-8C43-D926EFBA2B14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243144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C86F8637-882E-426E-9A1E-4A6DA85C5F2C}"/>
                </a:ext>
              </a:extLst>
            </p:cNvPr>
            <p:cNvCxnSpPr>
              <a:cxnSpLocks/>
            </p:cNvCxnSpPr>
            <p:nvPr/>
          </p:nvCxnSpPr>
          <p:spPr>
            <a:xfrm>
              <a:off x="7799996" y="1952104"/>
              <a:ext cx="1662951" cy="6525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6B498BCE-CE82-4313-BD12-24C65048DB67}"/>
                </a:ext>
              </a:extLst>
            </p:cNvPr>
            <p:cNvCxnSpPr>
              <a:cxnSpLocks/>
            </p:cNvCxnSpPr>
            <p:nvPr/>
          </p:nvCxnSpPr>
          <p:spPr>
            <a:xfrm>
              <a:off x="7798664" y="194435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AD7BB1B0-7BA0-4175-B306-9140527AF596}"/>
                </a:ext>
              </a:extLst>
            </p:cNvPr>
            <p:cNvCxnSpPr>
              <a:cxnSpLocks/>
            </p:cNvCxnSpPr>
            <p:nvPr/>
          </p:nvCxnSpPr>
          <p:spPr>
            <a:xfrm>
              <a:off x="7776219" y="2124473"/>
              <a:ext cx="1456485" cy="5738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27C5C00B-8231-4552-A3FF-6760099A6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575" y="2718240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39FA43DE-9998-4CED-8BB0-319149E465EF}"/>
                </a:ext>
              </a:extLst>
            </p:cNvPr>
            <p:cNvCxnSpPr>
              <a:cxnSpLocks/>
            </p:cNvCxnSpPr>
            <p:nvPr/>
          </p:nvCxnSpPr>
          <p:spPr>
            <a:xfrm>
              <a:off x="7338064" y="214215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C1A9B266-1ED4-46EE-82AB-19D6C2C4D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90" y="215483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628172-7950-41FF-A35F-60203B5882BF}"/>
                </a:ext>
              </a:extLst>
            </p:cNvPr>
            <p:cNvCxnSpPr>
              <a:cxnSpLocks/>
            </p:cNvCxnSpPr>
            <p:nvPr/>
          </p:nvCxnSpPr>
          <p:spPr>
            <a:xfrm>
              <a:off x="7081765" y="223596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68170CAE-746B-41C9-BA23-7232287425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618" y="28807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9F215BBB-B93A-48D1-87E0-023E8B71EBA5}"/>
                </a:ext>
              </a:extLst>
            </p:cNvPr>
            <p:cNvCxnSpPr>
              <a:cxnSpLocks/>
            </p:cNvCxnSpPr>
            <p:nvPr/>
          </p:nvCxnSpPr>
          <p:spPr>
            <a:xfrm>
              <a:off x="7794921" y="2699329"/>
              <a:ext cx="718373" cy="2720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7603D580-E910-4953-8B38-C0F5853AE199}"/>
                </a:ext>
              </a:extLst>
            </p:cNvPr>
            <p:cNvCxnSpPr>
              <a:cxnSpLocks/>
            </p:cNvCxnSpPr>
            <p:nvPr/>
          </p:nvCxnSpPr>
          <p:spPr>
            <a:xfrm>
              <a:off x="4782538" y="3678549"/>
              <a:ext cx="1183061" cy="4674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C4F47820-54D4-46A9-91AB-C8D6D24A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1" y="3950298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31339822-AA9A-40E8-BADC-C8FE163CC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776" y="3525881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FB9074B6-C4D1-471D-8A65-3A273557F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0987" y="351132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0D4A8B52-F724-42FD-B319-0DE6FE528D52}"/>
                </a:ext>
              </a:extLst>
            </p:cNvPr>
            <p:cNvCxnSpPr>
              <a:cxnSpLocks/>
            </p:cNvCxnSpPr>
            <p:nvPr/>
          </p:nvCxnSpPr>
          <p:spPr>
            <a:xfrm>
              <a:off x="4086193" y="3600873"/>
              <a:ext cx="0" cy="368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388303E8-84CE-4807-BF25-144280D39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9017" y="397447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234A5AB3-D70E-4AA6-9CDD-C63F823A508D}"/>
                </a:ext>
              </a:extLst>
            </p:cNvPr>
            <p:cNvCxnSpPr>
              <a:cxnSpLocks/>
            </p:cNvCxnSpPr>
            <p:nvPr/>
          </p:nvCxnSpPr>
          <p:spPr>
            <a:xfrm>
              <a:off x="3166663" y="3785034"/>
              <a:ext cx="663692" cy="260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E680AA3B-536A-4D99-A840-7089E2E0B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73256" y="3591733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2E9DD33A-4251-4A66-A4DD-D3470D594A94}"/>
                </a:ext>
              </a:extLst>
            </p:cNvPr>
            <p:cNvCxnSpPr>
              <a:cxnSpLocks/>
            </p:cNvCxnSpPr>
            <p:nvPr/>
          </p:nvCxnSpPr>
          <p:spPr>
            <a:xfrm>
              <a:off x="3201324" y="3619534"/>
              <a:ext cx="663692" cy="260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3BF2B066-C970-451B-916E-DFEE75944072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6596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BE470A56-599F-42C0-B296-56913AEDB432}"/>
                </a:ext>
              </a:extLst>
            </p:cNvPr>
            <p:cNvCxnSpPr>
              <a:cxnSpLocks/>
            </p:cNvCxnSpPr>
            <p:nvPr/>
          </p:nvCxnSpPr>
          <p:spPr>
            <a:xfrm>
              <a:off x="3363077" y="3489461"/>
              <a:ext cx="492998" cy="1849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5962932B-5411-4E2E-A36C-6E8E9922D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228" y="3402314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D8519915-793F-4EDD-81BC-6AC0AFB4E322}"/>
                </a:ext>
              </a:extLst>
            </p:cNvPr>
            <p:cNvCxnSpPr>
              <a:cxnSpLocks/>
            </p:cNvCxnSpPr>
            <p:nvPr/>
          </p:nvCxnSpPr>
          <p:spPr>
            <a:xfrm>
              <a:off x="3617743" y="3407695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283C895C-519E-4090-9842-250DABE5E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856" y="341744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BE0D4A93-1583-4C02-B9A2-B64CA2C8BCAE}"/>
                </a:ext>
              </a:extLst>
            </p:cNvPr>
            <p:cNvCxnSpPr>
              <a:cxnSpLocks/>
            </p:cNvCxnSpPr>
            <p:nvPr/>
          </p:nvCxnSpPr>
          <p:spPr>
            <a:xfrm>
              <a:off x="3822088" y="3321726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52">
              <a:extLst>
                <a:ext uri="{FF2B5EF4-FFF2-40B4-BE49-F238E27FC236}">
                  <a16:creationId xmlns:a16="http://schemas.microsoft.com/office/drawing/2014/main" id="{61565ACE-2F2D-42AA-81CE-E6280E7DF5CA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14193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60E46081-2009-41B1-B3D8-9FE72C2F727C}"/>
                </a:ext>
              </a:extLst>
            </p:cNvPr>
            <p:cNvCxnSpPr>
              <a:cxnSpLocks/>
            </p:cNvCxnSpPr>
            <p:nvPr/>
          </p:nvCxnSpPr>
          <p:spPr>
            <a:xfrm>
              <a:off x="3628887" y="305532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81F14113-C129-46E8-A660-3939B3A15216}"/>
                </a:ext>
              </a:extLst>
            </p:cNvPr>
            <p:cNvCxnSpPr>
              <a:cxnSpLocks/>
            </p:cNvCxnSpPr>
            <p:nvPr/>
          </p:nvCxnSpPr>
          <p:spPr>
            <a:xfrm>
              <a:off x="3635706" y="2708202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9526C59E-87CE-4B82-A4D3-0B743309D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143" y="2597494"/>
              <a:ext cx="224838" cy="1005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6A50BADE-BD65-4198-91EE-2764DB729C2E}"/>
                </a:ext>
              </a:extLst>
            </p:cNvPr>
            <p:cNvCxnSpPr>
              <a:cxnSpLocks/>
            </p:cNvCxnSpPr>
            <p:nvPr/>
          </p:nvCxnSpPr>
          <p:spPr>
            <a:xfrm>
              <a:off x="3837614" y="2589874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03853287-4627-4223-A6EE-0B8444D48656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90" y="2960542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C61492A2-968F-4E5D-92D8-5B02667AD4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6107" y="304113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BD6B4D41-751C-498A-9920-2ADA04C6A628}"/>
                </a:ext>
              </a:extLst>
            </p:cNvPr>
            <p:cNvCxnSpPr>
              <a:cxnSpLocks/>
            </p:cNvCxnSpPr>
            <p:nvPr/>
          </p:nvCxnSpPr>
          <p:spPr>
            <a:xfrm>
              <a:off x="4079513" y="3225502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52">
              <a:extLst>
                <a:ext uri="{FF2B5EF4-FFF2-40B4-BE49-F238E27FC236}">
                  <a16:creationId xmlns:a16="http://schemas.microsoft.com/office/drawing/2014/main" id="{C061219D-FBD8-4180-AC70-D1D6938FBE50}"/>
                </a:ext>
              </a:extLst>
            </p:cNvPr>
            <p:cNvCxnSpPr>
              <a:cxnSpLocks/>
            </p:cNvCxnSpPr>
            <p:nvPr/>
          </p:nvCxnSpPr>
          <p:spPr>
            <a:xfrm>
              <a:off x="4304807" y="3141142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C799A679-64A1-4C28-8AAE-F85C221FF60D}"/>
                </a:ext>
              </a:extLst>
            </p:cNvPr>
            <p:cNvCxnSpPr>
              <a:cxnSpLocks/>
            </p:cNvCxnSpPr>
            <p:nvPr/>
          </p:nvCxnSpPr>
          <p:spPr>
            <a:xfrm>
              <a:off x="4321543" y="3148264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52">
              <a:extLst>
                <a:ext uri="{FF2B5EF4-FFF2-40B4-BE49-F238E27FC236}">
                  <a16:creationId xmlns:a16="http://schemas.microsoft.com/office/drawing/2014/main" id="{3A29969D-7675-430D-9E45-29F894541251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325517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B41FE399-6787-447A-8ED5-BA26DFF59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3644" y="3350573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5E3863C-47F0-4EC9-997C-C67BD2FD3FDA}"/>
                </a:ext>
              </a:extLst>
            </p:cNvPr>
            <p:cNvCxnSpPr>
              <a:cxnSpLocks/>
            </p:cNvCxnSpPr>
            <p:nvPr/>
          </p:nvCxnSpPr>
          <p:spPr>
            <a:xfrm>
              <a:off x="4784227" y="3351351"/>
              <a:ext cx="962083" cy="3596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98B8D45C-CA0D-4AE9-A102-1F846865B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9423" y="3640846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D2EC5EA-02CB-4077-9FC2-370EF06E7EE9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862445"/>
              <a:ext cx="0" cy="225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468EEA12-96E0-47D5-94EA-85C857631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128" y="2413189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0523A4AA-D672-447A-BFCC-89E19E0441D6}"/>
                </a:ext>
              </a:extLst>
            </p:cNvPr>
            <p:cNvCxnSpPr>
              <a:cxnSpLocks/>
            </p:cNvCxnSpPr>
            <p:nvPr/>
          </p:nvCxnSpPr>
          <p:spPr>
            <a:xfrm>
              <a:off x="3397597" y="258049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452">
              <a:extLst>
                <a:ext uri="{FF2B5EF4-FFF2-40B4-BE49-F238E27FC236}">
                  <a16:creationId xmlns:a16="http://schemas.microsoft.com/office/drawing/2014/main" id="{68EFC87B-401E-493C-8CDF-46A5EB6DC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9185" y="295882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D4A2E223-83CB-460A-9317-5436145F0A15}"/>
                </a:ext>
              </a:extLst>
            </p:cNvPr>
            <p:cNvCxnSpPr>
              <a:cxnSpLocks/>
            </p:cNvCxnSpPr>
            <p:nvPr/>
          </p:nvCxnSpPr>
          <p:spPr>
            <a:xfrm>
              <a:off x="2924640" y="2963545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9E10CDCF-5DBC-400F-89F3-D62AE066645D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276294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3B4467ED-760B-4F26-89B4-1F2A10D30C4D}"/>
                </a:ext>
              </a:extLst>
            </p:cNvPr>
            <p:cNvCxnSpPr>
              <a:cxnSpLocks/>
            </p:cNvCxnSpPr>
            <p:nvPr/>
          </p:nvCxnSpPr>
          <p:spPr>
            <a:xfrm>
              <a:off x="2944896" y="27909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B66BF97-0124-4E25-80C4-26EF632B1579}"/>
                </a:ext>
              </a:extLst>
            </p:cNvPr>
            <p:cNvCxnSpPr>
              <a:cxnSpLocks/>
            </p:cNvCxnSpPr>
            <p:nvPr/>
          </p:nvCxnSpPr>
          <p:spPr>
            <a:xfrm>
              <a:off x="3170824" y="250805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70D6F6D4-2076-4599-AEAB-ECD67874BBA7}"/>
                </a:ext>
              </a:extLst>
            </p:cNvPr>
            <p:cNvCxnSpPr>
              <a:cxnSpLocks/>
            </p:cNvCxnSpPr>
            <p:nvPr/>
          </p:nvCxnSpPr>
          <p:spPr>
            <a:xfrm>
              <a:off x="2213505" y="2149525"/>
              <a:ext cx="967268" cy="370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69E29C5A-A4BF-4274-978C-0F80861AE0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798" y="206209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452">
              <a:extLst>
                <a:ext uri="{FF2B5EF4-FFF2-40B4-BE49-F238E27FC236}">
                  <a16:creationId xmlns:a16="http://schemas.microsoft.com/office/drawing/2014/main" id="{E2AA541F-9BE0-41BC-95D9-B0B4E3A38A9A}"/>
                </a:ext>
              </a:extLst>
            </p:cNvPr>
            <p:cNvCxnSpPr>
              <a:cxnSpLocks/>
            </p:cNvCxnSpPr>
            <p:nvPr/>
          </p:nvCxnSpPr>
          <p:spPr>
            <a:xfrm>
              <a:off x="2443201" y="2058327"/>
              <a:ext cx="954396" cy="3731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2C9E7A76-8209-4FEA-A704-B11AAF6992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8862" y="232751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452">
              <a:extLst>
                <a:ext uri="{FF2B5EF4-FFF2-40B4-BE49-F238E27FC236}">
                  <a16:creationId xmlns:a16="http://schemas.microsoft.com/office/drawing/2014/main" id="{A567B133-28FE-4FAE-903A-6A8236F55B8E}"/>
                </a:ext>
              </a:extLst>
            </p:cNvPr>
            <p:cNvCxnSpPr>
              <a:cxnSpLocks/>
            </p:cNvCxnSpPr>
            <p:nvPr/>
          </p:nvCxnSpPr>
          <p:spPr>
            <a:xfrm>
              <a:off x="2430991" y="1887880"/>
              <a:ext cx="1206245" cy="454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5F75B954-8EFA-4145-9BCE-26FDFF191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400" y="1804753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6E88BE4C-4BE8-47EC-8EBA-E8A5F2E0FD7B}"/>
                </a:ext>
              </a:extLst>
            </p:cNvPr>
            <p:cNvCxnSpPr>
              <a:cxnSpLocks/>
            </p:cNvCxnSpPr>
            <p:nvPr/>
          </p:nvCxnSpPr>
          <p:spPr>
            <a:xfrm>
              <a:off x="2678468" y="1829011"/>
              <a:ext cx="1173208" cy="4274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31FF81B3-8D81-42D3-9304-4134A0E97A37}"/>
                </a:ext>
              </a:extLst>
            </p:cNvPr>
            <p:cNvCxnSpPr>
              <a:cxnSpLocks/>
            </p:cNvCxnSpPr>
            <p:nvPr/>
          </p:nvCxnSpPr>
          <p:spPr>
            <a:xfrm>
              <a:off x="3864462" y="2069756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D84C679D-42EE-42D4-A0FF-36302D4F2BD1}"/>
                </a:ext>
              </a:extLst>
            </p:cNvPr>
            <p:cNvCxnSpPr>
              <a:cxnSpLocks/>
            </p:cNvCxnSpPr>
            <p:nvPr/>
          </p:nvCxnSpPr>
          <p:spPr>
            <a:xfrm>
              <a:off x="2916907" y="1718354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E7B34806-B950-4230-8C49-34F013CE733E}"/>
                </a:ext>
              </a:extLst>
            </p:cNvPr>
            <p:cNvCxnSpPr>
              <a:cxnSpLocks/>
            </p:cNvCxnSpPr>
            <p:nvPr/>
          </p:nvCxnSpPr>
          <p:spPr>
            <a:xfrm>
              <a:off x="2930893" y="153540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DC7EA395-3C1B-42A2-946D-FF1865CCADEC}"/>
                </a:ext>
              </a:extLst>
            </p:cNvPr>
            <p:cNvCxnSpPr>
              <a:cxnSpLocks/>
            </p:cNvCxnSpPr>
            <p:nvPr/>
          </p:nvCxnSpPr>
          <p:spPr>
            <a:xfrm>
              <a:off x="2922563" y="1542795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3517F15B-50C8-43DD-B36A-B272922983A3}"/>
                </a:ext>
              </a:extLst>
            </p:cNvPr>
            <p:cNvCxnSpPr>
              <a:cxnSpLocks/>
            </p:cNvCxnSpPr>
            <p:nvPr/>
          </p:nvCxnSpPr>
          <p:spPr>
            <a:xfrm>
              <a:off x="3871762" y="17261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5E2F31D2-1F82-48AF-969E-9CEB72A6949C}"/>
                </a:ext>
              </a:extLst>
            </p:cNvPr>
            <p:cNvCxnSpPr>
              <a:cxnSpLocks/>
            </p:cNvCxnSpPr>
            <p:nvPr/>
          </p:nvCxnSpPr>
          <p:spPr>
            <a:xfrm>
              <a:off x="3155852" y="1435971"/>
              <a:ext cx="736895" cy="30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018F013-16C7-470E-891C-C45162934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6131" y="134752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D188C90A-3FFF-4F5F-8644-F18F731DD426}"/>
                </a:ext>
              </a:extLst>
            </p:cNvPr>
            <p:cNvCxnSpPr>
              <a:cxnSpLocks/>
            </p:cNvCxnSpPr>
            <p:nvPr/>
          </p:nvCxnSpPr>
          <p:spPr>
            <a:xfrm>
              <a:off x="3388919" y="978695"/>
              <a:ext cx="0" cy="39045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3A31150-FB4B-4563-8283-C80299EB5517}"/>
                </a:ext>
              </a:extLst>
            </p:cNvPr>
            <p:cNvCxnSpPr>
              <a:cxnSpLocks/>
            </p:cNvCxnSpPr>
            <p:nvPr/>
          </p:nvCxnSpPr>
          <p:spPr>
            <a:xfrm>
              <a:off x="3389230" y="100745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6F98D620-0598-4A51-A55D-2A2D1CDA1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523" y="99728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452">
              <a:extLst>
                <a:ext uri="{FF2B5EF4-FFF2-40B4-BE49-F238E27FC236}">
                  <a16:creationId xmlns:a16="http://schemas.microsoft.com/office/drawing/2014/main" id="{690EAC6A-E3C1-4FF8-9F09-AD8ED387DD55}"/>
                </a:ext>
              </a:extLst>
            </p:cNvPr>
            <p:cNvCxnSpPr>
              <a:cxnSpLocks/>
            </p:cNvCxnSpPr>
            <p:nvPr/>
          </p:nvCxnSpPr>
          <p:spPr>
            <a:xfrm>
              <a:off x="3851676" y="97803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FBD453A8-82BB-402C-B313-CF6357D16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5497" y="1166022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24324BBF-D66A-409F-8240-22261F650BD2}"/>
                </a:ext>
              </a:extLst>
            </p:cNvPr>
            <p:cNvCxnSpPr>
              <a:cxnSpLocks/>
            </p:cNvCxnSpPr>
            <p:nvPr/>
          </p:nvCxnSpPr>
          <p:spPr>
            <a:xfrm>
              <a:off x="3618591" y="12455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294ECCC2-3CE9-4CA5-B59D-314579B59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1650" y="133990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494059B6-A800-440D-8638-8E1DA63FC7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5" y="13334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452">
              <a:extLst>
                <a:ext uri="{FF2B5EF4-FFF2-40B4-BE49-F238E27FC236}">
                  <a16:creationId xmlns:a16="http://schemas.microsoft.com/office/drawing/2014/main" id="{70B9F76B-6114-48A9-A3F4-03BEABB99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632" y="1259592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E6EA6140-7DAD-44F3-B83D-570A422DE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7924" y="261936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A362B370-010F-480E-B21B-ECB75BFB9BC2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1257594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84AA407A-1A63-45BF-A2D7-0786921A6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6435" y="1345907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92DD9BB1-CFF0-4369-8945-A4DF81C28D7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600259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A59C8460-57C0-460C-981F-8BBB0E48F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2702" y="1534111"/>
              <a:ext cx="724372" cy="282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D7E167FF-28E7-4669-9E23-8A3904F27407}"/>
                </a:ext>
              </a:extLst>
            </p:cNvPr>
            <p:cNvCxnSpPr>
              <a:cxnSpLocks/>
            </p:cNvCxnSpPr>
            <p:nvPr/>
          </p:nvCxnSpPr>
          <p:spPr>
            <a:xfrm>
              <a:off x="4785275" y="15300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1061AD5A-D216-4677-8A01-D41C8CE8C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744" y="1597353"/>
              <a:ext cx="932645" cy="3883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EF21DF48-E624-4A19-838B-A9AF86F95A8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97181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E3583AB3-5981-4F10-8A58-0A0654315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2046" y="1778982"/>
              <a:ext cx="973223" cy="3945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650F49B1-A936-46C2-A2A2-F2CB0592E3BE}"/>
                </a:ext>
              </a:extLst>
            </p:cNvPr>
            <p:cNvCxnSpPr>
              <a:cxnSpLocks/>
            </p:cNvCxnSpPr>
            <p:nvPr/>
          </p:nvCxnSpPr>
          <p:spPr>
            <a:xfrm>
              <a:off x="4984660" y="1778936"/>
              <a:ext cx="286750" cy="1018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452">
              <a:extLst>
                <a:ext uri="{FF2B5EF4-FFF2-40B4-BE49-F238E27FC236}">
                  <a16:creationId xmlns:a16="http://schemas.microsoft.com/office/drawing/2014/main" id="{F83C9716-1B99-4226-94E5-CF0C8DB2E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836" y="1869573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Straight Connector 452">
              <a:extLst>
                <a:ext uri="{FF2B5EF4-FFF2-40B4-BE49-F238E27FC236}">
                  <a16:creationId xmlns:a16="http://schemas.microsoft.com/office/drawing/2014/main" id="{A8C662CA-85E5-44B4-9D7B-43C7BCDA3369}"/>
                </a:ext>
              </a:extLst>
            </p:cNvPr>
            <p:cNvCxnSpPr>
              <a:cxnSpLocks/>
            </p:cNvCxnSpPr>
            <p:nvPr/>
          </p:nvCxnSpPr>
          <p:spPr>
            <a:xfrm>
              <a:off x="4105380" y="235688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B971602A-25F5-4CE1-B124-AE0E318DC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744" y="1961484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7D26D927-80FF-4939-8D96-457BB1A773E1}"/>
                </a:ext>
              </a:extLst>
            </p:cNvPr>
            <p:cNvCxnSpPr>
              <a:cxnSpLocks/>
            </p:cNvCxnSpPr>
            <p:nvPr/>
          </p:nvCxnSpPr>
          <p:spPr>
            <a:xfrm>
              <a:off x="5518164" y="196148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D14254D9-8077-4D02-9D32-A8115B9E5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867" y="2146515"/>
              <a:ext cx="272033" cy="1182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B6927D16-1A8A-4583-AD88-9E03D8D9807C}"/>
                </a:ext>
              </a:extLst>
            </p:cNvPr>
            <p:cNvCxnSpPr>
              <a:cxnSpLocks/>
            </p:cNvCxnSpPr>
            <p:nvPr/>
          </p:nvCxnSpPr>
          <p:spPr>
            <a:xfrm>
              <a:off x="5265268" y="2258939"/>
              <a:ext cx="0" cy="3453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0A9A8037-370E-4425-84DB-9F55D8ECEDA2}"/>
                </a:ext>
              </a:extLst>
            </p:cNvPr>
            <p:cNvCxnSpPr>
              <a:cxnSpLocks/>
            </p:cNvCxnSpPr>
            <p:nvPr/>
          </p:nvCxnSpPr>
          <p:spPr>
            <a:xfrm>
              <a:off x="5022659" y="252793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5ED4436F-430C-49FF-A7E6-CF8623D4FBFB}"/>
                </a:ext>
              </a:extLst>
            </p:cNvPr>
            <p:cNvCxnSpPr>
              <a:cxnSpLocks/>
            </p:cNvCxnSpPr>
            <p:nvPr/>
          </p:nvCxnSpPr>
          <p:spPr>
            <a:xfrm>
              <a:off x="5029376" y="233551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CEC74DB-293A-435A-B0EB-4FBFAECF6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4299" y="2333665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65C22D82-BCC8-4A9C-B782-116F7E7B4D9B}"/>
                </a:ext>
              </a:extLst>
            </p:cNvPr>
            <p:cNvCxnSpPr>
              <a:cxnSpLocks/>
            </p:cNvCxnSpPr>
            <p:nvPr/>
          </p:nvCxnSpPr>
          <p:spPr>
            <a:xfrm>
              <a:off x="1497874" y="6762267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00B70F6A-8EB8-4915-9D98-3387E3D20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611" y="6971766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6CCC2D73-1F32-4AFE-B645-6FA3D42CC8DE}"/>
                </a:ext>
              </a:extLst>
            </p:cNvPr>
            <p:cNvCxnSpPr>
              <a:cxnSpLocks/>
            </p:cNvCxnSpPr>
            <p:nvPr/>
          </p:nvCxnSpPr>
          <p:spPr>
            <a:xfrm>
              <a:off x="1304152" y="702942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776154" y="2237730"/>
            <a:ext cx="11236719" cy="7762204"/>
            <a:chOff x="785679" y="2237730"/>
            <a:chExt cx="11236719" cy="7762204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70" y="9186863"/>
              <a:ext cx="257705" cy="80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7363" y="9186863"/>
              <a:ext cx="1366306" cy="552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09EE7087-ABA4-48C0-874C-1CD8F8D12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950" y="9639300"/>
              <a:ext cx="252414" cy="1000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C55C11AF-3171-49C9-8BE1-15900A770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9411494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930752"/>
              <a:ext cx="211308" cy="77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9FAA4E88-B061-402D-B25B-774AC8865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588" y="9439275"/>
              <a:ext cx="672570" cy="2664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F87BFF92-2FD1-469F-A450-89AE65FB8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699" y="970568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913E1B9D-841F-4E78-861F-54CE2679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31" y="9705680"/>
              <a:ext cx="49764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D3ECAD35-B1FF-481A-B8F6-F3F0A40D7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4873" y="9719571"/>
              <a:ext cx="462489" cy="2139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B80D2EAB-0841-45EA-B065-8EF0EFBC6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289" y="9367838"/>
              <a:ext cx="1407250" cy="5656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21FCF56B-79C5-4E7D-A961-426C763FD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274" y="9184482"/>
              <a:ext cx="0" cy="7251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7F1433AE-C88B-4E51-9BC4-C940DF66E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8779" y="8177917"/>
              <a:ext cx="7802" cy="5621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67C1315-C83D-4C6A-863C-54699C5134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679" y="8275883"/>
              <a:ext cx="291005" cy="106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CB2108FF-A9CB-4912-AA69-1888B07BD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661" y="8079102"/>
              <a:ext cx="501211" cy="2138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96613F6A-E468-444C-A92B-BF0467747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4887" y="7357377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19954FC9-18F4-47C3-8F0D-095FC1672DAF}"/>
                </a:ext>
              </a:extLst>
            </p:cNvPr>
            <p:cNvCxnSpPr>
              <a:cxnSpLocks/>
            </p:cNvCxnSpPr>
            <p:nvPr/>
          </p:nvCxnSpPr>
          <p:spPr>
            <a:xfrm>
              <a:off x="5241653" y="6703269"/>
              <a:ext cx="9324" cy="568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B8529CF7-E1F8-4C86-BA56-2C042A049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464529" cy="2100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24C5D29-1391-49F1-9826-6EE0822A43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319" y="6528411"/>
              <a:ext cx="931" cy="5846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158541C5-EDC8-40D7-AE10-A8C4C72EB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5333" y="7127078"/>
              <a:ext cx="930420" cy="3284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2EA95CEC-2D8B-4E6F-A6D3-A6EA9EB5785B}"/>
                </a:ext>
              </a:extLst>
            </p:cNvPr>
            <p:cNvCxnSpPr>
              <a:cxnSpLocks/>
            </p:cNvCxnSpPr>
            <p:nvPr/>
          </p:nvCxnSpPr>
          <p:spPr>
            <a:xfrm>
              <a:off x="2440916" y="6732914"/>
              <a:ext cx="738430" cy="301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BEBC1361-8C29-4F61-8851-7E4DEF7EE7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5173" y="9377564"/>
              <a:ext cx="1644742" cy="6223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09C9A292-80EC-46A7-8521-580FC7A51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871" y="9281717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2F2E8DE8-DF3A-44A3-8C30-3936FD0092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6028" y="9285393"/>
              <a:ext cx="1685707" cy="6145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09A3028E-A015-4512-9B02-4F44D7433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9088292"/>
              <a:ext cx="233342" cy="110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08222313-6839-4211-B64B-643F75AC9D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433" y="8887618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84FB25AC-361E-409B-B100-842A9F16C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4" y="8752410"/>
              <a:ext cx="464317" cy="1725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22FD30E4-EB9B-43D5-BED3-F8B9EBB5F5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6220" y="8624841"/>
              <a:ext cx="238979" cy="1222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10BF20EB-526E-4704-B710-5AA153F4B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5" y="8624841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D2E7135E-1E7C-4209-9991-602F8FB7B7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24356" y="8116688"/>
              <a:ext cx="241336" cy="77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0AF1FFC8-81A5-4569-8B92-9EA031A526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4680" y="8116688"/>
              <a:ext cx="1" cy="6947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765DF429-420D-4121-B1E0-5C460A747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7175" y="8739574"/>
              <a:ext cx="337007" cy="5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B79369CA-EE5C-4CFF-B00F-C7EA40ACF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138" y="7822554"/>
              <a:ext cx="5085" cy="921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32E3242F-88D4-416F-9CB7-6E369CE1E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844" y="8913597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DF6504BA-D277-4578-B135-707ACE4FE6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242" y="8446691"/>
              <a:ext cx="8120" cy="5794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452">
              <a:extLst>
                <a:ext uri="{FF2B5EF4-FFF2-40B4-BE49-F238E27FC236}">
                  <a16:creationId xmlns:a16="http://schemas.microsoft.com/office/drawing/2014/main" id="{E391604D-EED5-4E0C-897C-61CDDE9A21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252" y="8438791"/>
              <a:ext cx="229910" cy="1196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C41D9C04-398A-4CAC-9DE5-FD7525AA8E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5127" y="8311465"/>
              <a:ext cx="1304" cy="857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D09AEF4F-231A-4B8F-A927-69409EE19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6936" y="8194591"/>
              <a:ext cx="456035" cy="1879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2211F54-DC52-4CFE-ACFE-EF0C0E407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8483" y="6926574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939F61EC-0D98-464B-A646-745F103C4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520" y="6920943"/>
              <a:ext cx="1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0442B5C-3EE9-495E-BD25-1801DC749DB3}"/>
                </a:ext>
              </a:extLst>
            </p:cNvPr>
            <p:cNvCxnSpPr>
              <a:cxnSpLocks/>
            </p:cNvCxnSpPr>
            <p:nvPr/>
          </p:nvCxnSpPr>
          <p:spPr>
            <a:xfrm>
              <a:off x="2459137" y="7090882"/>
              <a:ext cx="705141" cy="2936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2B9EB893-F64B-4E0F-96D9-7B9A69691E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5859" y="7229076"/>
              <a:ext cx="2024" cy="365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F357BC24-A1CA-43D8-9500-C7AF881F2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8045" y="7256950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B5216216-BFE8-4320-99F2-0F0CD4740E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414" y="7263696"/>
              <a:ext cx="710201" cy="2866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A4168E8-36C6-46E4-B32B-664B022E8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1880" y="7299446"/>
              <a:ext cx="0" cy="170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56BA42D7-931A-43B7-8EC9-28F65E5170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4978" y="7271659"/>
              <a:ext cx="246980" cy="101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F665336D-4DDA-4416-A83D-F27A00639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8140" y="6907915"/>
              <a:ext cx="4293" cy="36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BFD5EE8-A3D2-4966-A8BF-E7DEFDB32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3626" y="692657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79C534D1-F960-4EF2-943D-6E5ECDB79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9058" y="664598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4D56A5DF-101B-495F-A0DB-E0C25B81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459136" y="6559823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B86C108-96EF-4C7A-8091-0A2E1D164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8717" y="6455756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52">
              <a:extLst>
                <a:ext uri="{FF2B5EF4-FFF2-40B4-BE49-F238E27FC236}">
                  <a16:creationId xmlns:a16="http://schemas.microsoft.com/office/drawing/2014/main" id="{BB07B305-8CDF-4468-85AD-1BE1B6B9E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131" y="6289979"/>
              <a:ext cx="0" cy="183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98D3F42E-5D3C-4ED5-B404-F78FD10AF8BE}"/>
                </a:ext>
              </a:extLst>
            </p:cNvPr>
            <p:cNvCxnSpPr>
              <a:cxnSpLocks/>
            </p:cNvCxnSpPr>
            <p:nvPr/>
          </p:nvCxnSpPr>
          <p:spPr>
            <a:xfrm>
              <a:off x="1956140" y="5308869"/>
              <a:ext cx="712113" cy="2853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452">
              <a:extLst>
                <a:ext uri="{FF2B5EF4-FFF2-40B4-BE49-F238E27FC236}">
                  <a16:creationId xmlns:a16="http://schemas.microsoft.com/office/drawing/2014/main" id="{C789544B-8B39-41AB-81C7-73C3CFA9E8D3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B956B80A-6B40-4135-8FF2-72866AF0E3AA}"/>
                </a:ext>
              </a:extLst>
            </p:cNvPr>
            <p:cNvCxnSpPr>
              <a:cxnSpLocks/>
            </p:cNvCxnSpPr>
            <p:nvPr/>
          </p:nvCxnSpPr>
          <p:spPr>
            <a:xfrm>
              <a:off x="1718483" y="5048459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60B6E432-FB27-4038-B6EF-2DE6EC0E8BE8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741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F17D81F0-97BA-4EE5-AFA1-B21BC687F037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61205"/>
              <a:ext cx="478324" cy="1929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9E87F229-C817-4F0C-AD34-693C0EF59097}"/>
                </a:ext>
              </a:extLst>
            </p:cNvPr>
            <p:cNvCxnSpPr>
              <a:cxnSpLocks/>
            </p:cNvCxnSpPr>
            <p:nvPr/>
          </p:nvCxnSpPr>
          <p:spPr>
            <a:xfrm>
              <a:off x="2211339" y="504594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5D952EDE-B1D1-4CC1-BB23-E00255DB1789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5227506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6559FE2F-A18A-41D4-A968-55E66754B3B0}"/>
                </a:ext>
              </a:extLst>
            </p:cNvPr>
            <p:cNvCxnSpPr>
              <a:cxnSpLocks/>
            </p:cNvCxnSpPr>
            <p:nvPr/>
          </p:nvCxnSpPr>
          <p:spPr>
            <a:xfrm>
              <a:off x="2453520" y="514972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189423BB-4853-4874-89FE-484EE432F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6772" y="5042170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92CF8293-E1F6-4ACF-A318-77A5C2768459}"/>
                </a:ext>
              </a:extLst>
            </p:cNvPr>
            <p:cNvCxnSpPr>
              <a:cxnSpLocks/>
            </p:cNvCxnSpPr>
            <p:nvPr/>
          </p:nvCxnSpPr>
          <p:spPr>
            <a:xfrm>
              <a:off x="1981553" y="4772997"/>
              <a:ext cx="712772" cy="2807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EF1AE695-0773-4901-B659-19E28F9E595B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459589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F0991097-2592-4F1F-B2D9-9C9DA8600899}"/>
                </a:ext>
              </a:extLst>
            </p:cNvPr>
            <p:cNvCxnSpPr>
              <a:cxnSpLocks/>
            </p:cNvCxnSpPr>
            <p:nvPr/>
          </p:nvCxnSpPr>
          <p:spPr>
            <a:xfrm>
              <a:off x="1971772" y="4611392"/>
              <a:ext cx="1428785" cy="545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16F6DBE9-10B7-4780-A573-EBBB01A6C2E8}"/>
                </a:ext>
              </a:extLst>
            </p:cNvPr>
            <p:cNvCxnSpPr>
              <a:cxnSpLocks/>
            </p:cNvCxnSpPr>
            <p:nvPr/>
          </p:nvCxnSpPr>
          <p:spPr>
            <a:xfrm>
              <a:off x="3400557" y="49837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3F4DD197-0D2D-4742-A335-91458D2E4FA0}"/>
                </a:ext>
              </a:extLst>
            </p:cNvPr>
            <p:cNvCxnSpPr>
              <a:cxnSpLocks/>
            </p:cNvCxnSpPr>
            <p:nvPr/>
          </p:nvCxnSpPr>
          <p:spPr>
            <a:xfrm>
              <a:off x="2923970" y="4782693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6427E9AE-7D17-46BF-993C-5C37F29B239D}"/>
                </a:ext>
              </a:extLst>
            </p:cNvPr>
            <p:cNvCxnSpPr>
              <a:cxnSpLocks/>
            </p:cNvCxnSpPr>
            <p:nvPr/>
          </p:nvCxnSpPr>
          <p:spPr>
            <a:xfrm>
              <a:off x="2943106" y="46305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1B906FAC-176F-433E-A21B-87C0D4ED5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325" y="460422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E1944782-E184-4B26-8A69-038FA546DEAE}"/>
                </a:ext>
              </a:extLst>
            </p:cNvPr>
            <p:cNvCxnSpPr>
              <a:cxnSpLocks/>
            </p:cNvCxnSpPr>
            <p:nvPr/>
          </p:nvCxnSpPr>
          <p:spPr>
            <a:xfrm>
              <a:off x="2209435" y="4502057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E16B9667-DA56-428F-845C-D15B93A05811}"/>
                </a:ext>
              </a:extLst>
            </p:cNvPr>
            <p:cNvCxnSpPr>
              <a:cxnSpLocks/>
            </p:cNvCxnSpPr>
            <p:nvPr/>
          </p:nvCxnSpPr>
          <p:spPr>
            <a:xfrm>
              <a:off x="2216369" y="4135065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BB4E9B4E-6A93-46CA-8A11-D92127A6B57E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4125200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4AB2D34C-B34B-4958-BCD1-B18501D3D783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76" y="3864054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6299AD9A-A6B8-4FDE-8465-36D92B0FC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5460" y="3788208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8D96A983-501A-4E15-AA3F-712DA0AB2E74}"/>
                </a:ext>
              </a:extLst>
            </p:cNvPr>
            <p:cNvCxnSpPr>
              <a:cxnSpLocks/>
            </p:cNvCxnSpPr>
            <p:nvPr/>
          </p:nvCxnSpPr>
          <p:spPr>
            <a:xfrm>
              <a:off x="2686164" y="3604216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92B4F014-37DB-4166-AB17-531958E9BE43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34" y="3504635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933D8B6D-B711-416A-BE3F-21913F94C1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0834" y="3516776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EF6250F-5A6E-4F74-80DD-55A5A8EE2109}"/>
                </a:ext>
              </a:extLst>
            </p:cNvPr>
            <p:cNvCxnSpPr>
              <a:cxnSpLocks/>
            </p:cNvCxnSpPr>
            <p:nvPr/>
          </p:nvCxnSpPr>
          <p:spPr>
            <a:xfrm>
              <a:off x="2221245" y="343629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3A28E0F6-9170-47BF-B4F9-2E221A7E83A7}"/>
                </a:ext>
              </a:extLst>
            </p:cNvPr>
            <p:cNvCxnSpPr>
              <a:cxnSpLocks/>
            </p:cNvCxnSpPr>
            <p:nvPr/>
          </p:nvCxnSpPr>
          <p:spPr>
            <a:xfrm>
              <a:off x="2000941" y="3333344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1E9F917-8051-41AD-B2BF-A34752646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2489" y="332592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95E8A1C1-1F62-4B74-9AC4-9F68935D494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409" y="3510413"/>
              <a:ext cx="0" cy="330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B3865D5A-8E2B-4546-BF8B-16A058368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3753" y="3768692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D0FEFC1F-F7C1-4211-BAE1-53C2ECD0BFF2}"/>
                </a:ext>
              </a:extLst>
            </p:cNvPr>
            <p:cNvCxnSpPr>
              <a:cxnSpLocks/>
            </p:cNvCxnSpPr>
            <p:nvPr/>
          </p:nvCxnSpPr>
          <p:spPr>
            <a:xfrm>
              <a:off x="1747036" y="3801917"/>
              <a:ext cx="7719" cy="347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6530EFBA-AFC9-4A20-BCA7-7A58670468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9612" y="403955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504DC01A-2612-4048-B7FE-5F516EE9A0C6}"/>
                </a:ext>
              </a:extLst>
            </p:cNvPr>
            <p:cNvCxnSpPr>
              <a:cxnSpLocks/>
            </p:cNvCxnSpPr>
            <p:nvPr/>
          </p:nvCxnSpPr>
          <p:spPr>
            <a:xfrm>
              <a:off x="1526117" y="4055178"/>
              <a:ext cx="0" cy="5562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11A52034-7A48-4C7F-99F3-1DC443264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794" y="460715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DA9E6A3E-591B-4A55-BE0A-9A37714EF5DA}"/>
                </a:ext>
              </a:extLst>
            </p:cNvPr>
            <p:cNvCxnSpPr>
              <a:cxnSpLocks/>
            </p:cNvCxnSpPr>
            <p:nvPr/>
          </p:nvCxnSpPr>
          <p:spPr>
            <a:xfrm>
              <a:off x="1272951" y="469114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6BB77226-BB1A-4A5B-9C01-BC18925333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053" y="4780899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C3F3FA25-013E-4141-8F15-34D854BCD5A5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66" y="460237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72B9EA19-71D7-46F0-8F05-80838B036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204" y="451698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604E7AD9-947A-44B8-9C4B-69E66D067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098" y="4332187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FB2C0E3B-BA0D-4B8D-83B5-0ABAF1BF22B1}"/>
                </a:ext>
              </a:extLst>
            </p:cNvPr>
            <p:cNvCxnSpPr>
              <a:cxnSpLocks/>
            </p:cNvCxnSpPr>
            <p:nvPr/>
          </p:nvCxnSpPr>
          <p:spPr>
            <a:xfrm>
              <a:off x="793098" y="415037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182B9E3-5A83-4D06-BE4B-FA8F9DB5A1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326" y="4160616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98948286-6EDE-48BC-BEF3-766D74E5883E}"/>
                </a:ext>
              </a:extLst>
            </p:cNvPr>
            <p:cNvCxnSpPr>
              <a:cxnSpLocks/>
            </p:cNvCxnSpPr>
            <p:nvPr/>
          </p:nvCxnSpPr>
          <p:spPr>
            <a:xfrm>
              <a:off x="1282428" y="415989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84F37A4B-872E-404E-9981-FDFBD71FF7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396" y="396220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A49C6254-FEFC-4A49-8F27-57B62BCA17A3}"/>
                </a:ext>
              </a:extLst>
            </p:cNvPr>
            <p:cNvCxnSpPr>
              <a:cxnSpLocks/>
            </p:cNvCxnSpPr>
            <p:nvPr/>
          </p:nvCxnSpPr>
          <p:spPr>
            <a:xfrm>
              <a:off x="806378" y="38079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B0BF047-3B70-4BE5-901A-0A3BAA97DE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468" y="379007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12081E40-9052-41C7-B13C-81EE1A3EEAC3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7955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DB54D9A5-283E-42E6-96EF-C8D9E49399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096" y="369989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1D5A6479-0AEF-482A-8E33-210C5FDE2B60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3" y="351677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B296B85A-3DAF-4E3E-98D4-50BCEA4C7C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152" y="3509185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9FB75D45-D83E-4E87-94B5-BB16A0084902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44354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BCDAC1-D3C4-42E1-ACD7-3CE8B0278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6090" y="334748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F73B6332-B0FB-4EA7-A9AB-AA9FF1323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48" y="324105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E861072A-90DF-4397-885D-87D0CA57ED1E}"/>
                </a:ext>
              </a:extLst>
            </p:cNvPr>
            <p:cNvCxnSpPr>
              <a:cxnSpLocks/>
            </p:cNvCxnSpPr>
            <p:nvPr/>
          </p:nvCxnSpPr>
          <p:spPr>
            <a:xfrm>
              <a:off x="1285577" y="305440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D6DD4833-5694-491D-BA12-83EE0A276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129" y="297412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F97053DB-0FD7-4022-9A4E-5CEC26B5D6CB}"/>
                </a:ext>
              </a:extLst>
            </p:cNvPr>
            <p:cNvCxnSpPr>
              <a:cxnSpLocks/>
            </p:cNvCxnSpPr>
            <p:nvPr/>
          </p:nvCxnSpPr>
          <p:spPr>
            <a:xfrm>
              <a:off x="1511761" y="277485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F2A041AD-8AB3-45E7-B31C-70F6696E2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1613" y="2616982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B9204FFB-0992-40CC-90F0-204CFF412BEE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25" y="2256791"/>
              <a:ext cx="0" cy="3627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424AC49B-A26B-4BE7-B432-4A940D4187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3271" y="2237730"/>
              <a:ext cx="492804" cy="191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38A64354-4815-41B9-93CA-FA8917737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083" y="2411366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F33C46A9-51FE-4C0D-939B-FD011135EF73}"/>
                </a:ext>
              </a:extLst>
            </p:cNvPr>
            <p:cNvCxnSpPr>
              <a:cxnSpLocks/>
            </p:cNvCxnSpPr>
            <p:nvPr/>
          </p:nvCxnSpPr>
          <p:spPr>
            <a:xfrm>
              <a:off x="2223180" y="250303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85783C3F-59C9-4188-92B1-90A5AD39F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41" y="2703235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B4822024-079B-437F-A05A-A8CFE959B314}"/>
                </a:ext>
              </a:extLst>
            </p:cNvPr>
            <p:cNvCxnSpPr>
              <a:cxnSpLocks/>
            </p:cNvCxnSpPr>
            <p:nvPr/>
          </p:nvCxnSpPr>
          <p:spPr>
            <a:xfrm>
              <a:off x="1732375" y="2868312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1B33733-F586-4BC6-A8D0-B5095CDBC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0465" y="3054470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59C70696-5706-4005-B149-B82531C6A4CA}"/>
                </a:ext>
              </a:extLst>
            </p:cNvPr>
            <p:cNvCxnSpPr>
              <a:cxnSpLocks/>
            </p:cNvCxnSpPr>
            <p:nvPr/>
          </p:nvCxnSpPr>
          <p:spPr>
            <a:xfrm>
              <a:off x="1523199" y="315825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2446C0FF-0369-4C4A-B7B3-2C345295F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680" y="3158112"/>
              <a:ext cx="471884" cy="1835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1E5B696-4697-4C4A-9017-6DDFB19C2DFF}"/>
                </a:ext>
              </a:extLst>
            </p:cNvPr>
            <p:cNvCxnSpPr>
              <a:cxnSpLocks/>
            </p:cNvCxnSpPr>
            <p:nvPr/>
          </p:nvCxnSpPr>
          <p:spPr>
            <a:xfrm>
              <a:off x="1983902" y="299183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2384B8C4-1FB8-4D1E-A942-617DCA267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552" y="2712524"/>
              <a:ext cx="695507" cy="2643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B9CD7AD3-270B-4241-B71D-AEA4E7C8E8EB}"/>
                </a:ext>
              </a:extLst>
            </p:cNvPr>
            <p:cNvCxnSpPr>
              <a:cxnSpLocks/>
            </p:cNvCxnSpPr>
            <p:nvPr/>
          </p:nvCxnSpPr>
          <p:spPr>
            <a:xfrm>
              <a:off x="2677059" y="2699903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7411CA7-0FB2-44A3-9C83-A0AADBE6F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801" y="2854226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EF019A9B-198A-4A58-B6CA-B695BBAA7485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34" y="305741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583242DB-FF77-4B7B-A9C2-48D1E702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3576" y="3057850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12C00B1D-A839-4B3C-8BE0-BF153A887F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7719" y="305564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624EEB04-A953-412D-9272-43DCA7EC9E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2072" y="314367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1F0A1450-B793-4BD5-A2FB-1D7524CA7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7784" y="3343368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E7C2ED33-5DFE-4316-B310-8696D5E32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923" y="333543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5471396B-EE47-46BC-A361-0732D5FC1AA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880" y="3332731"/>
              <a:ext cx="10855" cy="542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B546CE1C-6585-4102-AA69-A1933F7C5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795" y="387577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49BC8C9A-81BB-4149-B73F-AF6544DDEBCF}"/>
                </a:ext>
              </a:extLst>
            </p:cNvPr>
            <p:cNvCxnSpPr>
              <a:cxnSpLocks/>
            </p:cNvCxnSpPr>
            <p:nvPr/>
          </p:nvCxnSpPr>
          <p:spPr>
            <a:xfrm>
              <a:off x="2683863" y="396501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04D6EA17-B99F-43A7-AC7B-5DD8E239B6B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060" y="4161630"/>
              <a:ext cx="716080" cy="2807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15450A9D-E8B1-4371-9939-CD401F26115F}"/>
                </a:ext>
              </a:extLst>
            </p:cNvPr>
            <p:cNvCxnSpPr>
              <a:cxnSpLocks/>
            </p:cNvCxnSpPr>
            <p:nvPr/>
          </p:nvCxnSpPr>
          <p:spPr>
            <a:xfrm>
              <a:off x="3392490" y="424793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C7EFC64-53BB-4C7B-8F95-762F48BD1E3F}"/>
                </a:ext>
              </a:extLst>
            </p:cNvPr>
            <p:cNvCxnSpPr>
              <a:cxnSpLocks/>
            </p:cNvCxnSpPr>
            <p:nvPr/>
          </p:nvCxnSpPr>
          <p:spPr>
            <a:xfrm>
              <a:off x="2906621" y="4050466"/>
              <a:ext cx="500078" cy="218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17D64D56-2D4E-4CE3-98C9-3D2CD7DBF3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9925" y="3973534"/>
              <a:ext cx="250638" cy="996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377090D5-30AA-414F-866A-5B539A60F6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9379" y="3982105"/>
              <a:ext cx="468497" cy="1758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C503641-C7EB-4B38-B468-80F8DE21B582}"/>
                </a:ext>
              </a:extLst>
            </p:cNvPr>
            <p:cNvCxnSpPr>
              <a:cxnSpLocks/>
            </p:cNvCxnSpPr>
            <p:nvPr/>
          </p:nvCxnSpPr>
          <p:spPr>
            <a:xfrm>
              <a:off x="3607594" y="4150372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FF90084-5BCF-4539-82E8-07894EF7C7BD}"/>
                </a:ext>
              </a:extLst>
            </p:cNvPr>
            <p:cNvCxnSpPr>
              <a:cxnSpLocks/>
            </p:cNvCxnSpPr>
            <p:nvPr/>
          </p:nvCxnSpPr>
          <p:spPr>
            <a:xfrm>
              <a:off x="3629881" y="5227506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C3B6F1EF-76A2-482A-817C-3FA00A881D24}"/>
                </a:ext>
              </a:extLst>
            </p:cNvPr>
            <p:cNvCxnSpPr>
              <a:cxnSpLocks/>
            </p:cNvCxnSpPr>
            <p:nvPr/>
          </p:nvCxnSpPr>
          <p:spPr>
            <a:xfrm>
              <a:off x="3852362" y="4272959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C0A4A54-270B-4483-BC5A-6F06B4DE9E0A}"/>
                </a:ext>
              </a:extLst>
            </p:cNvPr>
            <p:cNvCxnSpPr>
              <a:cxnSpLocks/>
            </p:cNvCxnSpPr>
            <p:nvPr/>
          </p:nvCxnSpPr>
          <p:spPr>
            <a:xfrm>
              <a:off x="3836827" y="4230303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F57C41-B3B9-449A-9D56-976E20BCCF71}"/>
                </a:ext>
              </a:extLst>
            </p:cNvPr>
            <p:cNvCxnSpPr>
              <a:cxnSpLocks/>
            </p:cNvCxnSpPr>
            <p:nvPr/>
          </p:nvCxnSpPr>
          <p:spPr>
            <a:xfrm>
              <a:off x="4090463" y="4317120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810B2629-DD71-472E-AB35-ADAA12E5CB59}"/>
                </a:ext>
              </a:extLst>
            </p:cNvPr>
            <p:cNvCxnSpPr>
              <a:cxnSpLocks/>
            </p:cNvCxnSpPr>
            <p:nvPr/>
          </p:nvCxnSpPr>
          <p:spPr>
            <a:xfrm>
              <a:off x="4096908" y="539613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F79F55F0-F8EF-42E3-B137-4CAC9D68FE66}"/>
                </a:ext>
              </a:extLst>
            </p:cNvPr>
            <p:cNvCxnSpPr>
              <a:cxnSpLocks/>
            </p:cNvCxnSpPr>
            <p:nvPr/>
          </p:nvCxnSpPr>
          <p:spPr>
            <a:xfrm>
              <a:off x="4324017" y="5488757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3F414A69-C205-42A5-9608-9D33A5CB1BE3}"/>
                </a:ext>
              </a:extLst>
            </p:cNvPr>
            <p:cNvCxnSpPr>
              <a:cxnSpLocks/>
            </p:cNvCxnSpPr>
            <p:nvPr/>
          </p:nvCxnSpPr>
          <p:spPr>
            <a:xfrm>
              <a:off x="4308505" y="5851351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8A43448-37D7-4D9D-A52A-4A345773539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489" y="5585063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A5EF67A-A339-4EAD-8F3B-2BDE2E509671}"/>
                </a:ext>
              </a:extLst>
            </p:cNvPr>
            <p:cNvCxnSpPr>
              <a:cxnSpLocks/>
            </p:cNvCxnSpPr>
            <p:nvPr/>
          </p:nvCxnSpPr>
          <p:spPr>
            <a:xfrm>
              <a:off x="4543784" y="5586523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80B0C411-C1FC-41E3-BAC2-A563ED6F3627}"/>
                </a:ext>
              </a:extLst>
            </p:cNvPr>
            <p:cNvCxnSpPr>
              <a:cxnSpLocks/>
            </p:cNvCxnSpPr>
            <p:nvPr/>
          </p:nvCxnSpPr>
          <p:spPr>
            <a:xfrm>
              <a:off x="4774406" y="569620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7E6BEE9F-CD79-47D0-AEB6-036F52D9D0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7298" y="5794210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F3B634CF-1F7B-4560-ACA4-06E3209D2073}"/>
                </a:ext>
              </a:extLst>
            </p:cNvPr>
            <p:cNvCxnSpPr>
              <a:cxnSpLocks/>
            </p:cNvCxnSpPr>
            <p:nvPr/>
          </p:nvCxnSpPr>
          <p:spPr>
            <a:xfrm>
              <a:off x="5020240" y="5778714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0345A449-1718-465B-B791-C37021415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848" y="5788679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2118497D-D801-43A9-B8DA-119306EDA066}"/>
                </a:ext>
              </a:extLst>
            </p:cNvPr>
            <p:cNvCxnSpPr>
              <a:cxnSpLocks/>
            </p:cNvCxnSpPr>
            <p:nvPr/>
          </p:nvCxnSpPr>
          <p:spPr>
            <a:xfrm>
              <a:off x="4311119" y="5308869"/>
              <a:ext cx="1188197" cy="4832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BD41382E-4A65-43FE-8120-A3671236A214}"/>
                </a:ext>
              </a:extLst>
            </p:cNvPr>
            <p:cNvCxnSpPr>
              <a:cxnSpLocks/>
            </p:cNvCxnSpPr>
            <p:nvPr/>
          </p:nvCxnSpPr>
          <p:spPr>
            <a:xfrm>
              <a:off x="4317566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3E0F0683-E16F-4F15-BF3A-4E48360A364D}"/>
                </a:ext>
              </a:extLst>
            </p:cNvPr>
            <p:cNvCxnSpPr>
              <a:cxnSpLocks/>
            </p:cNvCxnSpPr>
            <p:nvPr/>
          </p:nvCxnSpPr>
          <p:spPr>
            <a:xfrm>
              <a:off x="4325984" y="5166201"/>
              <a:ext cx="1632386" cy="6168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890FEC4-3D2D-499B-86F1-84AD02561E6D}"/>
                </a:ext>
              </a:extLst>
            </p:cNvPr>
            <p:cNvCxnSpPr>
              <a:cxnSpLocks/>
            </p:cNvCxnSpPr>
            <p:nvPr/>
          </p:nvCxnSpPr>
          <p:spPr>
            <a:xfrm>
              <a:off x="5954564" y="56051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F7FFD5DC-3A38-4708-BD0A-BA1EA66AD21E}"/>
                </a:ext>
              </a:extLst>
            </p:cNvPr>
            <p:cNvCxnSpPr>
              <a:cxnSpLocks/>
            </p:cNvCxnSpPr>
            <p:nvPr/>
          </p:nvCxnSpPr>
          <p:spPr>
            <a:xfrm>
              <a:off x="4293261" y="495100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A004EE90-34A5-471B-88EB-D02378635798}"/>
                </a:ext>
              </a:extLst>
            </p:cNvPr>
            <p:cNvCxnSpPr>
              <a:cxnSpLocks/>
            </p:cNvCxnSpPr>
            <p:nvPr/>
          </p:nvCxnSpPr>
          <p:spPr>
            <a:xfrm>
              <a:off x="4319005" y="478555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DEAC9323-6DC6-40C5-8B88-645B8A5A2BE9}"/>
                </a:ext>
              </a:extLst>
            </p:cNvPr>
            <p:cNvCxnSpPr>
              <a:cxnSpLocks/>
            </p:cNvCxnSpPr>
            <p:nvPr/>
          </p:nvCxnSpPr>
          <p:spPr>
            <a:xfrm>
              <a:off x="4300004" y="479832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09620EC5-327E-4CED-A785-3A3A43569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273" y="5333898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7F10F5A8-B802-4240-B9DB-C331E434180A}"/>
                </a:ext>
              </a:extLst>
            </p:cNvPr>
            <p:cNvCxnSpPr>
              <a:cxnSpLocks/>
            </p:cNvCxnSpPr>
            <p:nvPr/>
          </p:nvCxnSpPr>
          <p:spPr>
            <a:xfrm>
              <a:off x="6203012" y="4787602"/>
              <a:ext cx="6201" cy="5363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6C7934C-EA1B-4EB5-86A4-BF718F8B357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056" y="469114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0AC2FDB2-6308-494F-987E-405A783DF666}"/>
                </a:ext>
              </a:extLst>
            </p:cNvPr>
            <p:cNvCxnSpPr>
              <a:cxnSpLocks/>
            </p:cNvCxnSpPr>
            <p:nvPr/>
          </p:nvCxnSpPr>
          <p:spPr>
            <a:xfrm>
              <a:off x="5978841" y="449822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6DDB77CD-8AB4-4E74-AAAB-B68B657444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6226" y="4410870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2A99AF77-47D7-4A22-BAE5-03F69BBAFFA3}"/>
                </a:ext>
              </a:extLst>
            </p:cNvPr>
            <p:cNvCxnSpPr>
              <a:cxnSpLocks/>
            </p:cNvCxnSpPr>
            <p:nvPr/>
          </p:nvCxnSpPr>
          <p:spPr>
            <a:xfrm>
              <a:off x="5749881" y="4440852"/>
              <a:ext cx="0" cy="5376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9DBC2A1C-DEB1-4077-B6E1-F100D6F2A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2171" y="4851274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EBD76ACE-B9A9-4E58-9072-35C7E44AFDBC}"/>
                </a:ext>
              </a:extLst>
            </p:cNvPr>
            <p:cNvCxnSpPr>
              <a:cxnSpLocks/>
            </p:cNvCxnSpPr>
            <p:nvPr/>
          </p:nvCxnSpPr>
          <p:spPr>
            <a:xfrm>
              <a:off x="5974529" y="4860791"/>
              <a:ext cx="0" cy="38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E6D0588-902D-4A01-A00E-903B5F6E4DF5}"/>
                </a:ext>
              </a:extLst>
            </p:cNvPr>
            <p:cNvCxnSpPr>
              <a:cxnSpLocks/>
            </p:cNvCxnSpPr>
            <p:nvPr/>
          </p:nvCxnSpPr>
          <p:spPr>
            <a:xfrm>
              <a:off x="5277596" y="4972259"/>
              <a:ext cx="699064" cy="2914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E85A3235-09D6-48AE-B794-317DB9B65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3703" y="486500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8E0E7848-7263-4551-B9BF-2A199A3700C5}"/>
                </a:ext>
              </a:extLst>
            </p:cNvPr>
            <p:cNvCxnSpPr>
              <a:cxnSpLocks/>
            </p:cNvCxnSpPr>
            <p:nvPr/>
          </p:nvCxnSpPr>
          <p:spPr>
            <a:xfrm>
              <a:off x="4798679" y="4605811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C322F9D-EDF9-461A-8733-CF19C389F6B9}"/>
                </a:ext>
              </a:extLst>
            </p:cNvPr>
            <p:cNvCxnSpPr>
              <a:cxnSpLocks/>
            </p:cNvCxnSpPr>
            <p:nvPr/>
          </p:nvCxnSpPr>
          <p:spPr>
            <a:xfrm>
              <a:off x="4810602" y="461701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A02C906C-5A09-4FEA-A031-A863662D4039}"/>
                </a:ext>
              </a:extLst>
            </p:cNvPr>
            <p:cNvCxnSpPr>
              <a:cxnSpLocks/>
            </p:cNvCxnSpPr>
            <p:nvPr/>
          </p:nvCxnSpPr>
          <p:spPr>
            <a:xfrm>
              <a:off x="4342360" y="4606024"/>
              <a:ext cx="468354" cy="201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6CE4B7D5-F208-4271-AF60-CEE7EECA364B}"/>
                </a:ext>
              </a:extLst>
            </p:cNvPr>
            <p:cNvCxnSpPr>
              <a:cxnSpLocks/>
            </p:cNvCxnSpPr>
            <p:nvPr/>
          </p:nvCxnSpPr>
          <p:spPr>
            <a:xfrm>
              <a:off x="4337533" y="44376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090E5FC5-98CE-4398-B316-B23EF646ED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193" y="4427113"/>
              <a:ext cx="241375" cy="1099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FB1C34A3-BD76-4361-9CA3-82A0CED71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2230" y="3988388"/>
              <a:ext cx="13338" cy="548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2FB8D05C-4461-4813-968D-F8E0A2FD80ED}"/>
                </a:ext>
              </a:extLst>
            </p:cNvPr>
            <p:cNvCxnSpPr>
              <a:cxnSpLocks/>
            </p:cNvCxnSpPr>
            <p:nvPr/>
          </p:nvCxnSpPr>
          <p:spPr>
            <a:xfrm>
              <a:off x="4779641" y="4444115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759B8F74-745E-447A-B4EE-E7A6480E0A1E}"/>
                </a:ext>
              </a:extLst>
            </p:cNvPr>
            <p:cNvCxnSpPr>
              <a:cxnSpLocks/>
            </p:cNvCxnSpPr>
            <p:nvPr/>
          </p:nvCxnSpPr>
          <p:spPr>
            <a:xfrm>
              <a:off x="5536260" y="45408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A443D164-20D5-4CA8-ADF2-267D42736D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2947" y="4343292"/>
              <a:ext cx="506664" cy="1983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C8E1102C-5D6A-4883-A1A3-58D0069DD42A}"/>
                </a:ext>
              </a:extLst>
            </p:cNvPr>
            <p:cNvCxnSpPr>
              <a:cxnSpLocks/>
            </p:cNvCxnSpPr>
            <p:nvPr/>
          </p:nvCxnSpPr>
          <p:spPr>
            <a:xfrm>
              <a:off x="4786109" y="4125200"/>
              <a:ext cx="0" cy="3348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A93C7B1-C081-476A-AA52-C3A3903DFD39}"/>
                </a:ext>
              </a:extLst>
            </p:cNvPr>
            <p:cNvCxnSpPr>
              <a:cxnSpLocks/>
            </p:cNvCxnSpPr>
            <p:nvPr/>
          </p:nvCxnSpPr>
          <p:spPr>
            <a:xfrm>
              <a:off x="4571258" y="3990370"/>
              <a:ext cx="229387" cy="827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2C507D4-B7A2-4F99-A95B-37E215A9F1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783" y="9365864"/>
              <a:ext cx="1447053" cy="551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202D98E9-FC8B-45B6-BA1D-5ADD420C9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2943" y="9891893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235202A0-DF59-4514-9BDC-14748D3D6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7473" y="8796635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C1AD9A5C-EBE5-4795-9C4D-DE0F944E6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7214" y="8892959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260C972E-182C-43E6-BBD4-90F3D9A74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05851" y="9096642"/>
              <a:ext cx="228297" cy="94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2DA18055-077A-4577-9251-B74724EAC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1172" y="9175935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2F307C0-5F39-49DB-9416-3568E7095D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8986" y="9183965"/>
              <a:ext cx="461330" cy="1934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509A4B47-E332-4AC8-8492-4ED8172D8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5654" y="8828768"/>
              <a:ext cx="3236" cy="3779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452">
              <a:extLst>
                <a:ext uri="{FF2B5EF4-FFF2-40B4-BE49-F238E27FC236}">
                  <a16:creationId xmlns:a16="http://schemas.microsoft.com/office/drawing/2014/main" id="{FDD3B74D-812E-4807-83E2-8D9608F59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5841" y="8734472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53BDB765-67C1-436D-AFC0-1A4C4B20AC89}"/>
                </a:ext>
              </a:extLst>
            </p:cNvPr>
            <p:cNvCxnSpPr>
              <a:cxnSpLocks/>
            </p:cNvCxnSpPr>
            <p:nvPr/>
          </p:nvCxnSpPr>
          <p:spPr>
            <a:xfrm>
              <a:off x="4545655" y="7715178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73C53623-1C01-44A6-9E41-25243565DA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6664" y="7709323"/>
              <a:ext cx="13752" cy="9390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AEEFFF19-FB8B-41BC-85BD-9B7FB02F16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7928" y="8624403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D0AFE8C5-9BD4-4D92-BBCF-5BEE40BE0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2065" y="8710789"/>
              <a:ext cx="3236" cy="3779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8E0DD07F-65EC-4CA4-886D-40AB04D2B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833" y="8991147"/>
              <a:ext cx="228297" cy="94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870E019E-2A4E-4D36-A165-3C66A5DED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9181" y="8624403"/>
              <a:ext cx="14134" cy="3949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452">
              <a:extLst>
                <a:ext uri="{FF2B5EF4-FFF2-40B4-BE49-F238E27FC236}">
                  <a16:creationId xmlns:a16="http://schemas.microsoft.com/office/drawing/2014/main" id="{5791F1C7-AE64-4F4A-8562-3F4BD817DF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2249" y="8533909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3C44A251-F79E-4B05-9E9A-6D61CEAD13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7566" y="8345883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369F42A3-F6E5-4E1F-96B8-831B0FDA59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371" y="8271520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02183B2-A703-4B67-9A13-093808D966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6073" y="824625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C9E9574A-84D6-4AF3-A9AC-D3FB6B3576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9359" y="8370802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D77616B-6CE0-4AB8-847C-9B4DCE56A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515" y="8349939"/>
              <a:ext cx="3899" cy="568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9DF4AB0D-4254-4E68-B477-A74624617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6043" y="8555276"/>
              <a:ext cx="6209" cy="530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74F88EE-7F54-4AA7-8F93-140207E3E5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4978" y="9001338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2F7AAFBA-C131-470F-9EC7-DFA029AD4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417" y="8271520"/>
              <a:ext cx="6209" cy="753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1994C0F-F1C2-4AD1-9DC3-421AD6ADC5C0}"/>
                </a:ext>
              </a:extLst>
            </p:cNvPr>
            <p:cNvCxnSpPr>
              <a:cxnSpLocks/>
            </p:cNvCxnSpPr>
            <p:nvPr/>
          </p:nvCxnSpPr>
          <p:spPr>
            <a:xfrm>
              <a:off x="2906621" y="8219219"/>
              <a:ext cx="247067" cy="70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8CB8382D-F65D-4C2E-A995-3DCDA26E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6052" y="8209519"/>
              <a:ext cx="5679" cy="8871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2585A762-A13E-4AB3-9E3C-A47F8F26CF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773" y="9075615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B39989A2-40E6-417E-B37A-FA3CD675A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084" y="8302086"/>
              <a:ext cx="233353" cy="986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7D7CD870-DAF7-40B1-ACBB-64003FD62B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0861" y="8382585"/>
              <a:ext cx="12948" cy="9028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B633BEE-F6E4-4380-8BBA-9BD6C8763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6485" y="9285393"/>
              <a:ext cx="504282" cy="1776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1E1E886D-2590-4F17-AE3B-49866192A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73" y="9267825"/>
              <a:ext cx="0" cy="210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37682F15-4D50-4B16-8CE2-FCF9AF097E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428" y="9175935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7B3EEBF0-6966-4236-B004-466FE7406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176" y="8474056"/>
              <a:ext cx="0" cy="6802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9BB5D477-DB5F-46CE-B45E-763A6EA9E1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4113" y="8207906"/>
              <a:ext cx="499571" cy="167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0E5FEC77-F500-4D89-B1AC-86616130F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973" y="7994729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DCB327BF-8688-4B99-86B3-96B345028F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217" y="7823936"/>
              <a:ext cx="1206616" cy="4541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43D619E4-A705-49C7-BD52-06CE266FB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274" y="7799206"/>
              <a:ext cx="0" cy="206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C57FEFFF-E1B8-4DBE-8E2A-A4DDD41CF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100" y="8003947"/>
              <a:ext cx="723595" cy="2880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7368949-3141-4CBB-89EB-FD2AD09E1D5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052" y="8005252"/>
              <a:ext cx="464005" cy="172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825E6841-899F-4FA9-93B3-ECDF0853C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638" y="7643553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A40E80EB-5EA8-4477-8939-517F673241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661" y="7550069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59275F7A-9560-4902-829D-381D9A9F079E}"/>
                </a:ext>
              </a:extLst>
            </p:cNvPr>
            <p:cNvCxnSpPr>
              <a:cxnSpLocks/>
            </p:cNvCxnSpPr>
            <p:nvPr/>
          </p:nvCxnSpPr>
          <p:spPr>
            <a:xfrm>
              <a:off x="4545655" y="7557751"/>
              <a:ext cx="478700" cy="1832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4EE9FCD4-EDB0-474A-91B5-84BC40CDB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8155" y="7548040"/>
              <a:ext cx="468560" cy="2024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7A9581A-8AD4-4D61-ADCB-38F89AAAA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161" y="7358199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4DE9879-1C40-41F6-BD8D-7FF321E32DBC}"/>
                </a:ext>
              </a:extLst>
            </p:cNvPr>
            <p:cNvCxnSpPr>
              <a:cxnSpLocks/>
            </p:cNvCxnSpPr>
            <p:nvPr/>
          </p:nvCxnSpPr>
          <p:spPr>
            <a:xfrm>
              <a:off x="5241653" y="7271659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DF504003-7C77-46AC-A765-A051E97C37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941" y="8370862"/>
              <a:ext cx="0" cy="206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52909F52-EFD8-464B-96C5-5F7E0811D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1101" y="8475036"/>
              <a:ext cx="233353" cy="986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F5C66DD0-2435-4DD4-9A86-75CF89A64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7022" y="7842213"/>
              <a:ext cx="943103" cy="3410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B4765448-E6CB-494A-BDDC-190CE5A063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7880" y="7117205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D99639FC-9178-4FA4-8ED8-91BD19817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4468" y="7020862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CE7E894D-A8EF-41D2-915A-647F1E0CFC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5245" y="7185043"/>
              <a:ext cx="0" cy="170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F17FD5AA-E8EF-42D0-93BB-5E87F4CBA2AB}"/>
                </a:ext>
              </a:extLst>
            </p:cNvPr>
            <p:cNvCxnSpPr>
              <a:cxnSpLocks/>
            </p:cNvCxnSpPr>
            <p:nvPr/>
          </p:nvCxnSpPr>
          <p:spPr>
            <a:xfrm>
              <a:off x="4075610" y="7000817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C9C9D8B5-A7F4-4C14-B819-639D226A4D7A}"/>
                </a:ext>
              </a:extLst>
            </p:cNvPr>
            <p:cNvCxnSpPr>
              <a:cxnSpLocks/>
            </p:cNvCxnSpPr>
            <p:nvPr/>
          </p:nvCxnSpPr>
          <p:spPr>
            <a:xfrm>
              <a:off x="5013189" y="4143608"/>
              <a:ext cx="506664" cy="1983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50BB0ED9-4450-4C20-AF8A-AFE08C62FAB2}"/>
                </a:ext>
              </a:extLst>
            </p:cNvPr>
            <p:cNvCxnSpPr>
              <a:cxnSpLocks/>
            </p:cNvCxnSpPr>
            <p:nvPr/>
          </p:nvCxnSpPr>
          <p:spPr>
            <a:xfrm>
              <a:off x="5024355" y="4152674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9695061" y="6829426"/>
            <a:ext cx="1382514" cy="54828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3" y="8677275"/>
            <a:ext cx="491424" cy="17342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V="1">
            <a:off x="7823048" y="8832109"/>
            <a:ext cx="0" cy="37460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5" y="9199167"/>
            <a:ext cx="484496" cy="2036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10140950"/>
            <a:ext cx="15875" cy="1936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6239" y="10220819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H="1" flipV="1">
            <a:off x="8522210" y="9124950"/>
            <a:ext cx="6350" cy="110141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>
            <a:off x="9658350" y="7182013"/>
            <a:ext cx="698500" cy="26961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>
            <a:off x="9665993" y="6455756"/>
            <a:ext cx="0" cy="72474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52">
            <a:extLst>
              <a:ext uri="{FF2B5EF4-FFF2-40B4-BE49-F238E27FC236}">
                <a16:creationId xmlns:a16="http://schemas.microsoft.com/office/drawing/2014/main" id="{734D425F-F52E-4A1C-B583-ED7509DF4005}"/>
              </a:ext>
            </a:extLst>
          </p:cNvPr>
          <p:cNvCxnSpPr>
            <a:cxnSpLocks/>
          </p:cNvCxnSpPr>
          <p:nvPr/>
        </p:nvCxnSpPr>
        <p:spPr>
          <a:xfrm>
            <a:off x="10366375" y="7451624"/>
            <a:ext cx="0" cy="38983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67B0089-EBB8-479F-99C5-EF0B1222A8DD}"/>
              </a:ext>
            </a:extLst>
          </p:cNvPr>
          <p:cNvCxnSpPr>
            <a:cxnSpLocks/>
          </p:cNvCxnSpPr>
          <p:nvPr/>
        </p:nvCxnSpPr>
        <p:spPr>
          <a:xfrm>
            <a:off x="10381205" y="7839706"/>
            <a:ext cx="707667" cy="23939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9915528" y="7826995"/>
            <a:ext cx="441322" cy="16773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452">
            <a:extLst>
              <a:ext uri="{FF2B5EF4-FFF2-40B4-BE49-F238E27FC236}">
                <a16:creationId xmlns:a16="http://schemas.microsoft.com/office/drawing/2014/main" id="{5FD48688-23EA-4EE7-BF38-DEBD2F3AA0CB}"/>
              </a:ext>
            </a:extLst>
          </p:cNvPr>
          <p:cNvCxnSpPr>
            <a:cxnSpLocks/>
          </p:cNvCxnSpPr>
          <p:nvPr/>
        </p:nvCxnSpPr>
        <p:spPr>
          <a:xfrm flipH="1" flipV="1">
            <a:off x="9445235" y="7839707"/>
            <a:ext cx="470293" cy="15502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6BAD5227-2D34-41BC-8927-033B9E0694D4}"/>
              </a:ext>
            </a:extLst>
          </p:cNvPr>
          <p:cNvCxnSpPr>
            <a:cxnSpLocks/>
          </p:cNvCxnSpPr>
          <p:nvPr/>
        </p:nvCxnSpPr>
        <p:spPr>
          <a:xfrm flipH="1">
            <a:off x="8754668" y="7839706"/>
            <a:ext cx="676759" cy="27698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 flipH="1">
            <a:off x="9909178" y="8924924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1037889" y="8253708"/>
            <a:ext cx="974982" cy="4162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8752410"/>
            <a:ext cx="466472" cy="1725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0107FA-E196-4B5C-BDF9-80753D472C4B}"/>
              </a:ext>
            </a:extLst>
          </p:cNvPr>
          <p:cNvSpPr txBox="1"/>
          <p:nvPr/>
        </p:nvSpPr>
        <p:spPr>
          <a:xfrm>
            <a:off x="6430072" y="6288793"/>
            <a:ext cx="150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Test4.5 (8.4.5)</a:t>
            </a:r>
          </a:p>
        </p:txBody>
      </p: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DE1815FD-67F5-4C46-AA43-938DEE642C70}"/>
              </a:ext>
            </a:extLst>
          </p:cNvPr>
          <p:cNvCxnSpPr>
            <a:cxnSpLocks/>
          </p:cNvCxnSpPr>
          <p:nvPr/>
        </p:nvCxnSpPr>
        <p:spPr>
          <a:xfrm flipH="1">
            <a:off x="8500496" y="8763985"/>
            <a:ext cx="956497" cy="38086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811EFD05-3C0C-4D51-8B85-805CB7F713CE}"/>
              </a:ext>
            </a:extLst>
          </p:cNvPr>
          <p:cNvCxnSpPr>
            <a:cxnSpLocks/>
          </p:cNvCxnSpPr>
          <p:nvPr/>
        </p:nvCxnSpPr>
        <p:spPr>
          <a:xfrm flipV="1">
            <a:off x="9647873" y="6348691"/>
            <a:ext cx="261305" cy="11057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3AC68386-0065-4E91-ADAB-FA02FF25CEAE}"/>
              </a:ext>
            </a:extLst>
          </p:cNvPr>
          <p:cNvCxnSpPr>
            <a:cxnSpLocks/>
          </p:cNvCxnSpPr>
          <p:nvPr/>
        </p:nvCxnSpPr>
        <p:spPr>
          <a:xfrm>
            <a:off x="7386216" y="7586005"/>
            <a:ext cx="1384035" cy="53728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AECA5736-62EF-4034-BAB8-38A7D8834BE4}"/>
              </a:ext>
            </a:extLst>
          </p:cNvPr>
          <p:cNvCxnSpPr>
            <a:cxnSpLocks/>
          </p:cNvCxnSpPr>
          <p:nvPr/>
        </p:nvCxnSpPr>
        <p:spPr>
          <a:xfrm flipH="1">
            <a:off x="11084113" y="8055750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14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241657" y="989943"/>
            <a:ext cx="11010829" cy="7030106"/>
            <a:chOff x="1247611" y="978038"/>
            <a:chExt cx="11010829" cy="7030106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572" y="7544196"/>
              <a:ext cx="1187451" cy="4639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87590FD-2FAB-4CC2-9DA6-3A841BEB3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4611" y="7829550"/>
              <a:ext cx="476380" cy="1785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C27E2CE-C925-4D85-8444-0F7B451F1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6753" y="7829550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5441" y="7829550"/>
              <a:ext cx="261277" cy="103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7101198"/>
              <a:ext cx="7712" cy="72835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7AD16BC-1A9D-40BF-A178-A848EDC3B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6153" y="7365802"/>
              <a:ext cx="474862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4667" y="7365802"/>
              <a:ext cx="477439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95429C25-EF53-49F6-B094-0C0B53C64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9242" y="7358656"/>
              <a:ext cx="1421381" cy="5601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9D81F07A-29D4-4475-8514-A4973CDE5F4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82" y="538505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6BDE07E8-18A2-4891-BA40-9BA57281398F}"/>
                </a:ext>
              </a:extLst>
            </p:cNvPr>
            <p:cNvCxnSpPr>
              <a:cxnSpLocks/>
            </p:cNvCxnSpPr>
            <p:nvPr/>
          </p:nvCxnSpPr>
          <p:spPr>
            <a:xfrm>
              <a:off x="2660248" y="520887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CDE6EB1A-CFFF-4544-AFF1-29A1C94DA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6481" y="5093469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75E3424-CBBC-4E85-A9C3-E0D58B3F0EEF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5117678"/>
              <a:ext cx="1150530" cy="4556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503EF3CB-9D12-4C0B-A7A0-B4CA5FA4FB0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5562557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5E8660A0-A562-4C92-983B-97E4437E1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7143" y="5905537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F0821FC3-73EE-4A7B-8B25-DC5311526D56}"/>
                </a:ext>
              </a:extLst>
            </p:cNvPr>
            <p:cNvCxnSpPr>
              <a:cxnSpLocks/>
            </p:cNvCxnSpPr>
            <p:nvPr/>
          </p:nvCxnSpPr>
          <p:spPr>
            <a:xfrm>
              <a:off x="3858309" y="603267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E6D15A51-DFC6-4329-8AEF-AEC28998D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6884" y="6003224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46D38661-B6E4-4F33-86B0-89CDCEF7F6A2}"/>
                </a:ext>
              </a:extLst>
            </p:cNvPr>
            <p:cNvCxnSpPr>
              <a:cxnSpLocks/>
            </p:cNvCxnSpPr>
            <p:nvPr/>
          </p:nvCxnSpPr>
          <p:spPr>
            <a:xfrm>
              <a:off x="4303660" y="6001653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6F126A79-5197-458B-B14E-95EF08DA79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5070" y="5933449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6BC09608-A6A4-4BFD-8D42-F2E8B0342396}"/>
                </a:ext>
              </a:extLst>
            </p:cNvPr>
            <p:cNvCxnSpPr>
              <a:cxnSpLocks/>
            </p:cNvCxnSpPr>
            <p:nvPr/>
          </p:nvCxnSpPr>
          <p:spPr>
            <a:xfrm>
              <a:off x="5022581" y="593205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356C5274-0081-4D2C-8126-2B72F69E2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025" y="5837588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2C0C1001-AC77-41F3-B125-E2D3E3AC064A}"/>
                </a:ext>
              </a:extLst>
            </p:cNvPr>
            <p:cNvCxnSpPr>
              <a:cxnSpLocks/>
            </p:cNvCxnSpPr>
            <p:nvPr/>
          </p:nvCxnSpPr>
          <p:spPr>
            <a:xfrm>
              <a:off x="5707489" y="583758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0499D13D-9EBE-4281-B7B3-B8710C5FD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9087" y="5824376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DE387E6-A42C-4276-B275-B40C2154F51F}"/>
                </a:ext>
              </a:extLst>
            </p:cNvPr>
            <p:cNvCxnSpPr>
              <a:cxnSpLocks/>
            </p:cNvCxnSpPr>
            <p:nvPr/>
          </p:nvCxnSpPr>
          <p:spPr>
            <a:xfrm>
              <a:off x="6199441" y="5476943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8E33D461-028C-4454-A295-3339AD72B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548" y="5385055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1228E330-99AC-4B8F-93D3-69EF870EF430}"/>
                </a:ext>
              </a:extLst>
            </p:cNvPr>
            <p:cNvCxnSpPr>
              <a:cxnSpLocks/>
            </p:cNvCxnSpPr>
            <p:nvPr/>
          </p:nvCxnSpPr>
          <p:spPr>
            <a:xfrm>
              <a:off x="6420301" y="4687095"/>
              <a:ext cx="0" cy="6989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E45E1B22-26E3-4F1C-8858-931CC136282B}"/>
                </a:ext>
              </a:extLst>
            </p:cNvPr>
            <p:cNvCxnSpPr>
              <a:cxnSpLocks/>
            </p:cNvCxnSpPr>
            <p:nvPr/>
          </p:nvCxnSpPr>
          <p:spPr>
            <a:xfrm>
              <a:off x="6159104" y="456779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0B985A70-6E89-4DE0-ACC5-3988D7D2807C}"/>
                </a:ext>
              </a:extLst>
            </p:cNvPr>
            <p:cNvCxnSpPr>
              <a:cxnSpLocks/>
            </p:cNvCxnSpPr>
            <p:nvPr/>
          </p:nvCxnSpPr>
          <p:spPr>
            <a:xfrm>
              <a:off x="6188857" y="439161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5F4B8FD4-8276-4E66-A89B-FCD66396F1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863604"/>
              <a:ext cx="1399109" cy="5476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BD3D0409-10A4-4A14-9077-01861F119C2D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69660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59D35060-090C-4A1A-8EFF-2F750D758AA7}"/>
                </a:ext>
              </a:extLst>
            </p:cNvPr>
            <p:cNvCxnSpPr>
              <a:cxnSpLocks/>
            </p:cNvCxnSpPr>
            <p:nvPr/>
          </p:nvCxnSpPr>
          <p:spPr>
            <a:xfrm>
              <a:off x="4783644" y="3514077"/>
              <a:ext cx="1191626" cy="4565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4A7EF9A4-7780-4E61-8FB3-2716B683C418}"/>
                </a:ext>
              </a:extLst>
            </p:cNvPr>
            <p:cNvCxnSpPr>
              <a:cxnSpLocks/>
            </p:cNvCxnSpPr>
            <p:nvPr/>
          </p:nvCxnSpPr>
          <p:spPr>
            <a:xfrm>
              <a:off x="4309179" y="3504040"/>
              <a:ext cx="249161" cy="956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FC345482-3F2C-424F-B664-77AD749C8510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3153570"/>
              <a:ext cx="1152346" cy="4707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EA56CC1B-C7B5-4E2C-A39B-8F71F49CE10D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29807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49D81844-4ED7-4375-B63F-03A03507D74D}"/>
                </a:ext>
              </a:extLst>
            </p:cNvPr>
            <p:cNvCxnSpPr>
              <a:cxnSpLocks/>
            </p:cNvCxnSpPr>
            <p:nvPr/>
          </p:nvCxnSpPr>
          <p:spPr>
            <a:xfrm>
              <a:off x="4565070" y="2860427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547EFA0A-B3AD-4AB4-8138-98E1FC57EEFD}"/>
                </a:ext>
              </a:extLst>
            </p:cNvPr>
            <p:cNvCxnSpPr>
              <a:cxnSpLocks/>
            </p:cNvCxnSpPr>
            <p:nvPr/>
          </p:nvCxnSpPr>
          <p:spPr>
            <a:xfrm>
              <a:off x="4072702" y="2855147"/>
              <a:ext cx="522521" cy="2349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E5B5195A-9C76-42A8-9F21-F0F7D702A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79187" y="2685026"/>
              <a:ext cx="1503" cy="1718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02F18DA1-9382-4890-A510-56E7BB8D42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120" y="2408123"/>
              <a:ext cx="468326" cy="2083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56F50D4-0B00-47FB-BF76-BD6A4A76B683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528820"/>
              <a:ext cx="710786" cy="286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11EDAFC5-131B-40BE-A3B3-B18253643F48}"/>
                </a:ext>
              </a:extLst>
            </p:cNvPr>
            <p:cNvCxnSpPr>
              <a:cxnSpLocks/>
            </p:cNvCxnSpPr>
            <p:nvPr/>
          </p:nvCxnSpPr>
          <p:spPr>
            <a:xfrm>
              <a:off x="5269739" y="279463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E4544E16-8869-49AB-81C7-7CE5494AA481}"/>
                </a:ext>
              </a:extLst>
            </p:cNvPr>
            <p:cNvCxnSpPr>
              <a:cxnSpLocks/>
            </p:cNvCxnSpPr>
            <p:nvPr/>
          </p:nvCxnSpPr>
          <p:spPr>
            <a:xfrm>
              <a:off x="5271410" y="296090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08CBC7D8-F283-4C6F-BD62-4F7A894ECE8E}"/>
                </a:ext>
              </a:extLst>
            </p:cNvPr>
            <p:cNvCxnSpPr>
              <a:cxnSpLocks/>
            </p:cNvCxnSpPr>
            <p:nvPr/>
          </p:nvCxnSpPr>
          <p:spPr>
            <a:xfrm>
              <a:off x="5498703" y="2528820"/>
              <a:ext cx="5239" cy="5467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7DA7C6B0-6546-4A99-A43D-5D795331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494422" y="253520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BF227E1C-0F9D-4651-8925-1E376F3467BF}"/>
                </a:ext>
              </a:extLst>
            </p:cNvPr>
            <p:cNvCxnSpPr>
              <a:cxnSpLocks/>
            </p:cNvCxnSpPr>
            <p:nvPr/>
          </p:nvCxnSpPr>
          <p:spPr>
            <a:xfrm>
              <a:off x="5737055" y="2655487"/>
              <a:ext cx="0" cy="3216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E7EA12BC-F266-4A84-80B3-D98AB824E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2521" y="2857407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EF45C68E-0FB8-40A6-9679-AB2584ABFFA9}"/>
                </a:ext>
              </a:extLst>
            </p:cNvPr>
            <p:cNvCxnSpPr>
              <a:cxnSpLocks/>
            </p:cNvCxnSpPr>
            <p:nvPr/>
          </p:nvCxnSpPr>
          <p:spPr>
            <a:xfrm>
              <a:off x="5967964" y="270820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F5F97AAF-15BE-4DFF-9FD5-2C5D04795C97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09" y="270091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EF952817-6732-4724-AA1D-B2CC4E994721}"/>
                </a:ext>
              </a:extLst>
            </p:cNvPr>
            <p:cNvCxnSpPr>
              <a:cxnSpLocks/>
            </p:cNvCxnSpPr>
            <p:nvPr/>
          </p:nvCxnSpPr>
          <p:spPr>
            <a:xfrm>
              <a:off x="6859860" y="268502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4FE46741-652F-49B0-B160-CDDEC0A3A7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9533" y="2794633"/>
              <a:ext cx="0" cy="3589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9C760E9A-B501-4959-ABBA-15A108C03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1259" y="30480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DB996BE-8EAD-4B8F-83FD-98644A4C1C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3694" y="3048001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96249B4-1429-4853-A5CD-F2DF0113E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9921" y="31496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0A3B4C27-CFBC-4DA0-8141-5B8F1D30DB96}"/>
                </a:ext>
              </a:extLst>
            </p:cNvPr>
            <p:cNvCxnSpPr>
              <a:cxnSpLocks/>
            </p:cNvCxnSpPr>
            <p:nvPr/>
          </p:nvCxnSpPr>
          <p:spPr>
            <a:xfrm>
              <a:off x="7319207" y="2893617"/>
              <a:ext cx="711983" cy="274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D663FD1C-6DB4-41C3-9D2E-C189487BE3C9}"/>
                </a:ext>
              </a:extLst>
            </p:cNvPr>
            <p:cNvCxnSpPr>
              <a:cxnSpLocks/>
            </p:cNvCxnSpPr>
            <p:nvPr/>
          </p:nvCxnSpPr>
          <p:spPr>
            <a:xfrm>
              <a:off x="7334178" y="27451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3B00D482-EF78-45EF-A6D0-AD1FB4B4B001}"/>
                </a:ext>
              </a:extLst>
            </p:cNvPr>
            <p:cNvCxnSpPr>
              <a:cxnSpLocks/>
            </p:cNvCxnSpPr>
            <p:nvPr/>
          </p:nvCxnSpPr>
          <p:spPr>
            <a:xfrm>
              <a:off x="6837537" y="2517877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147A4DE9-6944-4C16-9A5E-3C1CDB623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5215" y="242325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FD31E0F-07EB-4C2D-9DC5-A074327361BE}"/>
                </a:ext>
              </a:extLst>
            </p:cNvPr>
            <p:cNvCxnSpPr>
              <a:cxnSpLocks/>
            </p:cNvCxnSpPr>
            <p:nvPr/>
          </p:nvCxnSpPr>
          <p:spPr>
            <a:xfrm>
              <a:off x="7121129" y="2443947"/>
              <a:ext cx="460912" cy="184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BD555306-B67E-4903-AD64-56C8017B92A1}"/>
                </a:ext>
              </a:extLst>
            </p:cNvPr>
            <p:cNvCxnSpPr>
              <a:cxnSpLocks/>
            </p:cNvCxnSpPr>
            <p:nvPr/>
          </p:nvCxnSpPr>
          <p:spPr>
            <a:xfrm>
              <a:off x="7572523" y="262177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81ABC79F-7B96-44FD-A11B-C04272FB2CDD}"/>
                </a:ext>
              </a:extLst>
            </p:cNvPr>
            <p:cNvCxnSpPr>
              <a:cxnSpLocks/>
            </p:cNvCxnSpPr>
            <p:nvPr/>
          </p:nvCxnSpPr>
          <p:spPr>
            <a:xfrm>
              <a:off x="7572067" y="2787024"/>
              <a:ext cx="1182600" cy="4681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E70AEC52-75F6-42EC-B8F8-B380A5D657F5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3233752"/>
              <a:ext cx="0" cy="368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DA882D62-846B-4162-83B8-6E7278A85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3489" y="358517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AF56E2A1-1D8B-424A-AE4D-67D36454AE3B}"/>
                </a:ext>
              </a:extLst>
            </p:cNvPr>
            <p:cNvCxnSpPr>
              <a:cxnSpLocks/>
            </p:cNvCxnSpPr>
            <p:nvPr/>
          </p:nvCxnSpPr>
          <p:spPr>
            <a:xfrm>
              <a:off x="8498609" y="369074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B8B86FFF-3AEA-4F40-A0BA-78772312D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6985" y="386502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1CCE8630-7FF5-4A76-BECA-839923E04643}"/>
                </a:ext>
              </a:extLst>
            </p:cNvPr>
            <p:cNvCxnSpPr>
              <a:cxnSpLocks/>
            </p:cNvCxnSpPr>
            <p:nvPr/>
          </p:nvCxnSpPr>
          <p:spPr>
            <a:xfrm>
              <a:off x="8273681" y="395029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3CF72519-A88D-476B-86C5-BEC054896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15" y="412931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881B8381-FBC3-4F95-8251-80C707397204}"/>
                </a:ext>
              </a:extLst>
            </p:cNvPr>
            <p:cNvCxnSpPr>
              <a:cxnSpLocks/>
            </p:cNvCxnSpPr>
            <p:nvPr/>
          </p:nvCxnSpPr>
          <p:spPr>
            <a:xfrm>
              <a:off x="8016929" y="423843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206B615-0116-4C2E-9E38-527CD0B78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6929" y="4307143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E7FE03BE-F9D2-44E7-9A25-8B3C2E2B4766}"/>
                </a:ext>
              </a:extLst>
            </p:cNvPr>
            <p:cNvCxnSpPr>
              <a:cxnSpLocks/>
            </p:cNvCxnSpPr>
            <p:nvPr/>
          </p:nvCxnSpPr>
          <p:spPr>
            <a:xfrm>
              <a:off x="8266564" y="4298577"/>
              <a:ext cx="0" cy="3885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40389A6F-095A-456B-AAA9-258DDDD4884E}"/>
                </a:ext>
              </a:extLst>
            </p:cNvPr>
            <p:cNvCxnSpPr>
              <a:cxnSpLocks/>
            </p:cNvCxnSpPr>
            <p:nvPr/>
          </p:nvCxnSpPr>
          <p:spPr>
            <a:xfrm>
              <a:off x="8261630" y="465501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517EA43-8314-4424-BAFF-D0A1E6CAB941}"/>
                </a:ext>
              </a:extLst>
            </p:cNvPr>
            <p:cNvCxnSpPr>
              <a:cxnSpLocks/>
            </p:cNvCxnSpPr>
            <p:nvPr/>
          </p:nvCxnSpPr>
          <p:spPr>
            <a:xfrm>
              <a:off x="8513518" y="47752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BDCAC9E2-AA63-41D4-B0EE-2BB8A4182AFA}"/>
                </a:ext>
              </a:extLst>
            </p:cNvPr>
            <p:cNvCxnSpPr>
              <a:cxnSpLocks/>
            </p:cNvCxnSpPr>
            <p:nvPr/>
          </p:nvCxnSpPr>
          <p:spPr>
            <a:xfrm>
              <a:off x="8509130" y="493486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0B320EA7-D5D7-46E9-9B16-A299B13D9266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4655012"/>
              <a:ext cx="0" cy="3815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501C64CA-61CE-4434-8AC1-CE6340CB7FBD}"/>
                </a:ext>
              </a:extLst>
            </p:cNvPr>
            <p:cNvCxnSpPr>
              <a:cxnSpLocks/>
            </p:cNvCxnSpPr>
            <p:nvPr/>
          </p:nvCxnSpPr>
          <p:spPr>
            <a:xfrm>
              <a:off x="8477922" y="4566644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05D7D8E3-852E-45D7-B2A8-3BB36A8FC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2515" y="4036729"/>
              <a:ext cx="6094" cy="5688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B3017CFF-F495-430F-929C-4FDCAB88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082" y="3950298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4C69239F-8424-402A-9963-4A4231D96174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0" y="377743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046C31CE-ECFA-4838-8F91-8642F16EB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5170" y="3697054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FBE5FAF1-AF96-488A-A8E8-B0113273EC67}"/>
                </a:ext>
              </a:extLst>
            </p:cNvPr>
            <p:cNvCxnSpPr>
              <a:cxnSpLocks/>
            </p:cNvCxnSpPr>
            <p:nvPr/>
          </p:nvCxnSpPr>
          <p:spPr>
            <a:xfrm>
              <a:off x="8977940" y="3317083"/>
              <a:ext cx="0" cy="382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452">
              <a:extLst>
                <a:ext uri="{FF2B5EF4-FFF2-40B4-BE49-F238E27FC236}">
                  <a16:creationId xmlns:a16="http://schemas.microsoft.com/office/drawing/2014/main" id="{D86EC52B-3F3D-46B7-8EF3-4621DB100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8434" y="321615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277F4740-5FF2-482F-8B16-C6040F60E8DB}"/>
                </a:ext>
              </a:extLst>
            </p:cNvPr>
            <p:cNvCxnSpPr>
              <a:cxnSpLocks/>
            </p:cNvCxnSpPr>
            <p:nvPr/>
          </p:nvCxnSpPr>
          <p:spPr>
            <a:xfrm>
              <a:off x="9192253" y="3241981"/>
              <a:ext cx="0" cy="535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2B91502F-CABB-4CEF-9155-09390880F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3786" y="377630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452">
              <a:extLst>
                <a:ext uri="{FF2B5EF4-FFF2-40B4-BE49-F238E27FC236}">
                  <a16:creationId xmlns:a16="http://schemas.microsoft.com/office/drawing/2014/main" id="{49FCA47D-5AE5-41DF-B42E-EC0743B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8942627" y="38638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49A1BE14-EDEF-4779-98AB-BCD60718F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7743" y="404304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ED0C6542-C4C9-418C-ACC5-71D5D0DC8F07}"/>
                </a:ext>
              </a:extLst>
            </p:cNvPr>
            <p:cNvCxnSpPr>
              <a:cxnSpLocks/>
            </p:cNvCxnSpPr>
            <p:nvPr/>
          </p:nvCxnSpPr>
          <p:spPr>
            <a:xfrm>
              <a:off x="8727270" y="4147728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3F78170-540E-466E-A05B-D72147677881}"/>
                </a:ext>
              </a:extLst>
            </p:cNvPr>
            <p:cNvCxnSpPr>
              <a:cxnSpLocks/>
            </p:cNvCxnSpPr>
            <p:nvPr/>
          </p:nvCxnSpPr>
          <p:spPr>
            <a:xfrm>
              <a:off x="8712388" y="449998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FB8EA895-2A19-4CAC-9719-9D582808589D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589761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57FA4D18-270A-4AA9-AB5B-E2D0EEC3D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0647" y="4566644"/>
              <a:ext cx="946548" cy="386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F1516057-0101-4134-A67F-3ED0223B85DB}"/>
                </a:ext>
              </a:extLst>
            </p:cNvPr>
            <p:cNvCxnSpPr>
              <a:cxnSpLocks/>
            </p:cNvCxnSpPr>
            <p:nvPr/>
          </p:nvCxnSpPr>
          <p:spPr>
            <a:xfrm>
              <a:off x="9891923" y="456789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9B5C0ED5-14B9-47EB-8289-8DE5A2DBD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6981" y="4411299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4B35D7C6-A9DF-4309-AB8E-712D1B822E8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841" y="423385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35849830-FDF5-422E-B566-1C499602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5788" y="4244448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671E16D4-9E3D-4961-AE44-0BBC3B758B0D}"/>
                </a:ext>
              </a:extLst>
            </p:cNvPr>
            <p:cNvCxnSpPr>
              <a:cxnSpLocks/>
            </p:cNvCxnSpPr>
            <p:nvPr/>
          </p:nvCxnSpPr>
          <p:spPr>
            <a:xfrm>
              <a:off x="10141349" y="43522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B84A26E0-A74B-4665-A759-E82857845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9253" y="4054270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2DD046A-0350-4ED2-BD3B-AA692ED4C985}"/>
                </a:ext>
              </a:extLst>
            </p:cNvPr>
            <p:cNvCxnSpPr>
              <a:cxnSpLocks/>
            </p:cNvCxnSpPr>
            <p:nvPr/>
          </p:nvCxnSpPr>
          <p:spPr>
            <a:xfrm>
              <a:off x="10824278" y="38574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5519E7CC-39F2-4F86-8F9A-ED91635BA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8147" y="3872834"/>
              <a:ext cx="721536" cy="2656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84E6E13B-28D3-477D-8FCE-772BBF09FAFF}"/>
                </a:ext>
              </a:extLst>
            </p:cNvPr>
            <p:cNvCxnSpPr>
              <a:cxnSpLocks/>
            </p:cNvCxnSpPr>
            <p:nvPr/>
          </p:nvCxnSpPr>
          <p:spPr>
            <a:xfrm>
              <a:off x="9900843" y="404792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8056F5ED-8979-433E-AAC7-9AF53B52A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5395" y="4405747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74525937-7A85-4E17-99E4-58FD8CC9C5B2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451406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ABE059A6-1BFD-4C0D-98D8-DA45E21CF6E6}"/>
                </a:ext>
              </a:extLst>
            </p:cNvPr>
            <p:cNvCxnSpPr>
              <a:cxnSpLocks/>
            </p:cNvCxnSpPr>
            <p:nvPr/>
          </p:nvCxnSpPr>
          <p:spPr>
            <a:xfrm>
              <a:off x="8954675" y="441532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885D05AD-987F-4F35-8FDB-1AE5E63773D5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2493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210DBAEF-DFDD-4320-ABCD-6D5020081F99}"/>
                </a:ext>
              </a:extLst>
            </p:cNvPr>
            <p:cNvCxnSpPr>
              <a:cxnSpLocks/>
            </p:cNvCxnSpPr>
            <p:nvPr/>
          </p:nvCxnSpPr>
          <p:spPr>
            <a:xfrm>
              <a:off x="8956218" y="4229919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096757B1-79F3-4154-B4A5-4A7B7BF7FE76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3943847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AC4A3D00-F21C-4398-B443-0FE0392D3E32}"/>
                </a:ext>
              </a:extLst>
            </p:cNvPr>
            <p:cNvCxnSpPr>
              <a:cxnSpLocks/>
            </p:cNvCxnSpPr>
            <p:nvPr/>
          </p:nvCxnSpPr>
          <p:spPr>
            <a:xfrm>
              <a:off x="9215153" y="3969383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2A3F4C7F-B7FA-4692-A504-E22DB7138FE4}"/>
                </a:ext>
              </a:extLst>
            </p:cNvPr>
            <p:cNvCxnSpPr>
              <a:cxnSpLocks/>
            </p:cNvCxnSpPr>
            <p:nvPr/>
          </p:nvCxnSpPr>
          <p:spPr>
            <a:xfrm>
              <a:off x="9433921" y="4047926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C195C561-2A82-4B88-93B9-972060A95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0018" y="4307142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3C2F08F-B4E8-4651-9BF7-0C6BFA3785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3763" y="3950298"/>
              <a:ext cx="0" cy="3633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FA4216C-46A5-4A9C-BEFE-A13E5D13F681}"/>
                </a:ext>
              </a:extLst>
            </p:cNvPr>
            <p:cNvCxnSpPr>
              <a:cxnSpLocks/>
            </p:cNvCxnSpPr>
            <p:nvPr/>
          </p:nvCxnSpPr>
          <p:spPr>
            <a:xfrm>
              <a:off x="9420563" y="383449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A14CD123-63C3-405F-BE87-785F5E6159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4642" y="3317083"/>
              <a:ext cx="6546" cy="546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F66ED335-7DB6-4234-86E4-6F714525AA7B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333782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FAAF021D-B044-4158-A410-64D2E4472E21}"/>
                </a:ext>
              </a:extLst>
            </p:cNvPr>
            <p:cNvCxnSpPr>
              <a:cxnSpLocks/>
            </p:cNvCxnSpPr>
            <p:nvPr/>
          </p:nvCxnSpPr>
          <p:spPr>
            <a:xfrm>
              <a:off x="9696183" y="3421602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CE6ADB7D-C6D2-43F5-80A1-58AAE0E72250}"/>
                </a:ext>
              </a:extLst>
            </p:cNvPr>
            <p:cNvCxnSpPr>
              <a:cxnSpLocks/>
            </p:cNvCxnSpPr>
            <p:nvPr/>
          </p:nvCxnSpPr>
          <p:spPr>
            <a:xfrm>
              <a:off x="9902720" y="4043273"/>
              <a:ext cx="205427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5C188E0-1A8A-4803-A4CD-231ADFAE4B5B}"/>
                </a:ext>
              </a:extLst>
            </p:cNvPr>
            <p:cNvCxnSpPr>
              <a:cxnSpLocks/>
            </p:cNvCxnSpPr>
            <p:nvPr/>
          </p:nvCxnSpPr>
          <p:spPr>
            <a:xfrm>
              <a:off x="9685071" y="377220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95D0E99B-BEA0-487C-B016-81D09BD9E9BC}"/>
                </a:ext>
              </a:extLst>
            </p:cNvPr>
            <p:cNvCxnSpPr>
              <a:cxnSpLocks/>
            </p:cNvCxnSpPr>
            <p:nvPr/>
          </p:nvCxnSpPr>
          <p:spPr>
            <a:xfrm>
              <a:off x="9908909" y="3317083"/>
              <a:ext cx="0" cy="61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FDEA4EFE-4ACB-4403-83BA-15BEE2475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2633" y="321035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4585FE64-5DAE-4AE0-AA6C-DD835556C86A}"/>
                </a:ext>
              </a:extLst>
            </p:cNvPr>
            <p:cNvCxnSpPr>
              <a:cxnSpLocks/>
            </p:cNvCxnSpPr>
            <p:nvPr/>
          </p:nvCxnSpPr>
          <p:spPr>
            <a:xfrm>
              <a:off x="10118142" y="321856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19290FD1-8D6E-41E7-9641-485D45F65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098730" y="356917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12966B18-DEC5-4811-A75B-124ABAD5B4D9}"/>
                </a:ext>
              </a:extLst>
            </p:cNvPr>
            <p:cNvCxnSpPr>
              <a:cxnSpLocks/>
            </p:cNvCxnSpPr>
            <p:nvPr/>
          </p:nvCxnSpPr>
          <p:spPr>
            <a:xfrm>
              <a:off x="10354679" y="3337820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B6700EB3-3662-40A0-97EA-A316B992D88E}"/>
                </a:ext>
              </a:extLst>
            </p:cNvPr>
            <p:cNvCxnSpPr>
              <a:cxnSpLocks/>
            </p:cNvCxnSpPr>
            <p:nvPr/>
          </p:nvCxnSpPr>
          <p:spPr>
            <a:xfrm>
              <a:off x="10359567" y="3337820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EDB4CAD2-3146-40B3-AA2A-1EA302B18843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443" y="34181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2B2F9718-DAA5-4D01-BB1C-A81F4DB36153}"/>
                </a:ext>
              </a:extLst>
            </p:cNvPr>
            <p:cNvCxnSpPr>
              <a:cxnSpLocks/>
            </p:cNvCxnSpPr>
            <p:nvPr/>
          </p:nvCxnSpPr>
          <p:spPr>
            <a:xfrm>
              <a:off x="10588345" y="3591733"/>
              <a:ext cx="495184" cy="1826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1DF200A-E5AF-4CCD-AAB0-85418B4152AA}"/>
                </a:ext>
              </a:extLst>
            </p:cNvPr>
            <p:cNvCxnSpPr>
              <a:cxnSpLocks/>
            </p:cNvCxnSpPr>
            <p:nvPr/>
          </p:nvCxnSpPr>
          <p:spPr>
            <a:xfrm>
              <a:off x="11043843" y="3749838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B3835DC8-2E37-4D89-BD55-B1ED5A09B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405427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E6B1691-8284-4185-94B8-1906DD3F7B51}"/>
                </a:ext>
              </a:extLst>
            </p:cNvPr>
            <p:cNvCxnSpPr>
              <a:cxnSpLocks/>
            </p:cNvCxnSpPr>
            <p:nvPr/>
          </p:nvCxnSpPr>
          <p:spPr>
            <a:xfrm>
              <a:off x="11305177" y="3651362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A2A3D932-9FDD-4CA2-A335-48C8F6FE9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0192" y="3581896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DE7AABF9-E88F-4445-93BE-D05EE32B7F4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59293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504C8AC9-DC15-4075-A60B-9E453B55D44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0658" y="3677445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9969AA2-8BEC-469C-9026-32432FF94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4837" y="384733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2D7C6E3A-E396-4DC8-B50F-44BF21675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90608" y="3950298"/>
              <a:ext cx="528217" cy="2123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BA80F47C-04B7-4E6D-BEE7-B97AF2747F5C}"/>
                </a:ext>
              </a:extLst>
            </p:cNvPr>
            <p:cNvCxnSpPr>
              <a:cxnSpLocks/>
            </p:cNvCxnSpPr>
            <p:nvPr/>
          </p:nvCxnSpPr>
          <p:spPr>
            <a:xfrm>
              <a:off x="11517873" y="39748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E4D51BB4-9978-4C3D-B4C9-6AB7CA2D1503}"/>
                </a:ext>
              </a:extLst>
            </p:cNvPr>
            <p:cNvCxnSpPr>
              <a:cxnSpLocks/>
            </p:cNvCxnSpPr>
            <p:nvPr/>
          </p:nvCxnSpPr>
          <p:spPr>
            <a:xfrm>
              <a:off x="12010154" y="378503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D5E0C1D2-C75A-4586-B942-B9B0E9E73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77262" y="367182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FD481F37-0F00-47B9-A93E-2DF662C7C5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348991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3B7736F-1B37-4699-8C8B-8F31E7BD3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68693" y="3508792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01C3810-C83C-4A4F-BF3E-1697B3459E4D}"/>
                </a:ext>
              </a:extLst>
            </p:cNvPr>
            <p:cNvCxnSpPr>
              <a:cxnSpLocks/>
            </p:cNvCxnSpPr>
            <p:nvPr/>
          </p:nvCxnSpPr>
          <p:spPr>
            <a:xfrm>
              <a:off x="11977263" y="3233752"/>
              <a:ext cx="11778" cy="378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781C2353-8120-424A-8077-A14A684153E5}"/>
                </a:ext>
              </a:extLst>
            </p:cNvPr>
            <p:cNvCxnSpPr>
              <a:cxnSpLocks/>
            </p:cNvCxnSpPr>
            <p:nvPr/>
          </p:nvCxnSpPr>
          <p:spPr>
            <a:xfrm>
              <a:off x="11738386" y="314149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5A22211B-6F5F-45A0-BEC9-594A9D0792A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7792" y="3151075"/>
              <a:ext cx="10238" cy="3571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DF15F617-0874-48A6-92AA-0C6A3F80C39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41387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F2082F60-9841-4F4D-AD14-B819DC9F1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3413873"/>
              <a:ext cx="504736" cy="1887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0D7F799E-021E-45B7-9BBB-1AAC564403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91346" y="350345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40769969-7955-4FB3-A839-4B100D9CD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6985" y="3223846"/>
              <a:ext cx="723273" cy="2656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268C4BF7-316C-4625-9ED4-8D95A2C3554C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3133379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E5592EB7-7E4D-4ECF-B606-B9F2EF0ED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7075" y="3153570"/>
              <a:ext cx="519213" cy="1690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D04FA5DA-B9AD-4351-8C51-5045BB6F24ED}"/>
                </a:ext>
              </a:extLst>
            </p:cNvPr>
            <p:cNvCxnSpPr>
              <a:cxnSpLocks/>
            </p:cNvCxnSpPr>
            <p:nvPr/>
          </p:nvCxnSpPr>
          <p:spPr>
            <a:xfrm>
              <a:off x="10546221" y="3223857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E7B69CB-1524-488E-8324-D514A8804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4041" y="2948824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B650E6BF-35A8-4726-A08A-FD8EC5A9E6BA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276105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B6C1762A-E61F-42ED-8DC6-21DAC286E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1660" y="2790868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AE44C2A5-AFE5-48F5-991E-0AE3F75D4BDE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300" y="2150270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C3FA4331-CAC8-4866-8AB4-D3D94C5A2D7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5280" y="2062305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A410070-D73A-4869-AE53-A8ACFA42A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1151" y="2057239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452">
              <a:extLst>
                <a:ext uri="{FF2B5EF4-FFF2-40B4-BE49-F238E27FC236}">
                  <a16:creationId xmlns:a16="http://schemas.microsoft.com/office/drawing/2014/main" id="{E1BB98A4-5430-4421-96C9-AA61FC41908F}"/>
                </a:ext>
              </a:extLst>
            </p:cNvPr>
            <p:cNvCxnSpPr>
              <a:cxnSpLocks/>
            </p:cNvCxnSpPr>
            <p:nvPr/>
          </p:nvCxnSpPr>
          <p:spPr>
            <a:xfrm>
              <a:off x="9859854" y="206010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E2F144E-66EE-4793-ACFD-45F775A6235E}"/>
                </a:ext>
              </a:extLst>
            </p:cNvPr>
            <p:cNvCxnSpPr>
              <a:cxnSpLocks/>
            </p:cNvCxnSpPr>
            <p:nvPr/>
          </p:nvCxnSpPr>
          <p:spPr>
            <a:xfrm>
              <a:off x="9865622" y="188437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452">
              <a:extLst>
                <a:ext uri="{FF2B5EF4-FFF2-40B4-BE49-F238E27FC236}">
                  <a16:creationId xmlns:a16="http://schemas.microsoft.com/office/drawing/2014/main" id="{1560A7B0-DFB3-4438-873E-F69FA65D44B1}"/>
                </a:ext>
              </a:extLst>
            </p:cNvPr>
            <p:cNvCxnSpPr>
              <a:cxnSpLocks/>
            </p:cNvCxnSpPr>
            <p:nvPr/>
          </p:nvCxnSpPr>
          <p:spPr>
            <a:xfrm>
              <a:off x="9876912" y="188185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2752FB6A-B608-453C-910E-2EDB9C809E0B}"/>
                </a:ext>
              </a:extLst>
            </p:cNvPr>
            <p:cNvCxnSpPr>
              <a:cxnSpLocks/>
            </p:cNvCxnSpPr>
            <p:nvPr/>
          </p:nvCxnSpPr>
          <p:spPr>
            <a:xfrm>
              <a:off x="10121843" y="179915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1805415B-7A0C-49E2-B771-6464506679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90300" y="1712547"/>
              <a:ext cx="216425" cy="901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841B4022-1D52-49A8-8A6B-86B949A1BBA0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903" y="1711478"/>
              <a:ext cx="446938" cy="1693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280C781F-EF7C-4148-880A-99D081C27990}"/>
                </a:ext>
              </a:extLst>
            </p:cNvPr>
            <p:cNvCxnSpPr>
              <a:cxnSpLocks/>
            </p:cNvCxnSpPr>
            <p:nvPr/>
          </p:nvCxnSpPr>
          <p:spPr>
            <a:xfrm>
              <a:off x="10826437" y="1871823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2A3BB181-3940-4E74-B95F-626F7C032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3648" y="268529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5CC177BE-5D74-42B3-90A1-CE73526E69A1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681" y="2162808"/>
              <a:ext cx="0" cy="5093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ABC179F4-9C8B-4ABC-9737-11499A99B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1989590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61298CE4-CD8F-4045-8E35-9DEECB58C4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3941" y="1985701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432157A5-75FE-40A9-9484-199BC2B167F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8585" y="190814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7FF1D325-1C2F-4ECE-AA5F-D30B3139F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42272" y="1711478"/>
              <a:ext cx="507599" cy="1915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6E014183-E003-4437-AAD7-9C4A8ABF9C99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15386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EC0F40E3-E518-4121-B7B9-0F765C53B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1" y="1522739"/>
              <a:ext cx="1193190" cy="4553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452">
              <a:extLst>
                <a:ext uri="{FF2B5EF4-FFF2-40B4-BE49-F238E27FC236}">
                  <a16:creationId xmlns:a16="http://schemas.microsoft.com/office/drawing/2014/main" id="{A66F4CE5-4BCA-4DA6-A736-CDB537978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80520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58693723-E91C-4AAB-BCCE-BF5A418C2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0" y="1440629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D491D2C1-8D4F-413E-8735-8BBF1F34B779}"/>
                </a:ext>
              </a:extLst>
            </p:cNvPr>
            <p:cNvCxnSpPr>
              <a:cxnSpLocks/>
            </p:cNvCxnSpPr>
            <p:nvPr/>
          </p:nvCxnSpPr>
          <p:spPr>
            <a:xfrm>
              <a:off x="11754716" y="1351098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1874EC0E-B7D9-46CD-843D-4DE937B8B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8446" y="1358511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D8CFCC19-2E08-45E6-9A16-687F7C951DDE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425" y="1641450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452">
              <a:extLst>
                <a:ext uri="{FF2B5EF4-FFF2-40B4-BE49-F238E27FC236}">
                  <a16:creationId xmlns:a16="http://schemas.microsoft.com/office/drawing/2014/main" id="{19AA9DCB-08A8-4709-9EDB-A09EF43080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6" y="1167321"/>
              <a:ext cx="1154230" cy="4638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DA04D82E-D31E-492A-9743-419D60007BF1}"/>
                </a:ext>
              </a:extLst>
            </p:cNvPr>
            <p:cNvCxnSpPr>
              <a:cxnSpLocks/>
            </p:cNvCxnSpPr>
            <p:nvPr/>
          </p:nvCxnSpPr>
          <p:spPr>
            <a:xfrm>
              <a:off x="11484837" y="1080344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B0187A20-ADBD-4B11-BA91-970B567C6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7478" y="107222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1DCCF7A4-2E33-4A8C-B792-6B4E73EC664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77892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57416B53-7EAC-41D8-97F4-9300A4DA9A58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659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714C2DA1-0554-477D-ABBD-4D3D384A6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5" y="1224469"/>
              <a:ext cx="494419" cy="2179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18019EC2-A629-4E2B-A683-E26B93293BFA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293" y="1343469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8CED6CED-06A5-4F6E-8BDE-EA6D06D538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6183" y="1369148"/>
              <a:ext cx="690976" cy="253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452">
              <a:extLst>
                <a:ext uri="{FF2B5EF4-FFF2-40B4-BE49-F238E27FC236}">
                  <a16:creationId xmlns:a16="http://schemas.microsoft.com/office/drawing/2014/main" id="{1C856028-9107-4E70-800A-68621CA0A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0300" y="1535405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4CB2E9AB-6E44-4751-8D67-5D4802796A7B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159" y="154888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7722FF52-0A15-403B-8E1E-B64AC16612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1947" y="160930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25181AB1-713B-4DA1-94AF-A2D527096DD4}"/>
                </a:ext>
              </a:extLst>
            </p:cNvPr>
            <p:cNvCxnSpPr>
              <a:cxnSpLocks/>
            </p:cNvCxnSpPr>
            <p:nvPr/>
          </p:nvCxnSpPr>
          <p:spPr>
            <a:xfrm>
              <a:off x="9448920" y="1699304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3692DFC0-B17C-43E0-A889-E7D6FC488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729" y="17043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3D17623A-09FF-4820-864D-BD22304AFA0E}"/>
                </a:ext>
              </a:extLst>
            </p:cNvPr>
            <p:cNvCxnSpPr>
              <a:cxnSpLocks/>
            </p:cNvCxnSpPr>
            <p:nvPr/>
          </p:nvCxnSpPr>
          <p:spPr>
            <a:xfrm>
              <a:off x="8741496" y="1609306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539453C-E4EF-48E4-923A-CC4599B3A367}"/>
                </a:ext>
              </a:extLst>
            </p:cNvPr>
            <p:cNvCxnSpPr>
              <a:cxnSpLocks/>
            </p:cNvCxnSpPr>
            <p:nvPr/>
          </p:nvCxnSpPr>
          <p:spPr>
            <a:xfrm>
              <a:off x="8744376" y="161577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C3828CE9-08B1-4DA5-A2D4-5EBAAD7F31C6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87" y="1800537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E6F022CE-ADB1-4020-BFE3-CDDEA0EB55C3}"/>
                </a:ext>
              </a:extLst>
            </p:cNvPr>
            <p:cNvCxnSpPr>
              <a:cxnSpLocks/>
            </p:cNvCxnSpPr>
            <p:nvPr/>
          </p:nvCxnSpPr>
          <p:spPr>
            <a:xfrm>
              <a:off x="9203729" y="19708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4EB0678D-6223-433D-8E63-9C96AAD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8024954" y="1706382"/>
              <a:ext cx="1190199" cy="4431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9DBFC84D-94EE-4ED0-B043-115D6A6A0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996" y="1708471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2E3B2B42-F969-43E1-A09F-CC728EAFD96D}"/>
                </a:ext>
              </a:extLst>
            </p:cNvPr>
            <p:cNvCxnSpPr>
              <a:cxnSpLocks/>
            </p:cNvCxnSpPr>
            <p:nvPr/>
          </p:nvCxnSpPr>
          <p:spPr>
            <a:xfrm>
              <a:off x="7803881" y="1784470"/>
              <a:ext cx="1639268" cy="6579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452">
              <a:extLst>
                <a:ext uri="{FF2B5EF4-FFF2-40B4-BE49-F238E27FC236}">
                  <a16:creationId xmlns:a16="http://schemas.microsoft.com/office/drawing/2014/main" id="{F71F8ACC-3FC2-4CCF-8C43-D926EFBA2B14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243144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C86F8637-882E-426E-9A1E-4A6DA85C5F2C}"/>
                </a:ext>
              </a:extLst>
            </p:cNvPr>
            <p:cNvCxnSpPr>
              <a:cxnSpLocks/>
            </p:cNvCxnSpPr>
            <p:nvPr/>
          </p:nvCxnSpPr>
          <p:spPr>
            <a:xfrm>
              <a:off x="7799996" y="1952104"/>
              <a:ext cx="1662951" cy="6525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6B498BCE-CE82-4313-BD12-24C65048DB67}"/>
                </a:ext>
              </a:extLst>
            </p:cNvPr>
            <p:cNvCxnSpPr>
              <a:cxnSpLocks/>
            </p:cNvCxnSpPr>
            <p:nvPr/>
          </p:nvCxnSpPr>
          <p:spPr>
            <a:xfrm>
              <a:off x="7798664" y="194435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AD7BB1B0-7BA0-4175-B306-9140527AF596}"/>
                </a:ext>
              </a:extLst>
            </p:cNvPr>
            <p:cNvCxnSpPr>
              <a:cxnSpLocks/>
            </p:cNvCxnSpPr>
            <p:nvPr/>
          </p:nvCxnSpPr>
          <p:spPr>
            <a:xfrm>
              <a:off x="7776219" y="2124473"/>
              <a:ext cx="1456485" cy="5738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27C5C00B-8231-4552-A3FF-6760099A6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575" y="2718240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39FA43DE-9998-4CED-8BB0-319149E465EF}"/>
                </a:ext>
              </a:extLst>
            </p:cNvPr>
            <p:cNvCxnSpPr>
              <a:cxnSpLocks/>
            </p:cNvCxnSpPr>
            <p:nvPr/>
          </p:nvCxnSpPr>
          <p:spPr>
            <a:xfrm>
              <a:off x="7338064" y="214215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C1A9B266-1ED4-46EE-82AB-19D6C2C4D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90" y="215483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628172-7950-41FF-A35F-60203B5882BF}"/>
                </a:ext>
              </a:extLst>
            </p:cNvPr>
            <p:cNvCxnSpPr>
              <a:cxnSpLocks/>
            </p:cNvCxnSpPr>
            <p:nvPr/>
          </p:nvCxnSpPr>
          <p:spPr>
            <a:xfrm>
              <a:off x="7081765" y="223596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68170CAE-746B-41C9-BA23-7232287425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618" y="28807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9F215BBB-B93A-48D1-87E0-023E8B71EBA5}"/>
                </a:ext>
              </a:extLst>
            </p:cNvPr>
            <p:cNvCxnSpPr>
              <a:cxnSpLocks/>
            </p:cNvCxnSpPr>
            <p:nvPr/>
          </p:nvCxnSpPr>
          <p:spPr>
            <a:xfrm>
              <a:off x="7794921" y="2699329"/>
              <a:ext cx="718373" cy="2720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7603D580-E910-4953-8B38-C0F5853AE199}"/>
                </a:ext>
              </a:extLst>
            </p:cNvPr>
            <p:cNvCxnSpPr>
              <a:cxnSpLocks/>
            </p:cNvCxnSpPr>
            <p:nvPr/>
          </p:nvCxnSpPr>
          <p:spPr>
            <a:xfrm>
              <a:off x="4782538" y="3678549"/>
              <a:ext cx="1183061" cy="4674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C4F47820-54D4-46A9-91AB-C8D6D24A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1" y="3950298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31339822-AA9A-40E8-BADC-C8FE163CC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776" y="3525881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FB9074B6-C4D1-471D-8A65-3A273557F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0987" y="351132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0D4A8B52-F724-42FD-B319-0DE6FE528D52}"/>
                </a:ext>
              </a:extLst>
            </p:cNvPr>
            <p:cNvCxnSpPr>
              <a:cxnSpLocks/>
            </p:cNvCxnSpPr>
            <p:nvPr/>
          </p:nvCxnSpPr>
          <p:spPr>
            <a:xfrm>
              <a:off x="4086193" y="3600873"/>
              <a:ext cx="0" cy="368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388303E8-84CE-4807-BF25-144280D39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9017" y="397447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234A5AB3-D70E-4AA6-9CDD-C63F823A508D}"/>
                </a:ext>
              </a:extLst>
            </p:cNvPr>
            <p:cNvCxnSpPr>
              <a:cxnSpLocks/>
            </p:cNvCxnSpPr>
            <p:nvPr/>
          </p:nvCxnSpPr>
          <p:spPr>
            <a:xfrm>
              <a:off x="3166663" y="3785034"/>
              <a:ext cx="663692" cy="260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E680AA3B-536A-4D99-A840-7089E2E0B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73256" y="3591733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2E9DD33A-4251-4A66-A4DD-D3470D594A94}"/>
                </a:ext>
              </a:extLst>
            </p:cNvPr>
            <p:cNvCxnSpPr>
              <a:cxnSpLocks/>
            </p:cNvCxnSpPr>
            <p:nvPr/>
          </p:nvCxnSpPr>
          <p:spPr>
            <a:xfrm>
              <a:off x="3201324" y="3619534"/>
              <a:ext cx="663692" cy="260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3BF2B066-C970-451B-916E-DFEE75944072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6596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BE470A56-599F-42C0-B296-56913AEDB432}"/>
                </a:ext>
              </a:extLst>
            </p:cNvPr>
            <p:cNvCxnSpPr>
              <a:cxnSpLocks/>
            </p:cNvCxnSpPr>
            <p:nvPr/>
          </p:nvCxnSpPr>
          <p:spPr>
            <a:xfrm>
              <a:off x="3363077" y="3489461"/>
              <a:ext cx="492998" cy="1849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5962932B-5411-4E2E-A36C-6E8E9922D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228" y="3402314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D8519915-793F-4EDD-81BC-6AC0AFB4E322}"/>
                </a:ext>
              </a:extLst>
            </p:cNvPr>
            <p:cNvCxnSpPr>
              <a:cxnSpLocks/>
            </p:cNvCxnSpPr>
            <p:nvPr/>
          </p:nvCxnSpPr>
          <p:spPr>
            <a:xfrm>
              <a:off x="3617743" y="3407695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283C895C-519E-4090-9842-250DABE5E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856" y="341744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BE0D4A93-1583-4C02-B9A2-B64CA2C8BCAE}"/>
                </a:ext>
              </a:extLst>
            </p:cNvPr>
            <p:cNvCxnSpPr>
              <a:cxnSpLocks/>
            </p:cNvCxnSpPr>
            <p:nvPr/>
          </p:nvCxnSpPr>
          <p:spPr>
            <a:xfrm>
              <a:off x="3822088" y="3321726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52">
              <a:extLst>
                <a:ext uri="{FF2B5EF4-FFF2-40B4-BE49-F238E27FC236}">
                  <a16:creationId xmlns:a16="http://schemas.microsoft.com/office/drawing/2014/main" id="{61565ACE-2F2D-42AA-81CE-E6280E7DF5CA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14193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60E46081-2009-41B1-B3D8-9FE72C2F727C}"/>
                </a:ext>
              </a:extLst>
            </p:cNvPr>
            <p:cNvCxnSpPr>
              <a:cxnSpLocks/>
            </p:cNvCxnSpPr>
            <p:nvPr/>
          </p:nvCxnSpPr>
          <p:spPr>
            <a:xfrm>
              <a:off x="3628887" y="305532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81F14113-C129-46E8-A660-3939B3A15216}"/>
                </a:ext>
              </a:extLst>
            </p:cNvPr>
            <p:cNvCxnSpPr>
              <a:cxnSpLocks/>
            </p:cNvCxnSpPr>
            <p:nvPr/>
          </p:nvCxnSpPr>
          <p:spPr>
            <a:xfrm>
              <a:off x="3635706" y="2708202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9526C59E-87CE-4B82-A4D3-0B743309D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143" y="2597494"/>
              <a:ext cx="224838" cy="1005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6A50BADE-BD65-4198-91EE-2764DB729C2E}"/>
                </a:ext>
              </a:extLst>
            </p:cNvPr>
            <p:cNvCxnSpPr>
              <a:cxnSpLocks/>
            </p:cNvCxnSpPr>
            <p:nvPr/>
          </p:nvCxnSpPr>
          <p:spPr>
            <a:xfrm>
              <a:off x="3837614" y="2589874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03853287-4627-4223-A6EE-0B8444D48656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90" y="2960542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C61492A2-968F-4E5D-92D8-5B02667AD4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6107" y="304113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BD6B4D41-751C-498A-9920-2ADA04C6A628}"/>
                </a:ext>
              </a:extLst>
            </p:cNvPr>
            <p:cNvCxnSpPr>
              <a:cxnSpLocks/>
            </p:cNvCxnSpPr>
            <p:nvPr/>
          </p:nvCxnSpPr>
          <p:spPr>
            <a:xfrm>
              <a:off x="4079513" y="3225502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52">
              <a:extLst>
                <a:ext uri="{FF2B5EF4-FFF2-40B4-BE49-F238E27FC236}">
                  <a16:creationId xmlns:a16="http://schemas.microsoft.com/office/drawing/2014/main" id="{C061219D-FBD8-4180-AC70-D1D6938FBE50}"/>
                </a:ext>
              </a:extLst>
            </p:cNvPr>
            <p:cNvCxnSpPr>
              <a:cxnSpLocks/>
            </p:cNvCxnSpPr>
            <p:nvPr/>
          </p:nvCxnSpPr>
          <p:spPr>
            <a:xfrm>
              <a:off x="4304807" y="3141142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C799A679-64A1-4C28-8AAE-F85C221FF60D}"/>
                </a:ext>
              </a:extLst>
            </p:cNvPr>
            <p:cNvCxnSpPr>
              <a:cxnSpLocks/>
            </p:cNvCxnSpPr>
            <p:nvPr/>
          </p:nvCxnSpPr>
          <p:spPr>
            <a:xfrm>
              <a:off x="4321543" y="3148264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52">
              <a:extLst>
                <a:ext uri="{FF2B5EF4-FFF2-40B4-BE49-F238E27FC236}">
                  <a16:creationId xmlns:a16="http://schemas.microsoft.com/office/drawing/2014/main" id="{3A29969D-7675-430D-9E45-29F894541251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325517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B41FE399-6787-447A-8ED5-BA26DFF59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3644" y="3350573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5E3863C-47F0-4EC9-997C-C67BD2FD3FDA}"/>
                </a:ext>
              </a:extLst>
            </p:cNvPr>
            <p:cNvCxnSpPr>
              <a:cxnSpLocks/>
            </p:cNvCxnSpPr>
            <p:nvPr/>
          </p:nvCxnSpPr>
          <p:spPr>
            <a:xfrm>
              <a:off x="4784227" y="3351351"/>
              <a:ext cx="962083" cy="3596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98B8D45C-CA0D-4AE9-A102-1F846865B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9423" y="3640846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D2EC5EA-02CB-4077-9FC2-370EF06E7EE9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862445"/>
              <a:ext cx="0" cy="225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468EEA12-96E0-47D5-94EA-85C857631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128" y="2413189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0523A4AA-D672-447A-BFCC-89E19E0441D6}"/>
                </a:ext>
              </a:extLst>
            </p:cNvPr>
            <p:cNvCxnSpPr>
              <a:cxnSpLocks/>
            </p:cNvCxnSpPr>
            <p:nvPr/>
          </p:nvCxnSpPr>
          <p:spPr>
            <a:xfrm>
              <a:off x="3397597" y="258049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452">
              <a:extLst>
                <a:ext uri="{FF2B5EF4-FFF2-40B4-BE49-F238E27FC236}">
                  <a16:creationId xmlns:a16="http://schemas.microsoft.com/office/drawing/2014/main" id="{68EFC87B-401E-493C-8CDF-46A5EB6DC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9185" y="295882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D4A2E223-83CB-460A-9317-5436145F0A15}"/>
                </a:ext>
              </a:extLst>
            </p:cNvPr>
            <p:cNvCxnSpPr>
              <a:cxnSpLocks/>
            </p:cNvCxnSpPr>
            <p:nvPr/>
          </p:nvCxnSpPr>
          <p:spPr>
            <a:xfrm>
              <a:off x="2924640" y="2963545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9E10CDCF-5DBC-400F-89F3-D62AE066645D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276294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3B4467ED-760B-4F26-89B4-1F2A10D30C4D}"/>
                </a:ext>
              </a:extLst>
            </p:cNvPr>
            <p:cNvCxnSpPr>
              <a:cxnSpLocks/>
            </p:cNvCxnSpPr>
            <p:nvPr/>
          </p:nvCxnSpPr>
          <p:spPr>
            <a:xfrm>
              <a:off x="2944896" y="27909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B66BF97-0124-4E25-80C4-26EF632B1579}"/>
                </a:ext>
              </a:extLst>
            </p:cNvPr>
            <p:cNvCxnSpPr>
              <a:cxnSpLocks/>
            </p:cNvCxnSpPr>
            <p:nvPr/>
          </p:nvCxnSpPr>
          <p:spPr>
            <a:xfrm>
              <a:off x="3170824" y="250805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70D6F6D4-2076-4599-AEAB-ECD67874BBA7}"/>
                </a:ext>
              </a:extLst>
            </p:cNvPr>
            <p:cNvCxnSpPr>
              <a:cxnSpLocks/>
            </p:cNvCxnSpPr>
            <p:nvPr/>
          </p:nvCxnSpPr>
          <p:spPr>
            <a:xfrm>
              <a:off x="2213505" y="2149525"/>
              <a:ext cx="967268" cy="370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69E29C5A-A4BF-4274-978C-0F80861AE0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798" y="206209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452">
              <a:extLst>
                <a:ext uri="{FF2B5EF4-FFF2-40B4-BE49-F238E27FC236}">
                  <a16:creationId xmlns:a16="http://schemas.microsoft.com/office/drawing/2014/main" id="{E2AA541F-9BE0-41BC-95D9-B0B4E3A38A9A}"/>
                </a:ext>
              </a:extLst>
            </p:cNvPr>
            <p:cNvCxnSpPr>
              <a:cxnSpLocks/>
            </p:cNvCxnSpPr>
            <p:nvPr/>
          </p:nvCxnSpPr>
          <p:spPr>
            <a:xfrm>
              <a:off x="2443201" y="2058327"/>
              <a:ext cx="954396" cy="3731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2C9E7A76-8209-4FEA-A704-B11AAF6992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8862" y="232751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452">
              <a:extLst>
                <a:ext uri="{FF2B5EF4-FFF2-40B4-BE49-F238E27FC236}">
                  <a16:creationId xmlns:a16="http://schemas.microsoft.com/office/drawing/2014/main" id="{A567B133-28FE-4FAE-903A-6A8236F55B8E}"/>
                </a:ext>
              </a:extLst>
            </p:cNvPr>
            <p:cNvCxnSpPr>
              <a:cxnSpLocks/>
            </p:cNvCxnSpPr>
            <p:nvPr/>
          </p:nvCxnSpPr>
          <p:spPr>
            <a:xfrm>
              <a:off x="2430991" y="1887880"/>
              <a:ext cx="1206245" cy="454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5F75B954-8EFA-4145-9BCE-26FDFF191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400" y="1804753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6E88BE4C-4BE8-47EC-8EBA-E8A5F2E0FD7B}"/>
                </a:ext>
              </a:extLst>
            </p:cNvPr>
            <p:cNvCxnSpPr>
              <a:cxnSpLocks/>
            </p:cNvCxnSpPr>
            <p:nvPr/>
          </p:nvCxnSpPr>
          <p:spPr>
            <a:xfrm>
              <a:off x="2678468" y="1829011"/>
              <a:ext cx="1173208" cy="4274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31FF81B3-8D81-42D3-9304-4134A0E97A37}"/>
                </a:ext>
              </a:extLst>
            </p:cNvPr>
            <p:cNvCxnSpPr>
              <a:cxnSpLocks/>
            </p:cNvCxnSpPr>
            <p:nvPr/>
          </p:nvCxnSpPr>
          <p:spPr>
            <a:xfrm>
              <a:off x="3864462" y="2069756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D84C679D-42EE-42D4-A0FF-36302D4F2BD1}"/>
                </a:ext>
              </a:extLst>
            </p:cNvPr>
            <p:cNvCxnSpPr>
              <a:cxnSpLocks/>
            </p:cNvCxnSpPr>
            <p:nvPr/>
          </p:nvCxnSpPr>
          <p:spPr>
            <a:xfrm>
              <a:off x="2916907" y="1718354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E7B34806-B950-4230-8C49-34F013CE733E}"/>
                </a:ext>
              </a:extLst>
            </p:cNvPr>
            <p:cNvCxnSpPr>
              <a:cxnSpLocks/>
            </p:cNvCxnSpPr>
            <p:nvPr/>
          </p:nvCxnSpPr>
          <p:spPr>
            <a:xfrm>
              <a:off x="2930893" y="153540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DC7EA395-3C1B-42A2-946D-FF1865CCADEC}"/>
                </a:ext>
              </a:extLst>
            </p:cNvPr>
            <p:cNvCxnSpPr>
              <a:cxnSpLocks/>
            </p:cNvCxnSpPr>
            <p:nvPr/>
          </p:nvCxnSpPr>
          <p:spPr>
            <a:xfrm>
              <a:off x="2922563" y="1542795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3517F15B-50C8-43DD-B36A-B272922983A3}"/>
                </a:ext>
              </a:extLst>
            </p:cNvPr>
            <p:cNvCxnSpPr>
              <a:cxnSpLocks/>
            </p:cNvCxnSpPr>
            <p:nvPr/>
          </p:nvCxnSpPr>
          <p:spPr>
            <a:xfrm>
              <a:off x="3871762" y="17261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5E2F31D2-1F82-48AF-969E-9CEB72A6949C}"/>
                </a:ext>
              </a:extLst>
            </p:cNvPr>
            <p:cNvCxnSpPr>
              <a:cxnSpLocks/>
            </p:cNvCxnSpPr>
            <p:nvPr/>
          </p:nvCxnSpPr>
          <p:spPr>
            <a:xfrm>
              <a:off x="3155852" y="1435971"/>
              <a:ext cx="736895" cy="30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018F013-16C7-470E-891C-C45162934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6131" y="134752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D188C90A-3FFF-4F5F-8644-F18F731DD426}"/>
                </a:ext>
              </a:extLst>
            </p:cNvPr>
            <p:cNvCxnSpPr>
              <a:cxnSpLocks/>
            </p:cNvCxnSpPr>
            <p:nvPr/>
          </p:nvCxnSpPr>
          <p:spPr>
            <a:xfrm>
              <a:off x="3388919" y="978695"/>
              <a:ext cx="0" cy="39045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3A31150-FB4B-4563-8283-C80299EB5517}"/>
                </a:ext>
              </a:extLst>
            </p:cNvPr>
            <p:cNvCxnSpPr>
              <a:cxnSpLocks/>
            </p:cNvCxnSpPr>
            <p:nvPr/>
          </p:nvCxnSpPr>
          <p:spPr>
            <a:xfrm>
              <a:off x="3389230" y="100745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6F98D620-0598-4A51-A55D-2A2D1CDA1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523" y="99728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452">
              <a:extLst>
                <a:ext uri="{FF2B5EF4-FFF2-40B4-BE49-F238E27FC236}">
                  <a16:creationId xmlns:a16="http://schemas.microsoft.com/office/drawing/2014/main" id="{690EAC6A-E3C1-4FF8-9F09-AD8ED387DD55}"/>
                </a:ext>
              </a:extLst>
            </p:cNvPr>
            <p:cNvCxnSpPr>
              <a:cxnSpLocks/>
            </p:cNvCxnSpPr>
            <p:nvPr/>
          </p:nvCxnSpPr>
          <p:spPr>
            <a:xfrm>
              <a:off x="3851676" y="97803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FBD453A8-82BB-402C-B313-CF6357D16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5497" y="1166022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24324BBF-D66A-409F-8240-22261F650BD2}"/>
                </a:ext>
              </a:extLst>
            </p:cNvPr>
            <p:cNvCxnSpPr>
              <a:cxnSpLocks/>
            </p:cNvCxnSpPr>
            <p:nvPr/>
          </p:nvCxnSpPr>
          <p:spPr>
            <a:xfrm>
              <a:off x="3618591" y="12455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294ECCC2-3CE9-4CA5-B59D-314579B59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1650" y="133990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494059B6-A800-440D-8638-8E1DA63FC7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5" y="13334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452">
              <a:extLst>
                <a:ext uri="{FF2B5EF4-FFF2-40B4-BE49-F238E27FC236}">
                  <a16:creationId xmlns:a16="http://schemas.microsoft.com/office/drawing/2014/main" id="{70B9F76B-6114-48A9-A3F4-03BEABB99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632" y="1259592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E6EA6140-7DAD-44F3-B83D-570A422DE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7924" y="261936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A362B370-010F-480E-B21B-ECB75BFB9BC2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1257594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84AA407A-1A63-45BF-A2D7-0786921A6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6435" y="1345907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92DD9BB1-CFF0-4369-8945-A4DF81C28D7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600259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A59C8460-57C0-460C-981F-8BBB0E48F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2702" y="1534111"/>
              <a:ext cx="724372" cy="282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D7E167FF-28E7-4669-9E23-8A3904F27407}"/>
                </a:ext>
              </a:extLst>
            </p:cNvPr>
            <p:cNvCxnSpPr>
              <a:cxnSpLocks/>
            </p:cNvCxnSpPr>
            <p:nvPr/>
          </p:nvCxnSpPr>
          <p:spPr>
            <a:xfrm>
              <a:off x="4785275" y="15300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1061AD5A-D216-4677-8A01-D41C8CE8C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744" y="1597353"/>
              <a:ext cx="932645" cy="3883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EF21DF48-E624-4A19-838B-A9AF86F95A8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97181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E3583AB3-5981-4F10-8A58-0A0654315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2046" y="1778982"/>
              <a:ext cx="973223" cy="3945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650F49B1-A936-46C2-A2A2-F2CB0592E3BE}"/>
                </a:ext>
              </a:extLst>
            </p:cNvPr>
            <p:cNvCxnSpPr>
              <a:cxnSpLocks/>
            </p:cNvCxnSpPr>
            <p:nvPr/>
          </p:nvCxnSpPr>
          <p:spPr>
            <a:xfrm>
              <a:off x="4984660" y="1778936"/>
              <a:ext cx="286750" cy="1018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452">
              <a:extLst>
                <a:ext uri="{FF2B5EF4-FFF2-40B4-BE49-F238E27FC236}">
                  <a16:creationId xmlns:a16="http://schemas.microsoft.com/office/drawing/2014/main" id="{F83C9716-1B99-4226-94E5-CF0C8DB2E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836" y="1869573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Straight Connector 452">
              <a:extLst>
                <a:ext uri="{FF2B5EF4-FFF2-40B4-BE49-F238E27FC236}">
                  <a16:creationId xmlns:a16="http://schemas.microsoft.com/office/drawing/2014/main" id="{A8C662CA-85E5-44B4-9D7B-43C7BCDA3369}"/>
                </a:ext>
              </a:extLst>
            </p:cNvPr>
            <p:cNvCxnSpPr>
              <a:cxnSpLocks/>
            </p:cNvCxnSpPr>
            <p:nvPr/>
          </p:nvCxnSpPr>
          <p:spPr>
            <a:xfrm>
              <a:off x="4105380" y="235688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B971602A-25F5-4CE1-B124-AE0E318DC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744" y="1961484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7D26D927-80FF-4939-8D96-457BB1A773E1}"/>
                </a:ext>
              </a:extLst>
            </p:cNvPr>
            <p:cNvCxnSpPr>
              <a:cxnSpLocks/>
            </p:cNvCxnSpPr>
            <p:nvPr/>
          </p:nvCxnSpPr>
          <p:spPr>
            <a:xfrm>
              <a:off x="5518164" y="196148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D14254D9-8077-4D02-9D32-A8115B9E5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867" y="2146515"/>
              <a:ext cx="272033" cy="1182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B6927D16-1A8A-4583-AD88-9E03D8D9807C}"/>
                </a:ext>
              </a:extLst>
            </p:cNvPr>
            <p:cNvCxnSpPr>
              <a:cxnSpLocks/>
            </p:cNvCxnSpPr>
            <p:nvPr/>
          </p:nvCxnSpPr>
          <p:spPr>
            <a:xfrm>
              <a:off x="5265268" y="2258939"/>
              <a:ext cx="0" cy="3453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0A9A8037-370E-4425-84DB-9F55D8ECEDA2}"/>
                </a:ext>
              </a:extLst>
            </p:cNvPr>
            <p:cNvCxnSpPr>
              <a:cxnSpLocks/>
            </p:cNvCxnSpPr>
            <p:nvPr/>
          </p:nvCxnSpPr>
          <p:spPr>
            <a:xfrm>
              <a:off x="5022659" y="252793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5ED4436F-430C-49FF-A7E6-CF8623D4FBFB}"/>
                </a:ext>
              </a:extLst>
            </p:cNvPr>
            <p:cNvCxnSpPr>
              <a:cxnSpLocks/>
            </p:cNvCxnSpPr>
            <p:nvPr/>
          </p:nvCxnSpPr>
          <p:spPr>
            <a:xfrm>
              <a:off x="5029376" y="233551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CEC74DB-293A-435A-B0EB-4FBFAECF6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4299" y="2333665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65C22D82-BCC8-4A9C-B782-116F7E7B4D9B}"/>
                </a:ext>
              </a:extLst>
            </p:cNvPr>
            <p:cNvCxnSpPr>
              <a:cxnSpLocks/>
            </p:cNvCxnSpPr>
            <p:nvPr/>
          </p:nvCxnSpPr>
          <p:spPr>
            <a:xfrm>
              <a:off x="1497874" y="6762267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00B70F6A-8EB8-4915-9D98-3387E3D20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611" y="6971766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6CCC2D73-1F32-4AFE-B645-6FA3D42CC8DE}"/>
                </a:ext>
              </a:extLst>
            </p:cNvPr>
            <p:cNvCxnSpPr>
              <a:cxnSpLocks/>
            </p:cNvCxnSpPr>
            <p:nvPr/>
          </p:nvCxnSpPr>
          <p:spPr>
            <a:xfrm>
              <a:off x="1304152" y="702942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776154" y="2237730"/>
            <a:ext cx="11236719" cy="7762204"/>
            <a:chOff x="785679" y="2237730"/>
            <a:chExt cx="11236719" cy="7762204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70" y="9186863"/>
              <a:ext cx="257705" cy="80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7363" y="9186863"/>
              <a:ext cx="1366306" cy="552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09EE7087-ABA4-48C0-874C-1CD8F8D12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950" y="9639300"/>
              <a:ext cx="252414" cy="1000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C55C11AF-3171-49C9-8BE1-15900A770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9411494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930752"/>
              <a:ext cx="211308" cy="77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9FAA4E88-B061-402D-B25B-774AC8865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588" y="9439275"/>
              <a:ext cx="672570" cy="2664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F87BFF92-2FD1-469F-A450-89AE65FB8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699" y="970568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913E1B9D-841F-4E78-861F-54CE2679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31" y="9705680"/>
              <a:ext cx="49764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D3ECAD35-B1FF-481A-B8F6-F3F0A40D7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4873" y="9719571"/>
              <a:ext cx="462489" cy="2139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B80D2EAB-0841-45EA-B065-8EF0EFBC6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289" y="9367838"/>
              <a:ext cx="1407250" cy="5656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21FCF56B-79C5-4E7D-A961-426C763FD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274" y="9184482"/>
              <a:ext cx="0" cy="7251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7F1433AE-C88B-4E51-9BC4-C940DF66E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8779" y="8177917"/>
              <a:ext cx="7802" cy="5621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67C1315-C83D-4C6A-863C-54699C5134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679" y="8275883"/>
              <a:ext cx="291005" cy="106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CB2108FF-A9CB-4912-AA69-1888B07BD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661" y="8079102"/>
              <a:ext cx="501211" cy="2138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96613F6A-E468-444C-A92B-BF0467747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4887" y="7357377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19954FC9-18F4-47C3-8F0D-095FC1672DAF}"/>
                </a:ext>
              </a:extLst>
            </p:cNvPr>
            <p:cNvCxnSpPr>
              <a:cxnSpLocks/>
            </p:cNvCxnSpPr>
            <p:nvPr/>
          </p:nvCxnSpPr>
          <p:spPr>
            <a:xfrm>
              <a:off x="5241653" y="6703269"/>
              <a:ext cx="9324" cy="568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B8529CF7-E1F8-4C86-BA56-2C042A049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464529" cy="2100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24C5D29-1391-49F1-9826-6EE0822A43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319" y="6528411"/>
              <a:ext cx="931" cy="5846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158541C5-EDC8-40D7-AE10-A8C4C72EB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5333" y="7127078"/>
              <a:ext cx="930420" cy="3284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2EA95CEC-2D8B-4E6F-A6D3-A6EA9EB5785B}"/>
                </a:ext>
              </a:extLst>
            </p:cNvPr>
            <p:cNvCxnSpPr>
              <a:cxnSpLocks/>
            </p:cNvCxnSpPr>
            <p:nvPr/>
          </p:nvCxnSpPr>
          <p:spPr>
            <a:xfrm>
              <a:off x="2440916" y="6732914"/>
              <a:ext cx="738430" cy="301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BEBC1361-8C29-4F61-8851-7E4DEF7EE7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5173" y="9377564"/>
              <a:ext cx="1644742" cy="6223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09C9A292-80EC-46A7-8521-580FC7A51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871" y="9281717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2F2E8DE8-DF3A-44A3-8C30-3936FD0092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6028" y="9285393"/>
              <a:ext cx="1685707" cy="6145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09A3028E-A015-4512-9B02-4F44D7433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9088292"/>
              <a:ext cx="233342" cy="110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08222313-6839-4211-B64B-643F75AC9D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433" y="8887618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84FB25AC-361E-409B-B100-842A9F16C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4" y="8752410"/>
              <a:ext cx="464317" cy="1725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22FD30E4-EB9B-43D5-BED3-F8B9EBB5F5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6220" y="8624841"/>
              <a:ext cx="238979" cy="1222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10BF20EB-526E-4704-B710-5AA153F4B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5" y="8624841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D2E7135E-1E7C-4209-9991-602F8FB7B7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24356" y="8116688"/>
              <a:ext cx="241336" cy="77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0AF1FFC8-81A5-4569-8B92-9EA031A526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4680" y="8116688"/>
              <a:ext cx="1" cy="6947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765DF429-420D-4121-B1E0-5C460A747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7175" y="8739574"/>
              <a:ext cx="337007" cy="5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B79369CA-EE5C-4CFF-B00F-C7EA40ACF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138" y="7822554"/>
              <a:ext cx="5085" cy="921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32E3242F-88D4-416F-9CB7-6E369CE1E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844" y="8913597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DF6504BA-D277-4578-B135-707ACE4FE6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242" y="8446691"/>
              <a:ext cx="8120" cy="5794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452">
              <a:extLst>
                <a:ext uri="{FF2B5EF4-FFF2-40B4-BE49-F238E27FC236}">
                  <a16:creationId xmlns:a16="http://schemas.microsoft.com/office/drawing/2014/main" id="{E391604D-EED5-4E0C-897C-61CDDE9A21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252" y="8438791"/>
              <a:ext cx="229910" cy="1196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C41D9C04-398A-4CAC-9DE5-FD7525AA8E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5127" y="8311465"/>
              <a:ext cx="1304" cy="857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D09AEF4F-231A-4B8F-A927-69409EE19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6936" y="8194591"/>
              <a:ext cx="456035" cy="1879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2211F54-DC52-4CFE-ACFE-EF0C0E407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8483" y="6926574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939F61EC-0D98-464B-A646-745F103C4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520" y="6920943"/>
              <a:ext cx="1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0442B5C-3EE9-495E-BD25-1801DC749DB3}"/>
                </a:ext>
              </a:extLst>
            </p:cNvPr>
            <p:cNvCxnSpPr>
              <a:cxnSpLocks/>
            </p:cNvCxnSpPr>
            <p:nvPr/>
          </p:nvCxnSpPr>
          <p:spPr>
            <a:xfrm>
              <a:off x="2459137" y="7090882"/>
              <a:ext cx="705141" cy="2936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2B9EB893-F64B-4E0F-96D9-7B9A69691E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5859" y="7229076"/>
              <a:ext cx="2024" cy="365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F357BC24-A1CA-43D8-9500-C7AF881F2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8045" y="7256950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B5216216-BFE8-4320-99F2-0F0CD4740E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414" y="7263696"/>
              <a:ext cx="710201" cy="2866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A4168E8-36C6-46E4-B32B-664B022E8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1880" y="7299446"/>
              <a:ext cx="0" cy="170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56BA42D7-931A-43B7-8EC9-28F65E5170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4978" y="7271659"/>
              <a:ext cx="246980" cy="101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F665336D-4DDA-4416-A83D-F27A00639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8140" y="6907915"/>
              <a:ext cx="4293" cy="36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BFD5EE8-A3D2-4966-A8BF-E7DEFDB32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3626" y="692657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79C534D1-F960-4EF2-943D-6E5ECDB79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9058" y="664598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4D56A5DF-101B-495F-A0DB-E0C25B81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459136" y="6559823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B86C108-96EF-4C7A-8091-0A2E1D164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8717" y="6455756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52">
              <a:extLst>
                <a:ext uri="{FF2B5EF4-FFF2-40B4-BE49-F238E27FC236}">
                  <a16:creationId xmlns:a16="http://schemas.microsoft.com/office/drawing/2014/main" id="{BB07B305-8CDF-4468-85AD-1BE1B6B9E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131" y="6289979"/>
              <a:ext cx="0" cy="183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98D3F42E-5D3C-4ED5-B404-F78FD10AF8BE}"/>
                </a:ext>
              </a:extLst>
            </p:cNvPr>
            <p:cNvCxnSpPr>
              <a:cxnSpLocks/>
            </p:cNvCxnSpPr>
            <p:nvPr/>
          </p:nvCxnSpPr>
          <p:spPr>
            <a:xfrm>
              <a:off x="1956140" y="5308869"/>
              <a:ext cx="712113" cy="2853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452">
              <a:extLst>
                <a:ext uri="{FF2B5EF4-FFF2-40B4-BE49-F238E27FC236}">
                  <a16:creationId xmlns:a16="http://schemas.microsoft.com/office/drawing/2014/main" id="{C789544B-8B39-41AB-81C7-73C3CFA9E8D3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B956B80A-6B40-4135-8FF2-72866AF0E3AA}"/>
                </a:ext>
              </a:extLst>
            </p:cNvPr>
            <p:cNvCxnSpPr>
              <a:cxnSpLocks/>
            </p:cNvCxnSpPr>
            <p:nvPr/>
          </p:nvCxnSpPr>
          <p:spPr>
            <a:xfrm>
              <a:off x="1718483" y="5048459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60B6E432-FB27-4038-B6EF-2DE6EC0E8BE8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741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F17D81F0-97BA-4EE5-AFA1-B21BC687F037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61205"/>
              <a:ext cx="478324" cy="1929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9E87F229-C817-4F0C-AD34-693C0EF59097}"/>
                </a:ext>
              </a:extLst>
            </p:cNvPr>
            <p:cNvCxnSpPr>
              <a:cxnSpLocks/>
            </p:cNvCxnSpPr>
            <p:nvPr/>
          </p:nvCxnSpPr>
          <p:spPr>
            <a:xfrm>
              <a:off x="2211339" y="504594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5D952EDE-B1D1-4CC1-BB23-E00255DB1789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5227506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6559FE2F-A18A-41D4-A968-55E66754B3B0}"/>
                </a:ext>
              </a:extLst>
            </p:cNvPr>
            <p:cNvCxnSpPr>
              <a:cxnSpLocks/>
            </p:cNvCxnSpPr>
            <p:nvPr/>
          </p:nvCxnSpPr>
          <p:spPr>
            <a:xfrm>
              <a:off x="2453520" y="514972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189423BB-4853-4874-89FE-484EE432F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6772" y="5042170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92CF8293-E1F6-4ACF-A318-77A5C2768459}"/>
                </a:ext>
              </a:extLst>
            </p:cNvPr>
            <p:cNvCxnSpPr>
              <a:cxnSpLocks/>
            </p:cNvCxnSpPr>
            <p:nvPr/>
          </p:nvCxnSpPr>
          <p:spPr>
            <a:xfrm>
              <a:off x="1981553" y="4772997"/>
              <a:ext cx="712772" cy="2807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EF1AE695-0773-4901-B659-19E28F9E595B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459589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F0991097-2592-4F1F-B2D9-9C9DA8600899}"/>
                </a:ext>
              </a:extLst>
            </p:cNvPr>
            <p:cNvCxnSpPr>
              <a:cxnSpLocks/>
            </p:cNvCxnSpPr>
            <p:nvPr/>
          </p:nvCxnSpPr>
          <p:spPr>
            <a:xfrm>
              <a:off x="1971772" y="4611392"/>
              <a:ext cx="1428785" cy="545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16F6DBE9-10B7-4780-A573-EBBB01A6C2E8}"/>
                </a:ext>
              </a:extLst>
            </p:cNvPr>
            <p:cNvCxnSpPr>
              <a:cxnSpLocks/>
            </p:cNvCxnSpPr>
            <p:nvPr/>
          </p:nvCxnSpPr>
          <p:spPr>
            <a:xfrm>
              <a:off x="3400557" y="49837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3F4DD197-0D2D-4742-A335-91458D2E4FA0}"/>
                </a:ext>
              </a:extLst>
            </p:cNvPr>
            <p:cNvCxnSpPr>
              <a:cxnSpLocks/>
            </p:cNvCxnSpPr>
            <p:nvPr/>
          </p:nvCxnSpPr>
          <p:spPr>
            <a:xfrm>
              <a:off x="2923970" y="4782693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6427E9AE-7D17-46BF-993C-5C37F29B239D}"/>
                </a:ext>
              </a:extLst>
            </p:cNvPr>
            <p:cNvCxnSpPr>
              <a:cxnSpLocks/>
            </p:cNvCxnSpPr>
            <p:nvPr/>
          </p:nvCxnSpPr>
          <p:spPr>
            <a:xfrm>
              <a:off x="2943106" y="46305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1B906FAC-176F-433E-A21B-87C0D4ED5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325" y="460422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E1944782-E184-4B26-8A69-038FA546DEAE}"/>
                </a:ext>
              </a:extLst>
            </p:cNvPr>
            <p:cNvCxnSpPr>
              <a:cxnSpLocks/>
            </p:cNvCxnSpPr>
            <p:nvPr/>
          </p:nvCxnSpPr>
          <p:spPr>
            <a:xfrm>
              <a:off x="2209435" y="4502057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E16B9667-DA56-428F-845C-D15B93A05811}"/>
                </a:ext>
              </a:extLst>
            </p:cNvPr>
            <p:cNvCxnSpPr>
              <a:cxnSpLocks/>
            </p:cNvCxnSpPr>
            <p:nvPr/>
          </p:nvCxnSpPr>
          <p:spPr>
            <a:xfrm>
              <a:off x="2216369" y="4135065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BB4E9B4E-6A93-46CA-8A11-D92127A6B57E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4125200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4AB2D34C-B34B-4958-BCD1-B18501D3D783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76" y="3864054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6299AD9A-A6B8-4FDE-8465-36D92B0FC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5460" y="3788208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8D96A983-501A-4E15-AA3F-712DA0AB2E74}"/>
                </a:ext>
              </a:extLst>
            </p:cNvPr>
            <p:cNvCxnSpPr>
              <a:cxnSpLocks/>
            </p:cNvCxnSpPr>
            <p:nvPr/>
          </p:nvCxnSpPr>
          <p:spPr>
            <a:xfrm>
              <a:off x="2686164" y="3604216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92B4F014-37DB-4166-AB17-531958E9BE43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34" y="3504635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933D8B6D-B711-416A-BE3F-21913F94C1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0834" y="3516776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EF6250F-5A6E-4F74-80DD-55A5A8EE2109}"/>
                </a:ext>
              </a:extLst>
            </p:cNvPr>
            <p:cNvCxnSpPr>
              <a:cxnSpLocks/>
            </p:cNvCxnSpPr>
            <p:nvPr/>
          </p:nvCxnSpPr>
          <p:spPr>
            <a:xfrm>
              <a:off x="2221245" y="343629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3A28E0F6-9170-47BF-B4F9-2E221A7E83A7}"/>
                </a:ext>
              </a:extLst>
            </p:cNvPr>
            <p:cNvCxnSpPr>
              <a:cxnSpLocks/>
            </p:cNvCxnSpPr>
            <p:nvPr/>
          </p:nvCxnSpPr>
          <p:spPr>
            <a:xfrm>
              <a:off x="2000941" y="3333344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1E9F917-8051-41AD-B2BF-A34752646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2489" y="332592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95E8A1C1-1F62-4B74-9AC4-9F68935D494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409" y="3510413"/>
              <a:ext cx="0" cy="330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B3865D5A-8E2B-4546-BF8B-16A058368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3753" y="3768692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D0FEFC1F-F7C1-4211-BAE1-53C2ECD0BFF2}"/>
                </a:ext>
              </a:extLst>
            </p:cNvPr>
            <p:cNvCxnSpPr>
              <a:cxnSpLocks/>
            </p:cNvCxnSpPr>
            <p:nvPr/>
          </p:nvCxnSpPr>
          <p:spPr>
            <a:xfrm>
              <a:off x="1747036" y="3801917"/>
              <a:ext cx="7719" cy="347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6530EFBA-AFC9-4A20-BCA7-7A58670468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9612" y="403955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504DC01A-2612-4048-B7FE-5F516EE9A0C6}"/>
                </a:ext>
              </a:extLst>
            </p:cNvPr>
            <p:cNvCxnSpPr>
              <a:cxnSpLocks/>
            </p:cNvCxnSpPr>
            <p:nvPr/>
          </p:nvCxnSpPr>
          <p:spPr>
            <a:xfrm>
              <a:off x="1526117" y="4055178"/>
              <a:ext cx="0" cy="5562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11A52034-7A48-4C7F-99F3-1DC443264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794" y="460715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DA9E6A3E-591B-4A55-BE0A-9A37714EF5DA}"/>
                </a:ext>
              </a:extLst>
            </p:cNvPr>
            <p:cNvCxnSpPr>
              <a:cxnSpLocks/>
            </p:cNvCxnSpPr>
            <p:nvPr/>
          </p:nvCxnSpPr>
          <p:spPr>
            <a:xfrm>
              <a:off x="1272951" y="469114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6BB77226-BB1A-4A5B-9C01-BC18925333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053" y="4780899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C3F3FA25-013E-4141-8F15-34D854BCD5A5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66" y="460237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72B9EA19-71D7-46F0-8F05-80838B036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204" y="451698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604E7AD9-947A-44B8-9C4B-69E66D067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098" y="4332187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FB2C0E3B-BA0D-4B8D-83B5-0ABAF1BF22B1}"/>
                </a:ext>
              </a:extLst>
            </p:cNvPr>
            <p:cNvCxnSpPr>
              <a:cxnSpLocks/>
            </p:cNvCxnSpPr>
            <p:nvPr/>
          </p:nvCxnSpPr>
          <p:spPr>
            <a:xfrm>
              <a:off x="793098" y="415037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182B9E3-5A83-4D06-BE4B-FA8F9DB5A1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326" y="4160616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98948286-6EDE-48BC-BEF3-766D74E5883E}"/>
                </a:ext>
              </a:extLst>
            </p:cNvPr>
            <p:cNvCxnSpPr>
              <a:cxnSpLocks/>
            </p:cNvCxnSpPr>
            <p:nvPr/>
          </p:nvCxnSpPr>
          <p:spPr>
            <a:xfrm>
              <a:off x="1282428" y="415989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84F37A4B-872E-404E-9981-FDFBD71FF7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396" y="396220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A49C6254-FEFC-4A49-8F27-57B62BCA17A3}"/>
                </a:ext>
              </a:extLst>
            </p:cNvPr>
            <p:cNvCxnSpPr>
              <a:cxnSpLocks/>
            </p:cNvCxnSpPr>
            <p:nvPr/>
          </p:nvCxnSpPr>
          <p:spPr>
            <a:xfrm>
              <a:off x="806378" y="38079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B0BF047-3B70-4BE5-901A-0A3BAA97DE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468" y="379007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12081E40-9052-41C7-B13C-81EE1A3EEAC3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7955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DB54D9A5-283E-42E6-96EF-C8D9E49399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096" y="369989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1D5A6479-0AEF-482A-8E33-210C5FDE2B60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3" y="351677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B296B85A-3DAF-4E3E-98D4-50BCEA4C7C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152" y="3509185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9FB75D45-D83E-4E87-94B5-BB16A0084902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44354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BCDAC1-D3C4-42E1-ACD7-3CE8B0278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6090" y="334748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F73B6332-B0FB-4EA7-A9AB-AA9FF1323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48" y="324105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E861072A-90DF-4397-885D-87D0CA57ED1E}"/>
                </a:ext>
              </a:extLst>
            </p:cNvPr>
            <p:cNvCxnSpPr>
              <a:cxnSpLocks/>
            </p:cNvCxnSpPr>
            <p:nvPr/>
          </p:nvCxnSpPr>
          <p:spPr>
            <a:xfrm>
              <a:off x="1285577" y="305440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D6DD4833-5694-491D-BA12-83EE0A276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129" y="297412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F97053DB-0FD7-4022-9A4E-5CEC26B5D6CB}"/>
                </a:ext>
              </a:extLst>
            </p:cNvPr>
            <p:cNvCxnSpPr>
              <a:cxnSpLocks/>
            </p:cNvCxnSpPr>
            <p:nvPr/>
          </p:nvCxnSpPr>
          <p:spPr>
            <a:xfrm>
              <a:off x="1511761" y="277485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F2A041AD-8AB3-45E7-B31C-70F6696E2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1613" y="2616982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B9204FFB-0992-40CC-90F0-204CFF412BEE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25" y="2256791"/>
              <a:ext cx="0" cy="3627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424AC49B-A26B-4BE7-B432-4A940D4187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3271" y="2237730"/>
              <a:ext cx="492804" cy="191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38A64354-4815-41B9-93CA-FA8917737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083" y="2411366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F33C46A9-51FE-4C0D-939B-FD011135EF73}"/>
                </a:ext>
              </a:extLst>
            </p:cNvPr>
            <p:cNvCxnSpPr>
              <a:cxnSpLocks/>
            </p:cNvCxnSpPr>
            <p:nvPr/>
          </p:nvCxnSpPr>
          <p:spPr>
            <a:xfrm>
              <a:off x="2223180" y="250303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85783C3F-59C9-4188-92B1-90A5AD39F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41" y="2703235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B4822024-079B-437F-A05A-A8CFE959B314}"/>
                </a:ext>
              </a:extLst>
            </p:cNvPr>
            <p:cNvCxnSpPr>
              <a:cxnSpLocks/>
            </p:cNvCxnSpPr>
            <p:nvPr/>
          </p:nvCxnSpPr>
          <p:spPr>
            <a:xfrm>
              <a:off x="1732375" y="2868312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1B33733-F586-4BC6-A8D0-B5095CDBC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0465" y="3054470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59C70696-5706-4005-B149-B82531C6A4CA}"/>
                </a:ext>
              </a:extLst>
            </p:cNvPr>
            <p:cNvCxnSpPr>
              <a:cxnSpLocks/>
            </p:cNvCxnSpPr>
            <p:nvPr/>
          </p:nvCxnSpPr>
          <p:spPr>
            <a:xfrm>
              <a:off x="1523199" y="315825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2446C0FF-0369-4C4A-B7B3-2C345295F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680" y="3158112"/>
              <a:ext cx="471884" cy="1835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1E5B696-4697-4C4A-9017-6DDFB19C2DFF}"/>
                </a:ext>
              </a:extLst>
            </p:cNvPr>
            <p:cNvCxnSpPr>
              <a:cxnSpLocks/>
            </p:cNvCxnSpPr>
            <p:nvPr/>
          </p:nvCxnSpPr>
          <p:spPr>
            <a:xfrm>
              <a:off x="1983902" y="299183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2384B8C4-1FB8-4D1E-A942-617DCA267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552" y="2712524"/>
              <a:ext cx="695507" cy="2643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B9CD7AD3-270B-4241-B71D-AEA4E7C8E8EB}"/>
                </a:ext>
              </a:extLst>
            </p:cNvPr>
            <p:cNvCxnSpPr>
              <a:cxnSpLocks/>
            </p:cNvCxnSpPr>
            <p:nvPr/>
          </p:nvCxnSpPr>
          <p:spPr>
            <a:xfrm>
              <a:off x="2677059" y="2699903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7411CA7-0FB2-44A3-9C83-A0AADBE6F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801" y="2854226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EF019A9B-198A-4A58-B6CA-B695BBAA7485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34" y="305741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583242DB-FF77-4B7B-A9C2-48D1E702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3576" y="3057850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12C00B1D-A839-4B3C-8BE0-BF153A887F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7719" y="305564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624EEB04-A953-412D-9272-43DCA7EC9E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2072" y="314367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1F0A1450-B793-4BD5-A2FB-1D7524CA7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7784" y="3343368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E7C2ED33-5DFE-4316-B310-8696D5E32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923" y="333543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5471396B-EE47-46BC-A361-0732D5FC1AA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880" y="3332731"/>
              <a:ext cx="10855" cy="542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B546CE1C-6585-4102-AA69-A1933F7C5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795" y="387577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49BC8C9A-81BB-4149-B73F-AF6544DDEBCF}"/>
                </a:ext>
              </a:extLst>
            </p:cNvPr>
            <p:cNvCxnSpPr>
              <a:cxnSpLocks/>
            </p:cNvCxnSpPr>
            <p:nvPr/>
          </p:nvCxnSpPr>
          <p:spPr>
            <a:xfrm>
              <a:off x="2683863" y="396501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04D6EA17-B99F-43A7-AC7B-5DD8E239B6B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060" y="4161630"/>
              <a:ext cx="716080" cy="2807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15450A9D-E8B1-4371-9939-CD401F26115F}"/>
                </a:ext>
              </a:extLst>
            </p:cNvPr>
            <p:cNvCxnSpPr>
              <a:cxnSpLocks/>
            </p:cNvCxnSpPr>
            <p:nvPr/>
          </p:nvCxnSpPr>
          <p:spPr>
            <a:xfrm>
              <a:off x="3392490" y="424793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C7EFC64-53BB-4C7B-8F95-762F48BD1E3F}"/>
                </a:ext>
              </a:extLst>
            </p:cNvPr>
            <p:cNvCxnSpPr>
              <a:cxnSpLocks/>
            </p:cNvCxnSpPr>
            <p:nvPr/>
          </p:nvCxnSpPr>
          <p:spPr>
            <a:xfrm>
              <a:off x="2906621" y="4050466"/>
              <a:ext cx="500078" cy="218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17D64D56-2D4E-4CE3-98C9-3D2CD7DBF3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9925" y="3973534"/>
              <a:ext cx="250638" cy="996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377090D5-30AA-414F-866A-5B539A60F6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9379" y="3982105"/>
              <a:ext cx="468497" cy="1758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C503641-C7EB-4B38-B468-80F8DE21B582}"/>
                </a:ext>
              </a:extLst>
            </p:cNvPr>
            <p:cNvCxnSpPr>
              <a:cxnSpLocks/>
            </p:cNvCxnSpPr>
            <p:nvPr/>
          </p:nvCxnSpPr>
          <p:spPr>
            <a:xfrm>
              <a:off x="3607594" y="4150372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FF90084-5BCF-4539-82E8-07894EF7C7BD}"/>
                </a:ext>
              </a:extLst>
            </p:cNvPr>
            <p:cNvCxnSpPr>
              <a:cxnSpLocks/>
            </p:cNvCxnSpPr>
            <p:nvPr/>
          </p:nvCxnSpPr>
          <p:spPr>
            <a:xfrm>
              <a:off x="3629881" y="5227506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C3B6F1EF-76A2-482A-817C-3FA00A881D24}"/>
                </a:ext>
              </a:extLst>
            </p:cNvPr>
            <p:cNvCxnSpPr>
              <a:cxnSpLocks/>
            </p:cNvCxnSpPr>
            <p:nvPr/>
          </p:nvCxnSpPr>
          <p:spPr>
            <a:xfrm>
              <a:off x="3852362" y="4272959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C0A4A54-270B-4483-BC5A-6F06B4DE9E0A}"/>
                </a:ext>
              </a:extLst>
            </p:cNvPr>
            <p:cNvCxnSpPr>
              <a:cxnSpLocks/>
            </p:cNvCxnSpPr>
            <p:nvPr/>
          </p:nvCxnSpPr>
          <p:spPr>
            <a:xfrm>
              <a:off x="3836827" y="4230303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F57C41-B3B9-449A-9D56-976E20BCCF71}"/>
                </a:ext>
              </a:extLst>
            </p:cNvPr>
            <p:cNvCxnSpPr>
              <a:cxnSpLocks/>
            </p:cNvCxnSpPr>
            <p:nvPr/>
          </p:nvCxnSpPr>
          <p:spPr>
            <a:xfrm>
              <a:off x="4090463" y="4317120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810B2629-DD71-472E-AB35-ADAA12E5CB59}"/>
                </a:ext>
              </a:extLst>
            </p:cNvPr>
            <p:cNvCxnSpPr>
              <a:cxnSpLocks/>
            </p:cNvCxnSpPr>
            <p:nvPr/>
          </p:nvCxnSpPr>
          <p:spPr>
            <a:xfrm>
              <a:off x="4096908" y="539613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F79F55F0-F8EF-42E3-B137-4CAC9D68FE66}"/>
                </a:ext>
              </a:extLst>
            </p:cNvPr>
            <p:cNvCxnSpPr>
              <a:cxnSpLocks/>
            </p:cNvCxnSpPr>
            <p:nvPr/>
          </p:nvCxnSpPr>
          <p:spPr>
            <a:xfrm>
              <a:off x="4324017" y="5488757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3F414A69-C205-42A5-9608-9D33A5CB1BE3}"/>
                </a:ext>
              </a:extLst>
            </p:cNvPr>
            <p:cNvCxnSpPr>
              <a:cxnSpLocks/>
            </p:cNvCxnSpPr>
            <p:nvPr/>
          </p:nvCxnSpPr>
          <p:spPr>
            <a:xfrm>
              <a:off x="4308505" y="5851351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8A43448-37D7-4D9D-A52A-4A345773539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489" y="5585063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A5EF67A-A339-4EAD-8F3B-2BDE2E509671}"/>
                </a:ext>
              </a:extLst>
            </p:cNvPr>
            <p:cNvCxnSpPr>
              <a:cxnSpLocks/>
            </p:cNvCxnSpPr>
            <p:nvPr/>
          </p:nvCxnSpPr>
          <p:spPr>
            <a:xfrm>
              <a:off x="4543784" y="5586523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80B0C411-C1FC-41E3-BAC2-A563ED6F3627}"/>
                </a:ext>
              </a:extLst>
            </p:cNvPr>
            <p:cNvCxnSpPr>
              <a:cxnSpLocks/>
            </p:cNvCxnSpPr>
            <p:nvPr/>
          </p:nvCxnSpPr>
          <p:spPr>
            <a:xfrm>
              <a:off x="4774406" y="569620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7E6BEE9F-CD79-47D0-AEB6-036F52D9D0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7298" y="5794210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F3B634CF-1F7B-4560-ACA4-06E3209D2073}"/>
                </a:ext>
              </a:extLst>
            </p:cNvPr>
            <p:cNvCxnSpPr>
              <a:cxnSpLocks/>
            </p:cNvCxnSpPr>
            <p:nvPr/>
          </p:nvCxnSpPr>
          <p:spPr>
            <a:xfrm>
              <a:off x="5020240" y="5778714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0345A449-1718-465B-B791-C37021415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848" y="5788679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2118497D-D801-43A9-B8DA-119306EDA066}"/>
                </a:ext>
              </a:extLst>
            </p:cNvPr>
            <p:cNvCxnSpPr>
              <a:cxnSpLocks/>
            </p:cNvCxnSpPr>
            <p:nvPr/>
          </p:nvCxnSpPr>
          <p:spPr>
            <a:xfrm>
              <a:off x="4311119" y="5308869"/>
              <a:ext cx="1188197" cy="4832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BD41382E-4A65-43FE-8120-A3671236A214}"/>
                </a:ext>
              </a:extLst>
            </p:cNvPr>
            <p:cNvCxnSpPr>
              <a:cxnSpLocks/>
            </p:cNvCxnSpPr>
            <p:nvPr/>
          </p:nvCxnSpPr>
          <p:spPr>
            <a:xfrm>
              <a:off x="4317566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3E0F0683-E16F-4F15-BF3A-4E48360A364D}"/>
                </a:ext>
              </a:extLst>
            </p:cNvPr>
            <p:cNvCxnSpPr>
              <a:cxnSpLocks/>
            </p:cNvCxnSpPr>
            <p:nvPr/>
          </p:nvCxnSpPr>
          <p:spPr>
            <a:xfrm>
              <a:off x="4325984" y="5166201"/>
              <a:ext cx="1632386" cy="6168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890FEC4-3D2D-499B-86F1-84AD02561E6D}"/>
                </a:ext>
              </a:extLst>
            </p:cNvPr>
            <p:cNvCxnSpPr>
              <a:cxnSpLocks/>
            </p:cNvCxnSpPr>
            <p:nvPr/>
          </p:nvCxnSpPr>
          <p:spPr>
            <a:xfrm>
              <a:off x="5954564" y="56051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F7FFD5DC-3A38-4708-BD0A-BA1EA66AD21E}"/>
                </a:ext>
              </a:extLst>
            </p:cNvPr>
            <p:cNvCxnSpPr>
              <a:cxnSpLocks/>
            </p:cNvCxnSpPr>
            <p:nvPr/>
          </p:nvCxnSpPr>
          <p:spPr>
            <a:xfrm>
              <a:off x="4293261" y="495100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A004EE90-34A5-471B-88EB-D02378635798}"/>
                </a:ext>
              </a:extLst>
            </p:cNvPr>
            <p:cNvCxnSpPr>
              <a:cxnSpLocks/>
            </p:cNvCxnSpPr>
            <p:nvPr/>
          </p:nvCxnSpPr>
          <p:spPr>
            <a:xfrm>
              <a:off x="4319005" y="478555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DEAC9323-6DC6-40C5-8B88-645B8A5A2BE9}"/>
                </a:ext>
              </a:extLst>
            </p:cNvPr>
            <p:cNvCxnSpPr>
              <a:cxnSpLocks/>
            </p:cNvCxnSpPr>
            <p:nvPr/>
          </p:nvCxnSpPr>
          <p:spPr>
            <a:xfrm>
              <a:off x="4300004" y="479832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09620EC5-327E-4CED-A785-3A3A43569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273" y="5333898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7F10F5A8-B802-4240-B9DB-C331E434180A}"/>
                </a:ext>
              </a:extLst>
            </p:cNvPr>
            <p:cNvCxnSpPr>
              <a:cxnSpLocks/>
            </p:cNvCxnSpPr>
            <p:nvPr/>
          </p:nvCxnSpPr>
          <p:spPr>
            <a:xfrm>
              <a:off x="6203012" y="4787602"/>
              <a:ext cx="6201" cy="5363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6C7934C-EA1B-4EB5-86A4-BF718F8B357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056" y="469114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0AC2FDB2-6308-494F-987E-405A783DF666}"/>
                </a:ext>
              </a:extLst>
            </p:cNvPr>
            <p:cNvCxnSpPr>
              <a:cxnSpLocks/>
            </p:cNvCxnSpPr>
            <p:nvPr/>
          </p:nvCxnSpPr>
          <p:spPr>
            <a:xfrm>
              <a:off x="5978841" y="449822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6DDB77CD-8AB4-4E74-AAAB-B68B657444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6226" y="4410870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2A99AF77-47D7-4A22-BAE5-03F69BBAFFA3}"/>
                </a:ext>
              </a:extLst>
            </p:cNvPr>
            <p:cNvCxnSpPr>
              <a:cxnSpLocks/>
            </p:cNvCxnSpPr>
            <p:nvPr/>
          </p:nvCxnSpPr>
          <p:spPr>
            <a:xfrm>
              <a:off x="5749881" y="4440852"/>
              <a:ext cx="0" cy="5376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9DBC2A1C-DEB1-4077-B6E1-F100D6F2A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2171" y="4851274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EBD76ACE-B9A9-4E58-9072-35C7E44AFDBC}"/>
                </a:ext>
              </a:extLst>
            </p:cNvPr>
            <p:cNvCxnSpPr>
              <a:cxnSpLocks/>
            </p:cNvCxnSpPr>
            <p:nvPr/>
          </p:nvCxnSpPr>
          <p:spPr>
            <a:xfrm>
              <a:off x="5974529" y="4860791"/>
              <a:ext cx="0" cy="38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E6D0588-902D-4A01-A00E-903B5F6E4DF5}"/>
                </a:ext>
              </a:extLst>
            </p:cNvPr>
            <p:cNvCxnSpPr>
              <a:cxnSpLocks/>
            </p:cNvCxnSpPr>
            <p:nvPr/>
          </p:nvCxnSpPr>
          <p:spPr>
            <a:xfrm>
              <a:off x="5277596" y="4972259"/>
              <a:ext cx="699064" cy="2914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E85A3235-09D6-48AE-B794-317DB9B65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3703" y="486500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8E0E7848-7263-4551-B9BF-2A199A3700C5}"/>
                </a:ext>
              </a:extLst>
            </p:cNvPr>
            <p:cNvCxnSpPr>
              <a:cxnSpLocks/>
            </p:cNvCxnSpPr>
            <p:nvPr/>
          </p:nvCxnSpPr>
          <p:spPr>
            <a:xfrm>
              <a:off x="4798679" y="4605811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C322F9D-EDF9-461A-8733-CF19C389F6B9}"/>
                </a:ext>
              </a:extLst>
            </p:cNvPr>
            <p:cNvCxnSpPr>
              <a:cxnSpLocks/>
            </p:cNvCxnSpPr>
            <p:nvPr/>
          </p:nvCxnSpPr>
          <p:spPr>
            <a:xfrm>
              <a:off x="4810602" y="461701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A02C906C-5A09-4FEA-A031-A863662D4039}"/>
                </a:ext>
              </a:extLst>
            </p:cNvPr>
            <p:cNvCxnSpPr>
              <a:cxnSpLocks/>
            </p:cNvCxnSpPr>
            <p:nvPr/>
          </p:nvCxnSpPr>
          <p:spPr>
            <a:xfrm>
              <a:off x="4342360" y="4606024"/>
              <a:ext cx="468354" cy="201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6CE4B7D5-F208-4271-AF60-CEE7EECA364B}"/>
                </a:ext>
              </a:extLst>
            </p:cNvPr>
            <p:cNvCxnSpPr>
              <a:cxnSpLocks/>
            </p:cNvCxnSpPr>
            <p:nvPr/>
          </p:nvCxnSpPr>
          <p:spPr>
            <a:xfrm>
              <a:off x="4337533" y="44376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090E5FC5-98CE-4398-B316-B23EF646ED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193" y="4427113"/>
              <a:ext cx="241375" cy="1099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FB1C34A3-BD76-4361-9CA3-82A0CED71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2230" y="3988388"/>
              <a:ext cx="13338" cy="548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2FB8D05C-4461-4813-968D-F8E0A2FD80ED}"/>
                </a:ext>
              </a:extLst>
            </p:cNvPr>
            <p:cNvCxnSpPr>
              <a:cxnSpLocks/>
            </p:cNvCxnSpPr>
            <p:nvPr/>
          </p:nvCxnSpPr>
          <p:spPr>
            <a:xfrm>
              <a:off x="4779641" y="4444115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759B8F74-745E-447A-B4EE-E7A6480E0A1E}"/>
                </a:ext>
              </a:extLst>
            </p:cNvPr>
            <p:cNvCxnSpPr>
              <a:cxnSpLocks/>
            </p:cNvCxnSpPr>
            <p:nvPr/>
          </p:nvCxnSpPr>
          <p:spPr>
            <a:xfrm>
              <a:off x="5536260" y="45408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A443D164-20D5-4CA8-ADF2-267D42736D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2947" y="4343292"/>
              <a:ext cx="506664" cy="1983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C8E1102C-5D6A-4883-A1A3-58D0069DD42A}"/>
                </a:ext>
              </a:extLst>
            </p:cNvPr>
            <p:cNvCxnSpPr>
              <a:cxnSpLocks/>
            </p:cNvCxnSpPr>
            <p:nvPr/>
          </p:nvCxnSpPr>
          <p:spPr>
            <a:xfrm>
              <a:off x="4786109" y="4125200"/>
              <a:ext cx="0" cy="3348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A93C7B1-C081-476A-AA52-C3A3903DFD39}"/>
                </a:ext>
              </a:extLst>
            </p:cNvPr>
            <p:cNvCxnSpPr>
              <a:cxnSpLocks/>
            </p:cNvCxnSpPr>
            <p:nvPr/>
          </p:nvCxnSpPr>
          <p:spPr>
            <a:xfrm>
              <a:off x="4571258" y="3990370"/>
              <a:ext cx="229387" cy="827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2C507D4-B7A2-4F99-A95B-37E215A9F1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783" y="9365864"/>
              <a:ext cx="1447053" cy="551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202D98E9-FC8B-45B6-BA1D-5ADD420C9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2943" y="9891893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235202A0-DF59-4514-9BDC-14748D3D6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7473" y="8796635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C1AD9A5C-EBE5-4795-9C4D-DE0F944E6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7214" y="8892959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260C972E-182C-43E6-BBD4-90F3D9A74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05851" y="9096642"/>
              <a:ext cx="228297" cy="94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2DA18055-077A-4577-9251-B74724EAC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1172" y="9175935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2F307C0-5F39-49DB-9416-3568E7095D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8986" y="9183965"/>
              <a:ext cx="461330" cy="1934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509A4B47-E332-4AC8-8492-4ED8172D8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5654" y="8828768"/>
              <a:ext cx="3236" cy="3779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452">
              <a:extLst>
                <a:ext uri="{FF2B5EF4-FFF2-40B4-BE49-F238E27FC236}">
                  <a16:creationId xmlns:a16="http://schemas.microsoft.com/office/drawing/2014/main" id="{FDD3B74D-812E-4807-83E2-8D9608F59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5841" y="8734472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53BDB765-67C1-436D-AFC0-1A4C4B20AC89}"/>
                </a:ext>
              </a:extLst>
            </p:cNvPr>
            <p:cNvCxnSpPr>
              <a:cxnSpLocks/>
            </p:cNvCxnSpPr>
            <p:nvPr/>
          </p:nvCxnSpPr>
          <p:spPr>
            <a:xfrm>
              <a:off x="4545655" y="7715178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73C53623-1C01-44A6-9E41-25243565DA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6664" y="7709323"/>
              <a:ext cx="13752" cy="9390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AEEFFF19-FB8B-41BC-85BD-9B7FB02F16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7928" y="8624403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D0AFE8C5-9BD4-4D92-BBCF-5BEE40BE0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2065" y="8710789"/>
              <a:ext cx="3236" cy="3779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8E0DD07F-65EC-4CA4-886D-40AB04D2B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833" y="8991147"/>
              <a:ext cx="228297" cy="94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870E019E-2A4E-4D36-A165-3C66A5DED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9181" y="8624403"/>
              <a:ext cx="14134" cy="3949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452">
              <a:extLst>
                <a:ext uri="{FF2B5EF4-FFF2-40B4-BE49-F238E27FC236}">
                  <a16:creationId xmlns:a16="http://schemas.microsoft.com/office/drawing/2014/main" id="{5791F1C7-AE64-4F4A-8562-3F4BD817DF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2249" y="8533909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3C44A251-F79E-4B05-9E9A-6D61CEAD13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7566" y="8345883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369F42A3-F6E5-4E1F-96B8-831B0FDA59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371" y="8271520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02183B2-A703-4B67-9A13-093808D966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6073" y="824625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C9E9574A-84D6-4AF3-A9AC-D3FB6B3576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9359" y="8370802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D77616B-6CE0-4AB8-847C-9B4DCE56A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515" y="8349939"/>
              <a:ext cx="3899" cy="568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9DF4AB0D-4254-4E68-B477-A74624617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6043" y="8555276"/>
              <a:ext cx="6209" cy="530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74F88EE-7F54-4AA7-8F93-140207E3E5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4978" y="9001338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2F7AAFBA-C131-470F-9EC7-DFA029AD4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417" y="8271520"/>
              <a:ext cx="6209" cy="753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1994C0F-F1C2-4AD1-9DC3-421AD6ADC5C0}"/>
                </a:ext>
              </a:extLst>
            </p:cNvPr>
            <p:cNvCxnSpPr>
              <a:cxnSpLocks/>
            </p:cNvCxnSpPr>
            <p:nvPr/>
          </p:nvCxnSpPr>
          <p:spPr>
            <a:xfrm>
              <a:off x="2906621" y="8219219"/>
              <a:ext cx="247067" cy="70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8CB8382D-F65D-4C2E-A995-3DCDA26E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6052" y="8209519"/>
              <a:ext cx="5679" cy="8871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2585A762-A13E-4AB3-9E3C-A47F8F26CF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773" y="9075615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B39989A2-40E6-417E-B37A-FA3CD675A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084" y="8302086"/>
              <a:ext cx="233353" cy="986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7D7CD870-DAF7-40B1-ACBB-64003FD62B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0861" y="8382585"/>
              <a:ext cx="12948" cy="9028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B633BEE-F6E4-4380-8BBA-9BD6C8763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6485" y="9285393"/>
              <a:ext cx="504282" cy="1776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1E1E886D-2590-4F17-AE3B-49866192A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73" y="9267825"/>
              <a:ext cx="0" cy="210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37682F15-4D50-4B16-8CE2-FCF9AF097E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428" y="9175935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7B3EEBF0-6966-4236-B004-466FE7406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176" y="8474056"/>
              <a:ext cx="0" cy="6802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9BB5D477-DB5F-46CE-B45E-763A6EA9E1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4113" y="8207906"/>
              <a:ext cx="499571" cy="167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0E5FEC77-F500-4D89-B1AC-86616130F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973" y="7994729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DCB327BF-8688-4B99-86B3-96B345028F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217" y="7823936"/>
              <a:ext cx="1206616" cy="4541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43D619E4-A705-49C7-BD52-06CE266FB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274" y="7799206"/>
              <a:ext cx="0" cy="206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C57FEFFF-E1B8-4DBE-8E2A-A4DDD41CF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100" y="8003947"/>
              <a:ext cx="723595" cy="2880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7368949-3141-4CBB-89EB-FD2AD09E1D5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052" y="8005252"/>
              <a:ext cx="464005" cy="172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825E6841-899F-4FA9-93B3-ECDF0853C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638" y="7643553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A40E80EB-5EA8-4477-8939-517F673241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661" y="7550069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59275F7A-9560-4902-829D-381D9A9F079E}"/>
                </a:ext>
              </a:extLst>
            </p:cNvPr>
            <p:cNvCxnSpPr>
              <a:cxnSpLocks/>
            </p:cNvCxnSpPr>
            <p:nvPr/>
          </p:nvCxnSpPr>
          <p:spPr>
            <a:xfrm>
              <a:off x="4545655" y="7557751"/>
              <a:ext cx="478700" cy="1832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4EE9FCD4-EDB0-474A-91B5-84BC40CDB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8155" y="7548040"/>
              <a:ext cx="468560" cy="2024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7A9581A-8AD4-4D61-ADCB-38F89AAAA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161" y="7358199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4DE9879-1C40-41F6-BD8D-7FF321E32DBC}"/>
                </a:ext>
              </a:extLst>
            </p:cNvPr>
            <p:cNvCxnSpPr>
              <a:cxnSpLocks/>
            </p:cNvCxnSpPr>
            <p:nvPr/>
          </p:nvCxnSpPr>
          <p:spPr>
            <a:xfrm>
              <a:off x="5241653" y="7271659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DF504003-7C77-46AC-A765-A051E97C37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941" y="8370862"/>
              <a:ext cx="0" cy="206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52909F52-EFD8-464B-96C5-5F7E0811D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1101" y="8475036"/>
              <a:ext cx="233353" cy="986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F5C66DD0-2435-4DD4-9A86-75CF89A64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7022" y="7842213"/>
              <a:ext cx="943103" cy="3410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B4765448-E6CB-494A-BDDC-190CE5A063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7880" y="7117205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D99639FC-9178-4FA4-8ED8-91BD19817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4468" y="7020862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CE7E894D-A8EF-41D2-915A-647F1E0CFC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5245" y="7185043"/>
              <a:ext cx="0" cy="170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F17FD5AA-E8EF-42D0-93BB-5E87F4CBA2AB}"/>
                </a:ext>
              </a:extLst>
            </p:cNvPr>
            <p:cNvCxnSpPr>
              <a:cxnSpLocks/>
            </p:cNvCxnSpPr>
            <p:nvPr/>
          </p:nvCxnSpPr>
          <p:spPr>
            <a:xfrm>
              <a:off x="4075610" y="7000817"/>
              <a:ext cx="254990" cy="1245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C9C9D8B5-A7F4-4C14-B819-639D226A4D7A}"/>
                </a:ext>
              </a:extLst>
            </p:cNvPr>
            <p:cNvCxnSpPr>
              <a:cxnSpLocks/>
            </p:cNvCxnSpPr>
            <p:nvPr/>
          </p:nvCxnSpPr>
          <p:spPr>
            <a:xfrm>
              <a:off x="5013189" y="4143608"/>
              <a:ext cx="506664" cy="1983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50BB0ED9-4450-4C20-AF8A-AFE08C62FAB2}"/>
                </a:ext>
              </a:extLst>
            </p:cNvPr>
            <p:cNvCxnSpPr>
              <a:cxnSpLocks/>
            </p:cNvCxnSpPr>
            <p:nvPr/>
          </p:nvCxnSpPr>
          <p:spPr>
            <a:xfrm>
              <a:off x="5024355" y="4152674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9695061" y="6829426"/>
            <a:ext cx="1382514" cy="54828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3" y="8677275"/>
            <a:ext cx="491424" cy="17342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V="1">
            <a:off x="7823048" y="8832109"/>
            <a:ext cx="0" cy="37460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5" y="9199167"/>
            <a:ext cx="484496" cy="2036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10140950"/>
            <a:ext cx="15875" cy="1936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6239" y="10220819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H="1" flipV="1">
            <a:off x="8522210" y="9124950"/>
            <a:ext cx="6350" cy="110141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>
            <a:off x="9658350" y="7182013"/>
            <a:ext cx="250828" cy="12778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>
            <a:off x="9665993" y="6455756"/>
            <a:ext cx="0" cy="72474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52">
            <a:extLst>
              <a:ext uri="{FF2B5EF4-FFF2-40B4-BE49-F238E27FC236}">
                <a16:creationId xmlns:a16="http://schemas.microsoft.com/office/drawing/2014/main" id="{734D425F-F52E-4A1C-B583-ED7509DF4005}"/>
              </a:ext>
            </a:extLst>
          </p:cNvPr>
          <p:cNvCxnSpPr>
            <a:cxnSpLocks/>
          </p:cNvCxnSpPr>
          <p:nvPr/>
        </p:nvCxnSpPr>
        <p:spPr>
          <a:xfrm>
            <a:off x="10366375" y="7451624"/>
            <a:ext cx="0" cy="38983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67B0089-EBB8-479F-99C5-EF0B1222A8DD}"/>
              </a:ext>
            </a:extLst>
          </p:cNvPr>
          <p:cNvCxnSpPr>
            <a:cxnSpLocks/>
          </p:cNvCxnSpPr>
          <p:nvPr/>
        </p:nvCxnSpPr>
        <p:spPr>
          <a:xfrm>
            <a:off x="10348725" y="7817894"/>
            <a:ext cx="740147" cy="28130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9915528" y="7826995"/>
            <a:ext cx="441322" cy="16773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452">
            <a:extLst>
              <a:ext uri="{FF2B5EF4-FFF2-40B4-BE49-F238E27FC236}">
                <a16:creationId xmlns:a16="http://schemas.microsoft.com/office/drawing/2014/main" id="{5FD48688-23EA-4EE7-BF38-DEBD2F3AA0CB}"/>
              </a:ext>
            </a:extLst>
          </p:cNvPr>
          <p:cNvCxnSpPr>
            <a:cxnSpLocks/>
          </p:cNvCxnSpPr>
          <p:nvPr/>
        </p:nvCxnSpPr>
        <p:spPr>
          <a:xfrm flipH="1" flipV="1">
            <a:off x="9445235" y="7839707"/>
            <a:ext cx="470293" cy="15502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6BAD5227-2D34-41BC-8927-033B9E0694D4}"/>
              </a:ext>
            </a:extLst>
          </p:cNvPr>
          <p:cNvCxnSpPr>
            <a:cxnSpLocks/>
          </p:cNvCxnSpPr>
          <p:nvPr/>
        </p:nvCxnSpPr>
        <p:spPr>
          <a:xfrm flipH="1">
            <a:off x="8754668" y="7839706"/>
            <a:ext cx="676759" cy="27698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 flipH="1">
            <a:off x="9909178" y="8924924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1037889" y="8253708"/>
            <a:ext cx="974982" cy="4162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8752410"/>
            <a:ext cx="466472" cy="1725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0107FA-E196-4B5C-BDF9-80753D472C4B}"/>
              </a:ext>
            </a:extLst>
          </p:cNvPr>
          <p:cNvSpPr txBox="1"/>
          <p:nvPr/>
        </p:nvSpPr>
        <p:spPr>
          <a:xfrm>
            <a:off x="6430072" y="6288793"/>
            <a:ext cx="150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Test4.6 (8.4.6)</a:t>
            </a:r>
          </a:p>
        </p:txBody>
      </p: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DE1815FD-67F5-4C46-AA43-938DEE642C70}"/>
              </a:ext>
            </a:extLst>
          </p:cNvPr>
          <p:cNvCxnSpPr>
            <a:cxnSpLocks/>
          </p:cNvCxnSpPr>
          <p:nvPr/>
        </p:nvCxnSpPr>
        <p:spPr>
          <a:xfrm flipH="1">
            <a:off x="8500496" y="8763985"/>
            <a:ext cx="956497" cy="38086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811EFD05-3C0C-4D51-8B85-805CB7F713CE}"/>
              </a:ext>
            </a:extLst>
          </p:cNvPr>
          <p:cNvCxnSpPr>
            <a:cxnSpLocks/>
          </p:cNvCxnSpPr>
          <p:nvPr/>
        </p:nvCxnSpPr>
        <p:spPr>
          <a:xfrm flipV="1">
            <a:off x="9647873" y="6348691"/>
            <a:ext cx="261305" cy="11057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3AC68386-0065-4E91-ADAB-FA02FF25CEAE}"/>
              </a:ext>
            </a:extLst>
          </p:cNvPr>
          <p:cNvCxnSpPr>
            <a:cxnSpLocks/>
          </p:cNvCxnSpPr>
          <p:nvPr/>
        </p:nvCxnSpPr>
        <p:spPr>
          <a:xfrm>
            <a:off x="8296275" y="7741018"/>
            <a:ext cx="458789" cy="18973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BDED8E2F-6585-42CF-BD46-DBA99F085318}"/>
              </a:ext>
            </a:extLst>
          </p:cNvPr>
          <p:cNvCxnSpPr>
            <a:cxnSpLocks/>
          </p:cNvCxnSpPr>
          <p:nvPr/>
        </p:nvCxnSpPr>
        <p:spPr>
          <a:xfrm flipH="1">
            <a:off x="8741414" y="7908697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E2E2A67C-110F-49A4-B60B-7799F6D22CFE}"/>
              </a:ext>
            </a:extLst>
          </p:cNvPr>
          <p:cNvCxnSpPr>
            <a:cxnSpLocks/>
          </p:cNvCxnSpPr>
          <p:nvPr/>
        </p:nvCxnSpPr>
        <p:spPr>
          <a:xfrm flipH="1">
            <a:off x="11051365" y="8060389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46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460276" y="989943"/>
            <a:ext cx="10792210" cy="7030106"/>
            <a:chOff x="1466230" y="978038"/>
            <a:chExt cx="10792210" cy="7030106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572" y="7544196"/>
              <a:ext cx="1187451" cy="4639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87590FD-2FAB-4CC2-9DA6-3A841BEB3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4611" y="7829550"/>
              <a:ext cx="476380" cy="1785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C27E2CE-C925-4D85-8444-0F7B451F1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6753" y="7829550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5441" y="7829550"/>
              <a:ext cx="261277" cy="103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753225"/>
              <a:ext cx="6392" cy="10763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7AD16BC-1A9D-40BF-A178-A848EDC3B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6153" y="7365802"/>
              <a:ext cx="474862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4667" y="7365802"/>
              <a:ext cx="477439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95429C25-EF53-49F6-B094-0C0B53C64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9242" y="7358656"/>
              <a:ext cx="1421381" cy="5601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9D81F07A-29D4-4475-8514-A4973CDE5F4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82" y="538505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6BDE07E8-18A2-4891-BA40-9BA57281398F}"/>
                </a:ext>
              </a:extLst>
            </p:cNvPr>
            <p:cNvCxnSpPr>
              <a:cxnSpLocks/>
            </p:cNvCxnSpPr>
            <p:nvPr/>
          </p:nvCxnSpPr>
          <p:spPr>
            <a:xfrm>
              <a:off x="2660248" y="520887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CDE6EB1A-CFFF-4544-AFF1-29A1C94DA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6481" y="5093469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75E3424-CBBC-4E85-A9C3-E0D58B3F0EEF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5117678"/>
              <a:ext cx="1150530" cy="4556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503EF3CB-9D12-4C0B-A7A0-B4CA5FA4FB0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5562557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5E8660A0-A562-4C92-983B-97E4437E1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7143" y="5905537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F0821FC3-73EE-4A7B-8B25-DC5311526D56}"/>
                </a:ext>
              </a:extLst>
            </p:cNvPr>
            <p:cNvCxnSpPr>
              <a:cxnSpLocks/>
            </p:cNvCxnSpPr>
            <p:nvPr/>
          </p:nvCxnSpPr>
          <p:spPr>
            <a:xfrm>
              <a:off x="3858309" y="603267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E6D15A51-DFC6-4329-8AEF-AEC28998D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6884" y="6003224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46D38661-B6E4-4F33-86B0-89CDCEF7F6A2}"/>
                </a:ext>
              </a:extLst>
            </p:cNvPr>
            <p:cNvCxnSpPr>
              <a:cxnSpLocks/>
            </p:cNvCxnSpPr>
            <p:nvPr/>
          </p:nvCxnSpPr>
          <p:spPr>
            <a:xfrm>
              <a:off x="4303660" y="6001653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6F126A79-5197-458B-B14E-95EF08DA79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5070" y="5933449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6BC09608-A6A4-4BFD-8D42-F2E8B0342396}"/>
                </a:ext>
              </a:extLst>
            </p:cNvPr>
            <p:cNvCxnSpPr>
              <a:cxnSpLocks/>
            </p:cNvCxnSpPr>
            <p:nvPr/>
          </p:nvCxnSpPr>
          <p:spPr>
            <a:xfrm>
              <a:off x="5022581" y="593205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356C5274-0081-4D2C-8126-2B72F69E2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025" y="5837588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2C0C1001-AC77-41F3-B125-E2D3E3AC064A}"/>
                </a:ext>
              </a:extLst>
            </p:cNvPr>
            <p:cNvCxnSpPr>
              <a:cxnSpLocks/>
            </p:cNvCxnSpPr>
            <p:nvPr/>
          </p:nvCxnSpPr>
          <p:spPr>
            <a:xfrm>
              <a:off x="5707489" y="583758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0499D13D-9EBE-4281-B7B3-B8710C5FD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9087" y="5824376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DE387E6-A42C-4276-B275-B40C2154F51F}"/>
                </a:ext>
              </a:extLst>
            </p:cNvPr>
            <p:cNvCxnSpPr>
              <a:cxnSpLocks/>
            </p:cNvCxnSpPr>
            <p:nvPr/>
          </p:nvCxnSpPr>
          <p:spPr>
            <a:xfrm>
              <a:off x="6199441" y="5476943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8E33D461-028C-4454-A295-3339AD72B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548" y="5385055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1228E330-99AC-4B8F-93D3-69EF870EF430}"/>
                </a:ext>
              </a:extLst>
            </p:cNvPr>
            <p:cNvCxnSpPr>
              <a:cxnSpLocks/>
            </p:cNvCxnSpPr>
            <p:nvPr/>
          </p:nvCxnSpPr>
          <p:spPr>
            <a:xfrm>
              <a:off x="6420301" y="4687095"/>
              <a:ext cx="0" cy="6989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E45E1B22-26E3-4F1C-8858-931CC136282B}"/>
                </a:ext>
              </a:extLst>
            </p:cNvPr>
            <p:cNvCxnSpPr>
              <a:cxnSpLocks/>
            </p:cNvCxnSpPr>
            <p:nvPr/>
          </p:nvCxnSpPr>
          <p:spPr>
            <a:xfrm>
              <a:off x="6159104" y="456779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0B985A70-6E89-4DE0-ACC5-3988D7D2807C}"/>
                </a:ext>
              </a:extLst>
            </p:cNvPr>
            <p:cNvCxnSpPr>
              <a:cxnSpLocks/>
            </p:cNvCxnSpPr>
            <p:nvPr/>
          </p:nvCxnSpPr>
          <p:spPr>
            <a:xfrm>
              <a:off x="6188857" y="439161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5F4B8FD4-8276-4E66-A89B-FCD66396F1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863604"/>
              <a:ext cx="1399109" cy="5476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BD3D0409-10A4-4A14-9077-01861F119C2D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69660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59D35060-090C-4A1A-8EFF-2F750D758AA7}"/>
                </a:ext>
              </a:extLst>
            </p:cNvPr>
            <p:cNvCxnSpPr>
              <a:cxnSpLocks/>
            </p:cNvCxnSpPr>
            <p:nvPr/>
          </p:nvCxnSpPr>
          <p:spPr>
            <a:xfrm>
              <a:off x="4783644" y="3514077"/>
              <a:ext cx="1191626" cy="4565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4A7EF9A4-7780-4E61-8FB3-2716B683C418}"/>
                </a:ext>
              </a:extLst>
            </p:cNvPr>
            <p:cNvCxnSpPr>
              <a:cxnSpLocks/>
            </p:cNvCxnSpPr>
            <p:nvPr/>
          </p:nvCxnSpPr>
          <p:spPr>
            <a:xfrm>
              <a:off x="4309179" y="3504040"/>
              <a:ext cx="249161" cy="956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FC345482-3F2C-424F-B664-77AD749C8510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3153570"/>
              <a:ext cx="1152346" cy="4707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EA56CC1B-C7B5-4E2C-A39B-8F71F49CE10D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29807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49D81844-4ED7-4375-B63F-03A03507D74D}"/>
                </a:ext>
              </a:extLst>
            </p:cNvPr>
            <p:cNvCxnSpPr>
              <a:cxnSpLocks/>
            </p:cNvCxnSpPr>
            <p:nvPr/>
          </p:nvCxnSpPr>
          <p:spPr>
            <a:xfrm>
              <a:off x="4565070" y="2860427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547EFA0A-B3AD-4AB4-8138-98E1FC57EEFD}"/>
                </a:ext>
              </a:extLst>
            </p:cNvPr>
            <p:cNvCxnSpPr>
              <a:cxnSpLocks/>
            </p:cNvCxnSpPr>
            <p:nvPr/>
          </p:nvCxnSpPr>
          <p:spPr>
            <a:xfrm>
              <a:off x="4072702" y="2855147"/>
              <a:ext cx="522521" cy="2349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E5B5195A-9C76-42A8-9F21-F0F7D702A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79187" y="2685026"/>
              <a:ext cx="1503" cy="1718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02F18DA1-9382-4890-A510-56E7BB8D42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120" y="2408123"/>
              <a:ext cx="468326" cy="2083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56F50D4-0B00-47FB-BF76-BD6A4A76B683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528820"/>
              <a:ext cx="710786" cy="286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11EDAFC5-131B-40BE-A3B3-B18253643F48}"/>
                </a:ext>
              </a:extLst>
            </p:cNvPr>
            <p:cNvCxnSpPr>
              <a:cxnSpLocks/>
            </p:cNvCxnSpPr>
            <p:nvPr/>
          </p:nvCxnSpPr>
          <p:spPr>
            <a:xfrm>
              <a:off x="5269739" y="279463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E4544E16-8869-49AB-81C7-7CE5494AA481}"/>
                </a:ext>
              </a:extLst>
            </p:cNvPr>
            <p:cNvCxnSpPr>
              <a:cxnSpLocks/>
            </p:cNvCxnSpPr>
            <p:nvPr/>
          </p:nvCxnSpPr>
          <p:spPr>
            <a:xfrm>
              <a:off x="5271410" y="296090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08CBC7D8-F283-4C6F-BD62-4F7A894ECE8E}"/>
                </a:ext>
              </a:extLst>
            </p:cNvPr>
            <p:cNvCxnSpPr>
              <a:cxnSpLocks/>
            </p:cNvCxnSpPr>
            <p:nvPr/>
          </p:nvCxnSpPr>
          <p:spPr>
            <a:xfrm>
              <a:off x="5498703" y="2528820"/>
              <a:ext cx="5239" cy="5467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7DA7C6B0-6546-4A99-A43D-5D795331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494422" y="253520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BF227E1C-0F9D-4651-8925-1E376F3467BF}"/>
                </a:ext>
              </a:extLst>
            </p:cNvPr>
            <p:cNvCxnSpPr>
              <a:cxnSpLocks/>
            </p:cNvCxnSpPr>
            <p:nvPr/>
          </p:nvCxnSpPr>
          <p:spPr>
            <a:xfrm>
              <a:off x="5737055" y="2655487"/>
              <a:ext cx="0" cy="3216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E7EA12BC-F266-4A84-80B3-D98AB824E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2521" y="2857407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EF45C68E-0FB8-40A6-9679-AB2584ABFFA9}"/>
                </a:ext>
              </a:extLst>
            </p:cNvPr>
            <p:cNvCxnSpPr>
              <a:cxnSpLocks/>
            </p:cNvCxnSpPr>
            <p:nvPr/>
          </p:nvCxnSpPr>
          <p:spPr>
            <a:xfrm>
              <a:off x="5967964" y="270820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F5F97AAF-15BE-4DFF-9FD5-2C5D04795C97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09" y="270091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EF952817-6732-4724-AA1D-B2CC4E994721}"/>
                </a:ext>
              </a:extLst>
            </p:cNvPr>
            <p:cNvCxnSpPr>
              <a:cxnSpLocks/>
            </p:cNvCxnSpPr>
            <p:nvPr/>
          </p:nvCxnSpPr>
          <p:spPr>
            <a:xfrm>
              <a:off x="6859860" y="268502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4FE46741-652F-49B0-B160-CDDEC0A3A7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9533" y="2794633"/>
              <a:ext cx="0" cy="3589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9C760E9A-B501-4959-ABBA-15A108C03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1259" y="30480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DB996BE-8EAD-4B8F-83FD-98644A4C1C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3694" y="3048001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96249B4-1429-4853-A5CD-F2DF0113E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9921" y="31496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0A3B4C27-CFBC-4DA0-8141-5B8F1D30DB96}"/>
                </a:ext>
              </a:extLst>
            </p:cNvPr>
            <p:cNvCxnSpPr>
              <a:cxnSpLocks/>
            </p:cNvCxnSpPr>
            <p:nvPr/>
          </p:nvCxnSpPr>
          <p:spPr>
            <a:xfrm>
              <a:off x="7319207" y="2893617"/>
              <a:ext cx="711983" cy="274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D663FD1C-6DB4-41C3-9D2E-C189487BE3C9}"/>
                </a:ext>
              </a:extLst>
            </p:cNvPr>
            <p:cNvCxnSpPr>
              <a:cxnSpLocks/>
            </p:cNvCxnSpPr>
            <p:nvPr/>
          </p:nvCxnSpPr>
          <p:spPr>
            <a:xfrm>
              <a:off x="7334178" y="27451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3B00D482-EF78-45EF-A6D0-AD1FB4B4B001}"/>
                </a:ext>
              </a:extLst>
            </p:cNvPr>
            <p:cNvCxnSpPr>
              <a:cxnSpLocks/>
            </p:cNvCxnSpPr>
            <p:nvPr/>
          </p:nvCxnSpPr>
          <p:spPr>
            <a:xfrm>
              <a:off x="6837537" y="2517877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147A4DE9-6944-4C16-9A5E-3C1CDB623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5215" y="242325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FD31E0F-07EB-4C2D-9DC5-A074327361BE}"/>
                </a:ext>
              </a:extLst>
            </p:cNvPr>
            <p:cNvCxnSpPr>
              <a:cxnSpLocks/>
            </p:cNvCxnSpPr>
            <p:nvPr/>
          </p:nvCxnSpPr>
          <p:spPr>
            <a:xfrm>
              <a:off x="7121129" y="2443947"/>
              <a:ext cx="460912" cy="184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BD555306-B67E-4903-AD64-56C8017B92A1}"/>
                </a:ext>
              </a:extLst>
            </p:cNvPr>
            <p:cNvCxnSpPr>
              <a:cxnSpLocks/>
            </p:cNvCxnSpPr>
            <p:nvPr/>
          </p:nvCxnSpPr>
          <p:spPr>
            <a:xfrm>
              <a:off x="7572523" y="262177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81ABC79F-7B96-44FD-A11B-C04272FB2CDD}"/>
                </a:ext>
              </a:extLst>
            </p:cNvPr>
            <p:cNvCxnSpPr>
              <a:cxnSpLocks/>
            </p:cNvCxnSpPr>
            <p:nvPr/>
          </p:nvCxnSpPr>
          <p:spPr>
            <a:xfrm>
              <a:off x="7572067" y="2787024"/>
              <a:ext cx="1182600" cy="4681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E70AEC52-75F6-42EC-B8F8-B380A5D657F5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3233752"/>
              <a:ext cx="0" cy="368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DA882D62-846B-4162-83B8-6E7278A85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3489" y="358517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AF56E2A1-1D8B-424A-AE4D-67D36454AE3B}"/>
                </a:ext>
              </a:extLst>
            </p:cNvPr>
            <p:cNvCxnSpPr>
              <a:cxnSpLocks/>
            </p:cNvCxnSpPr>
            <p:nvPr/>
          </p:nvCxnSpPr>
          <p:spPr>
            <a:xfrm>
              <a:off x="8498609" y="369074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B8B86FFF-3AEA-4F40-A0BA-78772312D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6985" y="386502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1CCE8630-7FF5-4A76-BECA-839923E04643}"/>
                </a:ext>
              </a:extLst>
            </p:cNvPr>
            <p:cNvCxnSpPr>
              <a:cxnSpLocks/>
            </p:cNvCxnSpPr>
            <p:nvPr/>
          </p:nvCxnSpPr>
          <p:spPr>
            <a:xfrm>
              <a:off x="8273681" y="395029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3CF72519-A88D-476B-86C5-BEC054896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15" y="412931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881B8381-FBC3-4F95-8251-80C707397204}"/>
                </a:ext>
              </a:extLst>
            </p:cNvPr>
            <p:cNvCxnSpPr>
              <a:cxnSpLocks/>
            </p:cNvCxnSpPr>
            <p:nvPr/>
          </p:nvCxnSpPr>
          <p:spPr>
            <a:xfrm>
              <a:off x="8016929" y="423843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206B615-0116-4C2E-9E38-527CD0B78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6929" y="4307143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E7FE03BE-F9D2-44E7-9A25-8B3C2E2B4766}"/>
                </a:ext>
              </a:extLst>
            </p:cNvPr>
            <p:cNvCxnSpPr>
              <a:cxnSpLocks/>
            </p:cNvCxnSpPr>
            <p:nvPr/>
          </p:nvCxnSpPr>
          <p:spPr>
            <a:xfrm>
              <a:off x="8266564" y="4298577"/>
              <a:ext cx="0" cy="3885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40389A6F-095A-456B-AAA9-258DDDD4884E}"/>
                </a:ext>
              </a:extLst>
            </p:cNvPr>
            <p:cNvCxnSpPr>
              <a:cxnSpLocks/>
            </p:cNvCxnSpPr>
            <p:nvPr/>
          </p:nvCxnSpPr>
          <p:spPr>
            <a:xfrm>
              <a:off x="8261630" y="465501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517EA43-8314-4424-BAFF-D0A1E6CAB941}"/>
                </a:ext>
              </a:extLst>
            </p:cNvPr>
            <p:cNvCxnSpPr>
              <a:cxnSpLocks/>
            </p:cNvCxnSpPr>
            <p:nvPr/>
          </p:nvCxnSpPr>
          <p:spPr>
            <a:xfrm>
              <a:off x="8513518" y="47752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BDCAC9E2-AA63-41D4-B0EE-2BB8A4182AFA}"/>
                </a:ext>
              </a:extLst>
            </p:cNvPr>
            <p:cNvCxnSpPr>
              <a:cxnSpLocks/>
            </p:cNvCxnSpPr>
            <p:nvPr/>
          </p:nvCxnSpPr>
          <p:spPr>
            <a:xfrm>
              <a:off x="8509130" y="493486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0B320EA7-D5D7-46E9-9B16-A299B13D9266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4655012"/>
              <a:ext cx="0" cy="3815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501C64CA-61CE-4434-8AC1-CE6340CB7FBD}"/>
                </a:ext>
              </a:extLst>
            </p:cNvPr>
            <p:cNvCxnSpPr>
              <a:cxnSpLocks/>
            </p:cNvCxnSpPr>
            <p:nvPr/>
          </p:nvCxnSpPr>
          <p:spPr>
            <a:xfrm>
              <a:off x="8477922" y="4566644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05D7D8E3-852E-45D7-B2A8-3BB36A8FC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2515" y="4036729"/>
              <a:ext cx="6094" cy="5688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B3017CFF-F495-430F-929C-4FDCAB88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082" y="3950298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4C69239F-8424-402A-9963-4A4231D96174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0" y="377743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046C31CE-ECFA-4838-8F91-8642F16EB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5170" y="3697054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FBE5FAF1-AF96-488A-A8E8-B0113273EC67}"/>
                </a:ext>
              </a:extLst>
            </p:cNvPr>
            <p:cNvCxnSpPr>
              <a:cxnSpLocks/>
            </p:cNvCxnSpPr>
            <p:nvPr/>
          </p:nvCxnSpPr>
          <p:spPr>
            <a:xfrm>
              <a:off x="8977940" y="3317083"/>
              <a:ext cx="0" cy="382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452">
              <a:extLst>
                <a:ext uri="{FF2B5EF4-FFF2-40B4-BE49-F238E27FC236}">
                  <a16:creationId xmlns:a16="http://schemas.microsoft.com/office/drawing/2014/main" id="{D86EC52B-3F3D-46B7-8EF3-4621DB100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8434" y="321615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277F4740-5FF2-482F-8B16-C6040F60E8DB}"/>
                </a:ext>
              </a:extLst>
            </p:cNvPr>
            <p:cNvCxnSpPr>
              <a:cxnSpLocks/>
            </p:cNvCxnSpPr>
            <p:nvPr/>
          </p:nvCxnSpPr>
          <p:spPr>
            <a:xfrm>
              <a:off x="9192253" y="3241981"/>
              <a:ext cx="0" cy="535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2B91502F-CABB-4CEF-9155-09390880F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3786" y="377630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452">
              <a:extLst>
                <a:ext uri="{FF2B5EF4-FFF2-40B4-BE49-F238E27FC236}">
                  <a16:creationId xmlns:a16="http://schemas.microsoft.com/office/drawing/2014/main" id="{49FCA47D-5AE5-41DF-B42E-EC0743B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8942627" y="38638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49A1BE14-EDEF-4779-98AB-BCD60718F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7743" y="404304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ED0C6542-C4C9-418C-ACC5-71D5D0DC8F07}"/>
                </a:ext>
              </a:extLst>
            </p:cNvPr>
            <p:cNvCxnSpPr>
              <a:cxnSpLocks/>
            </p:cNvCxnSpPr>
            <p:nvPr/>
          </p:nvCxnSpPr>
          <p:spPr>
            <a:xfrm>
              <a:off x="8727270" y="4147728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3F78170-540E-466E-A05B-D72147677881}"/>
                </a:ext>
              </a:extLst>
            </p:cNvPr>
            <p:cNvCxnSpPr>
              <a:cxnSpLocks/>
            </p:cNvCxnSpPr>
            <p:nvPr/>
          </p:nvCxnSpPr>
          <p:spPr>
            <a:xfrm>
              <a:off x="8712388" y="449998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FB8EA895-2A19-4CAC-9719-9D582808589D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589761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57FA4D18-270A-4AA9-AB5B-E2D0EEC3D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0647" y="4566644"/>
              <a:ext cx="946548" cy="386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F1516057-0101-4134-A67F-3ED0223B85DB}"/>
                </a:ext>
              </a:extLst>
            </p:cNvPr>
            <p:cNvCxnSpPr>
              <a:cxnSpLocks/>
            </p:cNvCxnSpPr>
            <p:nvPr/>
          </p:nvCxnSpPr>
          <p:spPr>
            <a:xfrm>
              <a:off x="9891923" y="456789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9B5C0ED5-14B9-47EB-8289-8DE5A2DBD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6981" y="4411299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4B35D7C6-A9DF-4309-AB8E-712D1B822E8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841" y="423385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35849830-FDF5-422E-B566-1C499602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5788" y="4244448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671E16D4-9E3D-4961-AE44-0BBC3B758B0D}"/>
                </a:ext>
              </a:extLst>
            </p:cNvPr>
            <p:cNvCxnSpPr>
              <a:cxnSpLocks/>
            </p:cNvCxnSpPr>
            <p:nvPr/>
          </p:nvCxnSpPr>
          <p:spPr>
            <a:xfrm>
              <a:off x="10141349" y="43522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B84A26E0-A74B-4665-A759-E82857845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9253" y="4054270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2DD046A-0350-4ED2-BD3B-AA692ED4C985}"/>
                </a:ext>
              </a:extLst>
            </p:cNvPr>
            <p:cNvCxnSpPr>
              <a:cxnSpLocks/>
            </p:cNvCxnSpPr>
            <p:nvPr/>
          </p:nvCxnSpPr>
          <p:spPr>
            <a:xfrm>
              <a:off x="10824278" y="38574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5519E7CC-39F2-4F86-8F9A-ED91635BA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8147" y="3872834"/>
              <a:ext cx="721536" cy="2656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84E6E13B-28D3-477D-8FCE-772BBF09FAFF}"/>
                </a:ext>
              </a:extLst>
            </p:cNvPr>
            <p:cNvCxnSpPr>
              <a:cxnSpLocks/>
            </p:cNvCxnSpPr>
            <p:nvPr/>
          </p:nvCxnSpPr>
          <p:spPr>
            <a:xfrm>
              <a:off x="9900843" y="404792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8056F5ED-8979-433E-AAC7-9AF53B52A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5395" y="4405747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74525937-7A85-4E17-99E4-58FD8CC9C5B2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451406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ABE059A6-1BFD-4C0D-98D8-DA45E21CF6E6}"/>
                </a:ext>
              </a:extLst>
            </p:cNvPr>
            <p:cNvCxnSpPr>
              <a:cxnSpLocks/>
            </p:cNvCxnSpPr>
            <p:nvPr/>
          </p:nvCxnSpPr>
          <p:spPr>
            <a:xfrm>
              <a:off x="8954675" y="441532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885D05AD-987F-4F35-8FDB-1AE5E63773D5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2493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210DBAEF-DFDD-4320-ABCD-6D5020081F99}"/>
                </a:ext>
              </a:extLst>
            </p:cNvPr>
            <p:cNvCxnSpPr>
              <a:cxnSpLocks/>
            </p:cNvCxnSpPr>
            <p:nvPr/>
          </p:nvCxnSpPr>
          <p:spPr>
            <a:xfrm>
              <a:off x="8956218" y="4229919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096757B1-79F3-4154-B4A5-4A7B7BF7FE76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3943847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AC4A3D00-F21C-4398-B443-0FE0392D3E32}"/>
                </a:ext>
              </a:extLst>
            </p:cNvPr>
            <p:cNvCxnSpPr>
              <a:cxnSpLocks/>
            </p:cNvCxnSpPr>
            <p:nvPr/>
          </p:nvCxnSpPr>
          <p:spPr>
            <a:xfrm>
              <a:off x="9215153" y="3969383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2A3F4C7F-B7FA-4692-A504-E22DB7138FE4}"/>
                </a:ext>
              </a:extLst>
            </p:cNvPr>
            <p:cNvCxnSpPr>
              <a:cxnSpLocks/>
            </p:cNvCxnSpPr>
            <p:nvPr/>
          </p:nvCxnSpPr>
          <p:spPr>
            <a:xfrm>
              <a:off x="9433921" y="4047926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C195C561-2A82-4B88-93B9-972060A95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0018" y="4307142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3C2F08F-B4E8-4651-9BF7-0C6BFA3785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3763" y="3950298"/>
              <a:ext cx="0" cy="3633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FA4216C-46A5-4A9C-BEFE-A13E5D13F681}"/>
                </a:ext>
              </a:extLst>
            </p:cNvPr>
            <p:cNvCxnSpPr>
              <a:cxnSpLocks/>
            </p:cNvCxnSpPr>
            <p:nvPr/>
          </p:nvCxnSpPr>
          <p:spPr>
            <a:xfrm>
              <a:off x="9420563" y="383449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A14CD123-63C3-405F-BE87-785F5E6159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4642" y="3317083"/>
              <a:ext cx="6546" cy="546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F66ED335-7DB6-4234-86E4-6F714525AA7B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333782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FAAF021D-B044-4158-A410-64D2E4472E21}"/>
                </a:ext>
              </a:extLst>
            </p:cNvPr>
            <p:cNvCxnSpPr>
              <a:cxnSpLocks/>
            </p:cNvCxnSpPr>
            <p:nvPr/>
          </p:nvCxnSpPr>
          <p:spPr>
            <a:xfrm>
              <a:off x="9696183" y="3421602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CE6ADB7D-C6D2-43F5-80A1-58AAE0E72250}"/>
                </a:ext>
              </a:extLst>
            </p:cNvPr>
            <p:cNvCxnSpPr>
              <a:cxnSpLocks/>
            </p:cNvCxnSpPr>
            <p:nvPr/>
          </p:nvCxnSpPr>
          <p:spPr>
            <a:xfrm>
              <a:off x="9902720" y="4043273"/>
              <a:ext cx="205427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5C188E0-1A8A-4803-A4CD-231ADFAE4B5B}"/>
                </a:ext>
              </a:extLst>
            </p:cNvPr>
            <p:cNvCxnSpPr>
              <a:cxnSpLocks/>
            </p:cNvCxnSpPr>
            <p:nvPr/>
          </p:nvCxnSpPr>
          <p:spPr>
            <a:xfrm>
              <a:off x="9685071" y="377220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95D0E99B-BEA0-487C-B016-81D09BD9E9BC}"/>
                </a:ext>
              </a:extLst>
            </p:cNvPr>
            <p:cNvCxnSpPr>
              <a:cxnSpLocks/>
            </p:cNvCxnSpPr>
            <p:nvPr/>
          </p:nvCxnSpPr>
          <p:spPr>
            <a:xfrm>
              <a:off x="9908909" y="3317083"/>
              <a:ext cx="0" cy="61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FDEA4EFE-4ACB-4403-83BA-15BEE2475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2633" y="321035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4585FE64-5DAE-4AE0-AA6C-DD835556C86A}"/>
                </a:ext>
              </a:extLst>
            </p:cNvPr>
            <p:cNvCxnSpPr>
              <a:cxnSpLocks/>
            </p:cNvCxnSpPr>
            <p:nvPr/>
          </p:nvCxnSpPr>
          <p:spPr>
            <a:xfrm>
              <a:off x="10118142" y="321856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19290FD1-8D6E-41E7-9641-485D45F65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098730" y="356917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12966B18-DEC5-4811-A75B-124ABAD5B4D9}"/>
                </a:ext>
              </a:extLst>
            </p:cNvPr>
            <p:cNvCxnSpPr>
              <a:cxnSpLocks/>
            </p:cNvCxnSpPr>
            <p:nvPr/>
          </p:nvCxnSpPr>
          <p:spPr>
            <a:xfrm>
              <a:off x="10354679" y="3337820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B6700EB3-3662-40A0-97EA-A316B992D88E}"/>
                </a:ext>
              </a:extLst>
            </p:cNvPr>
            <p:cNvCxnSpPr>
              <a:cxnSpLocks/>
            </p:cNvCxnSpPr>
            <p:nvPr/>
          </p:nvCxnSpPr>
          <p:spPr>
            <a:xfrm>
              <a:off x="10359567" y="3337820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EDB4CAD2-3146-40B3-AA2A-1EA302B18843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443" y="34181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2B2F9718-DAA5-4D01-BB1C-A81F4DB36153}"/>
                </a:ext>
              </a:extLst>
            </p:cNvPr>
            <p:cNvCxnSpPr>
              <a:cxnSpLocks/>
            </p:cNvCxnSpPr>
            <p:nvPr/>
          </p:nvCxnSpPr>
          <p:spPr>
            <a:xfrm>
              <a:off x="10588345" y="3591733"/>
              <a:ext cx="495184" cy="1826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1DF200A-E5AF-4CCD-AAB0-85418B4152AA}"/>
                </a:ext>
              </a:extLst>
            </p:cNvPr>
            <p:cNvCxnSpPr>
              <a:cxnSpLocks/>
            </p:cNvCxnSpPr>
            <p:nvPr/>
          </p:nvCxnSpPr>
          <p:spPr>
            <a:xfrm>
              <a:off x="11043843" y="3749838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B3835DC8-2E37-4D89-BD55-B1ED5A09B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405427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E6B1691-8284-4185-94B8-1906DD3F7B51}"/>
                </a:ext>
              </a:extLst>
            </p:cNvPr>
            <p:cNvCxnSpPr>
              <a:cxnSpLocks/>
            </p:cNvCxnSpPr>
            <p:nvPr/>
          </p:nvCxnSpPr>
          <p:spPr>
            <a:xfrm>
              <a:off x="11305177" y="3651362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A2A3D932-9FDD-4CA2-A335-48C8F6FE9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0192" y="3581896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DE7AABF9-E88F-4445-93BE-D05EE32B7F4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59293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504C8AC9-DC15-4075-A60B-9E453B55D44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0658" y="3677445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9969AA2-8BEC-469C-9026-32432FF94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4837" y="384733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2D7C6E3A-E396-4DC8-B50F-44BF21675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90608" y="3950298"/>
              <a:ext cx="528217" cy="2123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BA80F47C-04B7-4E6D-BEE7-B97AF2747F5C}"/>
                </a:ext>
              </a:extLst>
            </p:cNvPr>
            <p:cNvCxnSpPr>
              <a:cxnSpLocks/>
            </p:cNvCxnSpPr>
            <p:nvPr/>
          </p:nvCxnSpPr>
          <p:spPr>
            <a:xfrm>
              <a:off x="11517873" y="39748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E4D51BB4-9978-4C3D-B4C9-6AB7CA2D1503}"/>
                </a:ext>
              </a:extLst>
            </p:cNvPr>
            <p:cNvCxnSpPr>
              <a:cxnSpLocks/>
            </p:cNvCxnSpPr>
            <p:nvPr/>
          </p:nvCxnSpPr>
          <p:spPr>
            <a:xfrm>
              <a:off x="12010154" y="378503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D5E0C1D2-C75A-4586-B942-B9B0E9E73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77262" y="367182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FD481F37-0F00-47B9-A93E-2DF662C7C5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348991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3B7736F-1B37-4699-8C8B-8F31E7BD3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68693" y="3508792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01C3810-C83C-4A4F-BF3E-1697B3459E4D}"/>
                </a:ext>
              </a:extLst>
            </p:cNvPr>
            <p:cNvCxnSpPr>
              <a:cxnSpLocks/>
            </p:cNvCxnSpPr>
            <p:nvPr/>
          </p:nvCxnSpPr>
          <p:spPr>
            <a:xfrm>
              <a:off x="11977263" y="3233752"/>
              <a:ext cx="11778" cy="378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781C2353-8120-424A-8077-A14A684153E5}"/>
                </a:ext>
              </a:extLst>
            </p:cNvPr>
            <p:cNvCxnSpPr>
              <a:cxnSpLocks/>
            </p:cNvCxnSpPr>
            <p:nvPr/>
          </p:nvCxnSpPr>
          <p:spPr>
            <a:xfrm>
              <a:off x="11738386" y="314149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5A22211B-6F5F-45A0-BEC9-594A9D0792A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7792" y="3151075"/>
              <a:ext cx="10238" cy="3571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DF15F617-0874-48A6-92AA-0C6A3F80C39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41387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F2082F60-9841-4F4D-AD14-B819DC9F1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3413873"/>
              <a:ext cx="504736" cy="1887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0D7F799E-021E-45B7-9BBB-1AAC564403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91346" y="350345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40769969-7955-4FB3-A839-4B100D9CD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6985" y="3223846"/>
              <a:ext cx="723273" cy="2656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268C4BF7-316C-4625-9ED4-8D95A2C3554C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3133379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E5592EB7-7E4D-4ECF-B606-B9F2EF0ED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7075" y="3153570"/>
              <a:ext cx="519213" cy="1690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D04FA5DA-B9AD-4351-8C51-5045BB6F24ED}"/>
                </a:ext>
              </a:extLst>
            </p:cNvPr>
            <p:cNvCxnSpPr>
              <a:cxnSpLocks/>
            </p:cNvCxnSpPr>
            <p:nvPr/>
          </p:nvCxnSpPr>
          <p:spPr>
            <a:xfrm>
              <a:off x="10546221" y="3223857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E7B69CB-1524-488E-8324-D514A8804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4041" y="2948824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B650E6BF-35A8-4726-A08A-FD8EC5A9E6BA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276105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B6C1762A-E61F-42ED-8DC6-21DAC286E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1660" y="2790868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AE44C2A5-AFE5-48F5-991E-0AE3F75D4BDE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300" y="2150270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C3FA4331-CAC8-4866-8AB4-D3D94C5A2D7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5280" y="2062305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A410070-D73A-4869-AE53-A8ACFA42A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1151" y="2057239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452">
              <a:extLst>
                <a:ext uri="{FF2B5EF4-FFF2-40B4-BE49-F238E27FC236}">
                  <a16:creationId xmlns:a16="http://schemas.microsoft.com/office/drawing/2014/main" id="{E1BB98A4-5430-4421-96C9-AA61FC41908F}"/>
                </a:ext>
              </a:extLst>
            </p:cNvPr>
            <p:cNvCxnSpPr>
              <a:cxnSpLocks/>
            </p:cNvCxnSpPr>
            <p:nvPr/>
          </p:nvCxnSpPr>
          <p:spPr>
            <a:xfrm>
              <a:off x="9859854" y="206010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E2F144E-66EE-4793-ACFD-45F775A6235E}"/>
                </a:ext>
              </a:extLst>
            </p:cNvPr>
            <p:cNvCxnSpPr>
              <a:cxnSpLocks/>
            </p:cNvCxnSpPr>
            <p:nvPr/>
          </p:nvCxnSpPr>
          <p:spPr>
            <a:xfrm>
              <a:off x="9865622" y="188437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452">
              <a:extLst>
                <a:ext uri="{FF2B5EF4-FFF2-40B4-BE49-F238E27FC236}">
                  <a16:creationId xmlns:a16="http://schemas.microsoft.com/office/drawing/2014/main" id="{1560A7B0-DFB3-4438-873E-F69FA65D44B1}"/>
                </a:ext>
              </a:extLst>
            </p:cNvPr>
            <p:cNvCxnSpPr>
              <a:cxnSpLocks/>
            </p:cNvCxnSpPr>
            <p:nvPr/>
          </p:nvCxnSpPr>
          <p:spPr>
            <a:xfrm>
              <a:off x="9876912" y="188185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2752FB6A-B608-453C-910E-2EDB9C809E0B}"/>
                </a:ext>
              </a:extLst>
            </p:cNvPr>
            <p:cNvCxnSpPr>
              <a:cxnSpLocks/>
            </p:cNvCxnSpPr>
            <p:nvPr/>
          </p:nvCxnSpPr>
          <p:spPr>
            <a:xfrm>
              <a:off x="10121843" y="179915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1805415B-7A0C-49E2-B771-6464506679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90300" y="1712547"/>
              <a:ext cx="216425" cy="901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841B4022-1D52-49A8-8A6B-86B949A1BBA0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903" y="1711478"/>
              <a:ext cx="446938" cy="1693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280C781F-EF7C-4148-880A-99D081C27990}"/>
                </a:ext>
              </a:extLst>
            </p:cNvPr>
            <p:cNvCxnSpPr>
              <a:cxnSpLocks/>
            </p:cNvCxnSpPr>
            <p:nvPr/>
          </p:nvCxnSpPr>
          <p:spPr>
            <a:xfrm>
              <a:off x="10826437" y="1871823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2A3BB181-3940-4E74-B95F-626F7C032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3648" y="268529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5CC177BE-5D74-42B3-90A1-CE73526E69A1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681" y="2162808"/>
              <a:ext cx="0" cy="5093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ABC179F4-9C8B-4ABC-9737-11499A99B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1989590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61298CE4-CD8F-4045-8E35-9DEECB58C4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3941" y="1985701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432157A5-75FE-40A9-9484-199BC2B167F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8585" y="190814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7FF1D325-1C2F-4ECE-AA5F-D30B3139F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42272" y="1711478"/>
              <a:ext cx="507599" cy="1915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6E014183-E003-4437-AAD7-9C4A8ABF9C99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15386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EC0F40E3-E518-4121-B7B9-0F765C53B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1" y="1522739"/>
              <a:ext cx="1193190" cy="4553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452">
              <a:extLst>
                <a:ext uri="{FF2B5EF4-FFF2-40B4-BE49-F238E27FC236}">
                  <a16:creationId xmlns:a16="http://schemas.microsoft.com/office/drawing/2014/main" id="{A66F4CE5-4BCA-4DA6-A736-CDB537978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80520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58693723-E91C-4AAB-BCCE-BF5A418C2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0" y="1440629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D491D2C1-8D4F-413E-8735-8BBF1F34B779}"/>
                </a:ext>
              </a:extLst>
            </p:cNvPr>
            <p:cNvCxnSpPr>
              <a:cxnSpLocks/>
            </p:cNvCxnSpPr>
            <p:nvPr/>
          </p:nvCxnSpPr>
          <p:spPr>
            <a:xfrm>
              <a:off x="11754716" y="1351098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1874EC0E-B7D9-46CD-843D-4DE937B8B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8446" y="1358511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D8CFCC19-2E08-45E6-9A16-687F7C951DDE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425" y="1641450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452">
              <a:extLst>
                <a:ext uri="{FF2B5EF4-FFF2-40B4-BE49-F238E27FC236}">
                  <a16:creationId xmlns:a16="http://schemas.microsoft.com/office/drawing/2014/main" id="{19AA9DCB-08A8-4709-9EDB-A09EF43080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6" y="1167321"/>
              <a:ext cx="1154230" cy="4638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DA04D82E-D31E-492A-9743-419D60007BF1}"/>
                </a:ext>
              </a:extLst>
            </p:cNvPr>
            <p:cNvCxnSpPr>
              <a:cxnSpLocks/>
            </p:cNvCxnSpPr>
            <p:nvPr/>
          </p:nvCxnSpPr>
          <p:spPr>
            <a:xfrm>
              <a:off x="11484837" y="1080344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B0187A20-ADBD-4B11-BA91-970B567C6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7478" y="107222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1DCCF7A4-2E33-4A8C-B792-6B4E73EC664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77892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57416B53-7EAC-41D8-97F4-9300A4DA9A58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659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714C2DA1-0554-477D-ABBD-4D3D384A6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5" y="1224469"/>
              <a:ext cx="494419" cy="2179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18019EC2-A629-4E2B-A683-E26B93293BFA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293" y="1343469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8CED6CED-06A5-4F6E-8BDE-EA6D06D538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6183" y="1369148"/>
              <a:ext cx="690976" cy="253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452">
              <a:extLst>
                <a:ext uri="{FF2B5EF4-FFF2-40B4-BE49-F238E27FC236}">
                  <a16:creationId xmlns:a16="http://schemas.microsoft.com/office/drawing/2014/main" id="{1C856028-9107-4E70-800A-68621CA0A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0300" y="1535405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4CB2E9AB-6E44-4751-8D67-5D4802796A7B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159" y="154888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7722FF52-0A15-403B-8E1E-B64AC16612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1947" y="160930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25181AB1-713B-4DA1-94AF-A2D527096DD4}"/>
                </a:ext>
              </a:extLst>
            </p:cNvPr>
            <p:cNvCxnSpPr>
              <a:cxnSpLocks/>
            </p:cNvCxnSpPr>
            <p:nvPr/>
          </p:nvCxnSpPr>
          <p:spPr>
            <a:xfrm>
              <a:off x="9448920" y="1699304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3692DFC0-B17C-43E0-A889-E7D6FC488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729" y="17043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3D17623A-09FF-4820-864D-BD22304AFA0E}"/>
                </a:ext>
              </a:extLst>
            </p:cNvPr>
            <p:cNvCxnSpPr>
              <a:cxnSpLocks/>
            </p:cNvCxnSpPr>
            <p:nvPr/>
          </p:nvCxnSpPr>
          <p:spPr>
            <a:xfrm>
              <a:off x="8741496" y="1609306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539453C-E4EF-48E4-923A-CC4599B3A367}"/>
                </a:ext>
              </a:extLst>
            </p:cNvPr>
            <p:cNvCxnSpPr>
              <a:cxnSpLocks/>
            </p:cNvCxnSpPr>
            <p:nvPr/>
          </p:nvCxnSpPr>
          <p:spPr>
            <a:xfrm>
              <a:off x="8744376" y="161577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C3828CE9-08B1-4DA5-A2D4-5EBAAD7F31C6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87" y="1800537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E6F022CE-ADB1-4020-BFE3-CDDEA0EB55C3}"/>
                </a:ext>
              </a:extLst>
            </p:cNvPr>
            <p:cNvCxnSpPr>
              <a:cxnSpLocks/>
            </p:cNvCxnSpPr>
            <p:nvPr/>
          </p:nvCxnSpPr>
          <p:spPr>
            <a:xfrm>
              <a:off x="9203729" y="19708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4EB0678D-6223-433D-8E63-9C96AAD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8024954" y="1706382"/>
              <a:ext cx="1190199" cy="4431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9DBFC84D-94EE-4ED0-B043-115D6A6A0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996" y="1708471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2E3B2B42-F969-43E1-A09F-CC728EAFD96D}"/>
                </a:ext>
              </a:extLst>
            </p:cNvPr>
            <p:cNvCxnSpPr>
              <a:cxnSpLocks/>
            </p:cNvCxnSpPr>
            <p:nvPr/>
          </p:nvCxnSpPr>
          <p:spPr>
            <a:xfrm>
              <a:off x="7803881" y="1784470"/>
              <a:ext cx="1639268" cy="6579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452">
              <a:extLst>
                <a:ext uri="{FF2B5EF4-FFF2-40B4-BE49-F238E27FC236}">
                  <a16:creationId xmlns:a16="http://schemas.microsoft.com/office/drawing/2014/main" id="{F71F8ACC-3FC2-4CCF-8C43-D926EFBA2B14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243144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C86F8637-882E-426E-9A1E-4A6DA85C5F2C}"/>
                </a:ext>
              </a:extLst>
            </p:cNvPr>
            <p:cNvCxnSpPr>
              <a:cxnSpLocks/>
            </p:cNvCxnSpPr>
            <p:nvPr/>
          </p:nvCxnSpPr>
          <p:spPr>
            <a:xfrm>
              <a:off x="7799996" y="1952104"/>
              <a:ext cx="1662951" cy="6525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6B498BCE-CE82-4313-BD12-24C65048DB67}"/>
                </a:ext>
              </a:extLst>
            </p:cNvPr>
            <p:cNvCxnSpPr>
              <a:cxnSpLocks/>
            </p:cNvCxnSpPr>
            <p:nvPr/>
          </p:nvCxnSpPr>
          <p:spPr>
            <a:xfrm>
              <a:off x="7798664" y="194435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AD7BB1B0-7BA0-4175-B306-9140527AF596}"/>
                </a:ext>
              </a:extLst>
            </p:cNvPr>
            <p:cNvCxnSpPr>
              <a:cxnSpLocks/>
            </p:cNvCxnSpPr>
            <p:nvPr/>
          </p:nvCxnSpPr>
          <p:spPr>
            <a:xfrm>
              <a:off x="7776219" y="2124473"/>
              <a:ext cx="1456485" cy="5738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27C5C00B-8231-4552-A3FF-6760099A6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575" y="2718240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39FA43DE-9998-4CED-8BB0-319149E465EF}"/>
                </a:ext>
              </a:extLst>
            </p:cNvPr>
            <p:cNvCxnSpPr>
              <a:cxnSpLocks/>
            </p:cNvCxnSpPr>
            <p:nvPr/>
          </p:nvCxnSpPr>
          <p:spPr>
            <a:xfrm>
              <a:off x="7338064" y="214215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C1A9B266-1ED4-46EE-82AB-19D6C2C4D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90" y="215483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628172-7950-41FF-A35F-60203B5882BF}"/>
                </a:ext>
              </a:extLst>
            </p:cNvPr>
            <p:cNvCxnSpPr>
              <a:cxnSpLocks/>
            </p:cNvCxnSpPr>
            <p:nvPr/>
          </p:nvCxnSpPr>
          <p:spPr>
            <a:xfrm>
              <a:off x="7081765" y="223596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68170CAE-746B-41C9-BA23-7232287425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618" y="28807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9F215BBB-B93A-48D1-87E0-023E8B71EBA5}"/>
                </a:ext>
              </a:extLst>
            </p:cNvPr>
            <p:cNvCxnSpPr>
              <a:cxnSpLocks/>
            </p:cNvCxnSpPr>
            <p:nvPr/>
          </p:nvCxnSpPr>
          <p:spPr>
            <a:xfrm>
              <a:off x="7794921" y="2699329"/>
              <a:ext cx="718373" cy="2720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7603D580-E910-4953-8B38-C0F5853AE199}"/>
                </a:ext>
              </a:extLst>
            </p:cNvPr>
            <p:cNvCxnSpPr>
              <a:cxnSpLocks/>
            </p:cNvCxnSpPr>
            <p:nvPr/>
          </p:nvCxnSpPr>
          <p:spPr>
            <a:xfrm>
              <a:off x="4782538" y="3678549"/>
              <a:ext cx="1183061" cy="4674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C4F47820-54D4-46A9-91AB-C8D6D24A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1" y="3950298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31339822-AA9A-40E8-BADC-C8FE163CC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776" y="3525881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FB9074B6-C4D1-471D-8A65-3A273557F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0987" y="351132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0D4A8B52-F724-42FD-B319-0DE6FE528D52}"/>
                </a:ext>
              </a:extLst>
            </p:cNvPr>
            <p:cNvCxnSpPr>
              <a:cxnSpLocks/>
            </p:cNvCxnSpPr>
            <p:nvPr/>
          </p:nvCxnSpPr>
          <p:spPr>
            <a:xfrm>
              <a:off x="4086193" y="3600873"/>
              <a:ext cx="0" cy="368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388303E8-84CE-4807-BF25-144280D39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9017" y="397447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234A5AB3-D70E-4AA6-9CDD-C63F823A508D}"/>
                </a:ext>
              </a:extLst>
            </p:cNvPr>
            <p:cNvCxnSpPr>
              <a:cxnSpLocks/>
            </p:cNvCxnSpPr>
            <p:nvPr/>
          </p:nvCxnSpPr>
          <p:spPr>
            <a:xfrm>
              <a:off x="3166663" y="3785034"/>
              <a:ext cx="663692" cy="260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E680AA3B-536A-4D99-A840-7089E2E0B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73256" y="3591733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2E9DD33A-4251-4A66-A4DD-D3470D594A94}"/>
                </a:ext>
              </a:extLst>
            </p:cNvPr>
            <p:cNvCxnSpPr>
              <a:cxnSpLocks/>
            </p:cNvCxnSpPr>
            <p:nvPr/>
          </p:nvCxnSpPr>
          <p:spPr>
            <a:xfrm>
              <a:off x="3201324" y="3619534"/>
              <a:ext cx="663692" cy="260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3BF2B066-C970-451B-916E-DFEE75944072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6596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BE470A56-599F-42C0-B296-56913AEDB432}"/>
                </a:ext>
              </a:extLst>
            </p:cNvPr>
            <p:cNvCxnSpPr>
              <a:cxnSpLocks/>
            </p:cNvCxnSpPr>
            <p:nvPr/>
          </p:nvCxnSpPr>
          <p:spPr>
            <a:xfrm>
              <a:off x="3363077" y="3489461"/>
              <a:ext cx="492998" cy="1849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5962932B-5411-4E2E-A36C-6E8E9922D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228" y="3402314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D8519915-793F-4EDD-81BC-6AC0AFB4E322}"/>
                </a:ext>
              </a:extLst>
            </p:cNvPr>
            <p:cNvCxnSpPr>
              <a:cxnSpLocks/>
            </p:cNvCxnSpPr>
            <p:nvPr/>
          </p:nvCxnSpPr>
          <p:spPr>
            <a:xfrm>
              <a:off x="3617743" y="3407695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283C895C-519E-4090-9842-250DABE5E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856" y="341744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BE0D4A93-1583-4C02-B9A2-B64CA2C8BCAE}"/>
                </a:ext>
              </a:extLst>
            </p:cNvPr>
            <p:cNvCxnSpPr>
              <a:cxnSpLocks/>
            </p:cNvCxnSpPr>
            <p:nvPr/>
          </p:nvCxnSpPr>
          <p:spPr>
            <a:xfrm>
              <a:off x="3822088" y="3321726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52">
              <a:extLst>
                <a:ext uri="{FF2B5EF4-FFF2-40B4-BE49-F238E27FC236}">
                  <a16:creationId xmlns:a16="http://schemas.microsoft.com/office/drawing/2014/main" id="{61565ACE-2F2D-42AA-81CE-E6280E7DF5CA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14193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60E46081-2009-41B1-B3D8-9FE72C2F727C}"/>
                </a:ext>
              </a:extLst>
            </p:cNvPr>
            <p:cNvCxnSpPr>
              <a:cxnSpLocks/>
            </p:cNvCxnSpPr>
            <p:nvPr/>
          </p:nvCxnSpPr>
          <p:spPr>
            <a:xfrm>
              <a:off x="3628887" y="305532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81F14113-C129-46E8-A660-3939B3A15216}"/>
                </a:ext>
              </a:extLst>
            </p:cNvPr>
            <p:cNvCxnSpPr>
              <a:cxnSpLocks/>
            </p:cNvCxnSpPr>
            <p:nvPr/>
          </p:nvCxnSpPr>
          <p:spPr>
            <a:xfrm>
              <a:off x="3635706" y="2708202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9526C59E-87CE-4B82-A4D3-0B743309D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143" y="2597494"/>
              <a:ext cx="224838" cy="1005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6A50BADE-BD65-4198-91EE-2764DB729C2E}"/>
                </a:ext>
              </a:extLst>
            </p:cNvPr>
            <p:cNvCxnSpPr>
              <a:cxnSpLocks/>
            </p:cNvCxnSpPr>
            <p:nvPr/>
          </p:nvCxnSpPr>
          <p:spPr>
            <a:xfrm>
              <a:off x="3837614" y="2589874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03853287-4627-4223-A6EE-0B8444D48656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90" y="2960542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C61492A2-968F-4E5D-92D8-5B02667AD4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6107" y="304113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BD6B4D41-751C-498A-9920-2ADA04C6A628}"/>
                </a:ext>
              </a:extLst>
            </p:cNvPr>
            <p:cNvCxnSpPr>
              <a:cxnSpLocks/>
            </p:cNvCxnSpPr>
            <p:nvPr/>
          </p:nvCxnSpPr>
          <p:spPr>
            <a:xfrm>
              <a:off x="4079513" y="3225502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52">
              <a:extLst>
                <a:ext uri="{FF2B5EF4-FFF2-40B4-BE49-F238E27FC236}">
                  <a16:creationId xmlns:a16="http://schemas.microsoft.com/office/drawing/2014/main" id="{C061219D-FBD8-4180-AC70-D1D6938FBE50}"/>
                </a:ext>
              </a:extLst>
            </p:cNvPr>
            <p:cNvCxnSpPr>
              <a:cxnSpLocks/>
            </p:cNvCxnSpPr>
            <p:nvPr/>
          </p:nvCxnSpPr>
          <p:spPr>
            <a:xfrm>
              <a:off x="4304807" y="3141142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C799A679-64A1-4C28-8AAE-F85C221FF60D}"/>
                </a:ext>
              </a:extLst>
            </p:cNvPr>
            <p:cNvCxnSpPr>
              <a:cxnSpLocks/>
            </p:cNvCxnSpPr>
            <p:nvPr/>
          </p:nvCxnSpPr>
          <p:spPr>
            <a:xfrm>
              <a:off x="4321543" y="3148264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52">
              <a:extLst>
                <a:ext uri="{FF2B5EF4-FFF2-40B4-BE49-F238E27FC236}">
                  <a16:creationId xmlns:a16="http://schemas.microsoft.com/office/drawing/2014/main" id="{3A29969D-7675-430D-9E45-29F894541251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325517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B41FE399-6787-447A-8ED5-BA26DFF59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3644" y="3350573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5E3863C-47F0-4EC9-997C-C67BD2FD3FDA}"/>
                </a:ext>
              </a:extLst>
            </p:cNvPr>
            <p:cNvCxnSpPr>
              <a:cxnSpLocks/>
            </p:cNvCxnSpPr>
            <p:nvPr/>
          </p:nvCxnSpPr>
          <p:spPr>
            <a:xfrm>
              <a:off x="4784227" y="3351351"/>
              <a:ext cx="962083" cy="3596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98B8D45C-CA0D-4AE9-A102-1F846865B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9423" y="3640846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D2EC5EA-02CB-4077-9FC2-370EF06E7EE9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862445"/>
              <a:ext cx="0" cy="225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468EEA12-96E0-47D5-94EA-85C857631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128" y="2413189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0523A4AA-D672-447A-BFCC-89E19E0441D6}"/>
                </a:ext>
              </a:extLst>
            </p:cNvPr>
            <p:cNvCxnSpPr>
              <a:cxnSpLocks/>
            </p:cNvCxnSpPr>
            <p:nvPr/>
          </p:nvCxnSpPr>
          <p:spPr>
            <a:xfrm>
              <a:off x="3397597" y="258049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452">
              <a:extLst>
                <a:ext uri="{FF2B5EF4-FFF2-40B4-BE49-F238E27FC236}">
                  <a16:creationId xmlns:a16="http://schemas.microsoft.com/office/drawing/2014/main" id="{68EFC87B-401E-493C-8CDF-46A5EB6DC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9185" y="295882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D4A2E223-83CB-460A-9317-5436145F0A15}"/>
                </a:ext>
              </a:extLst>
            </p:cNvPr>
            <p:cNvCxnSpPr>
              <a:cxnSpLocks/>
            </p:cNvCxnSpPr>
            <p:nvPr/>
          </p:nvCxnSpPr>
          <p:spPr>
            <a:xfrm>
              <a:off x="2924640" y="2963545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9E10CDCF-5DBC-400F-89F3-D62AE066645D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276294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3B4467ED-760B-4F26-89B4-1F2A10D30C4D}"/>
                </a:ext>
              </a:extLst>
            </p:cNvPr>
            <p:cNvCxnSpPr>
              <a:cxnSpLocks/>
            </p:cNvCxnSpPr>
            <p:nvPr/>
          </p:nvCxnSpPr>
          <p:spPr>
            <a:xfrm>
              <a:off x="2944896" y="27909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B66BF97-0124-4E25-80C4-26EF632B1579}"/>
                </a:ext>
              </a:extLst>
            </p:cNvPr>
            <p:cNvCxnSpPr>
              <a:cxnSpLocks/>
            </p:cNvCxnSpPr>
            <p:nvPr/>
          </p:nvCxnSpPr>
          <p:spPr>
            <a:xfrm>
              <a:off x="3170824" y="250805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70D6F6D4-2076-4599-AEAB-ECD67874BBA7}"/>
                </a:ext>
              </a:extLst>
            </p:cNvPr>
            <p:cNvCxnSpPr>
              <a:cxnSpLocks/>
            </p:cNvCxnSpPr>
            <p:nvPr/>
          </p:nvCxnSpPr>
          <p:spPr>
            <a:xfrm>
              <a:off x="2213505" y="2149525"/>
              <a:ext cx="967268" cy="370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69E29C5A-A4BF-4274-978C-0F80861AE0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798" y="206209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452">
              <a:extLst>
                <a:ext uri="{FF2B5EF4-FFF2-40B4-BE49-F238E27FC236}">
                  <a16:creationId xmlns:a16="http://schemas.microsoft.com/office/drawing/2014/main" id="{E2AA541F-9BE0-41BC-95D9-B0B4E3A38A9A}"/>
                </a:ext>
              </a:extLst>
            </p:cNvPr>
            <p:cNvCxnSpPr>
              <a:cxnSpLocks/>
            </p:cNvCxnSpPr>
            <p:nvPr/>
          </p:nvCxnSpPr>
          <p:spPr>
            <a:xfrm>
              <a:off x="2443201" y="2058327"/>
              <a:ext cx="954396" cy="3731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2C9E7A76-8209-4FEA-A704-B11AAF6992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8862" y="232751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452">
              <a:extLst>
                <a:ext uri="{FF2B5EF4-FFF2-40B4-BE49-F238E27FC236}">
                  <a16:creationId xmlns:a16="http://schemas.microsoft.com/office/drawing/2014/main" id="{A567B133-28FE-4FAE-903A-6A8236F55B8E}"/>
                </a:ext>
              </a:extLst>
            </p:cNvPr>
            <p:cNvCxnSpPr>
              <a:cxnSpLocks/>
            </p:cNvCxnSpPr>
            <p:nvPr/>
          </p:nvCxnSpPr>
          <p:spPr>
            <a:xfrm>
              <a:off x="2430991" y="1887880"/>
              <a:ext cx="1206245" cy="454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5F75B954-8EFA-4145-9BCE-26FDFF191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400" y="1804753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6E88BE4C-4BE8-47EC-8EBA-E8A5F2E0FD7B}"/>
                </a:ext>
              </a:extLst>
            </p:cNvPr>
            <p:cNvCxnSpPr>
              <a:cxnSpLocks/>
            </p:cNvCxnSpPr>
            <p:nvPr/>
          </p:nvCxnSpPr>
          <p:spPr>
            <a:xfrm>
              <a:off x="2678468" y="1829011"/>
              <a:ext cx="1173208" cy="4274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31FF81B3-8D81-42D3-9304-4134A0E97A37}"/>
                </a:ext>
              </a:extLst>
            </p:cNvPr>
            <p:cNvCxnSpPr>
              <a:cxnSpLocks/>
            </p:cNvCxnSpPr>
            <p:nvPr/>
          </p:nvCxnSpPr>
          <p:spPr>
            <a:xfrm>
              <a:off x="3864462" y="2069756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D84C679D-42EE-42D4-A0FF-36302D4F2BD1}"/>
                </a:ext>
              </a:extLst>
            </p:cNvPr>
            <p:cNvCxnSpPr>
              <a:cxnSpLocks/>
            </p:cNvCxnSpPr>
            <p:nvPr/>
          </p:nvCxnSpPr>
          <p:spPr>
            <a:xfrm>
              <a:off x="2916907" y="1718354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E7B34806-B950-4230-8C49-34F013CE733E}"/>
                </a:ext>
              </a:extLst>
            </p:cNvPr>
            <p:cNvCxnSpPr>
              <a:cxnSpLocks/>
            </p:cNvCxnSpPr>
            <p:nvPr/>
          </p:nvCxnSpPr>
          <p:spPr>
            <a:xfrm>
              <a:off x="2930893" y="153540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DC7EA395-3C1B-42A2-946D-FF1865CCADEC}"/>
                </a:ext>
              </a:extLst>
            </p:cNvPr>
            <p:cNvCxnSpPr>
              <a:cxnSpLocks/>
            </p:cNvCxnSpPr>
            <p:nvPr/>
          </p:nvCxnSpPr>
          <p:spPr>
            <a:xfrm>
              <a:off x="2922563" y="1542795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3517F15B-50C8-43DD-B36A-B272922983A3}"/>
                </a:ext>
              </a:extLst>
            </p:cNvPr>
            <p:cNvCxnSpPr>
              <a:cxnSpLocks/>
            </p:cNvCxnSpPr>
            <p:nvPr/>
          </p:nvCxnSpPr>
          <p:spPr>
            <a:xfrm>
              <a:off x="3871762" y="17261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5E2F31D2-1F82-48AF-969E-9CEB72A6949C}"/>
                </a:ext>
              </a:extLst>
            </p:cNvPr>
            <p:cNvCxnSpPr>
              <a:cxnSpLocks/>
            </p:cNvCxnSpPr>
            <p:nvPr/>
          </p:nvCxnSpPr>
          <p:spPr>
            <a:xfrm>
              <a:off x="3155852" y="1435971"/>
              <a:ext cx="736895" cy="30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018F013-16C7-470E-891C-C45162934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6131" y="134752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D188C90A-3FFF-4F5F-8644-F18F731DD426}"/>
                </a:ext>
              </a:extLst>
            </p:cNvPr>
            <p:cNvCxnSpPr>
              <a:cxnSpLocks/>
            </p:cNvCxnSpPr>
            <p:nvPr/>
          </p:nvCxnSpPr>
          <p:spPr>
            <a:xfrm>
              <a:off x="3388919" y="978695"/>
              <a:ext cx="0" cy="39045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3A31150-FB4B-4563-8283-C80299EB5517}"/>
                </a:ext>
              </a:extLst>
            </p:cNvPr>
            <p:cNvCxnSpPr>
              <a:cxnSpLocks/>
            </p:cNvCxnSpPr>
            <p:nvPr/>
          </p:nvCxnSpPr>
          <p:spPr>
            <a:xfrm>
              <a:off x="3389230" y="100745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6F98D620-0598-4A51-A55D-2A2D1CDA1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523" y="99728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452">
              <a:extLst>
                <a:ext uri="{FF2B5EF4-FFF2-40B4-BE49-F238E27FC236}">
                  <a16:creationId xmlns:a16="http://schemas.microsoft.com/office/drawing/2014/main" id="{690EAC6A-E3C1-4FF8-9F09-AD8ED387DD55}"/>
                </a:ext>
              </a:extLst>
            </p:cNvPr>
            <p:cNvCxnSpPr>
              <a:cxnSpLocks/>
            </p:cNvCxnSpPr>
            <p:nvPr/>
          </p:nvCxnSpPr>
          <p:spPr>
            <a:xfrm>
              <a:off x="3851676" y="97803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FBD453A8-82BB-402C-B313-CF6357D16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5497" y="1166022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24324BBF-D66A-409F-8240-22261F650BD2}"/>
                </a:ext>
              </a:extLst>
            </p:cNvPr>
            <p:cNvCxnSpPr>
              <a:cxnSpLocks/>
            </p:cNvCxnSpPr>
            <p:nvPr/>
          </p:nvCxnSpPr>
          <p:spPr>
            <a:xfrm>
              <a:off x="3618591" y="12455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294ECCC2-3CE9-4CA5-B59D-314579B59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1650" y="133990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494059B6-A800-440D-8638-8E1DA63FC7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5" y="13334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452">
              <a:extLst>
                <a:ext uri="{FF2B5EF4-FFF2-40B4-BE49-F238E27FC236}">
                  <a16:creationId xmlns:a16="http://schemas.microsoft.com/office/drawing/2014/main" id="{70B9F76B-6114-48A9-A3F4-03BEABB99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632" y="1259592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E6EA6140-7DAD-44F3-B83D-570A422DE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7924" y="261936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A362B370-010F-480E-B21B-ECB75BFB9BC2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1257594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84AA407A-1A63-45BF-A2D7-0786921A6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6435" y="1345907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92DD9BB1-CFF0-4369-8945-A4DF81C28D7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600259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A59C8460-57C0-460C-981F-8BBB0E48F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2702" y="1534111"/>
              <a:ext cx="724372" cy="282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D7E167FF-28E7-4669-9E23-8A3904F27407}"/>
                </a:ext>
              </a:extLst>
            </p:cNvPr>
            <p:cNvCxnSpPr>
              <a:cxnSpLocks/>
            </p:cNvCxnSpPr>
            <p:nvPr/>
          </p:nvCxnSpPr>
          <p:spPr>
            <a:xfrm>
              <a:off x="4785275" y="15300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1061AD5A-D216-4677-8A01-D41C8CE8C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744" y="1597353"/>
              <a:ext cx="932645" cy="3883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EF21DF48-E624-4A19-838B-A9AF86F95A8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97181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E3583AB3-5981-4F10-8A58-0A0654315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2046" y="1778982"/>
              <a:ext cx="973223" cy="3945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650F49B1-A936-46C2-A2A2-F2CB0592E3BE}"/>
                </a:ext>
              </a:extLst>
            </p:cNvPr>
            <p:cNvCxnSpPr>
              <a:cxnSpLocks/>
            </p:cNvCxnSpPr>
            <p:nvPr/>
          </p:nvCxnSpPr>
          <p:spPr>
            <a:xfrm>
              <a:off x="4984660" y="1778936"/>
              <a:ext cx="286750" cy="1018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452">
              <a:extLst>
                <a:ext uri="{FF2B5EF4-FFF2-40B4-BE49-F238E27FC236}">
                  <a16:creationId xmlns:a16="http://schemas.microsoft.com/office/drawing/2014/main" id="{F83C9716-1B99-4226-94E5-CF0C8DB2E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836" y="1869573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Straight Connector 452">
              <a:extLst>
                <a:ext uri="{FF2B5EF4-FFF2-40B4-BE49-F238E27FC236}">
                  <a16:creationId xmlns:a16="http://schemas.microsoft.com/office/drawing/2014/main" id="{A8C662CA-85E5-44B4-9D7B-43C7BCDA3369}"/>
                </a:ext>
              </a:extLst>
            </p:cNvPr>
            <p:cNvCxnSpPr>
              <a:cxnSpLocks/>
            </p:cNvCxnSpPr>
            <p:nvPr/>
          </p:nvCxnSpPr>
          <p:spPr>
            <a:xfrm>
              <a:off x="4105380" y="235688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B971602A-25F5-4CE1-B124-AE0E318DC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744" y="1961484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7D26D927-80FF-4939-8D96-457BB1A773E1}"/>
                </a:ext>
              </a:extLst>
            </p:cNvPr>
            <p:cNvCxnSpPr>
              <a:cxnSpLocks/>
            </p:cNvCxnSpPr>
            <p:nvPr/>
          </p:nvCxnSpPr>
          <p:spPr>
            <a:xfrm>
              <a:off x="5518164" y="196148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D14254D9-8077-4D02-9D32-A8115B9E5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867" y="2146515"/>
              <a:ext cx="272033" cy="1182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B6927D16-1A8A-4583-AD88-9E03D8D9807C}"/>
                </a:ext>
              </a:extLst>
            </p:cNvPr>
            <p:cNvCxnSpPr>
              <a:cxnSpLocks/>
            </p:cNvCxnSpPr>
            <p:nvPr/>
          </p:nvCxnSpPr>
          <p:spPr>
            <a:xfrm>
              <a:off x="5265268" y="2258939"/>
              <a:ext cx="0" cy="3453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0A9A8037-370E-4425-84DB-9F55D8ECEDA2}"/>
                </a:ext>
              </a:extLst>
            </p:cNvPr>
            <p:cNvCxnSpPr>
              <a:cxnSpLocks/>
            </p:cNvCxnSpPr>
            <p:nvPr/>
          </p:nvCxnSpPr>
          <p:spPr>
            <a:xfrm>
              <a:off x="5022659" y="252793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5ED4436F-430C-49FF-A7E6-CF8623D4FBFB}"/>
                </a:ext>
              </a:extLst>
            </p:cNvPr>
            <p:cNvCxnSpPr>
              <a:cxnSpLocks/>
            </p:cNvCxnSpPr>
            <p:nvPr/>
          </p:nvCxnSpPr>
          <p:spPr>
            <a:xfrm>
              <a:off x="5029376" y="233551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CEC74DB-293A-435A-B0EB-4FBFAECF6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4299" y="2333665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776154" y="2237730"/>
            <a:ext cx="11236719" cy="7762204"/>
            <a:chOff x="785679" y="2237730"/>
            <a:chExt cx="11236719" cy="7762204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70" y="9186863"/>
              <a:ext cx="257705" cy="80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7363" y="9186863"/>
              <a:ext cx="1366306" cy="552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09EE7087-ABA4-48C0-874C-1CD8F8D12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950" y="9639300"/>
              <a:ext cx="252414" cy="1000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C55C11AF-3171-49C9-8BE1-15900A770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9411494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930752"/>
              <a:ext cx="211308" cy="77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9FAA4E88-B061-402D-B25B-774AC8865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588" y="9439275"/>
              <a:ext cx="672570" cy="2664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F87BFF92-2FD1-469F-A450-89AE65FB8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699" y="970568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913E1B9D-841F-4E78-861F-54CE2679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31" y="9705680"/>
              <a:ext cx="49764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D3ECAD35-B1FF-481A-B8F6-F3F0A40D7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4873" y="9719571"/>
              <a:ext cx="462489" cy="2139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B80D2EAB-0841-45EA-B065-8EF0EFBC6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289" y="9367838"/>
              <a:ext cx="1407250" cy="5656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21FCF56B-79C5-4E7D-A961-426C763FD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274" y="9184482"/>
              <a:ext cx="0" cy="7251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7F1433AE-C88B-4E51-9BC4-C940DF66E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2295" y="7663928"/>
              <a:ext cx="4286" cy="10761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67C1315-C83D-4C6A-863C-54699C5134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679" y="8275883"/>
              <a:ext cx="291005" cy="106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CB2108FF-A9CB-4912-AA69-1888B07BD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661" y="8079102"/>
              <a:ext cx="501211" cy="2138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DDB4E001-B6E7-421F-B4F0-A40E2FEF79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3198" y="7030641"/>
              <a:ext cx="417126" cy="1671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96613F6A-E468-444C-A92B-BF0467747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4887" y="7357377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19954FC9-18F4-47C3-8F0D-095FC1672DAF}"/>
                </a:ext>
              </a:extLst>
            </p:cNvPr>
            <p:cNvCxnSpPr>
              <a:cxnSpLocks/>
            </p:cNvCxnSpPr>
            <p:nvPr/>
          </p:nvCxnSpPr>
          <p:spPr>
            <a:xfrm>
              <a:off x="5021173" y="6658125"/>
              <a:ext cx="0" cy="3588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B8529CF7-E1F8-4C86-BA56-2C042A049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223748" cy="145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24C5D29-1391-49F1-9826-6EE0822A438F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158541C5-EDC8-40D7-AE10-A8C4C72EB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7637" y="6950859"/>
              <a:ext cx="502965" cy="1628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A065A53F-66A3-43A2-A3C5-7E8F95BB3D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2758" y="7021609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2EA95CEC-2D8B-4E6F-A6D3-A6EA9EB5785B}"/>
                </a:ext>
              </a:extLst>
            </p:cNvPr>
            <p:cNvCxnSpPr>
              <a:cxnSpLocks/>
            </p:cNvCxnSpPr>
            <p:nvPr/>
          </p:nvCxnSpPr>
          <p:spPr>
            <a:xfrm>
              <a:off x="2440916" y="6732914"/>
              <a:ext cx="738430" cy="301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BEBC1361-8C29-4F61-8851-7E4DEF7EE7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5173" y="9377564"/>
              <a:ext cx="1644742" cy="6223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09C9A292-80EC-46A7-8521-580FC7A51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871" y="9281717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2F2E8DE8-DF3A-44A3-8C30-3936FD0092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6028" y="9285393"/>
              <a:ext cx="1685707" cy="6145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09A3028E-A015-4512-9B02-4F44D7433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9088292"/>
              <a:ext cx="233342" cy="110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08222313-6839-4211-B64B-643F75AC9D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433" y="8887618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84FB25AC-361E-409B-B100-842A9F16C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4" y="8752410"/>
              <a:ext cx="464317" cy="1725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22FD30E4-EB9B-43D5-BED3-F8B9EBB5F5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6220" y="8624841"/>
              <a:ext cx="238979" cy="1222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10BF20EB-526E-4704-B710-5AA153F4B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5" y="8624841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D2E7135E-1E7C-4209-9991-602F8FB7B7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9411" y="7650082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0AF1FFC8-81A5-4569-8B92-9EA031A526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0394" y="7735317"/>
              <a:ext cx="4286" cy="10761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765DF429-420D-4121-B1E0-5C460A747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7175" y="8739574"/>
              <a:ext cx="337007" cy="5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B79369CA-EE5C-4CFF-B00F-C7EA40ACF9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4406" y="7629527"/>
              <a:ext cx="8732" cy="11142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C2D96690-E4F2-4A3F-8A90-338B536D9D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5654" y="7553255"/>
              <a:ext cx="209704" cy="923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EB0B7DF7-2A37-4425-8D82-DEF2D5427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225" y="7700982"/>
              <a:ext cx="7090" cy="4157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32E3242F-88D4-416F-9CB7-6E369CE1E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844" y="8913597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DF6504BA-D277-4578-B135-707ACE4FE6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242" y="8446691"/>
              <a:ext cx="8120" cy="5794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452">
              <a:extLst>
                <a:ext uri="{FF2B5EF4-FFF2-40B4-BE49-F238E27FC236}">
                  <a16:creationId xmlns:a16="http://schemas.microsoft.com/office/drawing/2014/main" id="{E391604D-EED5-4E0C-897C-61CDDE9A21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252" y="8438791"/>
              <a:ext cx="229910" cy="1196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C41D9C04-398A-4CAC-9DE5-FD7525AA8E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6431" y="8108975"/>
              <a:ext cx="9298" cy="10597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D09AEF4F-231A-4B8F-A927-69409EE19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6935" y="8105689"/>
              <a:ext cx="677951" cy="2768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6446AD18-D534-484F-99E4-19F905393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4061" y="7026275"/>
              <a:ext cx="8367" cy="879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2211F54-DC52-4CFE-ACFE-EF0C0E407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8483" y="6926574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939F61EC-0D98-464B-A646-745F103C4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520" y="6920943"/>
              <a:ext cx="1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0442B5C-3EE9-495E-BD25-1801DC749D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3705" y="7090882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2B9EB893-F64B-4E0F-96D9-7B9A69691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883" y="7402338"/>
              <a:ext cx="1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F357BC24-A1CA-43D8-9500-C7AF881F2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8045" y="7256950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B5216216-BFE8-4320-99F2-0F0CD4740E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414" y="7263696"/>
              <a:ext cx="710201" cy="2866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A4168E8-36C6-46E4-B32B-664B022E8E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2458" y="7378274"/>
              <a:ext cx="229422" cy="912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35E2FB91-92E2-4DF5-96D5-46FDEFAE4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0458" y="7017023"/>
              <a:ext cx="1165231" cy="4700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74E432A5-5B33-4A4E-B251-2475C50E3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5177" y="7017121"/>
              <a:ext cx="491462" cy="181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56BA42D7-931A-43B7-8EC9-28F65E517008}"/>
                </a:ext>
              </a:extLst>
            </p:cNvPr>
            <p:cNvCxnSpPr>
              <a:cxnSpLocks/>
            </p:cNvCxnSpPr>
            <p:nvPr/>
          </p:nvCxnSpPr>
          <p:spPr>
            <a:xfrm>
              <a:off x="3401168" y="7121815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F665336D-4DDA-4416-A83D-F27A00639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8140" y="6907915"/>
              <a:ext cx="0" cy="238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BFD5EE8-A3D2-4966-A8BF-E7DEFDB32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3626" y="692657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79C534D1-F960-4EF2-943D-6E5ECDB79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9058" y="664598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4D56A5DF-101B-495F-A0DB-E0C25B81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459136" y="6559823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B86C108-96EF-4C7A-8091-0A2E1D164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8717" y="6455756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52">
              <a:extLst>
                <a:ext uri="{FF2B5EF4-FFF2-40B4-BE49-F238E27FC236}">
                  <a16:creationId xmlns:a16="http://schemas.microsoft.com/office/drawing/2014/main" id="{BB07B305-8CDF-4468-85AD-1BE1B6B9E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131" y="6289979"/>
              <a:ext cx="0" cy="183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98D3F42E-5D3C-4ED5-B404-F78FD10AF8BE}"/>
                </a:ext>
              </a:extLst>
            </p:cNvPr>
            <p:cNvCxnSpPr>
              <a:cxnSpLocks/>
            </p:cNvCxnSpPr>
            <p:nvPr/>
          </p:nvCxnSpPr>
          <p:spPr>
            <a:xfrm>
              <a:off x="1956140" y="5308869"/>
              <a:ext cx="712113" cy="2853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452">
              <a:extLst>
                <a:ext uri="{FF2B5EF4-FFF2-40B4-BE49-F238E27FC236}">
                  <a16:creationId xmlns:a16="http://schemas.microsoft.com/office/drawing/2014/main" id="{C789544B-8B39-41AB-81C7-73C3CFA9E8D3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B956B80A-6B40-4135-8FF2-72866AF0E3AA}"/>
                </a:ext>
              </a:extLst>
            </p:cNvPr>
            <p:cNvCxnSpPr>
              <a:cxnSpLocks/>
            </p:cNvCxnSpPr>
            <p:nvPr/>
          </p:nvCxnSpPr>
          <p:spPr>
            <a:xfrm>
              <a:off x="1718483" y="5048459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60B6E432-FB27-4038-B6EF-2DE6EC0E8BE8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741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F17D81F0-97BA-4EE5-AFA1-B21BC687F037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61205"/>
              <a:ext cx="478324" cy="1929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9E87F229-C817-4F0C-AD34-693C0EF59097}"/>
                </a:ext>
              </a:extLst>
            </p:cNvPr>
            <p:cNvCxnSpPr>
              <a:cxnSpLocks/>
            </p:cNvCxnSpPr>
            <p:nvPr/>
          </p:nvCxnSpPr>
          <p:spPr>
            <a:xfrm>
              <a:off x="2211339" y="504594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5D952EDE-B1D1-4CC1-BB23-E00255DB1789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5227506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6559FE2F-A18A-41D4-A968-55E66754B3B0}"/>
                </a:ext>
              </a:extLst>
            </p:cNvPr>
            <p:cNvCxnSpPr>
              <a:cxnSpLocks/>
            </p:cNvCxnSpPr>
            <p:nvPr/>
          </p:nvCxnSpPr>
          <p:spPr>
            <a:xfrm>
              <a:off x="2453520" y="514972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189423BB-4853-4874-89FE-484EE432F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6772" y="5042170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92CF8293-E1F6-4ACF-A318-77A5C2768459}"/>
                </a:ext>
              </a:extLst>
            </p:cNvPr>
            <p:cNvCxnSpPr>
              <a:cxnSpLocks/>
            </p:cNvCxnSpPr>
            <p:nvPr/>
          </p:nvCxnSpPr>
          <p:spPr>
            <a:xfrm>
              <a:off x="1981553" y="4772997"/>
              <a:ext cx="712772" cy="2807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EF1AE695-0773-4901-B659-19E28F9E595B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459589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F0991097-2592-4F1F-B2D9-9C9DA8600899}"/>
                </a:ext>
              </a:extLst>
            </p:cNvPr>
            <p:cNvCxnSpPr>
              <a:cxnSpLocks/>
            </p:cNvCxnSpPr>
            <p:nvPr/>
          </p:nvCxnSpPr>
          <p:spPr>
            <a:xfrm>
              <a:off x="1971772" y="4611392"/>
              <a:ext cx="1428785" cy="545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16F6DBE9-10B7-4780-A573-EBBB01A6C2E8}"/>
                </a:ext>
              </a:extLst>
            </p:cNvPr>
            <p:cNvCxnSpPr>
              <a:cxnSpLocks/>
            </p:cNvCxnSpPr>
            <p:nvPr/>
          </p:nvCxnSpPr>
          <p:spPr>
            <a:xfrm>
              <a:off x="3400557" y="49837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3F4DD197-0D2D-4742-A335-91458D2E4FA0}"/>
                </a:ext>
              </a:extLst>
            </p:cNvPr>
            <p:cNvCxnSpPr>
              <a:cxnSpLocks/>
            </p:cNvCxnSpPr>
            <p:nvPr/>
          </p:nvCxnSpPr>
          <p:spPr>
            <a:xfrm>
              <a:off x="2923970" y="4782693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6427E9AE-7D17-46BF-993C-5C37F29B239D}"/>
                </a:ext>
              </a:extLst>
            </p:cNvPr>
            <p:cNvCxnSpPr>
              <a:cxnSpLocks/>
            </p:cNvCxnSpPr>
            <p:nvPr/>
          </p:nvCxnSpPr>
          <p:spPr>
            <a:xfrm>
              <a:off x="2943106" y="46305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1B906FAC-176F-433E-A21B-87C0D4ED5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325" y="460422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E1944782-E184-4B26-8A69-038FA546DEAE}"/>
                </a:ext>
              </a:extLst>
            </p:cNvPr>
            <p:cNvCxnSpPr>
              <a:cxnSpLocks/>
            </p:cNvCxnSpPr>
            <p:nvPr/>
          </p:nvCxnSpPr>
          <p:spPr>
            <a:xfrm>
              <a:off x="2209435" y="4502057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E16B9667-DA56-428F-845C-D15B93A05811}"/>
                </a:ext>
              </a:extLst>
            </p:cNvPr>
            <p:cNvCxnSpPr>
              <a:cxnSpLocks/>
            </p:cNvCxnSpPr>
            <p:nvPr/>
          </p:nvCxnSpPr>
          <p:spPr>
            <a:xfrm>
              <a:off x="2216369" y="4135065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BB4E9B4E-6A93-46CA-8A11-D92127A6B57E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4125200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4AB2D34C-B34B-4958-BCD1-B18501D3D783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76" y="3864054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6299AD9A-A6B8-4FDE-8465-36D92B0FC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5460" y="3788208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8D96A983-501A-4E15-AA3F-712DA0AB2E74}"/>
                </a:ext>
              </a:extLst>
            </p:cNvPr>
            <p:cNvCxnSpPr>
              <a:cxnSpLocks/>
            </p:cNvCxnSpPr>
            <p:nvPr/>
          </p:nvCxnSpPr>
          <p:spPr>
            <a:xfrm>
              <a:off x="2686164" y="3604216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92B4F014-37DB-4166-AB17-531958E9BE43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34" y="3504635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933D8B6D-B711-416A-BE3F-21913F94C1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0834" y="3516776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EF6250F-5A6E-4F74-80DD-55A5A8EE2109}"/>
                </a:ext>
              </a:extLst>
            </p:cNvPr>
            <p:cNvCxnSpPr>
              <a:cxnSpLocks/>
            </p:cNvCxnSpPr>
            <p:nvPr/>
          </p:nvCxnSpPr>
          <p:spPr>
            <a:xfrm>
              <a:off x="2221245" y="343629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3A28E0F6-9170-47BF-B4F9-2E221A7E83A7}"/>
                </a:ext>
              </a:extLst>
            </p:cNvPr>
            <p:cNvCxnSpPr>
              <a:cxnSpLocks/>
            </p:cNvCxnSpPr>
            <p:nvPr/>
          </p:nvCxnSpPr>
          <p:spPr>
            <a:xfrm>
              <a:off x="2000941" y="3333344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1E9F917-8051-41AD-B2BF-A34752646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2489" y="332592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95E8A1C1-1F62-4B74-9AC4-9F68935D494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409" y="3510413"/>
              <a:ext cx="0" cy="330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B3865D5A-8E2B-4546-BF8B-16A058368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3753" y="3768692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D0FEFC1F-F7C1-4211-BAE1-53C2ECD0BFF2}"/>
                </a:ext>
              </a:extLst>
            </p:cNvPr>
            <p:cNvCxnSpPr>
              <a:cxnSpLocks/>
            </p:cNvCxnSpPr>
            <p:nvPr/>
          </p:nvCxnSpPr>
          <p:spPr>
            <a:xfrm>
              <a:off x="1747036" y="3801917"/>
              <a:ext cx="7719" cy="347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6530EFBA-AFC9-4A20-BCA7-7A58670468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9612" y="403955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504DC01A-2612-4048-B7FE-5F516EE9A0C6}"/>
                </a:ext>
              </a:extLst>
            </p:cNvPr>
            <p:cNvCxnSpPr>
              <a:cxnSpLocks/>
            </p:cNvCxnSpPr>
            <p:nvPr/>
          </p:nvCxnSpPr>
          <p:spPr>
            <a:xfrm>
              <a:off x="1526117" y="4055178"/>
              <a:ext cx="0" cy="5562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11A52034-7A48-4C7F-99F3-1DC443264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794" y="460715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DA9E6A3E-591B-4A55-BE0A-9A37714EF5DA}"/>
                </a:ext>
              </a:extLst>
            </p:cNvPr>
            <p:cNvCxnSpPr>
              <a:cxnSpLocks/>
            </p:cNvCxnSpPr>
            <p:nvPr/>
          </p:nvCxnSpPr>
          <p:spPr>
            <a:xfrm>
              <a:off x="1272951" y="469114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6BB77226-BB1A-4A5B-9C01-BC18925333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053" y="4780899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C3F3FA25-013E-4141-8F15-34D854BCD5A5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66" y="460237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72B9EA19-71D7-46F0-8F05-80838B036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204" y="451698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604E7AD9-947A-44B8-9C4B-69E66D067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098" y="4332187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FB2C0E3B-BA0D-4B8D-83B5-0ABAF1BF22B1}"/>
                </a:ext>
              </a:extLst>
            </p:cNvPr>
            <p:cNvCxnSpPr>
              <a:cxnSpLocks/>
            </p:cNvCxnSpPr>
            <p:nvPr/>
          </p:nvCxnSpPr>
          <p:spPr>
            <a:xfrm>
              <a:off x="793098" y="415037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182B9E3-5A83-4D06-BE4B-FA8F9DB5A1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326" y="4160616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98948286-6EDE-48BC-BEF3-766D74E5883E}"/>
                </a:ext>
              </a:extLst>
            </p:cNvPr>
            <p:cNvCxnSpPr>
              <a:cxnSpLocks/>
            </p:cNvCxnSpPr>
            <p:nvPr/>
          </p:nvCxnSpPr>
          <p:spPr>
            <a:xfrm>
              <a:off x="1282428" y="415989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84F37A4B-872E-404E-9981-FDFBD71FF7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396" y="396220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A49C6254-FEFC-4A49-8F27-57B62BCA17A3}"/>
                </a:ext>
              </a:extLst>
            </p:cNvPr>
            <p:cNvCxnSpPr>
              <a:cxnSpLocks/>
            </p:cNvCxnSpPr>
            <p:nvPr/>
          </p:nvCxnSpPr>
          <p:spPr>
            <a:xfrm>
              <a:off x="806378" y="38079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B0BF047-3B70-4BE5-901A-0A3BAA97DE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468" y="379007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12081E40-9052-41C7-B13C-81EE1A3EEAC3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7955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DB54D9A5-283E-42E6-96EF-C8D9E49399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096" y="369989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1D5A6479-0AEF-482A-8E33-210C5FDE2B60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3" y="351677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B296B85A-3DAF-4E3E-98D4-50BCEA4C7C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152" y="3509185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9FB75D45-D83E-4E87-94B5-BB16A0084902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44354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BCDAC1-D3C4-42E1-ACD7-3CE8B0278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6090" y="334748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F73B6332-B0FB-4EA7-A9AB-AA9FF1323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48" y="324105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E861072A-90DF-4397-885D-87D0CA57ED1E}"/>
                </a:ext>
              </a:extLst>
            </p:cNvPr>
            <p:cNvCxnSpPr>
              <a:cxnSpLocks/>
            </p:cNvCxnSpPr>
            <p:nvPr/>
          </p:nvCxnSpPr>
          <p:spPr>
            <a:xfrm>
              <a:off x="1285577" y="305440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D6DD4833-5694-491D-BA12-83EE0A276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129" y="297412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F97053DB-0FD7-4022-9A4E-5CEC26B5D6CB}"/>
                </a:ext>
              </a:extLst>
            </p:cNvPr>
            <p:cNvCxnSpPr>
              <a:cxnSpLocks/>
            </p:cNvCxnSpPr>
            <p:nvPr/>
          </p:nvCxnSpPr>
          <p:spPr>
            <a:xfrm>
              <a:off x="1511761" y="277485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F2A041AD-8AB3-45E7-B31C-70F6696E2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1613" y="2616982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B9204FFB-0992-40CC-90F0-204CFF412BEE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25" y="2256791"/>
              <a:ext cx="0" cy="3627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424AC49B-A26B-4BE7-B432-4A940D4187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3271" y="2237730"/>
              <a:ext cx="492804" cy="191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38A64354-4815-41B9-93CA-FA8917737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083" y="2411366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F33C46A9-51FE-4C0D-939B-FD011135EF73}"/>
                </a:ext>
              </a:extLst>
            </p:cNvPr>
            <p:cNvCxnSpPr>
              <a:cxnSpLocks/>
            </p:cNvCxnSpPr>
            <p:nvPr/>
          </p:nvCxnSpPr>
          <p:spPr>
            <a:xfrm>
              <a:off x="2223180" y="250303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85783C3F-59C9-4188-92B1-90A5AD39F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41" y="2703235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B4822024-079B-437F-A05A-A8CFE959B314}"/>
                </a:ext>
              </a:extLst>
            </p:cNvPr>
            <p:cNvCxnSpPr>
              <a:cxnSpLocks/>
            </p:cNvCxnSpPr>
            <p:nvPr/>
          </p:nvCxnSpPr>
          <p:spPr>
            <a:xfrm>
              <a:off x="1732375" y="2868312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1B33733-F586-4BC6-A8D0-B5095CDBC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0465" y="3054470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59C70696-5706-4005-B149-B82531C6A4CA}"/>
                </a:ext>
              </a:extLst>
            </p:cNvPr>
            <p:cNvCxnSpPr>
              <a:cxnSpLocks/>
            </p:cNvCxnSpPr>
            <p:nvPr/>
          </p:nvCxnSpPr>
          <p:spPr>
            <a:xfrm>
              <a:off x="1523199" y="315825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2446C0FF-0369-4C4A-B7B3-2C345295F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680" y="3158112"/>
              <a:ext cx="471884" cy="1835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1E5B696-4697-4C4A-9017-6DDFB19C2DFF}"/>
                </a:ext>
              </a:extLst>
            </p:cNvPr>
            <p:cNvCxnSpPr>
              <a:cxnSpLocks/>
            </p:cNvCxnSpPr>
            <p:nvPr/>
          </p:nvCxnSpPr>
          <p:spPr>
            <a:xfrm>
              <a:off x="1983902" y="299183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2384B8C4-1FB8-4D1E-A942-617DCA267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552" y="2712524"/>
              <a:ext cx="695507" cy="2643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B9CD7AD3-270B-4241-B71D-AEA4E7C8E8EB}"/>
                </a:ext>
              </a:extLst>
            </p:cNvPr>
            <p:cNvCxnSpPr>
              <a:cxnSpLocks/>
            </p:cNvCxnSpPr>
            <p:nvPr/>
          </p:nvCxnSpPr>
          <p:spPr>
            <a:xfrm>
              <a:off x="2677059" y="2699903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7411CA7-0FB2-44A3-9C83-A0AADBE6F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801" y="2854226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EF019A9B-198A-4A58-B6CA-B695BBAA7485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34" y="305741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583242DB-FF77-4B7B-A9C2-48D1E702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3576" y="3057850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12C00B1D-A839-4B3C-8BE0-BF153A887F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7719" y="305564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624EEB04-A953-412D-9272-43DCA7EC9E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2072" y="314367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1F0A1450-B793-4BD5-A2FB-1D7524CA7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7784" y="3343368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E7C2ED33-5DFE-4316-B310-8696D5E32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923" y="333543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5471396B-EE47-46BC-A361-0732D5FC1AA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880" y="3332731"/>
              <a:ext cx="10855" cy="542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B546CE1C-6585-4102-AA69-A1933F7C5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795" y="387577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49BC8C9A-81BB-4149-B73F-AF6544DDEBCF}"/>
                </a:ext>
              </a:extLst>
            </p:cNvPr>
            <p:cNvCxnSpPr>
              <a:cxnSpLocks/>
            </p:cNvCxnSpPr>
            <p:nvPr/>
          </p:nvCxnSpPr>
          <p:spPr>
            <a:xfrm>
              <a:off x="2683863" y="396501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04D6EA17-B99F-43A7-AC7B-5DD8E239B6B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060" y="4161630"/>
              <a:ext cx="716080" cy="2807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15450A9D-E8B1-4371-9939-CD401F26115F}"/>
                </a:ext>
              </a:extLst>
            </p:cNvPr>
            <p:cNvCxnSpPr>
              <a:cxnSpLocks/>
            </p:cNvCxnSpPr>
            <p:nvPr/>
          </p:nvCxnSpPr>
          <p:spPr>
            <a:xfrm>
              <a:off x="3392490" y="424793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C7EFC64-53BB-4C7B-8F95-762F48BD1E3F}"/>
                </a:ext>
              </a:extLst>
            </p:cNvPr>
            <p:cNvCxnSpPr>
              <a:cxnSpLocks/>
            </p:cNvCxnSpPr>
            <p:nvPr/>
          </p:nvCxnSpPr>
          <p:spPr>
            <a:xfrm>
              <a:off x="2906621" y="4050466"/>
              <a:ext cx="500078" cy="218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17D64D56-2D4E-4CE3-98C9-3D2CD7DBF3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9925" y="3973534"/>
              <a:ext cx="250638" cy="996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377090D5-30AA-414F-866A-5B539A60F6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9379" y="3982105"/>
              <a:ext cx="468497" cy="1758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C503641-C7EB-4B38-B468-80F8DE21B582}"/>
                </a:ext>
              </a:extLst>
            </p:cNvPr>
            <p:cNvCxnSpPr>
              <a:cxnSpLocks/>
            </p:cNvCxnSpPr>
            <p:nvPr/>
          </p:nvCxnSpPr>
          <p:spPr>
            <a:xfrm>
              <a:off x="3607594" y="4150372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FF90084-5BCF-4539-82E8-07894EF7C7BD}"/>
                </a:ext>
              </a:extLst>
            </p:cNvPr>
            <p:cNvCxnSpPr>
              <a:cxnSpLocks/>
            </p:cNvCxnSpPr>
            <p:nvPr/>
          </p:nvCxnSpPr>
          <p:spPr>
            <a:xfrm>
              <a:off x="3629881" y="5227506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C3B6F1EF-76A2-482A-817C-3FA00A881D24}"/>
                </a:ext>
              </a:extLst>
            </p:cNvPr>
            <p:cNvCxnSpPr>
              <a:cxnSpLocks/>
            </p:cNvCxnSpPr>
            <p:nvPr/>
          </p:nvCxnSpPr>
          <p:spPr>
            <a:xfrm>
              <a:off x="3852362" y="4272959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C0A4A54-270B-4483-BC5A-6F06B4DE9E0A}"/>
                </a:ext>
              </a:extLst>
            </p:cNvPr>
            <p:cNvCxnSpPr>
              <a:cxnSpLocks/>
            </p:cNvCxnSpPr>
            <p:nvPr/>
          </p:nvCxnSpPr>
          <p:spPr>
            <a:xfrm>
              <a:off x="3836827" y="4230303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F57C41-B3B9-449A-9D56-976E20BCCF71}"/>
                </a:ext>
              </a:extLst>
            </p:cNvPr>
            <p:cNvCxnSpPr>
              <a:cxnSpLocks/>
            </p:cNvCxnSpPr>
            <p:nvPr/>
          </p:nvCxnSpPr>
          <p:spPr>
            <a:xfrm>
              <a:off x="4090463" y="4317120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810B2629-DD71-472E-AB35-ADAA12E5CB59}"/>
                </a:ext>
              </a:extLst>
            </p:cNvPr>
            <p:cNvCxnSpPr>
              <a:cxnSpLocks/>
            </p:cNvCxnSpPr>
            <p:nvPr/>
          </p:nvCxnSpPr>
          <p:spPr>
            <a:xfrm>
              <a:off x="4096908" y="539613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F79F55F0-F8EF-42E3-B137-4CAC9D68FE66}"/>
                </a:ext>
              </a:extLst>
            </p:cNvPr>
            <p:cNvCxnSpPr>
              <a:cxnSpLocks/>
            </p:cNvCxnSpPr>
            <p:nvPr/>
          </p:nvCxnSpPr>
          <p:spPr>
            <a:xfrm>
              <a:off x="4324017" y="5488757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3F414A69-C205-42A5-9608-9D33A5CB1BE3}"/>
                </a:ext>
              </a:extLst>
            </p:cNvPr>
            <p:cNvCxnSpPr>
              <a:cxnSpLocks/>
            </p:cNvCxnSpPr>
            <p:nvPr/>
          </p:nvCxnSpPr>
          <p:spPr>
            <a:xfrm>
              <a:off x="4308505" y="5851351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8A43448-37D7-4D9D-A52A-4A345773539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489" y="5585063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A5EF67A-A339-4EAD-8F3B-2BDE2E509671}"/>
                </a:ext>
              </a:extLst>
            </p:cNvPr>
            <p:cNvCxnSpPr>
              <a:cxnSpLocks/>
            </p:cNvCxnSpPr>
            <p:nvPr/>
          </p:nvCxnSpPr>
          <p:spPr>
            <a:xfrm>
              <a:off x="4543784" y="5586523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80B0C411-C1FC-41E3-BAC2-A563ED6F3627}"/>
                </a:ext>
              </a:extLst>
            </p:cNvPr>
            <p:cNvCxnSpPr>
              <a:cxnSpLocks/>
            </p:cNvCxnSpPr>
            <p:nvPr/>
          </p:nvCxnSpPr>
          <p:spPr>
            <a:xfrm>
              <a:off x="4774406" y="569620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7E6BEE9F-CD79-47D0-AEB6-036F52D9D0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7298" y="5794210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F3B634CF-1F7B-4560-ACA4-06E3209D2073}"/>
                </a:ext>
              </a:extLst>
            </p:cNvPr>
            <p:cNvCxnSpPr>
              <a:cxnSpLocks/>
            </p:cNvCxnSpPr>
            <p:nvPr/>
          </p:nvCxnSpPr>
          <p:spPr>
            <a:xfrm>
              <a:off x="5020240" y="5778714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0345A449-1718-465B-B791-C37021415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848" y="5788679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2118497D-D801-43A9-B8DA-119306EDA066}"/>
                </a:ext>
              </a:extLst>
            </p:cNvPr>
            <p:cNvCxnSpPr>
              <a:cxnSpLocks/>
            </p:cNvCxnSpPr>
            <p:nvPr/>
          </p:nvCxnSpPr>
          <p:spPr>
            <a:xfrm>
              <a:off x="4311119" y="5308869"/>
              <a:ext cx="1188197" cy="4832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BD41382E-4A65-43FE-8120-A3671236A214}"/>
                </a:ext>
              </a:extLst>
            </p:cNvPr>
            <p:cNvCxnSpPr>
              <a:cxnSpLocks/>
            </p:cNvCxnSpPr>
            <p:nvPr/>
          </p:nvCxnSpPr>
          <p:spPr>
            <a:xfrm>
              <a:off x="4317566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3E0F0683-E16F-4F15-BF3A-4E48360A364D}"/>
                </a:ext>
              </a:extLst>
            </p:cNvPr>
            <p:cNvCxnSpPr>
              <a:cxnSpLocks/>
            </p:cNvCxnSpPr>
            <p:nvPr/>
          </p:nvCxnSpPr>
          <p:spPr>
            <a:xfrm>
              <a:off x="4325984" y="5166201"/>
              <a:ext cx="1632386" cy="6168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890FEC4-3D2D-499B-86F1-84AD02561E6D}"/>
                </a:ext>
              </a:extLst>
            </p:cNvPr>
            <p:cNvCxnSpPr>
              <a:cxnSpLocks/>
            </p:cNvCxnSpPr>
            <p:nvPr/>
          </p:nvCxnSpPr>
          <p:spPr>
            <a:xfrm>
              <a:off x="5954564" y="56051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F7FFD5DC-3A38-4708-BD0A-BA1EA66AD21E}"/>
                </a:ext>
              </a:extLst>
            </p:cNvPr>
            <p:cNvCxnSpPr>
              <a:cxnSpLocks/>
            </p:cNvCxnSpPr>
            <p:nvPr/>
          </p:nvCxnSpPr>
          <p:spPr>
            <a:xfrm>
              <a:off x="4293261" y="495100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A004EE90-34A5-471B-88EB-D02378635798}"/>
                </a:ext>
              </a:extLst>
            </p:cNvPr>
            <p:cNvCxnSpPr>
              <a:cxnSpLocks/>
            </p:cNvCxnSpPr>
            <p:nvPr/>
          </p:nvCxnSpPr>
          <p:spPr>
            <a:xfrm>
              <a:off x="4319005" y="478555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DEAC9323-6DC6-40C5-8B88-645B8A5A2BE9}"/>
                </a:ext>
              </a:extLst>
            </p:cNvPr>
            <p:cNvCxnSpPr>
              <a:cxnSpLocks/>
            </p:cNvCxnSpPr>
            <p:nvPr/>
          </p:nvCxnSpPr>
          <p:spPr>
            <a:xfrm>
              <a:off x="4300004" y="479832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09620EC5-327E-4CED-A785-3A3A43569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273" y="5333898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7F10F5A8-B802-4240-B9DB-C331E434180A}"/>
                </a:ext>
              </a:extLst>
            </p:cNvPr>
            <p:cNvCxnSpPr>
              <a:cxnSpLocks/>
            </p:cNvCxnSpPr>
            <p:nvPr/>
          </p:nvCxnSpPr>
          <p:spPr>
            <a:xfrm>
              <a:off x="6203012" y="4787602"/>
              <a:ext cx="6201" cy="5363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6C7934C-EA1B-4EB5-86A4-BF718F8B357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056" y="469114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0AC2FDB2-6308-494F-987E-405A783DF666}"/>
                </a:ext>
              </a:extLst>
            </p:cNvPr>
            <p:cNvCxnSpPr>
              <a:cxnSpLocks/>
            </p:cNvCxnSpPr>
            <p:nvPr/>
          </p:nvCxnSpPr>
          <p:spPr>
            <a:xfrm>
              <a:off x="5978841" y="449822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6DDB77CD-8AB4-4E74-AAAB-B68B657444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6226" y="4410870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2A99AF77-47D7-4A22-BAE5-03F69BBAFFA3}"/>
                </a:ext>
              </a:extLst>
            </p:cNvPr>
            <p:cNvCxnSpPr>
              <a:cxnSpLocks/>
            </p:cNvCxnSpPr>
            <p:nvPr/>
          </p:nvCxnSpPr>
          <p:spPr>
            <a:xfrm>
              <a:off x="5749881" y="4440852"/>
              <a:ext cx="0" cy="5376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9DBC2A1C-DEB1-4077-B6E1-F100D6F2A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2171" y="4851274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EBD76ACE-B9A9-4E58-9072-35C7E44AFDBC}"/>
                </a:ext>
              </a:extLst>
            </p:cNvPr>
            <p:cNvCxnSpPr>
              <a:cxnSpLocks/>
            </p:cNvCxnSpPr>
            <p:nvPr/>
          </p:nvCxnSpPr>
          <p:spPr>
            <a:xfrm>
              <a:off x="5974529" y="4860791"/>
              <a:ext cx="0" cy="38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E6D0588-902D-4A01-A00E-903B5F6E4DF5}"/>
                </a:ext>
              </a:extLst>
            </p:cNvPr>
            <p:cNvCxnSpPr>
              <a:cxnSpLocks/>
            </p:cNvCxnSpPr>
            <p:nvPr/>
          </p:nvCxnSpPr>
          <p:spPr>
            <a:xfrm>
              <a:off x="5277596" y="4972259"/>
              <a:ext cx="699064" cy="2914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E85A3235-09D6-48AE-B794-317DB9B65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3703" y="486500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8E0E7848-7263-4551-B9BF-2A199A3700C5}"/>
                </a:ext>
              </a:extLst>
            </p:cNvPr>
            <p:cNvCxnSpPr>
              <a:cxnSpLocks/>
            </p:cNvCxnSpPr>
            <p:nvPr/>
          </p:nvCxnSpPr>
          <p:spPr>
            <a:xfrm>
              <a:off x="4798679" y="4605811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C322F9D-EDF9-461A-8733-CF19C389F6B9}"/>
                </a:ext>
              </a:extLst>
            </p:cNvPr>
            <p:cNvCxnSpPr>
              <a:cxnSpLocks/>
            </p:cNvCxnSpPr>
            <p:nvPr/>
          </p:nvCxnSpPr>
          <p:spPr>
            <a:xfrm>
              <a:off x="4810602" y="461701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A02C906C-5A09-4FEA-A031-A863662D4039}"/>
                </a:ext>
              </a:extLst>
            </p:cNvPr>
            <p:cNvCxnSpPr>
              <a:cxnSpLocks/>
            </p:cNvCxnSpPr>
            <p:nvPr/>
          </p:nvCxnSpPr>
          <p:spPr>
            <a:xfrm>
              <a:off x="4342360" y="4606024"/>
              <a:ext cx="468354" cy="201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6CE4B7D5-F208-4271-AF60-CEE7EECA364B}"/>
                </a:ext>
              </a:extLst>
            </p:cNvPr>
            <p:cNvCxnSpPr>
              <a:cxnSpLocks/>
            </p:cNvCxnSpPr>
            <p:nvPr/>
          </p:nvCxnSpPr>
          <p:spPr>
            <a:xfrm>
              <a:off x="4337533" y="44376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090E5FC5-98CE-4398-B316-B23EF646E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92" y="4325575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FB1C34A3-BD76-4361-9CA3-82A0CED71156}"/>
                </a:ext>
              </a:extLst>
            </p:cNvPr>
            <p:cNvCxnSpPr>
              <a:cxnSpLocks/>
            </p:cNvCxnSpPr>
            <p:nvPr/>
          </p:nvCxnSpPr>
          <p:spPr>
            <a:xfrm>
              <a:off x="4552230" y="434439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919B3324-FDA9-49A9-9546-B8A9C49F0A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6824" y="4438599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2FB8D05C-4461-4813-968D-F8E0A2FD80ED}"/>
                </a:ext>
              </a:extLst>
            </p:cNvPr>
            <p:cNvCxnSpPr>
              <a:cxnSpLocks/>
            </p:cNvCxnSpPr>
            <p:nvPr/>
          </p:nvCxnSpPr>
          <p:spPr>
            <a:xfrm>
              <a:off x="4779641" y="4444115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759B8F74-745E-447A-B4EE-E7A6480E0A1E}"/>
                </a:ext>
              </a:extLst>
            </p:cNvPr>
            <p:cNvCxnSpPr>
              <a:cxnSpLocks/>
            </p:cNvCxnSpPr>
            <p:nvPr/>
          </p:nvCxnSpPr>
          <p:spPr>
            <a:xfrm>
              <a:off x="5536260" y="45408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A443D164-20D5-4CA8-ADF2-267D42736D04}"/>
                </a:ext>
              </a:extLst>
            </p:cNvPr>
            <p:cNvCxnSpPr>
              <a:cxnSpLocks/>
            </p:cNvCxnSpPr>
            <p:nvPr/>
          </p:nvCxnSpPr>
          <p:spPr>
            <a:xfrm>
              <a:off x="4565568" y="4138174"/>
              <a:ext cx="974043" cy="4034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C8E1102C-5D6A-4883-A1A3-58D0069DD42A}"/>
                </a:ext>
              </a:extLst>
            </p:cNvPr>
            <p:cNvCxnSpPr>
              <a:cxnSpLocks/>
            </p:cNvCxnSpPr>
            <p:nvPr/>
          </p:nvCxnSpPr>
          <p:spPr>
            <a:xfrm>
              <a:off x="4580153" y="398147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A93C7B1-C081-476A-AA52-C3A3903DFD39}"/>
                </a:ext>
              </a:extLst>
            </p:cNvPr>
            <p:cNvCxnSpPr>
              <a:cxnSpLocks/>
            </p:cNvCxnSpPr>
            <p:nvPr/>
          </p:nvCxnSpPr>
          <p:spPr>
            <a:xfrm>
              <a:off x="4571258" y="3990370"/>
              <a:ext cx="933156" cy="3536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2C507D4-B7A2-4F99-A95B-37E215A9F1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783" y="9365864"/>
              <a:ext cx="1447053" cy="551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202D98E9-FC8B-45B6-BA1D-5ADD420C9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2943" y="9891893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235202A0-DF59-4514-9BDC-14748D3D6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7473" y="8796635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C1AD9A5C-EBE5-4795-9C4D-DE0F944E6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7214" y="8892959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260C972E-182C-43E6-BBD4-90F3D9A74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05851" y="9096642"/>
              <a:ext cx="228297" cy="94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2DA18055-077A-4577-9251-B74724EAC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1172" y="9175935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2F307C0-5F39-49DB-9416-3568E7095D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8986" y="9183965"/>
              <a:ext cx="461330" cy="1934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509A4B47-E332-4AC8-8492-4ED8172D8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5654" y="8828768"/>
              <a:ext cx="3236" cy="3779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452">
              <a:extLst>
                <a:ext uri="{FF2B5EF4-FFF2-40B4-BE49-F238E27FC236}">
                  <a16:creationId xmlns:a16="http://schemas.microsoft.com/office/drawing/2014/main" id="{FDD3B74D-812E-4807-83E2-8D9608F59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5841" y="8734472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452">
              <a:extLst>
                <a:ext uri="{FF2B5EF4-FFF2-40B4-BE49-F238E27FC236}">
                  <a16:creationId xmlns:a16="http://schemas.microsoft.com/office/drawing/2014/main" id="{3D056210-6B5C-43B2-88E0-3AAE473C7F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678" y="7534458"/>
              <a:ext cx="471438" cy="1926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016C2283-6AD9-4E0A-98A6-1933DB4F9A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135" y="7995178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452">
              <a:extLst>
                <a:ext uri="{FF2B5EF4-FFF2-40B4-BE49-F238E27FC236}">
                  <a16:creationId xmlns:a16="http://schemas.microsoft.com/office/drawing/2014/main" id="{4041012E-F87A-42E5-B41E-FDFC97765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8377" y="7783382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53BDB765-67C1-436D-AFC0-1A4C4B20AC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2581" y="7715178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73C53623-1C01-44A6-9E41-25243565DA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6664" y="7709323"/>
              <a:ext cx="13752" cy="9390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AEEFFF19-FB8B-41BC-85BD-9B7FB02F16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7928" y="8624403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D0AFE8C5-9BD4-4D92-BBCF-5BEE40BE0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2065" y="8710789"/>
              <a:ext cx="3236" cy="3779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8E0DD07F-65EC-4CA4-886D-40AB04D2B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833" y="8991147"/>
              <a:ext cx="228297" cy="941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870E019E-2A4E-4D36-A165-3C66A5DED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9181" y="8624403"/>
              <a:ext cx="14134" cy="3949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452">
              <a:extLst>
                <a:ext uri="{FF2B5EF4-FFF2-40B4-BE49-F238E27FC236}">
                  <a16:creationId xmlns:a16="http://schemas.microsoft.com/office/drawing/2014/main" id="{5791F1C7-AE64-4F4A-8562-3F4BD817DF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2249" y="8533909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3C44A251-F79E-4B05-9E9A-6D61CEAD13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7566" y="8345883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369F42A3-F6E5-4E1F-96B8-831B0FDA59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371" y="8271520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02183B2-A703-4B67-9A13-093808D966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6073" y="824625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C9E9574A-84D6-4AF3-A9AC-D3FB6B3576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9359" y="8370802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D77616B-6CE0-4AB8-847C-9B4DCE56A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515" y="8349939"/>
              <a:ext cx="3899" cy="568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9DF4AB0D-4254-4E68-B477-A74624617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6043" y="8555276"/>
              <a:ext cx="6209" cy="530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74F88EE-7F54-4AA7-8F93-140207E3E5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4978" y="9001338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2F7AAFBA-C131-470F-9EC7-DFA029AD4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417" y="8271520"/>
              <a:ext cx="6209" cy="753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1994C0F-F1C2-4AD1-9DC3-421AD6ADC5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3688" y="8018535"/>
              <a:ext cx="707220" cy="270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0EC0AEAB-BF2C-4FE7-B52B-39FC93963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362" y="7799206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25BEBD0F-22A3-436F-9037-8DED0F319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6621" y="7809005"/>
              <a:ext cx="951221" cy="3915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8CB8382D-F65D-4C2E-A995-3DCDA26E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6052" y="8209519"/>
              <a:ext cx="5679" cy="8871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2585A762-A13E-4AB3-9E3C-A47F8F26CF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773" y="9075615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B39989A2-40E6-417E-B37A-FA3CD675A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0016" y="8094039"/>
              <a:ext cx="233353" cy="986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7D7CD870-DAF7-40B1-ACBB-64003FD62B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809" y="8225658"/>
              <a:ext cx="9298" cy="10597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B633BEE-F6E4-4380-8BBA-9BD6C8763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6485" y="9285393"/>
              <a:ext cx="504282" cy="1776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1E1E886D-2590-4F17-AE3B-49866192A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73" y="9267825"/>
              <a:ext cx="0" cy="210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37682F15-4D50-4B16-8CE2-FCF9AF097E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8428" y="9175935"/>
              <a:ext cx="237934" cy="98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7B3EEBF0-6966-4236-B004-466FE7406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176" y="8297203"/>
              <a:ext cx="4040" cy="8570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9BB5D477-DB5F-46CE-B45E-763A6EA9E1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6007" y="8108975"/>
              <a:ext cx="497174" cy="205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0E5FEC77-F500-4D89-B1AC-86616130F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973" y="7994729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DCB327BF-8688-4B99-86B3-96B345028F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216" y="7823935"/>
              <a:ext cx="227105" cy="86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43D619E4-A705-49C7-BD52-06CE266FB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274" y="7799206"/>
              <a:ext cx="0" cy="206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9695061" y="6829426"/>
            <a:ext cx="1382514" cy="54828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3" y="8677275"/>
            <a:ext cx="230454" cy="69848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H="1" flipV="1">
            <a:off x="7566113" y="8770740"/>
            <a:ext cx="9974" cy="51097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4" y="9281717"/>
            <a:ext cx="233379" cy="12105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9742488"/>
            <a:ext cx="0" cy="5921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8515" y="9649123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H="1" flipV="1">
            <a:off x="8522209" y="9124950"/>
            <a:ext cx="1" cy="58073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>
            <a:off x="9658350" y="7182013"/>
            <a:ext cx="698500" cy="26961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>
            <a:off x="9665993" y="6455756"/>
            <a:ext cx="0" cy="72474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52">
            <a:extLst>
              <a:ext uri="{FF2B5EF4-FFF2-40B4-BE49-F238E27FC236}">
                <a16:creationId xmlns:a16="http://schemas.microsoft.com/office/drawing/2014/main" id="{734D425F-F52E-4A1C-B583-ED7509DF4005}"/>
              </a:ext>
            </a:extLst>
          </p:cNvPr>
          <p:cNvCxnSpPr>
            <a:cxnSpLocks/>
          </p:cNvCxnSpPr>
          <p:nvPr/>
        </p:nvCxnSpPr>
        <p:spPr>
          <a:xfrm>
            <a:off x="10366375" y="7451624"/>
            <a:ext cx="0" cy="38983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67B0089-EBB8-479F-99C5-EF0B1222A8DD}"/>
              </a:ext>
            </a:extLst>
          </p:cNvPr>
          <p:cNvCxnSpPr>
            <a:cxnSpLocks/>
          </p:cNvCxnSpPr>
          <p:nvPr/>
        </p:nvCxnSpPr>
        <p:spPr>
          <a:xfrm>
            <a:off x="10385426" y="7822554"/>
            <a:ext cx="692149" cy="27032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52">
            <a:extLst>
              <a:ext uri="{FF2B5EF4-FFF2-40B4-BE49-F238E27FC236}">
                <a16:creationId xmlns:a16="http://schemas.microsoft.com/office/drawing/2014/main" id="{64F46BA4-789A-4B7E-862A-CF63521871AF}"/>
              </a:ext>
            </a:extLst>
          </p:cNvPr>
          <p:cNvCxnSpPr>
            <a:cxnSpLocks/>
          </p:cNvCxnSpPr>
          <p:nvPr/>
        </p:nvCxnSpPr>
        <p:spPr>
          <a:xfrm>
            <a:off x="11077575" y="8062415"/>
            <a:ext cx="0" cy="19308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10128307" y="7826995"/>
            <a:ext cx="228543" cy="117648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452">
            <a:extLst>
              <a:ext uri="{FF2B5EF4-FFF2-40B4-BE49-F238E27FC236}">
                <a16:creationId xmlns:a16="http://schemas.microsoft.com/office/drawing/2014/main" id="{5FD48688-23EA-4EE7-BF38-DEBD2F3AA0CB}"/>
              </a:ext>
            </a:extLst>
          </p:cNvPr>
          <p:cNvCxnSpPr>
            <a:cxnSpLocks/>
          </p:cNvCxnSpPr>
          <p:nvPr/>
        </p:nvCxnSpPr>
        <p:spPr>
          <a:xfrm flipH="1" flipV="1">
            <a:off x="8738876" y="8126732"/>
            <a:ext cx="718117" cy="24407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6BAD5227-2D34-41BC-8927-033B9E0694D4}"/>
              </a:ext>
            </a:extLst>
          </p:cNvPr>
          <p:cNvCxnSpPr>
            <a:cxnSpLocks/>
          </p:cNvCxnSpPr>
          <p:nvPr/>
        </p:nvCxnSpPr>
        <p:spPr>
          <a:xfrm flipH="1" flipV="1">
            <a:off x="8754667" y="8116688"/>
            <a:ext cx="6807" cy="902688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 flipH="1">
            <a:off x="9909178" y="8924924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1037889" y="8253708"/>
            <a:ext cx="974982" cy="4162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8752410"/>
            <a:ext cx="466472" cy="1725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0107FA-E196-4B5C-BDF9-80753D472C4B}"/>
              </a:ext>
            </a:extLst>
          </p:cNvPr>
          <p:cNvSpPr txBox="1"/>
          <p:nvPr/>
        </p:nvSpPr>
        <p:spPr>
          <a:xfrm>
            <a:off x="6430072" y="6288793"/>
            <a:ext cx="150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Test4.3 (8.4.3)</a:t>
            </a:r>
          </a:p>
        </p:txBody>
      </p: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DE1815FD-67F5-4C46-AA43-938DEE642C70}"/>
              </a:ext>
            </a:extLst>
          </p:cNvPr>
          <p:cNvCxnSpPr>
            <a:cxnSpLocks/>
          </p:cNvCxnSpPr>
          <p:nvPr/>
        </p:nvCxnSpPr>
        <p:spPr>
          <a:xfrm flipH="1">
            <a:off x="8500495" y="9012266"/>
            <a:ext cx="254171" cy="13258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811EFD05-3C0C-4D51-8B85-805CB7F713CE}"/>
              </a:ext>
            </a:extLst>
          </p:cNvPr>
          <p:cNvCxnSpPr>
            <a:cxnSpLocks/>
          </p:cNvCxnSpPr>
          <p:nvPr/>
        </p:nvCxnSpPr>
        <p:spPr>
          <a:xfrm flipV="1">
            <a:off x="9647873" y="6348691"/>
            <a:ext cx="261305" cy="11057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3AC68386-0065-4E91-ADAB-FA02FF25CEAE}"/>
              </a:ext>
            </a:extLst>
          </p:cNvPr>
          <p:cNvCxnSpPr>
            <a:cxnSpLocks/>
          </p:cNvCxnSpPr>
          <p:nvPr/>
        </p:nvCxnSpPr>
        <p:spPr>
          <a:xfrm>
            <a:off x="9453818" y="8345883"/>
            <a:ext cx="3175" cy="42485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42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460276" y="989943"/>
            <a:ext cx="10792210" cy="7030106"/>
            <a:chOff x="1466230" y="978038"/>
            <a:chExt cx="10792210" cy="7030106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572" y="7544196"/>
              <a:ext cx="1187451" cy="4639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87590FD-2FAB-4CC2-9DA6-3A841BEB3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4611" y="7829550"/>
              <a:ext cx="476380" cy="1785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C27E2CE-C925-4D85-8444-0F7B451F1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6753" y="7829550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5441" y="7829550"/>
              <a:ext cx="261277" cy="103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753225"/>
              <a:ext cx="6392" cy="10763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7AD16BC-1A9D-40BF-A178-A848EDC3B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6153" y="7365802"/>
              <a:ext cx="474862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4667" y="7365802"/>
              <a:ext cx="477439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95429C25-EF53-49F6-B094-0C0B53C64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9242" y="7358656"/>
              <a:ext cx="1421381" cy="5601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9D81F07A-29D4-4475-8514-A4973CDE5F4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82" y="538505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6BDE07E8-18A2-4891-BA40-9BA57281398F}"/>
                </a:ext>
              </a:extLst>
            </p:cNvPr>
            <p:cNvCxnSpPr>
              <a:cxnSpLocks/>
            </p:cNvCxnSpPr>
            <p:nvPr/>
          </p:nvCxnSpPr>
          <p:spPr>
            <a:xfrm>
              <a:off x="2660248" y="520887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CDE6EB1A-CFFF-4544-AFF1-29A1C94DA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6481" y="5093469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75E3424-CBBC-4E85-A9C3-E0D58B3F0EEF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5117678"/>
              <a:ext cx="1150530" cy="4556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503EF3CB-9D12-4C0B-A7A0-B4CA5FA4FB0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5562557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5E8660A0-A562-4C92-983B-97E4437E1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7143" y="5905537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F0821FC3-73EE-4A7B-8B25-DC5311526D56}"/>
                </a:ext>
              </a:extLst>
            </p:cNvPr>
            <p:cNvCxnSpPr>
              <a:cxnSpLocks/>
            </p:cNvCxnSpPr>
            <p:nvPr/>
          </p:nvCxnSpPr>
          <p:spPr>
            <a:xfrm>
              <a:off x="3858309" y="603267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E6D15A51-DFC6-4329-8AEF-AEC28998D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6884" y="6003224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46D38661-B6E4-4F33-86B0-89CDCEF7F6A2}"/>
                </a:ext>
              </a:extLst>
            </p:cNvPr>
            <p:cNvCxnSpPr>
              <a:cxnSpLocks/>
            </p:cNvCxnSpPr>
            <p:nvPr/>
          </p:nvCxnSpPr>
          <p:spPr>
            <a:xfrm>
              <a:off x="4303660" y="6001653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6F126A79-5197-458B-B14E-95EF08DA79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5070" y="5933449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6BC09608-A6A4-4BFD-8D42-F2E8B0342396}"/>
                </a:ext>
              </a:extLst>
            </p:cNvPr>
            <p:cNvCxnSpPr>
              <a:cxnSpLocks/>
            </p:cNvCxnSpPr>
            <p:nvPr/>
          </p:nvCxnSpPr>
          <p:spPr>
            <a:xfrm>
              <a:off x="5022581" y="593205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356C5274-0081-4D2C-8126-2B72F69E2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025" y="5837588"/>
              <a:ext cx="449357" cy="195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2C0C1001-AC77-41F3-B125-E2D3E3AC064A}"/>
                </a:ext>
              </a:extLst>
            </p:cNvPr>
            <p:cNvCxnSpPr>
              <a:cxnSpLocks/>
            </p:cNvCxnSpPr>
            <p:nvPr/>
          </p:nvCxnSpPr>
          <p:spPr>
            <a:xfrm>
              <a:off x="5707489" y="583758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0499D13D-9EBE-4281-B7B3-B8710C5FD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9087" y="5824376"/>
              <a:ext cx="273054" cy="1334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DE387E6-A42C-4276-B275-B40C2154F51F}"/>
                </a:ext>
              </a:extLst>
            </p:cNvPr>
            <p:cNvCxnSpPr>
              <a:cxnSpLocks/>
            </p:cNvCxnSpPr>
            <p:nvPr/>
          </p:nvCxnSpPr>
          <p:spPr>
            <a:xfrm>
              <a:off x="6199441" y="5476943"/>
              <a:ext cx="0" cy="3542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8E33D461-028C-4454-A295-3339AD72B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548" y="5385055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1228E330-99AC-4B8F-93D3-69EF870EF430}"/>
                </a:ext>
              </a:extLst>
            </p:cNvPr>
            <p:cNvCxnSpPr>
              <a:cxnSpLocks/>
            </p:cNvCxnSpPr>
            <p:nvPr/>
          </p:nvCxnSpPr>
          <p:spPr>
            <a:xfrm>
              <a:off x="6420301" y="4687095"/>
              <a:ext cx="0" cy="6989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E45E1B22-26E3-4F1C-8858-931CC136282B}"/>
                </a:ext>
              </a:extLst>
            </p:cNvPr>
            <p:cNvCxnSpPr>
              <a:cxnSpLocks/>
            </p:cNvCxnSpPr>
            <p:nvPr/>
          </p:nvCxnSpPr>
          <p:spPr>
            <a:xfrm>
              <a:off x="6159104" y="4567795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0B985A70-6E89-4DE0-ACC5-3988D7D2807C}"/>
                </a:ext>
              </a:extLst>
            </p:cNvPr>
            <p:cNvCxnSpPr>
              <a:cxnSpLocks/>
            </p:cNvCxnSpPr>
            <p:nvPr/>
          </p:nvCxnSpPr>
          <p:spPr>
            <a:xfrm>
              <a:off x="6188857" y="4391614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5F4B8FD4-8276-4E66-A89B-FCD66396F1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863604"/>
              <a:ext cx="1399109" cy="5476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BD3D0409-10A4-4A14-9077-01861F119C2D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48" y="369660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59D35060-090C-4A1A-8EFF-2F750D758AA7}"/>
                </a:ext>
              </a:extLst>
            </p:cNvPr>
            <p:cNvCxnSpPr>
              <a:cxnSpLocks/>
            </p:cNvCxnSpPr>
            <p:nvPr/>
          </p:nvCxnSpPr>
          <p:spPr>
            <a:xfrm>
              <a:off x="4783644" y="3514077"/>
              <a:ext cx="1191626" cy="4565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4A7EF9A4-7780-4E61-8FB3-2716B683C418}"/>
                </a:ext>
              </a:extLst>
            </p:cNvPr>
            <p:cNvCxnSpPr>
              <a:cxnSpLocks/>
            </p:cNvCxnSpPr>
            <p:nvPr/>
          </p:nvCxnSpPr>
          <p:spPr>
            <a:xfrm>
              <a:off x="4309179" y="3504040"/>
              <a:ext cx="249161" cy="956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FC345482-3F2C-424F-B664-77AD749C8510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3153570"/>
              <a:ext cx="1152346" cy="4707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EA56CC1B-C7B5-4E2C-A39B-8F71F49CE10D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31" y="29807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49D81844-4ED7-4375-B63F-03A03507D74D}"/>
                </a:ext>
              </a:extLst>
            </p:cNvPr>
            <p:cNvCxnSpPr>
              <a:cxnSpLocks/>
            </p:cNvCxnSpPr>
            <p:nvPr/>
          </p:nvCxnSpPr>
          <p:spPr>
            <a:xfrm>
              <a:off x="4565070" y="2860427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547EFA0A-B3AD-4AB4-8138-98E1FC57EEFD}"/>
                </a:ext>
              </a:extLst>
            </p:cNvPr>
            <p:cNvCxnSpPr>
              <a:cxnSpLocks/>
            </p:cNvCxnSpPr>
            <p:nvPr/>
          </p:nvCxnSpPr>
          <p:spPr>
            <a:xfrm>
              <a:off x="4072702" y="2855147"/>
              <a:ext cx="522521" cy="2349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E5B5195A-9C76-42A8-9F21-F0F7D702A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79187" y="2685026"/>
              <a:ext cx="1503" cy="1718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02F18DA1-9382-4890-A510-56E7BB8D42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120" y="2408123"/>
              <a:ext cx="468326" cy="2083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56F50D4-0B00-47FB-BF76-BD6A4A76B683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528820"/>
              <a:ext cx="710786" cy="286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11EDAFC5-131B-40BE-A3B3-B18253643F48}"/>
                </a:ext>
              </a:extLst>
            </p:cNvPr>
            <p:cNvCxnSpPr>
              <a:cxnSpLocks/>
            </p:cNvCxnSpPr>
            <p:nvPr/>
          </p:nvCxnSpPr>
          <p:spPr>
            <a:xfrm>
              <a:off x="5269739" y="279463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E4544E16-8869-49AB-81C7-7CE5494AA481}"/>
                </a:ext>
              </a:extLst>
            </p:cNvPr>
            <p:cNvCxnSpPr>
              <a:cxnSpLocks/>
            </p:cNvCxnSpPr>
            <p:nvPr/>
          </p:nvCxnSpPr>
          <p:spPr>
            <a:xfrm>
              <a:off x="5271410" y="296090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08CBC7D8-F283-4C6F-BD62-4F7A894ECE8E}"/>
                </a:ext>
              </a:extLst>
            </p:cNvPr>
            <p:cNvCxnSpPr>
              <a:cxnSpLocks/>
            </p:cNvCxnSpPr>
            <p:nvPr/>
          </p:nvCxnSpPr>
          <p:spPr>
            <a:xfrm>
              <a:off x="5498703" y="2528820"/>
              <a:ext cx="5239" cy="5467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7DA7C6B0-6546-4A99-A43D-5D795331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494422" y="253520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BF227E1C-0F9D-4651-8925-1E376F3467BF}"/>
                </a:ext>
              </a:extLst>
            </p:cNvPr>
            <p:cNvCxnSpPr>
              <a:cxnSpLocks/>
            </p:cNvCxnSpPr>
            <p:nvPr/>
          </p:nvCxnSpPr>
          <p:spPr>
            <a:xfrm>
              <a:off x="5737055" y="2655487"/>
              <a:ext cx="0" cy="3216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E7EA12BC-F266-4A84-80B3-D98AB824E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2521" y="2857407"/>
              <a:ext cx="255516" cy="1202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EF45C68E-0FB8-40A6-9679-AB2584ABFFA9}"/>
                </a:ext>
              </a:extLst>
            </p:cNvPr>
            <p:cNvCxnSpPr>
              <a:cxnSpLocks/>
            </p:cNvCxnSpPr>
            <p:nvPr/>
          </p:nvCxnSpPr>
          <p:spPr>
            <a:xfrm>
              <a:off x="5967964" y="270820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F5F97AAF-15BE-4DFF-9FD5-2C5D04795C97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09" y="2700918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EF952817-6732-4724-AA1D-B2CC4E994721}"/>
                </a:ext>
              </a:extLst>
            </p:cNvPr>
            <p:cNvCxnSpPr>
              <a:cxnSpLocks/>
            </p:cNvCxnSpPr>
            <p:nvPr/>
          </p:nvCxnSpPr>
          <p:spPr>
            <a:xfrm>
              <a:off x="6859860" y="268502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4FE46741-652F-49B0-B160-CDDEC0A3A7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9533" y="2794633"/>
              <a:ext cx="0" cy="3589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9C760E9A-B501-4959-ABBA-15A108C03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1259" y="30480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DB996BE-8EAD-4B8F-83FD-98644A4C1C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3694" y="3048001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96249B4-1429-4853-A5CD-F2DF0113E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9921" y="314960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0A3B4C27-CFBC-4DA0-8141-5B8F1D30DB96}"/>
                </a:ext>
              </a:extLst>
            </p:cNvPr>
            <p:cNvCxnSpPr>
              <a:cxnSpLocks/>
            </p:cNvCxnSpPr>
            <p:nvPr/>
          </p:nvCxnSpPr>
          <p:spPr>
            <a:xfrm>
              <a:off x="7319207" y="2893617"/>
              <a:ext cx="711983" cy="274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D663FD1C-6DB4-41C3-9D2E-C189487BE3C9}"/>
                </a:ext>
              </a:extLst>
            </p:cNvPr>
            <p:cNvCxnSpPr>
              <a:cxnSpLocks/>
            </p:cNvCxnSpPr>
            <p:nvPr/>
          </p:nvCxnSpPr>
          <p:spPr>
            <a:xfrm>
              <a:off x="7334178" y="27451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3B00D482-EF78-45EF-A6D0-AD1FB4B4B001}"/>
                </a:ext>
              </a:extLst>
            </p:cNvPr>
            <p:cNvCxnSpPr>
              <a:cxnSpLocks/>
            </p:cNvCxnSpPr>
            <p:nvPr/>
          </p:nvCxnSpPr>
          <p:spPr>
            <a:xfrm>
              <a:off x="6837537" y="2517877"/>
              <a:ext cx="525192" cy="207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147A4DE9-6944-4C16-9A5E-3C1CDB623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5215" y="242325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FD31E0F-07EB-4C2D-9DC5-A074327361BE}"/>
                </a:ext>
              </a:extLst>
            </p:cNvPr>
            <p:cNvCxnSpPr>
              <a:cxnSpLocks/>
            </p:cNvCxnSpPr>
            <p:nvPr/>
          </p:nvCxnSpPr>
          <p:spPr>
            <a:xfrm>
              <a:off x="7121129" y="2443947"/>
              <a:ext cx="460912" cy="184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BD555306-B67E-4903-AD64-56C8017B92A1}"/>
                </a:ext>
              </a:extLst>
            </p:cNvPr>
            <p:cNvCxnSpPr>
              <a:cxnSpLocks/>
            </p:cNvCxnSpPr>
            <p:nvPr/>
          </p:nvCxnSpPr>
          <p:spPr>
            <a:xfrm>
              <a:off x="7572523" y="262177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81ABC79F-7B96-44FD-A11B-C04272FB2CDD}"/>
                </a:ext>
              </a:extLst>
            </p:cNvPr>
            <p:cNvCxnSpPr>
              <a:cxnSpLocks/>
            </p:cNvCxnSpPr>
            <p:nvPr/>
          </p:nvCxnSpPr>
          <p:spPr>
            <a:xfrm>
              <a:off x="7572067" y="2787024"/>
              <a:ext cx="1182600" cy="4681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E70AEC52-75F6-42EC-B8F8-B380A5D657F5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3233752"/>
              <a:ext cx="0" cy="368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DA882D62-846B-4162-83B8-6E7278A85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3489" y="358517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AF56E2A1-1D8B-424A-AE4D-67D36454AE3B}"/>
                </a:ext>
              </a:extLst>
            </p:cNvPr>
            <p:cNvCxnSpPr>
              <a:cxnSpLocks/>
            </p:cNvCxnSpPr>
            <p:nvPr/>
          </p:nvCxnSpPr>
          <p:spPr>
            <a:xfrm>
              <a:off x="8498609" y="3690742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B8B86FFF-3AEA-4F40-A0BA-78772312D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6985" y="386502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1CCE8630-7FF5-4A76-BECA-839923E04643}"/>
                </a:ext>
              </a:extLst>
            </p:cNvPr>
            <p:cNvCxnSpPr>
              <a:cxnSpLocks/>
            </p:cNvCxnSpPr>
            <p:nvPr/>
          </p:nvCxnSpPr>
          <p:spPr>
            <a:xfrm>
              <a:off x="8273681" y="395029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3CF72519-A88D-476B-86C5-BEC054896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15" y="412931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881B8381-FBC3-4F95-8251-80C707397204}"/>
                </a:ext>
              </a:extLst>
            </p:cNvPr>
            <p:cNvCxnSpPr>
              <a:cxnSpLocks/>
            </p:cNvCxnSpPr>
            <p:nvPr/>
          </p:nvCxnSpPr>
          <p:spPr>
            <a:xfrm>
              <a:off x="8016929" y="423843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206B615-0116-4C2E-9E38-527CD0B78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6929" y="4307143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E7FE03BE-F9D2-44E7-9A25-8B3C2E2B4766}"/>
                </a:ext>
              </a:extLst>
            </p:cNvPr>
            <p:cNvCxnSpPr>
              <a:cxnSpLocks/>
            </p:cNvCxnSpPr>
            <p:nvPr/>
          </p:nvCxnSpPr>
          <p:spPr>
            <a:xfrm>
              <a:off x="8266564" y="4298577"/>
              <a:ext cx="0" cy="3885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40389A6F-095A-456B-AAA9-258DDDD4884E}"/>
                </a:ext>
              </a:extLst>
            </p:cNvPr>
            <p:cNvCxnSpPr>
              <a:cxnSpLocks/>
            </p:cNvCxnSpPr>
            <p:nvPr/>
          </p:nvCxnSpPr>
          <p:spPr>
            <a:xfrm>
              <a:off x="8261630" y="465501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517EA43-8314-4424-BAFF-D0A1E6CAB941}"/>
                </a:ext>
              </a:extLst>
            </p:cNvPr>
            <p:cNvCxnSpPr>
              <a:cxnSpLocks/>
            </p:cNvCxnSpPr>
            <p:nvPr/>
          </p:nvCxnSpPr>
          <p:spPr>
            <a:xfrm>
              <a:off x="8513518" y="47752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BDCAC9E2-AA63-41D4-B0EE-2BB8A4182AFA}"/>
                </a:ext>
              </a:extLst>
            </p:cNvPr>
            <p:cNvCxnSpPr>
              <a:cxnSpLocks/>
            </p:cNvCxnSpPr>
            <p:nvPr/>
          </p:nvCxnSpPr>
          <p:spPr>
            <a:xfrm>
              <a:off x="8509130" y="493486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0B320EA7-D5D7-46E9-9B16-A299B13D9266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1" y="4655012"/>
              <a:ext cx="0" cy="3815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501C64CA-61CE-4434-8AC1-CE6340CB7FBD}"/>
                </a:ext>
              </a:extLst>
            </p:cNvPr>
            <p:cNvCxnSpPr>
              <a:cxnSpLocks/>
            </p:cNvCxnSpPr>
            <p:nvPr/>
          </p:nvCxnSpPr>
          <p:spPr>
            <a:xfrm>
              <a:off x="8477922" y="4566644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05D7D8E3-852E-45D7-B2A8-3BB36A8FC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2515" y="4036729"/>
              <a:ext cx="6094" cy="5688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B3017CFF-F495-430F-929C-4FDCAB88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082" y="3950298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4C69239F-8424-402A-9963-4A4231D96174}"/>
                </a:ext>
              </a:extLst>
            </p:cNvPr>
            <p:cNvCxnSpPr>
              <a:cxnSpLocks/>
            </p:cNvCxnSpPr>
            <p:nvPr/>
          </p:nvCxnSpPr>
          <p:spPr>
            <a:xfrm>
              <a:off x="8729810" y="377743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046C31CE-ECFA-4838-8F91-8642F16EB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5170" y="3697054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FBE5FAF1-AF96-488A-A8E8-B0113273EC67}"/>
                </a:ext>
              </a:extLst>
            </p:cNvPr>
            <p:cNvCxnSpPr>
              <a:cxnSpLocks/>
            </p:cNvCxnSpPr>
            <p:nvPr/>
          </p:nvCxnSpPr>
          <p:spPr>
            <a:xfrm>
              <a:off x="8977940" y="3317083"/>
              <a:ext cx="0" cy="382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452">
              <a:extLst>
                <a:ext uri="{FF2B5EF4-FFF2-40B4-BE49-F238E27FC236}">
                  <a16:creationId xmlns:a16="http://schemas.microsoft.com/office/drawing/2014/main" id="{D86EC52B-3F3D-46B7-8EF3-4621DB100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8434" y="321615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277F4740-5FF2-482F-8B16-C6040F60E8DB}"/>
                </a:ext>
              </a:extLst>
            </p:cNvPr>
            <p:cNvCxnSpPr>
              <a:cxnSpLocks/>
            </p:cNvCxnSpPr>
            <p:nvPr/>
          </p:nvCxnSpPr>
          <p:spPr>
            <a:xfrm>
              <a:off x="9192253" y="3241981"/>
              <a:ext cx="0" cy="535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2B91502F-CABB-4CEF-9155-09390880F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3786" y="3776303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452">
              <a:extLst>
                <a:ext uri="{FF2B5EF4-FFF2-40B4-BE49-F238E27FC236}">
                  <a16:creationId xmlns:a16="http://schemas.microsoft.com/office/drawing/2014/main" id="{49FCA47D-5AE5-41DF-B42E-EC0743B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8942627" y="38638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49A1BE14-EDEF-4779-98AB-BCD60718F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7743" y="404304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ED0C6542-C4C9-418C-ACC5-71D5D0DC8F07}"/>
                </a:ext>
              </a:extLst>
            </p:cNvPr>
            <p:cNvCxnSpPr>
              <a:cxnSpLocks/>
            </p:cNvCxnSpPr>
            <p:nvPr/>
          </p:nvCxnSpPr>
          <p:spPr>
            <a:xfrm>
              <a:off x="8727270" y="4147728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3F78170-540E-466E-A05B-D72147677881}"/>
                </a:ext>
              </a:extLst>
            </p:cNvPr>
            <p:cNvCxnSpPr>
              <a:cxnSpLocks/>
            </p:cNvCxnSpPr>
            <p:nvPr/>
          </p:nvCxnSpPr>
          <p:spPr>
            <a:xfrm>
              <a:off x="8712388" y="449998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FB8EA895-2A19-4CAC-9719-9D582808589D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589761"/>
              <a:ext cx="0" cy="345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57FA4D18-270A-4AA9-AB5B-E2D0EEC3D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0647" y="4566644"/>
              <a:ext cx="946548" cy="386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F1516057-0101-4134-A67F-3ED0223B85DB}"/>
                </a:ext>
              </a:extLst>
            </p:cNvPr>
            <p:cNvCxnSpPr>
              <a:cxnSpLocks/>
            </p:cNvCxnSpPr>
            <p:nvPr/>
          </p:nvCxnSpPr>
          <p:spPr>
            <a:xfrm>
              <a:off x="9891923" y="456789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9B5C0ED5-14B9-47EB-8289-8DE5A2DBD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6981" y="4411299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4B35D7C6-A9DF-4309-AB8E-712D1B822E8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4841" y="423385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35849830-FDF5-422E-B566-1C499602A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5788" y="4244448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671E16D4-9E3D-4961-AE44-0BBC3B758B0D}"/>
                </a:ext>
              </a:extLst>
            </p:cNvPr>
            <p:cNvCxnSpPr>
              <a:cxnSpLocks/>
            </p:cNvCxnSpPr>
            <p:nvPr/>
          </p:nvCxnSpPr>
          <p:spPr>
            <a:xfrm>
              <a:off x="10141349" y="435226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B84A26E0-A74B-4665-A759-E82857845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9253" y="4054270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2DD046A-0350-4ED2-BD3B-AA692ED4C985}"/>
                </a:ext>
              </a:extLst>
            </p:cNvPr>
            <p:cNvCxnSpPr>
              <a:cxnSpLocks/>
            </p:cNvCxnSpPr>
            <p:nvPr/>
          </p:nvCxnSpPr>
          <p:spPr>
            <a:xfrm>
              <a:off x="10824278" y="38574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5519E7CC-39F2-4F86-8F9A-ED91635BA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8147" y="3872834"/>
              <a:ext cx="721536" cy="2656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84E6E13B-28D3-477D-8FCE-772BBF09FAFF}"/>
                </a:ext>
              </a:extLst>
            </p:cNvPr>
            <p:cNvCxnSpPr>
              <a:cxnSpLocks/>
            </p:cNvCxnSpPr>
            <p:nvPr/>
          </p:nvCxnSpPr>
          <p:spPr>
            <a:xfrm>
              <a:off x="9900843" y="404792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8056F5ED-8979-433E-AAC7-9AF53B52A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5395" y="4405747"/>
              <a:ext cx="697860" cy="281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74525937-7A85-4E17-99E4-58FD8CC9C5B2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451406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ABE059A6-1BFD-4C0D-98D8-DA45E21CF6E6}"/>
                </a:ext>
              </a:extLst>
            </p:cNvPr>
            <p:cNvCxnSpPr>
              <a:cxnSpLocks/>
            </p:cNvCxnSpPr>
            <p:nvPr/>
          </p:nvCxnSpPr>
          <p:spPr>
            <a:xfrm>
              <a:off x="8954675" y="4415322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885D05AD-987F-4F35-8FDB-1AE5E63773D5}"/>
                </a:ext>
              </a:extLst>
            </p:cNvPr>
            <p:cNvCxnSpPr>
              <a:cxnSpLocks/>
            </p:cNvCxnSpPr>
            <p:nvPr/>
          </p:nvCxnSpPr>
          <p:spPr>
            <a:xfrm>
              <a:off x="8964276" y="42493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210DBAEF-DFDD-4320-ABCD-6D5020081F99}"/>
                </a:ext>
              </a:extLst>
            </p:cNvPr>
            <p:cNvCxnSpPr>
              <a:cxnSpLocks/>
            </p:cNvCxnSpPr>
            <p:nvPr/>
          </p:nvCxnSpPr>
          <p:spPr>
            <a:xfrm>
              <a:off x="8956218" y="4229919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096757B1-79F3-4154-B4A5-4A7B7BF7FE76}"/>
                </a:ext>
              </a:extLst>
            </p:cNvPr>
            <p:cNvCxnSpPr>
              <a:cxnSpLocks/>
            </p:cNvCxnSpPr>
            <p:nvPr/>
          </p:nvCxnSpPr>
          <p:spPr>
            <a:xfrm>
              <a:off x="9204964" y="3943847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AC4A3D00-F21C-4398-B443-0FE0392D3E32}"/>
                </a:ext>
              </a:extLst>
            </p:cNvPr>
            <p:cNvCxnSpPr>
              <a:cxnSpLocks/>
            </p:cNvCxnSpPr>
            <p:nvPr/>
          </p:nvCxnSpPr>
          <p:spPr>
            <a:xfrm>
              <a:off x="9215153" y="3969383"/>
              <a:ext cx="236035" cy="895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2A3F4C7F-B7FA-4692-A504-E22DB7138FE4}"/>
                </a:ext>
              </a:extLst>
            </p:cNvPr>
            <p:cNvCxnSpPr>
              <a:cxnSpLocks/>
            </p:cNvCxnSpPr>
            <p:nvPr/>
          </p:nvCxnSpPr>
          <p:spPr>
            <a:xfrm>
              <a:off x="9433921" y="4047926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C195C561-2A82-4B88-93B9-972060A95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0018" y="4307142"/>
              <a:ext cx="256752" cy="1041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3C2F08F-B4E8-4651-9BF7-0C6BFA3785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3763" y="3950298"/>
              <a:ext cx="0" cy="3633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FA4216C-46A5-4A9C-BEFE-A13E5D13F681}"/>
                </a:ext>
              </a:extLst>
            </p:cNvPr>
            <p:cNvCxnSpPr>
              <a:cxnSpLocks/>
            </p:cNvCxnSpPr>
            <p:nvPr/>
          </p:nvCxnSpPr>
          <p:spPr>
            <a:xfrm>
              <a:off x="9420563" y="383449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A14CD123-63C3-405F-BE87-785F5E6159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4642" y="3317083"/>
              <a:ext cx="6546" cy="546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F66ED335-7DB6-4234-86E4-6F714525AA7B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3337820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FAAF021D-B044-4158-A410-64D2E4472E21}"/>
                </a:ext>
              </a:extLst>
            </p:cNvPr>
            <p:cNvCxnSpPr>
              <a:cxnSpLocks/>
            </p:cNvCxnSpPr>
            <p:nvPr/>
          </p:nvCxnSpPr>
          <p:spPr>
            <a:xfrm>
              <a:off x="9696183" y="3421602"/>
              <a:ext cx="0" cy="3810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CE6ADB7D-C6D2-43F5-80A1-58AAE0E72250}"/>
                </a:ext>
              </a:extLst>
            </p:cNvPr>
            <p:cNvCxnSpPr>
              <a:cxnSpLocks/>
            </p:cNvCxnSpPr>
            <p:nvPr/>
          </p:nvCxnSpPr>
          <p:spPr>
            <a:xfrm>
              <a:off x="9902720" y="4043273"/>
              <a:ext cx="205427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5C188E0-1A8A-4803-A4CD-231ADFAE4B5B}"/>
                </a:ext>
              </a:extLst>
            </p:cNvPr>
            <p:cNvCxnSpPr>
              <a:cxnSpLocks/>
            </p:cNvCxnSpPr>
            <p:nvPr/>
          </p:nvCxnSpPr>
          <p:spPr>
            <a:xfrm>
              <a:off x="9685071" y="3772209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95D0E99B-BEA0-487C-B016-81D09BD9E9BC}"/>
                </a:ext>
              </a:extLst>
            </p:cNvPr>
            <p:cNvCxnSpPr>
              <a:cxnSpLocks/>
            </p:cNvCxnSpPr>
            <p:nvPr/>
          </p:nvCxnSpPr>
          <p:spPr>
            <a:xfrm>
              <a:off x="9908909" y="3317083"/>
              <a:ext cx="0" cy="61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FDEA4EFE-4ACB-4403-83BA-15BEE2475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2633" y="321035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4585FE64-5DAE-4AE0-AA6C-DD835556C86A}"/>
                </a:ext>
              </a:extLst>
            </p:cNvPr>
            <p:cNvCxnSpPr>
              <a:cxnSpLocks/>
            </p:cNvCxnSpPr>
            <p:nvPr/>
          </p:nvCxnSpPr>
          <p:spPr>
            <a:xfrm>
              <a:off x="10118142" y="3218566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19290FD1-8D6E-41E7-9641-485D45F65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098730" y="3569176"/>
              <a:ext cx="251888" cy="1202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12966B18-DEC5-4811-A75B-124ABAD5B4D9}"/>
                </a:ext>
              </a:extLst>
            </p:cNvPr>
            <p:cNvCxnSpPr>
              <a:cxnSpLocks/>
            </p:cNvCxnSpPr>
            <p:nvPr/>
          </p:nvCxnSpPr>
          <p:spPr>
            <a:xfrm>
              <a:off x="10354679" y="3337820"/>
              <a:ext cx="0" cy="358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B6700EB3-3662-40A0-97EA-A316B992D88E}"/>
                </a:ext>
              </a:extLst>
            </p:cNvPr>
            <p:cNvCxnSpPr>
              <a:cxnSpLocks/>
            </p:cNvCxnSpPr>
            <p:nvPr/>
          </p:nvCxnSpPr>
          <p:spPr>
            <a:xfrm>
              <a:off x="10359567" y="3337820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EDB4CAD2-3146-40B3-AA2A-1EA302B18843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443" y="341819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2B2F9718-DAA5-4D01-BB1C-A81F4DB36153}"/>
                </a:ext>
              </a:extLst>
            </p:cNvPr>
            <p:cNvCxnSpPr>
              <a:cxnSpLocks/>
            </p:cNvCxnSpPr>
            <p:nvPr/>
          </p:nvCxnSpPr>
          <p:spPr>
            <a:xfrm>
              <a:off x="10588345" y="3591733"/>
              <a:ext cx="495184" cy="1826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1DF200A-E5AF-4CCD-AAB0-85418B4152AA}"/>
                </a:ext>
              </a:extLst>
            </p:cNvPr>
            <p:cNvCxnSpPr>
              <a:cxnSpLocks/>
            </p:cNvCxnSpPr>
            <p:nvPr/>
          </p:nvCxnSpPr>
          <p:spPr>
            <a:xfrm>
              <a:off x="11043843" y="3749838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B3835DC8-2E37-4D89-BD55-B1ED5A09B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4054270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E6B1691-8284-4185-94B8-1906DD3F7B51}"/>
                </a:ext>
              </a:extLst>
            </p:cNvPr>
            <p:cNvCxnSpPr>
              <a:cxnSpLocks/>
            </p:cNvCxnSpPr>
            <p:nvPr/>
          </p:nvCxnSpPr>
          <p:spPr>
            <a:xfrm>
              <a:off x="11305177" y="3651362"/>
              <a:ext cx="0" cy="3978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A2A3D932-9FDD-4CA2-A335-48C8F6FE9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0192" y="3581896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DE7AABF9-E88F-4445-93BE-D05EE32B7F4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59293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504C8AC9-DC15-4075-A60B-9E453B55D44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0658" y="3677445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9969AA2-8BEC-469C-9026-32432FF94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4837" y="3847331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2D7C6E3A-E396-4DC8-B50F-44BF21675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90608" y="3950298"/>
              <a:ext cx="528217" cy="2123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BA80F47C-04B7-4E6D-BEE7-B97AF2747F5C}"/>
                </a:ext>
              </a:extLst>
            </p:cNvPr>
            <p:cNvCxnSpPr>
              <a:cxnSpLocks/>
            </p:cNvCxnSpPr>
            <p:nvPr/>
          </p:nvCxnSpPr>
          <p:spPr>
            <a:xfrm>
              <a:off x="11517873" y="397486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E4D51BB4-9978-4C3D-B4C9-6AB7CA2D1503}"/>
                </a:ext>
              </a:extLst>
            </p:cNvPr>
            <p:cNvCxnSpPr>
              <a:cxnSpLocks/>
            </p:cNvCxnSpPr>
            <p:nvPr/>
          </p:nvCxnSpPr>
          <p:spPr>
            <a:xfrm>
              <a:off x="12010154" y="378503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D5E0C1D2-C75A-4586-B942-B9B0E9E73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77262" y="3671827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FD481F37-0F00-47B9-A93E-2DF662C7C5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348991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3B7736F-1B37-4699-8C8B-8F31E7BD3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68693" y="3508792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01C3810-C83C-4A4F-BF3E-1697B3459E4D}"/>
                </a:ext>
              </a:extLst>
            </p:cNvPr>
            <p:cNvCxnSpPr>
              <a:cxnSpLocks/>
            </p:cNvCxnSpPr>
            <p:nvPr/>
          </p:nvCxnSpPr>
          <p:spPr>
            <a:xfrm>
              <a:off x="11977263" y="3233752"/>
              <a:ext cx="11778" cy="378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781C2353-8120-424A-8077-A14A684153E5}"/>
                </a:ext>
              </a:extLst>
            </p:cNvPr>
            <p:cNvCxnSpPr>
              <a:cxnSpLocks/>
            </p:cNvCxnSpPr>
            <p:nvPr/>
          </p:nvCxnSpPr>
          <p:spPr>
            <a:xfrm>
              <a:off x="11738386" y="314149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5A22211B-6F5F-45A0-BEC9-594A9D0792A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7792" y="3151075"/>
              <a:ext cx="10238" cy="3571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DF15F617-0874-48A6-92AA-0C6A3F80C39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782" y="341387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F2082F60-9841-4F4D-AD14-B819DC9F1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3413873"/>
              <a:ext cx="504736" cy="1887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0D7F799E-021E-45B7-9BBB-1AAC564403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91346" y="3503456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40769969-7955-4FB3-A839-4B100D9CD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6985" y="3223846"/>
              <a:ext cx="723273" cy="2656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268C4BF7-316C-4625-9ED4-8D95A2C3554C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3133379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E5592EB7-7E4D-4ECF-B606-B9F2EF0ED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97075" y="3153570"/>
              <a:ext cx="519213" cy="1690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D04FA5DA-B9AD-4351-8C51-5045BB6F24ED}"/>
                </a:ext>
              </a:extLst>
            </p:cNvPr>
            <p:cNvCxnSpPr>
              <a:cxnSpLocks/>
            </p:cNvCxnSpPr>
            <p:nvPr/>
          </p:nvCxnSpPr>
          <p:spPr>
            <a:xfrm>
              <a:off x="10546221" y="3223857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E7B69CB-1524-488E-8324-D514A8804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4041" y="2948824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B650E6BF-35A8-4726-A08A-FD8EC5A9E6BA}"/>
                </a:ext>
              </a:extLst>
            </p:cNvPr>
            <p:cNvCxnSpPr>
              <a:cxnSpLocks/>
            </p:cNvCxnSpPr>
            <p:nvPr/>
          </p:nvCxnSpPr>
          <p:spPr>
            <a:xfrm>
              <a:off x="11298847" y="276105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B6C1762A-E61F-42ED-8DC6-21DAC286E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1660" y="2790868"/>
              <a:ext cx="762247" cy="2538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AE44C2A5-AFE5-48F5-991E-0AE3F75D4BDE}"/>
                </a:ext>
              </a:extLst>
            </p:cNvPr>
            <p:cNvCxnSpPr>
              <a:cxnSpLocks/>
            </p:cNvCxnSpPr>
            <p:nvPr/>
          </p:nvCxnSpPr>
          <p:spPr>
            <a:xfrm>
              <a:off x="10570300" y="2150270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C3FA4331-CAC8-4866-8AB4-D3D94C5A2D7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5280" y="2062305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A410070-D73A-4869-AE53-A8ACFA42A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1151" y="2057239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452">
              <a:extLst>
                <a:ext uri="{FF2B5EF4-FFF2-40B4-BE49-F238E27FC236}">
                  <a16:creationId xmlns:a16="http://schemas.microsoft.com/office/drawing/2014/main" id="{E1BB98A4-5430-4421-96C9-AA61FC41908F}"/>
                </a:ext>
              </a:extLst>
            </p:cNvPr>
            <p:cNvCxnSpPr>
              <a:cxnSpLocks/>
            </p:cNvCxnSpPr>
            <p:nvPr/>
          </p:nvCxnSpPr>
          <p:spPr>
            <a:xfrm>
              <a:off x="9859854" y="2060103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E2F144E-66EE-4793-ACFD-45F775A6235E}"/>
                </a:ext>
              </a:extLst>
            </p:cNvPr>
            <p:cNvCxnSpPr>
              <a:cxnSpLocks/>
            </p:cNvCxnSpPr>
            <p:nvPr/>
          </p:nvCxnSpPr>
          <p:spPr>
            <a:xfrm>
              <a:off x="9865622" y="188437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452">
              <a:extLst>
                <a:ext uri="{FF2B5EF4-FFF2-40B4-BE49-F238E27FC236}">
                  <a16:creationId xmlns:a16="http://schemas.microsoft.com/office/drawing/2014/main" id="{1560A7B0-DFB3-4438-873E-F69FA65D44B1}"/>
                </a:ext>
              </a:extLst>
            </p:cNvPr>
            <p:cNvCxnSpPr>
              <a:cxnSpLocks/>
            </p:cNvCxnSpPr>
            <p:nvPr/>
          </p:nvCxnSpPr>
          <p:spPr>
            <a:xfrm>
              <a:off x="9876912" y="1881852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2752FB6A-B608-453C-910E-2EDB9C809E0B}"/>
                </a:ext>
              </a:extLst>
            </p:cNvPr>
            <p:cNvCxnSpPr>
              <a:cxnSpLocks/>
            </p:cNvCxnSpPr>
            <p:nvPr/>
          </p:nvCxnSpPr>
          <p:spPr>
            <a:xfrm>
              <a:off x="10121843" y="179915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1805415B-7A0C-49E2-B771-6464506679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90300" y="1712547"/>
              <a:ext cx="216425" cy="901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841B4022-1D52-49A8-8A6B-86B949A1BBA0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903" y="1711478"/>
              <a:ext cx="446938" cy="1693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280C781F-EF7C-4148-880A-99D081C27990}"/>
                </a:ext>
              </a:extLst>
            </p:cNvPr>
            <p:cNvCxnSpPr>
              <a:cxnSpLocks/>
            </p:cNvCxnSpPr>
            <p:nvPr/>
          </p:nvCxnSpPr>
          <p:spPr>
            <a:xfrm>
              <a:off x="10826437" y="1871823"/>
              <a:ext cx="0" cy="8846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2A3BB181-3940-4E74-B95F-626F7C032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3648" y="2685298"/>
              <a:ext cx="281178" cy="1055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5CC177BE-5D74-42B3-90A1-CE73526E69A1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681" y="2162808"/>
              <a:ext cx="0" cy="5093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ABC179F4-9C8B-4ABC-9737-11499A99B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35110" y="1989590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61298CE4-CD8F-4045-8E35-9DEECB58C4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3941" y="1985701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432157A5-75FE-40A9-9484-199BC2B167F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8585" y="1908147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7FF1D325-1C2F-4ECE-AA5F-D30B3139F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42272" y="1711478"/>
              <a:ext cx="507599" cy="1915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6E014183-E003-4437-AAD7-9C4A8ABF9C99}"/>
                </a:ext>
              </a:extLst>
            </p:cNvPr>
            <p:cNvCxnSpPr>
              <a:cxnSpLocks/>
            </p:cNvCxnSpPr>
            <p:nvPr/>
          </p:nvCxnSpPr>
          <p:spPr>
            <a:xfrm>
              <a:off x="12249871" y="153861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EC0F40E3-E518-4121-B7B9-0F765C53B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1" y="1522739"/>
              <a:ext cx="1193190" cy="4553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452">
              <a:extLst>
                <a:ext uri="{FF2B5EF4-FFF2-40B4-BE49-F238E27FC236}">
                  <a16:creationId xmlns:a16="http://schemas.microsoft.com/office/drawing/2014/main" id="{A66F4CE5-4BCA-4DA6-A736-CDB537978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805201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58693723-E91C-4AAB-BCCE-BF5A418C2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6680" y="1440629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D491D2C1-8D4F-413E-8735-8BBF1F34B779}"/>
                </a:ext>
              </a:extLst>
            </p:cNvPr>
            <p:cNvCxnSpPr>
              <a:cxnSpLocks/>
            </p:cNvCxnSpPr>
            <p:nvPr/>
          </p:nvCxnSpPr>
          <p:spPr>
            <a:xfrm>
              <a:off x="11754716" y="1351098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1874EC0E-B7D9-46CD-843D-4DE937B8B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8446" y="1358511"/>
              <a:ext cx="932361" cy="36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D8CFCC19-2E08-45E6-9A16-687F7C951DDE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425" y="1641450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452">
              <a:extLst>
                <a:ext uri="{FF2B5EF4-FFF2-40B4-BE49-F238E27FC236}">
                  <a16:creationId xmlns:a16="http://schemas.microsoft.com/office/drawing/2014/main" id="{19AA9DCB-08A8-4709-9EDB-A09EF43080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6" y="1167321"/>
              <a:ext cx="1154230" cy="4638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DA04D82E-D31E-492A-9743-419D60007BF1}"/>
                </a:ext>
              </a:extLst>
            </p:cNvPr>
            <p:cNvCxnSpPr>
              <a:cxnSpLocks/>
            </p:cNvCxnSpPr>
            <p:nvPr/>
          </p:nvCxnSpPr>
          <p:spPr>
            <a:xfrm>
              <a:off x="11484837" y="1080344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B0187A20-ADBD-4B11-BA91-970B567C6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7478" y="107222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1DCCF7A4-2E33-4A8C-B792-6B4E73EC664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77892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57416B53-7EAC-41D8-97F4-9300A4DA9A58}"/>
                </a:ext>
              </a:extLst>
            </p:cNvPr>
            <p:cNvCxnSpPr>
              <a:cxnSpLocks/>
            </p:cNvCxnSpPr>
            <p:nvPr/>
          </p:nvCxnSpPr>
          <p:spPr>
            <a:xfrm>
              <a:off x="11070085" y="1065964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714C2DA1-0554-477D-ABBD-4D3D384A6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4155" y="1224469"/>
              <a:ext cx="494419" cy="2179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18019EC2-A629-4E2B-A683-E26B93293BFA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293" y="1343469"/>
              <a:ext cx="234325" cy="759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8CED6CED-06A5-4F6E-8BDE-EA6D06D538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6183" y="1369148"/>
              <a:ext cx="690976" cy="253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452">
              <a:extLst>
                <a:ext uri="{FF2B5EF4-FFF2-40B4-BE49-F238E27FC236}">
                  <a16:creationId xmlns:a16="http://schemas.microsoft.com/office/drawing/2014/main" id="{1C856028-9107-4E70-800A-68621CA0A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0300" y="1535405"/>
              <a:ext cx="519035" cy="1603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4CB2E9AB-6E44-4751-8D67-5D4802796A7B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159" y="154888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7722FF52-0A15-403B-8E1E-B64AC16612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1947" y="160930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25181AB1-713B-4DA1-94AF-A2D527096DD4}"/>
                </a:ext>
              </a:extLst>
            </p:cNvPr>
            <p:cNvCxnSpPr>
              <a:cxnSpLocks/>
            </p:cNvCxnSpPr>
            <p:nvPr/>
          </p:nvCxnSpPr>
          <p:spPr>
            <a:xfrm>
              <a:off x="9448920" y="1699304"/>
              <a:ext cx="238876" cy="9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3692DFC0-B17C-43E0-A889-E7D6FC488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729" y="17043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3D17623A-09FF-4820-864D-BD22304AFA0E}"/>
                </a:ext>
              </a:extLst>
            </p:cNvPr>
            <p:cNvCxnSpPr>
              <a:cxnSpLocks/>
            </p:cNvCxnSpPr>
            <p:nvPr/>
          </p:nvCxnSpPr>
          <p:spPr>
            <a:xfrm>
              <a:off x="8741496" y="1609306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539453C-E4EF-48E4-923A-CC4599B3A367}"/>
                </a:ext>
              </a:extLst>
            </p:cNvPr>
            <p:cNvCxnSpPr>
              <a:cxnSpLocks/>
            </p:cNvCxnSpPr>
            <p:nvPr/>
          </p:nvCxnSpPr>
          <p:spPr>
            <a:xfrm>
              <a:off x="8744376" y="161577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C3828CE9-08B1-4DA5-A2D4-5EBAAD7F31C6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87" y="1800537"/>
              <a:ext cx="474920" cy="1851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E6F022CE-ADB1-4020-BFE3-CDDEA0EB55C3}"/>
                </a:ext>
              </a:extLst>
            </p:cNvPr>
            <p:cNvCxnSpPr>
              <a:cxnSpLocks/>
            </p:cNvCxnSpPr>
            <p:nvPr/>
          </p:nvCxnSpPr>
          <p:spPr>
            <a:xfrm>
              <a:off x="9203729" y="1970808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4EB0678D-6223-433D-8E63-9C96AAD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8024954" y="1706382"/>
              <a:ext cx="1190199" cy="4431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9DBFC84D-94EE-4ED0-B043-115D6A6A0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996" y="1708471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2E3B2B42-F969-43E1-A09F-CC728EAFD96D}"/>
                </a:ext>
              </a:extLst>
            </p:cNvPr>
            <p:cNvCxnSpPr>
              <a:cxnSpLocks/>
            </p:cNvCxnSpPr>
            <p:nvPr/>
          </p:nvCxnSpPr>
          <p:spPr>
            <a:xfrm>
              <a:off x="7803881" y="1784470"/>
              <a:ext cx="1639268" cy="6579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452">
              <a:extLst>
                <a:ext uri="{FF2B5EF4-FFF2-40B4-BE49-F238E27FC236}">
                  <a16:creationId xmlns:a16="http://schemas.microsoft.com/office/drawing/2014/main" id="{F71F8ACC-3FC2-4CCF-8C43-D926EFBA2B14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47" y="2431446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C86F8637-882E-426E-9A1E-4A6DA85C5F2C}"/>
                </a:ext>
              </a:extLst>
            </p:cNvPr>
            <p:cNvCxnSpPr>
              <a:cxnSpLocks/>
            </p:cNvCxnSpPr>
            <p:nvPr/>
          </p:nvCxnSpPr>
          <p:spPr>
            <a:xfrm>
              <a:off x="7799996" y="1952104"/>
              <a:ext cx="1662951" cy="6525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6B498BCE-CE82-4313-BD12-24C65048DB67}"/>
                </a:ext>
              </a:extLst>
            </p:cNvPr>
            <p:cNvCxnSpPr>
              <a:cxnSpLocks/>
            </p:cNvCxnSpPr>
            <p:nvPr/>
          </p:nvCxnSpPr>
          <p:spPr>
            <a:xfrm>
              <a:off x="7798664" y="1944353"/>
              <a:ext cx="0" cy="172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AD7BB1B0-7BA0-4175-B306-9140527AF596}"/>
                </a:ext>
              </a:extLst>
            </p:cNvPr>
            <p:cNvCxnSpPr>
              <a:cxnSpLocks/>
            </p:cNvCxnSpPr>
            <p:nvPr/>
          </p:nvCxnSpPr>
          <p:spPr>
            <a:xfrm>
              <a:off x="7776219" y="2124473"/>
              <a:ext cx="1456485" cy="5738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27C5C00B-8231-4552-A3FF-6760099A6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575" y="2718240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39FA43DE-9998-4CED-8BB0-319149E465EF}"/>
                </a:ext>
              </a:extLst>
            </p:cNvPr>
            <p:cNvCxnSpPr>
              <a:cxnSpLocks/>
            </p:cNvCxnSpPr>
            <p:nvPr/>
          </p:nvCxnSpPr>
          <p:spPr>
            <a:xfrm>
              <a:off x="7338064" y="214215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C1A9B266-1ED4-46EE-82AB-19D6C2C4D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90" y="2154838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628172-7950-41FF-A35F-60203B5882BF}"/>
                </a:ext>
              </a:extLst>
            </p:cNvPr>
            <p:cNvCxnSpPr>
              <a:cxnSpLocks/>
            </p:cNvCxnSpPr>
            <p:nvPr/>
          </p:nvCxnSpPr>
          <p:spPr>
            <a:xfrm>
              <a:off x="7081765" y="2235962"/>
              <a:ext cx="1655322" cy="6422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68170CAE-746B-41C9-BA23-7232287425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618" y="2880703"/>
              <a:ext cx="233652" cy="80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9F215BBB-B93A-48D1-87E0-023E8B71EBA5}"/>
                </a:ext>
              </a:extLst>
            </p:cNvPr>
            <p:cNvCxnSpPr>
              <a:cxnSpLocks/>
            </p:cNvCxnSpPr>
            <p:nvPr/>
          </p:nvCxnSpPr>
          <p:spPr>
            <a:xfrm>
              <a:off x="7794921" y="2699329"/>
              <a:ext cx="718373" cy="2720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7603D580-E910-4953-8B38-C0F5853AE199}"/>
                </a:ext>
              </a:extLst>
            </p:cNvPr>
            <p:cNvCxnSpPr>
              <a:cxnSpLocks/>
            </p:cNvCxnSpPr>
            <p:nvPr/>
          </p:nvCxnSpPr>
          <p:spPr>
            <a:xfrm>
              <a:off x="4782538" y="3678549"/>
              <a:ext cx="1183061" cy="4674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C4F47820-54D4-46A9-91AB-C8D6D24A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1" y="3950298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31339822-AA9A-40E8-BADC-C8FE163CC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776" y="3525881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FB9074B6-C4D1-471D-8A65-3A273557F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0987" y="351132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0D4A8B52-F724-42FD-B319-0DE6FE528D52}"/>
                </a:ext>
              </a:extLst>
            </p:cNvPr>
            <p:cNvCxnSpPr>
              <a:cxnSpLocks/>
            </p:cNvCxnSpPr>
            <p:nvPr/>
          </p:nvCxnSpPr>
          <p:spPr>
            <a:xfrm>
              <a:off x="4086193" y="3600873"/>
              <a:ext cx="0" cy="368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388303E8-84CE-4807-BF25-144280D39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9017" y="397447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234A5AB3-D70E-4AA6-9CDD-C63F823A508D}"/>
                </a:ext>
              </a:extLst>
            </p:cNvPr>
            <p:cNvCxnSpPr>
              <a:cxnSpLocks/>
            </p:cNvCxnSpPr>
            <p:nvPr/>
          </p:nvCxnSpPr>
          <p:spPr>
            <a:xfrm>
              <a:off x="3166663" y="3785034"/>
              <a:ext cx="663692" cy="260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E680AA3B-536A-4D99-A840-7089E2E0B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73256" y="3591733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2E9DD33A-4251-4A66-A4DD-D3470D594A94}"/>
                </a:ext>
              </a:extLst>
            </p:cNvPr>
            <p:cNvCxnSpPr>
              <a:cxnSpLocks/>
            </p:cNvCxnSpPr>
            <p:nvPr/>
          </p:nvCxnSpPr>
          <p:spPr>
            <a:xfrm>
              <a:off x="3201324" y="3619534"/>
              <a:ext cx="663692" cy="260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3BF2B066-C970-451B-916E-DFEE75944072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6596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BE470A56-599F-42C0-B296-56913AEDB432}"/>
                </a:ext>
              </a:extLst>
            </p:cNvPr>
            <p:cNvCxnSpPr>
              <a:cxnSpLocks/>
            </p:cNvCxnSpPr>
            <p:nvPr/>
          </p:nvCxnSpPr>
          <p:spPr>
            <a:xfrm>
              <a:off x="3363077" y="3489461"/>
              <a:ext cx="492998" cy="1849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5962932B-5411-4E2E-A36C-6E8E9922D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228" y="3402314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D8519915-793F-4EDD-81BC-6AC0AFB4E322}"/>
                </a:ext>
              </a:extLst>
            </p:cNvPr>
            <p:cNvCxnSpPr>
              <a:cxnSpLocks/>
            </p:cNvCxnSpPr>
            <p:nvPr/>
          </p:nvCxnSpPr>
          <p:spPr>
            <a:xfrm>
              <a:off x="3617743" y="3407695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283C895C-519E-4090-9842-250DABE5E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856" y="3417440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BE0D4A93-1583-4C02-B9A2-B64CA2C8BCAE}"/>
                </a:ext>
              </a:extLst>
            </p:cNvPr>
            <p:cNvCxnSpPr>
              <a:cxnSpLocks/>
            </p:cNvCxnSpPr>
            <p:nvPr/>
          </p:nvCxnSpPr>
          <p:spPr>
            <a:xfrm>
              <a:off x="3822088" y="3321726"/>
              <a:ext cx="254019" cy="1026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52">
              <a:extLst>
                <a:ext uri="{FF2B5EF4-FFF2-40B4-BE49-F238E27FC236}">
                  <a16:creationId xmlns:a16="http://schemas.microsoft.com/office/drawing/2014/main" id="{61565ACE-2F2D-42AA-81CE-E6280E7DF5CA}"/>
                </a:ext>
              </a:extLst>
            </p:cNvPr>
            <p:cNvCxnSpPr>
              <a:cxnSpLocks/>
            </p:cNvCxnSpPr>
            <p:nvPr/>
          </p:nvCxnSpPr>
          <p:spPr>
            <a:xfrm>
              <a:off x="3852119" y="314193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60E46081-2009-41B1-B3D8-9FE72C2F727C}"/>
                </a:ext>
              </a:extLst>
            </p:cNvPr>
            <p:cNvCxnSpPr>
              <a:cxnSpLocks/>
            </p:cNvCxnSpPr>
            <p:nvPr/>
          </p:nvCxnSpPr>
          <p:spPr>
            <a:xfrm>
              <a:off x="3628887" y="305532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81F14113-C129-46E8-A660-3939B3A15216}"/>
                </a:ext>
              </a:extLst>
            </p:cNvPr>
            <p:cNvCxnSpPr>
              <a:cxnSpLocks/>
            </p:cNvCxnSpPr>
            <p:nvPr/>
          </p:nvCxnSpPr>
          <p:spPr>
            <a:xfrm>
              <a:off x="3635706" y="2708202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9526C59E-87CE-4B82-A4D3-0B743309D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143" y="2597494"/>
              <a:ext cx="224838" cy="1005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6A50BADE-BD65-4198-91EE-2764DB729C2E}"/>
                </a:ext>
              </a:extLst>
            </p:cNvPr>
            <p:cNvCxnSpPr>
              <a:cxnSpLocks/>
            </p:cNvCxnSpPr>
            <p:nvPr/>
          </p:nvCxnSpPr>
          <p:spPr>
            <a:xfrm>
              <a:off x="3837614" y="2589874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03853287-4627-4223-A6EE-0B8444D48656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90" y="2960542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C61492A2-968F-4E5D-92D8-5B02667AD4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6107" y="304113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BD6B4D41-751C-498A-9920-2ADA04C6A628}"/>
                </a:ext>
              </a:extLst>
            </p:cNvPr>
            <p:cNvCxnSpPr>
              <a:cxnSpLocks/>
            </p:cNvCxnSpPr>
            <p:nvPr/>
          </p:nvCxnSpPr>
          <p:spPr>
            <a:xfrm>
              <a:off x="4079513" y="3225502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52">
              <a:extLst>
                <a:ext uri="{FF2B5EF4-FFF2-40B4-BE49-F238E27FC236}">
                  <a16:creationId xmlns:a16="http://schemas.microsoft.com/office/drawing/2014/main" id="{C061219D-FBD8-4180-AC70-D1D6938FBE50}"/>
                </a:ext>
              </a:extLst>
            </p:cNvPr>
            <p:cNvCxnSpPr>
              <a:cxnSpLocks/>
            </p:cNvCxnSpPr>
            <p:nvPr/>
          </p:nvCxnSpPr>
          <p:spPr>
            <a:xfrm>
              <a:off x="4304807" y="3141142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C799A679-64A1-4C28-8AAE-F85C221FF60D}"/>
                </a:ext>
              </a:extLst>
            </p:cNvPr>
            <p:cNvCxnSpPr>
              <a:cxnSpLocks/>
            </p:cNvCxnSpPr>
            <p:nvPr/>
          </p:nvCxnSpPr>
          <p:spPr>
            <a:xfrm>
              <a:off x="4321543" y="3148264"/>
              <a:ext cx="234482" cy="108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52">
              <a:extLst>
                <a:ext uri="{FF2B5EF4-FFF2-40B4-BE49-F238E27FC236}">
                  <a16:creationId xmlns:a16="http://schemas.microsoft.com/office/drawing/2014/main" id="{3A29969D-7675-430D-9E45-29F894541251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3255170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B41FE399-6787-447A-8ED5-BA26DFF59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3644" y="3350573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5E3863C-47F0-4EC9-997C-C67BD2FD3FDA}"/>
                </a:ext>
              </a:extLst>
            </p:cNvPr>
            <p:cNvCxnSpPr>
              <a:cxnSpLocks/>
            </p:cNvCxnSpPr>
            <p:nvPr/>
          </p:nvCxnSpPr>
          <p:spPr>
            <a:xfrm>
              <a:off x="4784227" y="3351351"/>
              <a:ext cx="962083" cy="3596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98B8D45C-CA0D-4AE9-A102-1F846865B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9423" y="3640846"/>
              <a:ext cx="241628" cy="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D2EC5EA-02CB-4077-9FC2-370EF06E7EE9}"/>
                </a:ext>
              </a:extLst>
            </p:cNvPr>
            <p:cNvCxnSpPr>
              <a:cxnSpLocks/>
            </p:cNvCxnSpPr>
            <p:nvPr/>
          </p:nvCxnSpPr>
          <p:spPr>
            <a:xfrm>
              <a:off x="4576582" y="2862445"/>
              <a:ext cx="0" cy="225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468EEA12-96E0-47D5-94EA-85C857631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128" y="2413189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0523A4AA-D672-447A-BFCC-89E19E0441D6}"/>
                </a:ext>
              </a:extLst>
            </p:cNvPr>
            <p:cNvCxnSpPr>
              <a:cxnSpLocks/>
            </p:cNvCxnSpPr>
            <p:nvPr/>
          </p:nvCxnSpPr>
          <p:spPr>
            <a:xfrm>
              <a:off x="3397597" y="258049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452">
              <a:extLst>
                <a:ext uri="{FF2B5EF4-FFF2-40B4-BE49-F238E27FC236}">
                  <a16:creationId xmlns:a16="http://schemas.microsoft.com/office/drawing/2014/main" id="{68EFC87B-401E-493C-8CDF-46A5EB6DC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9185" y="295882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D4A2E223-83CB-460A-9317-5436145F0A15}"/>
                </a:ext>
              </a:extLst>
            </p:cNvPr>
            <p:cNvCxnSpPr>
              <a:cxnSpLocks/>
            </p:cNvCxnSpPr>
            <p:nvPr/>
          </p:nvCxnSpPr>
          <p:spPr>
            <a:xfrm>
              <a:off x="2924640" y="2963545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9E10CDCF-5DBC-400F-89F3-D62AE066645D}"/>
                </a:ext>
              </a:extLst>
            </p:cNvPr>
            <p:cNvCxnSpPr>
              <a:cxnSpLocks/>
            </p:cNvCxnSpPr>
            <p:nvPr/>
          </p:nvCxnSpPr>
          <p:spPr>
            <a:xfrm>
              <a:off x="2932124" y="276294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3B4467ED-760B-4F26-89B4-1F2A10D30C4D}"/>
                </a:ext>
              </a:extLst>
            </p:cNvPr>
            <p:cNvCxnSpPr>
              <a:cxnSpLocks/>
            </p:cNvCxnSpPr>
            <p:nvPr/>
          </p:nvCxnSpPr>
          <p:spPr>
            <a:xfrm>
              <a:off x="2944896" y="27909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B66BF97-0124-4E25-80C4-26EF632B1579}"/>
                </a:ext>
              </a:extLst>
            </p:cNvPr>
            <p:cNvCxnSpPr>
              <a:cxnSpLocks/>
            </p:cNvCxnSpPr>
            <p:nvPr/>
          </p:nvCxnSpPr>
          <p:spPr>
            <a:xfrm>
              <a:off x="3170824" y="2508059"/>
              <a:ext cx="0" cy="380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70D6F6D4-2076-4599-AEAB-ECD67874BBA7}"/>
                </a:ext>
              </a:extLst>
            </p:cNvPr>
            <p:cNvCxnSpPr>
              <a:cxnSpLocks/>
            </p:cNvCxnSpPr>
            <p:nvPr/>
          </p:nvCxnSpPr>
          <p:spPr>
            <a:xfrm>
              <a:off x="2213505" y="2149525"/>
              <a:ext cx="967268" cy="370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69E29C5A-A4BF-4274-978C-0F80861AE0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798" y="206209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452">
              <a:extLst>
                <a:ext uri="{FF2B5EF4-FFF2-40B4-BE49-F238E27FC236}">
                  <a16:creationId xmlns:a16="http://schemas.microsoft.com/office/drawing/2014/main" id="{E2AA541F-9BE0-41BC-95D9-B0B4E3A38A9A}"/>
                </a:ext>
              </a:extLst>
            </p:cNvPr>
            <p:cNvCxnSpPr>
              <a:cxnSpLocks/>
            </p:cNvCxnSpPr>
            <p:nvPr/>
          </p:nvCxnSpPr>
          <p:spPr>
            <a:xfrm>
              <a:off x="2443201" y="2058327"/>
              <a:ext cx="954396" cy="3731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2C9E7A76-8209-4FEA-A704-B11AAF6992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8862" y="2327518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452">
              <a:extLst>
                <a:ext uri="{FF2B5EF4-FFF2-40B4-BE49-F238E27FC236}">
                  <a16:creationId xmlns:a16="http://schemas.microsoft.com/office/drawing/2014/main" id="{A567B133-28FE-4FAE-903A-6A8236F55B8E}"/>
                </a:ext>
              </a:extLst>
            </p:cNvPr>
            <p:cNvCxnSpPr>
              <a:cxnSpLocks/>
            </p:cNvCxnSpPr>
            <p:nvPr/>
          </p:nvCxnSpPr>
          <p:spPr>
            <a:xfrm>
              <a:off x="2430991" y="1887880"/>
              <a:ext cx="1206245" cy="454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5F75B954-8EFA-4145-9BCE-26FDFF191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400" y="1804753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6E88BE4C-4BE8-47EC-8EBA-E8A5F2E0FD7B}"/>
                </a:ext>
              </a:extLst>
            </p:cNvPr>
            <p:cNvCxnSpPr>
              <a:cxnSpLocks/>
            </p:cNvCxnSpPr>
            <p:nvPr/>
          </p:nvCxnSpPr>
          <p:spPr>
            <a:xfrm>
              <a:off x="2678468" y="1829011"/>
              <a:ext cx="1173208" cy="4274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31FF81B3-8D81-42D3-9304-4134A0E97A37}"/>
                </a:ext>
              </a:extLst>
            </p:cNvPr>
            <p:cNvCxnSpPr>
              <a:cxnSpLocks/>
            </p:cNvCxnSpPr>
            <p:nvPr/>
          </p:nvCxnSpPr>
          <p:spPr>
            <a:xfrm>
              <a:off x="3864462" y="2069756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D84C679D-42EE-42D4-A0FF-36302D4F2BD1}"/>
                </a:ext>
              </a:extLst>
            </p:cNvPr>
            <p:cNvCxnSpPr>
              <a:cxnSpLocks/>
            </p:cNvCxnSpPr>
            <p:nvPr/>
          </p:nvCxnSpPr>
          <p:spPr>
            <a:xfrm>
              <a:off x="2916907" y="1718354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E7B34806-B950-4230-8C49-34F013CE733E}"/>
                </a:ext>
              </a:extLst>
            </p:cNvPr>
            <p:cNvCxnSpPr>
              <a:cxnSpLocks/>
            </p:cNvCxnSpPr>
            <p:nvPr/>
          </p:nvCxnSpPr>
          <p:spPr>
            <a:xfrm>
              <a:off x="2930893" y="1535405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DC7EA395-3C1B-42A2-946D-FF1865CCADEC}"/>
                </a:ext>
              </a:extLst>
            </p:cNvPr>
            <p:cNvCxnSpPr>
              <a:cxnSpLocks/>
            </p:cNvCxnSpPr>
            <p:nvPr/>
          </p:nvCxnSpPr>
          <p:spPr>
            <a:xfrm>
              <a:off x="2922563" y="1542795"/>
              <a:ext cx="960158" cy="3666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3517F15B-50C8-43DD-B36A-B272922983A3}"/>
                </a:ext>
              </a:extLst>
            </p:cNvPr>
            <p:cNvCxnSpPr>
              <a:cxnSpLocks/>
            </p:cNvCxnSpPr>
            <p:nvPr/>
          </p:nvCxnSpPr>
          <p:spPr>
            <a:xfrm>
              <a:off x="3871762" y="17261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5E2F31D2-1F82-48AF-969E-9CEB72A6949C}"/>
                </a:ext>
              </a:extLst>
            </p:cNvPr>
            <p:cNvCxnSpPr>
              <a:cxnSpLocks/>
            </p:cNvCxnSpPr>
            <p:nvPr/>
          </p:nvCxnSpPr>
          <p:spPr>
            <a:xfrm>
              <a:off x="3155852" y="1435971"/>
              <a:ext cx="736895" cy="30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018F013-16C7-470E-891C-C45162934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6131" y="134752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D188C90A-3FFF-4F5F-8644-F18F731DD426}"/>
                </a:ext>
              </a:extLst>
            </p:cNvPr>
            <p:cNvCxnSpPr>
              <a:cxnSpLocks/>
            </p:cNvCxnSpPr>
            <p:nvPr/>
          </p:nvCxnSpPr>
          <p:spPr>
            <a:xfrm>
              <a:off x="3388919" y="978695"/>
              <a:ext cx="0" cy="39045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3A31150-FB4B-4563-8283-C80299EB5517}"/>
                </a:ext>
              </a:extLst>
            </p:cNvPr>
            <p:cNvCxnSpPr>
              <a:cxnSpLocks/>
            </p:cNvCxnSpPr>
            <p:nvPr/>
          </p:nvCxnSpPr>
          <p:spPr>
            <a:xfrm>
              <a:off x="3389230" y="100745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6F98D620-0598-4A51-A55D-2A2D1CDA1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523" y="997280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452">
              <a:extLst>
                <a:ext uri="{FF2B5EF4-FFF2-40B4-BE49-F238E27FC236}">
                  <a16:creationId xmlns:a16="http://schemas.microsoft.com/office/drawing/2014/main" id="{690EAC6A-E3C1-4FF8-9F09-AD8ED387DD55}"/>
                </a:ext>
              </a:extLst>
            </p:cNvPr>
            <p:cNvCxnSpPr>
              <a:cxnSpLocks/>
            </p:cNvCxnSpPr>
            <p:nvPr/>
          </p:nvCxnSpPr>
          <p:spPr>
            <a:xfrm>
              <a:off x="3851676" y="97803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FBD453A8-82BB-402C-B313-CF6357D16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5497" y="1166022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24324BBF-D66A-409F-8240-22261F650BD2}"/>
                </a:ext>
              </a:extLst>
            </p:cNvPr>
            <p:cNvCxnSpPr>
              <a:cxnSpLocks/>
            </p:cNvCxnSpPr>
            <p:nvPr/>
          </p:nvCxnSpPr>
          <p:spPr>
            <a:xfrm>
              <a:off x="3618591" y="1245527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294ECCC2-3CE9-4CA5-B59D-314579B59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1650" y="133990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494059B6-A800-440D-8638-8E1DA63FC7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5" y="133343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452">
              <a:extLst>
                <a:ext uri="{FF2B5EF4-FFF2-40B4-BE49-F238E27FC236}">
                  <a16:creationId xmlns:a16="http://schemas.microsoft.com/office/drawing/2014/main" id="{70B9F76B-6114-48A9-A3F4-03BEABB99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632" y="1259592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E6EA6140-7DAD-44F3-B83D-570A422DE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7924" y="2619366"/>
              <a:ext cx="242812" cy="888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A362B370-010F-480E-B21B-ECB75BFB9BC2}"/>
                </a:ext>
              </a:extLst>
            </p:cNvPr>
            <p:cNvCxnSpPr>
              <a:cxnSpLocks/>
            </p:cNvCxnSpPr>
            <p:nvPr/>
          </p:nvCxnSpPr>
          <p:spPr>
            <a:xfrm>
              <a:off x="4544338" y="1257594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84AA407A-1A63-45BF-A2D7-0786921A6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6435" y="1345907"/>
              <a:ext cx="701012" cy="270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92DD9BB1-CFF0-4369-8945-A4DF81C28D7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600259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A59C8460-57C0-460C-981F-8BBB0E48F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2702" y="1534111"/>
              <a:ext cx="724372" cy="282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D7E167FF-28E7-4669-9E23-8A3904F27407}"/>
                </a:ext>
              </a:extLst>
            </p:cNvPr>
            <p:cNvCxnSpPr>
              <a:cxnSpLocks/>
            </p:cNvCxnSpPr>
            <p:nvPr/>
          </p:nvCxnSpPr>
          <p:spPr>
            <a:xfrm>
              <a:off x="4785275" y="153002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1061AD5A-D216-4677-8A01-D41C8CE8C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744" y="1597353"/>
              <a:ext cx="932645" cy="3883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EF21DF48-E624-4A19-838B-A9AF86F95A8A}"/>
                </a:ext>
              </a:extLst>
            </p:cNvPr>
            <p:cNvCxnSpPr>
              <a:cxnSpLocks/>
            </p:cNvCxnSpPr>
            <p:nvPr/>
          </p:nvCxnSpPr>
          <p:spPr>
            <a:xfrm>
              <a:off x="4082654" y="197181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E3583AB3-5981-4F10-8A58-0A0654315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2046" y="1778982"/>
              <a:ext cx="973223" cy="3945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650F49B1-A936-46C2-A2A2-F2CB0592E3BE}"/>
                </a:ext>
              </a:extLst>
            </p:cNvPr>
            <p:cNvCxnSpPr>
              <a:cxnSpLocks/>
            </p:cNvCxnSpPr>
            <p:nvPr/>
          </p:nvCxnSpPr>
          <p:spPr>
            <a:xfrm>
              <a:off x="4984660" y="1778936"/>
              <a:ext cx="286750" cy="1018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452">
              <a:extLst>
                <a:ext uri="{FF2B5EF4-FFF2-40B4-BE49-F238E27FC236}">
                  <a16:creationId xmlns:a16="http://schemas.microsoft.com/office/drawing/2014/main" id="{F83C9716-1B99-4226-94E5-CF0C8DB2E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836" y="1869573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Straight Connector 452">
              <a:extLst>
                <a:ext uri="{FF2B5EF4-FFF2-40B4-BE49-F238E27FC236}">
                  <a16:creationId xmlns:a16="http://schemas.microsoft.com/office/drawing/2014/main" id="{A8C662CA-85E5-44B4-9D7B-43C7BCDA3369}"/>
                </a:ext>
              </a:extLst>
            </p:cNvPr>
            <p:cNvCxnSpPr>
              <a:cxnSpLocks/>
            </p:cNvCxnSpPr>
            <p:nvPr/>
          </p:nvCxnSpPr>
          <p:spPr>
            <a:xfrm>
              <a:off x="4105380" y="2356881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B971602A-25F5-4CE1-B124-AE0E318DC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744" y="1961484"/>
              <a:ext cx="1192945" cy="474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7D26D927-80FF-4939-8D96-457BB1A773E1}"/>
                </a:ext>
              </a:extLst>
            </p:cNvPr>
            <p:cNvCxnSpPr>
              <a:cxnSpLocks/>
            </p:cNvCxnSpPr>
            <p:nvPr/>
          </p:nvCxnSpPr>
          <p:spPr>
            <a:xfrm>
              <a:off x="5518164" y="1961484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D14254D9-8077-4D02-9D32-A8115B9E5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867" y="2146515"/>
              <a:ext cx="272033" cy="1182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B6927D16-1A8A-4583-AD88-9E03D8D9807C}"/>
                </a:ext>
              </a:extLst>
            </p:cNvPr>
            <p:cNvCxnSpPr>
              <a:cxnSpLocks/>
            </p:cNvCxnSpPr>
            <p:nvPr/>
          </p:nvCxnSpPr>
          <p:spPr>
            <a:xfrm>
              <a:off x="5265268" y="2258939"/>
              <a:ext cx="0" cy="3453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0A9A8037-370E-4425-84DB-9F55D8ECEDA2}"/>
                </a:ext>
              </a:extLst>
            </p:cNvPr>
            <p:cNvCxnSpPr>
              <a:cxnSpLocks/>
            </p:cNvCxnSpPr>
            <p:nvPr/>
          </p:nvCxnSpPr>
          <p:spPr>
            <a:xfrm>
              <a:off x="5022659" y="2527933"/>
              <a:ext cx="235659" cy="838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5ED4436F-430C-49FF-A7E6-CF8623D4FBFB}"/>
                </a:ext>
              </a:extLst>
            </p:cNvPr>
            <p:cNvCxnSpPr>
              <a:cxnSpLocks/>
            </p:cNvCxnSpPr>
            <p:nvPr/>
          </p:nvCxnSpPr>
          <p:spPr>
            <a:xfrm>
              <a:off x="5029376" y="2335518"/>
              <a:ext cx="0" cy="1958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CEC74DB-293A-435A-B0EB-4FBFAECF6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4299" y="2333665"/>
              <a:ext cx="457296" cy="1971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783573" y="2237730"/>
            <a:ext cx="11229300" cy="7762204"/>
            <a:chOff x="793098" y="2237730"/>
            <a:chExt cx="11229300" cy="7762204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70" y="9186863"/>
              <a:ext cx="257705" cy="80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7363" y="9186863"/>
              <a:ext cx="1366306" cy="552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09EE7087-ABA4-48C0-874C-1CD8F8D12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950" y="9639300"/>
              <a:ext cx="252414" cy="1000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C55C11AF-3171-49C9-8BE1-15900A770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9411494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930752"/>
              <a:ext cx="211308" cy="77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9FAA4E88-B061-402D-B25B-774AC8865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588" y="9439275"/>
              <a:ext cx="672570" cy="2664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F87BFF92-2FD1-469F-A450-89AE65FB8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699" y="970568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913E1B9D-841F-4E78-861F-54CE2679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31" y="9705680"/>
              <a:ext cx="49764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D3ECAD35-B1FF-481A-B8F6-F3F0A40D7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4873" y="9719571"/>
              <a:ext cx="462489" cy="2139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B80D2EAB-0841-45EA-B065-8EF0EFBC6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289" y="9367838"/>
              <a:ext cx="1407250" cy="5656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21FCF56B-79C5-4E7D-A961-426C763FD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274" y="9184482"/>
              <a:ext cx="0" cy="7251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7F1433AE-C88B-4E51-9BC4-C940DF66E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2295" y="7663928"/>
              <a:ext cx="4286" cy="10761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67C1315-C83D-4C6A-863C-54699C5134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31" y="8279278"/>
              <a:ext cx="725258" cy="2916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CB2108FF-A9CB-4912-AA69-1888B07BD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661" y="8079102"/>
              <a:ext cx="501211" cy="2138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DDB4E001-B6E7-421F-B4F0-A40E2FEF79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3198" y="7030641"/>
              <a:ext cx="417126" cy="1671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96613F6A-E468-444C-A92B-BF0467747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4887" y="7357377"/>
              <a:ext cx="461757" cy="1925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19954FC9-18F4-47C3-8F0D-095FC1672DAF}"/>
                </a:ext>
              </a:extLst>
            </p:cNvPr>
            <p:cNvCxnSpPr>
              <a:cxnSpLocks/>
            </p:cNvCxnSpPr>
            <p:nvPr/>
          </p:nvCxnSpPr>
          <p:spPr>
            <a:xfrm>
              <a:off x="5021173" y="6658125"/>
              <a:ext cx="0" cy="3588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B8529CF7-E1F8-4C86-BA56-2C042A049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223748" cy="145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24C5D29-1391-49F1-9826-6EE0822A438F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158541C5-EDC8-40D7-AE10-A8C4C72EB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7637" y="6950859"/>
              <a:ext cx="502965" cy="1628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A065A53F-66A3-43A2-A3C5-7E8F95BB3D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2758" y="7021609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2EA95CEC-2D8B-4E6F-A6D3-A6EA9EB5785B}"/>
                </a:ext>
              </a:extLst>
            </p:cNvPr>
            <p:cNvCxnSpPr>
              <a:cxnSpLocks/>
            </p:cNvCxnSpPr>
            <p:nvPr/>
          </p:nvCxnSpPr>
          <p:spPr>
            <a:xfrm>
              <a:off x="2440916" y="6732914"/>
              <a:ext cx="738430" cy="301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BEBC1361-8C29-4F61-8851-7E4DEF7EE7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5173" y="9377564"/>
              <a:ext cx="1644742" cy="6223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09C9A292-80EC-46A7-8521-580FC7A51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871" y="9281717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2F2E8DE8-DF3A-44A3-8C30-3936FD0092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6028" y="9285393"/>
              <a:ext cx="1685707" cy="6145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09A3028E-A015-4512-9B02-4F44D7433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9088292"/>
              <a:ext cx="233342" cy="110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08222313-6839-4211-B64B-643F75AC9D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433" y="8887618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84FB25AC-361E-409B-B100-842A9F16C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4" y="8752410"/>
              <a:ext cx="464317" cy="1725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22FD30E4-EB9B-43D5-BED3-F8B9EBB5F5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6220" y="8624841"/>
              <a:ext cx="238979" cy="1222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10BF20EB-526E-4704-B710-5AA153F4B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875" y="8624841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D2E7135E-1E7C-4209-9991-602F8FB7B7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9411" y="7650082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0AF1FFC8-81A5-4569-8B92-9EA031A526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0394" y="7735317"/>
              <a:ext cx="4286" cy="10761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765DF429-420D-4121-B1E0-5C460A747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7175" y="8739574"/>
              <a:ext cx="337007" cy="5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B79369CA-EE5C-4CFF-B00F-C7EA40ACF9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4406" y="7629527"/>
              <a:ext cx="8732" cy="11142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C2D96690-E4F2-4A3F-8A90-338B536D9D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758" y="7645562"/>
              <a:ext cx="672599" cy="26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EB0B7DF7-2A37-4425-8D82-DEF2D5427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8307" y="7892761"/>
              <a:ext cx="0" cy="9517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32E3242F-88D4-416F-9CB7-6E369CE1E4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3073" y="8649619"/>
              <a:ext cx="465234" cy="1928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DF6504BA-D277-4578-B135-707ACE4FE6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4361" y="8446691"/>
              <a:ext cx="1" cy="2305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452">
              <a:extLst>
                <a:ext uri="{FF2B5EF4-FFF2-40B4-BE49-F238E27FC236}">
                  <a16:creationId xmlns:a16="http://schemas.microsoft.com/office/drawing/2014/main" id="{E391604D-EED5-4E0C-897C-61CDDE9A21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70052" y="8438791"/>
              <a:ext cx="952110" cy="391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C41D9C04-398A-4CAC-9DE5-FD7525AA8E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0289" y="8461846"/>
              <a:ext cx="933574" cy="366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D09AEF4F-231A-4B8F-A927-69409EE19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2674" y="8450350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6446AD18-D534-484F-99E4-19F905393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6981" y="7026275"/>
              <a:ext cx="5447" cy="88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2211F54-DC52-4CFE-ACFE-EF0C0E407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8483" y="6926574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939F61EC-0D98-464B-A646-745F103C4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520" y="6920943"/>
              <a:ext cx="1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0442B5C-3EE9-495E-BD25-1801DC749D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3705" y="7090882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2B9EB893-F64B-4E0F-96D9-7B9A69691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883" y="7402338"/>
              <a:ext cx="1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F357BC24-A1CA-43D8-9500-C7AF881F2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8045" y="7256950"/>
              <a:ext cx="735431" cy="3073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B5216216-BFE8-4320-99F2-0F0CD4740E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414" y="7263696"/>
              <a:ext cx="710201" cy="2866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A4168E8-36C6-46E4-B32B-664B022E8E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2458" y="7378274"/>
              <a:ext cx="229422" cy="912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35E2FB91-92E2-4DF5-96D5-46FDEFAE4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0458" y="7017023"/>
              <a:ext cx="1165231" cy="4700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74E432A5-5B33-4A4E-B251-2475C50E3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5177" y="7017121"/>
              <a:ext cx="491462" cy="181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56BA42D7-931A-43B7-8EC9-28F65E517008}"/>
                </a:ext>
              </a:extLst>
            </p:cNvPr>
            <p:cNvCxnSpPr>
              <a:cxnSpLocks/>
            </p:cNvCxnSpPr>
            <p:nvPr/>
          </p:nvCxnSpPr>
          <p:spPr>
            <a:xfrm>
              <a:off x="3401168" y="7121815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F665336D-4DDA-4416-A83D-F27A00639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8140" y="6907915"/>
              <a:ext cx="0" cy="238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BFD5EE8-A3D2-4966-A8BF-E7DEFDB32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3626" y="692657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79C534D1-F960-4EF2-943D-6E5ECDB79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9058" y="6645984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4D56A5DF-101B-495F-A0DB-E0C25B819CE7}"/>
                </a:ext>
              </a:extLst>
            </p:cNvPr>
            <p:cNvCxnSpPr>
              <a:cxnSpLocks/>
            </p:cNvCxnSpPr>
            <p:nvPr/>
          </p:nvCxnSpPr>
          <p:spPr>
            <a:xfrm>
              <a:off x="2459136" y="6559823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B86C108-96EF-4C7A-8091-0A2E1D164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8717" y="6455756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52">
              <a:extLst>
                <a:ext uri="{FF2B5EF4-FFF2-40B4-BE49-F238E27FC236}">
                  <a16:creationId xmlns:a16="http://schemas.microsoft.com/office/drawing/2014/main" id="{BB07B305-8CDF-4468-85AD-1BE1B6B9E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131" y="6289979"/>
              <a:ext cx="0" cy="183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98D3F42E-5D3C-4ED5-B404-F78FD10AF8BE}"/>
                </a:ext>
              </a:extLst>
            </p:cNvPr>
            <p:cNvCxnSpPr>
              <a:cxnSpLocks/>
            </p:cNvCxnSpPr>
            <p:nvPr/>
          </p:nvCxnSpPr>
          <p:spPr>
            <a:xfrm>
              <a:off x="1956140" y="5308869"/>
              <a:ext cx="712113" cy="2853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452">
              <a:extLst>
                <a:ext uri="{FF2B5EF4-FFF2-40B4-BE49-F238E27FC236}">
                  <a16:creationId xmlns:a16="http://schemas.microsoft.com/office/drawing/2014/main" id="{C789544B-8B39-41AB-81C7-73C3CFA9E8D3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B956B80A-6B40-4135-8FF2-72866AF0E3AA}"/>
                </a:ext>
              </a:extLst>
            </p:cNvPr>
            <p:cNvCxnSpPr>
              <a:cxnSpLocks/>
            </p:cNvCxnSpPr>
            <p:nvPr/>
          </p:nvCxnSpPr>
          <p:spPr>
            <a:xfrm>
              <a:off x="1718483" y="5048459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60B6E432-FB27-4038-B6EF-2DE6EC0E8BE8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741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F17D81F0-97BA-4EE5-AFA1-B21BC687F037}"/>
                </a:ext>
              </a:extLst>
            </p:cNvPr>
            <p:cNvCxnSpPr>
              <a:cxnSpLocks/>
            </p:cNvCxnSpPr>
            <p:nvPr/>
          </p:nvCxnSpPr>
          <p:spPr>
            <a:xfrm>
              <a:off x="1738045" y="4861205"/>
              <a:ext cx="478324" cy="1929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9E87F229-C817-4F0C-AD34-693C0EF59097}"/>
                </a:ext>
              </a:extLst>
            </p:cNvPr>
            <p:cNvCxnSpPr>
              <a:cxnSpLocks/>
            </p:cNvCxnSpPr>
            <p:nvPr/>
          </p:nvCxnSpPr>
          <p:spPr>
            <a:xfrm>
              <a:off x="2211339" y="504594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5D952EDE-B1D1-4CC1-BB23-E00255DB1789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5227506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6559FE2F-A18A-41D4-A968-55E66754B3B0}"/>
                </a:ext>
              </a:extLst>
            </p:cNvPr>
            <p:cNvCxnSpPr>
              <a:cxnSpLocks/>
            </p:cNvCxnSpPr>
            <p:nvPr/>
          </p:nvCxnSpPr>
          <p:spPr>
            <a:xfrm>
              <a:off x="2453520" y="514972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189423BB-4853-4874-89FE-484EE432F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6772" y="5042170"/>
              <a:ext cx="243073" cy="108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92CF8293-E1F6-4ACF-A318-77A5C2768459}"/>
                </a:ext>
              </a:extLst>
            </p:cNvPr>
            <p:cNvCxnSpPr>
              <a:cxnSpLocks/>
            </p:cNvCxnSpPr>
            <p:nvPr/>
          </p:nvCxnSpPr>
          <p:spPr>
            <a:xfrm>
              <a:off x="1981553" y="4772997"/>
              <a:ext cx="712772" cy="2807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EF1AE695-0773-4901-B659-19E28F9E595B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97" y="459589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F0991097-2592-4F1F-B2D9-9C9DA8600899}"/>
                </a:ext>
              </a:extLst>
            </p:cNvPr>
            <p:cNvCxnSpPr>
              <a:cxnSpLocks/>
            </p:cNvCxnSpPr>
            <p:nvPr/>
          </p:nvCxnSpPr>
          <p:spPr>
            <a:xfrm>
              <a:off x="1971772" y="4611392"/>
              <a:ext cx="1428785" cy="545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16F6DBE9-10B7-4780-A573-EBBB01A6C2E8}"/>
                </a:ext>
              </a:extLst>
            </p:cNvPr>
            <p:cNvCxnSpPr>
              <a:cxnSpLocks/>
            </p:cNvCxnSpPr>
            <p:nvPr/>
          </p:nvCxnSpPr>
          <p:spPr>
            <a:xfrm>
              <a:off x="3400557" y="49837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3F4DD197-0D2D-4742-A335-91458D2E4FA0}"/>
                </a:ext>
              </a:extLst>
            </p:cNvPr>
            <p:cNvCxnSpPr>
              <a:cxnSpLocks/>
            </p:cNvCxnSpPr>
            <p:nvPr/>
          </p:nvCxnSpPr>
          <p:spPr>
            <a:xfrm>
              <a:off x="2923970" y="4782693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6427E9AE-7D17-46BF-993C-5C37F29B239D}"/>
                </a:ext>
              </a:extLst>
            </p:cNvPr>
            <p:cNvCxnSpPr>
              <a:cxnSpLocks/>
            </p:cNvCxnSpPr>
            <p:nvPr/>
          </p:nvCxnSpPr>
          <p:spPr>
            <a:xfrm>
              <a:off x="2943106" y="46305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1B906FAC-176F-433E-A21B-87C0D4ED5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325" y="460422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E1944782-E184-4B26-8A69-038FA546DEAE}"/>
                </a:ext>
              </a:extLst>
            </p:cNvPr>
            <p:cNvCxnSpPr>
              <a:cxnSpLocks/>
            </p:cNvCxnSpPr>
            <p:nvPr/>
          </p:nvCxnSpPr>
          <p:spPr>
            <a:xfrm>
              <a:off x="2209435" y="4502057"/>
              <a:ext cx="498712" cy="211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E16B9667-DA56-428F-845C-D15B93A05811}"/>
                </a:ext>
              </a:extLst>
            </p:cNvPr>
            <p:cNvCxnSpPr>
              <a:cxnSpLocks/>
            </p:cNvCxnSpPr>
            <p:nvPr/>
          </p:nvCxnSpPr>
          <p:spPr>
            <a:xfrm>
              <a:off x="2216369" y="4135065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BB4E9B4E-6A93-46CA-8A11-D92127A6B57E}"/>
                </a:ext>
              </a:extLst>
            </p:cNvPr>
            <p:cNvCxnSpPr>
              <a:cxnSpLocks/>
            </p:cNvCxnSpPr>
            <p:nvPr/>
          </p:nvCxnSpPr>
          <p:spPr>
            <a:xfrm>
              <a:off x="2196546" y="4125200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4AB2D34C-B34B-4958-BCD1-B18501D3D783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76" y="3864054"/>
              <a:ext cx="0" cy="3922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6299AD9A-A6B8-4FDE-8465-36D92B0FC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5460" y="3788208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8D96A983-501A-4E15-AA3F-712DA0AB2E74}"/>
                </a:ext>
              </a:extLst>
            </p:cNvPr>
            <p:cNvCxnSpPr>
              <a:cxnSpLocks/>
            </p:cNvCxnSpPr>
            <p:nvPr/>
          </p:nvCxnSpPr>
          <p:spPr>
            <a:xfrm>
              <a:off x="2686164" y="3604216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92B4F014-37DB-4166-AB17-531958E9BE43}"/>
                </a:ext>
              </a:extLst>
            </p:cNvPr>
            <p:cNvCxnSpPr>
              <a:cxnSpLocks/>
            </p:cNvCxnSpPr>
            <p:nvPr/>
          </p:nvCxnSpPr>
          <p:spPr>
            <a:xfrm>
              <a:off x="2462334" y="3504635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933D8B6D-B711-416A-BE3F-21913F94C1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0834" y="3516776"/>
              <a:ext cx="222602" cy="105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EF6250F-5A6E-4F74-80DD-55A5A8EE2109}"/>
                </a:ext>
              </a:extLst>
            </p:cNvPr>
            <p:cNvCxnSpPr>
              <a:cxnSpLocks/>
            </p:cNvCxnSpPr>
            <p:nvPr/>
          </p:nvCxnSpPr>
          <p:spPr>
            <a:xfrm>
              <a:off x="2221245" y="343629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3A28E0F6-9170-47BF-B4F9-2E221A7E83A7}"/>
                </a:ext>
              </a:extLst>
            </p:cNvPr>
            <p:cNvCxnSpPr>
              <a:cxnSpLocks/>
            </p:cNvCxnSpPr>
            <p:nvPr/>
          </p:nvCxnSpPr>
          <p:spPr>
            <a:xfrm>
              <a:off x="2000941" y="3333344"/>
              <a:ext cx="249037" cy="1015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1E9F917-8051-41AD-B2BF-A34752646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2489" y="332592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95E8A1C1-1F62-4B74-9AC4-9F68935D494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409" y="3510413"/>
              <a:ext cx="0" cy="330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B3865D5A-8E2B-4546-BF8B-16A058368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3753" y="3768692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D0FEFC1F-F7C1-4211-BAE1-53C2ECD0BFF2}"/>
                </a:ext>
              </a:extLst>
            </p:cNvPr>
            <p:cNvCxnSpPr>
              <a:cxnSpLocks/>
            </p:cNvCxnSpPr>
            <p:nvPr/>
          </p:nvCxnSpPr>
          <p:spPr>
            <a:xfrm>
              <a:off x="1747036" y="3801917"/>
              <a:ext cx="7719" cy="347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6530EFBA-AFC9-4A20-BCA7-7A58670468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9612" y="403955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504DC01A-2612-4048-B7FE-5F516EE9A0C6}"/>
                </a:ext>
              </a:extLst>
            </p:cNvPr>
            <p:cNvCxnSpPr>
              <a:cxnSpLocks/>
            </p:cNvCxnSpPr>
            <p:nvPr/>
          </p:nvCxnSpPr>
          <p:spPr>
            <a:xfrm>
              <a:off x="1526117" y="4055178"/>
              <a:ext cx="0" cy="5562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11A52034-7A48-4C7F-99F3-1DC443264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794" y="460715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DA9E6A3E-591B-4A55-BE0A-9A37714EF5DA}"/>
                </a:ext>
              </a:extLst>
            </p:cNvPr>
            <p:cNvCxnSpPr>
              <a:cxnSpLocks/>
            </p:cNvCxnSpPr>
            <p:nvPr/>
          </p:nvCxnSpPr>
          <p:spPr>
            <a:xfrm>
              <a:off x="1272951" y="469114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6BB77226-BB1A-4A5B-9C01-BC18925333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053" y="4780899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C3F3FA25-013E-4141-8F15-34D854BCD5A5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66" y="4602370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72B9EA19-71D7-46F0-8F05-80838B036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204" y="4516988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604E7AD9-947A-44B8-9C4B-69E66D067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098" y="4332187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FB2C0E3B-BA0D-4B8D-83B5-0ABAF1BF22B1}"/>
                </a:ext>
              </a:extLst>
            </p:cNvPr>
            <p:cNvCxnSpPr>
              <a:cxnSpLocks/>
            </p:cNvCxnSpPr>
            <p:nvPr/>
          </p:nvCxnSpPr>
          <p:spPr>
            <a:xfrm>
              <a:off x="793098" y="415037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182B9E3-5A83-4D06-BE4B-FA8F9DB5A1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326" y="4160616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98948286-6EDE-48BC-BEF3-766D74E5883E}"/>
                </a:ext>
              </a:extLst>
            </p:cNvPr>
            <p:cNvCxnSpPr>
              <a:cxnSpLocks/>
            </p:cNvCxnSpPr>
            <p:nvPr/>
          </p:nvCxnSpPr>
          <p:spPr>
            <a:xfrm>
              <a:off x="1282428" y="415989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84F37A4B-872E-404E-9981-FDFBD71FF7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396" y="396220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A49C6254-FEFC-4A49-8F27-57B62BCA17A3}"/>
                </a:ext>
              </a:extLst>
            </p:cNvPr>
            <p:cNvCxnSpPr>
              <a:cxnSpLocks/>
            </p:cNvCxnSpPr>
            <p:nvPr/>
          </p:nvCxnSpPr>
          <p:spPr>
            <a:xfrm>
              <a:off x="806378" y="38079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B0BF047-3B70-4BE5-901A-0A3BAA97DE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468" y="3790073"/>
              <a:ext cx="467756" cy="193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12081E40-9052-41C7-B13C-81EE1A3EEAC3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7955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DB54D9A5-283E-42E6-96EF-C8D9E49399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096" y="369989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1D5A6479-0AEF-482A-8E33-210C5FDE2B60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3" y="351677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B296B85A-3DAF-4E3E-98D4-50BCEA4C7C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152" y="3509185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9FB75D45-D83E-4E87-94B5-BB16A0084902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24" y="3443546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BCDAC1-D3C4-42E1-ACD7-3CE8B0278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6090" y="3347481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F73B6332-B0FB-4EA7-A9AB-AA9FF1323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48" y="324105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E861072A-90DF-4397-885D-87D0CA57ED1E}"/>
                </a:ext>
              </a:extLst>
            </p:cNvPr>
            <p:cNvCxnSpPr>
              <a:cxnSpLocks/>
            </p:cNvCxnSpPr>
            <p:nvPr/>
          </p:nvCxnSpPr>
          <p:spPr>
            <a:xfrm>
              <a:off x="1285577" y="305440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D6DD4833-5694-491D-BA12-83EE0A276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129" y="2974129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F97053DB-0FD7-4022-9A4E-5CEC26B5D6CB}"/>
                </a:ext>
              </a:extLst>
            </p:cNvPr>
            <p:cNvCxnSpPr>
              <a:cxnSpLocks/>
            </p:cNvCxnSpPr>
            <p:nvPr/>
          </p:nvCxnSpPr>
          <p:spPr>
            <a:xfrm>
              <a:off x="1511761" y="2774850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F2A041AD-8AB3-45E7-B31C-70F6696E2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1613" y="2616982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B9204FFB-0992-40CC-90F0-204CFF412BEE}"/>
                </a:ext>
              </a:extLst>
            </p:cNvPr>
            <p:cNvCxnSpPr>
              <a:cxnSpLocks/>
            </p:cNvCxnSpPr>
            <p:nvPr/>
          </p:nvCxnSpPr>
          <p:spPr>
            <a:xfrm>
              <a:off x="1976425" y="2256791"/>
              <a:ext cx="0" cy="3627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424AC49B-A26B-4BE7-B432-4A940D4187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3271" y="2237730"/>
              <a:ext cx="492804" cy="191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38A64354-4815-41B9-93CA-FA8917737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083" y="2411366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F33C46A9-51FE-4C0D-939B-FD011135EF73}"/>
                </a:ext>
              </a:extLst>
            </p:cNvPr>
            <p:cNvCxnSpPr>
              <a:cxnSpLocks/>
            </p:cNvCxnSpPr>
            <p:nvPr/>
          </p:nvCxnSpPr>
          <p:spPr>
            <a:xfrm>
              <a:off x="2223180" y="250303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85783C3F-59C9-4188-92B1-90A5AD39F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41" y="2703235"/>
              <a:ext cx="472289" cy="1777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B4822024-079B-437F-A05A-A8CFE959B314}"/>
                </a:ext>
              </a:extLst>
            </p:cNvPr>
            <p:cNvCxnSpPr>
              <a:cxnSpLocks/>
            </p:cNvCxnSpPr>
            <p:nvPr/>
          </p:nvCxnSpPr>
          <p:spPr>
            <a:xfrm>
              <a:off x="1732375" y="2868312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1B33733-F586-4BC6-A8D0-B5095CDBC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0465" y="3054470"/>
              <a:ext cx="240954" cy="916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59C70696-5706-4005-B149-B82531C6A4CA}"/>
                </a:ext>
              </a:extLst>
            </p:cNvPr>
            <p:cNvCxnSpPr>
              <a:cxnSpLocks/>
            </p:cNvCxnSpPr>
            <p:nvPr/>
          </p:nvCxnSpPr>
          <p:spPr>
            <a:xfrm>
              <a:off x="1523199" y="315825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2446C0FF-0369-4C4A-B7B3-2C345295F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680" y="3158112"/>
              <a:ext cx="471884" cy="1835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1E5B696-4697-4C4A-9017-6DDFB19C2DFF}"/>
                </a:ext>
              </a:extLst>
            </p:cNvPr>
            <p:cNvCxnSpPr>
              <a:cxnSpLocks/>
            </p:cNvCxnSpPr>
            <p:nvPr/>
          </p:nvCxnSpPr>
          <p:spPr>
            <a:xfrm>
              <a:off x="1983902" y="2991837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2384B8C4-1FB8-4D1E-A942-617DCA267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552" y="2712524"/>
              <a:ext cx="695507" cy="2643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B9CD7AD3-270B-4241-B71D-AEA4E7C8E8EB}"/>
                </a:ext>
              </a:extLst>
            </p:cNvPr>
            <p:cNvCxnSpPr>
              <a:cxnSpLocks/>
            </p:cNvCxnSpPr>
            <p:nvPr/>
          </p:nvCxnSpPr>
          <p:spPr>
            <a:xfrm>
              <a:off x="2677059" y="2699903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7411CA7-0FB2-44A3-9C83-A0AADBE6F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801" y="2854226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EF019A9B-198A-4A58-B6CA-B695BBAA7485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34" y="3057418"/>
              <a:ext cx="0" cy="191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583242DB-FF77-4B7B-A9C2-48D1E7027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3576" y="3057850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12C00B1D-A839-4B3C-8BE0-BF153A887F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7719" y="3055644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624EEB04-A953-412D-9272-43DCA7EC9E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2072" y="3143679"/>
              <a:ext cx="488184" cy="1972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1F0A1450-B793-4BD5-A2FB-1D7524CA7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7784" y="3343368"/>
              <a:ext cx="237750" cy="1011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E7C2ED33-5DFE-4316-B310-8696D5E32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923" y="333543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5471396B-EE47-46BC-A361-0732D5FC1AA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880" y="3332731"/>
              <a:ext cx="10855" cy="542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B546CE1C-6585-4102-AA69-A1933F7C5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795" y="3875772"/>
              <a:ext cx="212812" cy="1126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49BC8C9A-81BB-4149-B73F-AF6544DDEBCF}"/>
                </a:ext>
              </a:extLst>
            </p:cNvPr>
            <p:cNvCxnSpPr>
              <a:cxnSpLocks/>
            </p:cNvCxnSpPr>
            <p:nvPr/>
          </p:nvCxnSpPr>
          <p:spPr>
            <a:xfrm>
              <a:off x="2683863" y="396501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04D6EA17-B99F-43A7-AC7B-5DD8E239B6B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060" y="4161630"/>
              <a:ext cx="716080" cy="2807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15450A9D-E8B1-4371-9939-CD401F26115F}"/>
                </a:ext>
              </a:extLst>
            </p:cNvPr>
            <p:cNvCxnSpPr>
              <a:cxnSpLocks/>
            </p:cNvCxnSpPr>
            <p:nvPr/>
          </p:nvCxnSpPr>
          <p:spPr>
            <a:xfrm>
              <a:off x="3392490" y="424793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C7EFC64-53BB-4C7B-8F95-762F48BD1E3F}"/>
                </a:ext>
              </a:extLst>
            </p:cNvPr>
            <p:cNvCxnSpPr>
              <a:cxnSpLocks/>
            </p:cNvCxnSpPr>
            <p:nvPr/>
          </p:nvCxnSpPr>
          <p:spPr>
            <a:xfrm>
              <a:off x="2906621" y="4050466"/>
              <a:ext cx="500078" cy="218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17D64D56-2D4E-4CE3-98C9-3D2CD7DBF3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9925" y="3973534"/>
              <a:ext cx="250638" cy="996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377090D5-30AA-414F-866A-5B539A60F6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9379" y="3982105"/>
              <a:ext cx="468497" cy="1758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C503641-C7EB-4B38-B468-80F8DE21B582}"/>
                </a:ext>
              </a:extLst>
            </p:cNvPr>
            <p:cNvCxnSpPr>
              <a:cxnSpLocks/>
            </p:cNvCxnSpPr>
            <p:nvPr/>
          </p:nvCxnSpPr>
          <p:spPr>
            <a:xfrm>
              <a:off x="3607594" y="4150372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FF90084-5BCF-4539-82E8-07894EF7C7BD}"/>
                </a:ext>
              </a:extLst>
            </p:cNvPr>
            <p:cNvCxnSpPr>
              <a:cxnSpLocks/>
            </p:cNvCxnSpPr>
            <p:nvPr/>
          </p:nvCxnSpPr>
          <p:spPr>
            <a:xfrm>
              <a:off x="3629881" y="5227506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C3B6F1EF-76A2-482A-817C-3FA00A881D24}"/>
                </a:ext>
              </a:extLst>
            </p:cNvPr>
            <p:cNvCxnSpPr>
              <a:cxnSpLocks/>
            </p:cNvCxnSpPr>
            <p:nvPr/>
          </p:nvCxnSpPr>
          <p:spPr>
            <a:xfrm>
              <a:off x="3852362" y="4272959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C0A4A54-270B-4483-BC5A-6F06B4DE9E0A}"/>
                </a:ext>
              </a:extLst>
            </p:cNvPr>
            <p:cNvCxnSpPr>
              <a:cxnSpLocks/>
            </p:cNvCxnSpPr>
            <p:nvPr/>
          </p:nvCxnSpPr>
          <p:spPr>
            <a:xfrm>
              <a:off x="3836827" y="4230303"/>
              <a:ext cx="282458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F57C41-B3B9-449A-9D56-976E20BCCF71}"/>
                </a:ext>
              </a:extLst>
            </p:cNvPr>
            <p:cNvCxnSpPr>
              <a:cxnSpLocks/>
            </p:cNvCxnSpPr>
            <p:nvPr/>
          </p:nvCxnSpPr>
          <p:spPr>
            <a:xfrm>
              <a:off x="4090463" y="4317120"/>
              <a:ext cx="14568" cy="10884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810B2629-DD71-472E-AB35-ADAA12E5CB59}"/>
                </a:ext>
              </a:extLst>
            </p:cNvPr>
            <p:cNvCxnSpPr>
              <a:cxnSpLocks/>
            </p:cNvCxnSpPr>
            <p:nvPr/>
          </p:nvCxnSpPr>
          <p:spPr>
            <a:xfrm>
              <a:off x="4096908" y="539613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F79F55F0-F8EF-42E3-B137-4CAC9D68FE66}"/>
                </a:ext>
              </a:extLst>
            </p:cNvPr>
            <p:cNvCxnSpPr>
              <a:cxnSpLocks/>
            </p:cNvCxnSpPr>
            <p:nvPr/>
          </p:nvCxnSpPr>
          <p:spPr>
            <a:xfrm>
              <a:off x="4324017" y="5488757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3F414A69-C205-42A5-9608-9D33A5CB1BE3}"/>
                </a:ext>
              </a:extLst>
            </p:cNvPr>
            <p:cNvCxnSpPr>
              <a:cxnSpLocks/>
            </p:cNvCxnSpPr>
            <p:nvPr/>
          </p:nvCxnSpPr>
          <p:spPr>
            <a:xfrm>
              <a:off x="4308505" y="5851351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8A43448-37D7-4D9D-A52A-4A345773539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489" y="5585063"/>
              <a:ext cx="0" cy="3814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A5EF67A-A339-4EAD-8F3B-2BDE2E509671}"/>
                </a:ext>
              </a:extLst>
            </p:cNvPr>
            <p:cNvCxnSpPr>
              <a:cxnSpLocks/>
            </p:cNvCxnSpPr>
            <p:nvPr/>
          </p:nvCxnSpPr>
          <p:spPr>
            <a:xfrm>
              <a:off x="4543784" y="5586523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80B0C411-C1FC-41E3-BAC2-A563ED6F3627}"/>
                </a:ext>
              </a:extLst>
            </p:cNvPr>
            <p:cNvCxnSpPr>
              <a:cxnSpLocks/>
            </p:cNvCxnSpPr>
            <p:nvPr/>
          </p:nvCxnSpPr>
          <p:spPr>
            <a:xfrm>
              <a:off x="4774406" y="5696208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7E6BEE9F-CD79-47D0-AEB6-036F52D9D0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7298" y="5794210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F3B634CF-1F7B-4560-ACA4-06E3209D2073}"/>
                </a:ext>
              </a:extLst>
            </p:cNvPr>
            <p:cNvCxnSpPr>
              <a:cxnSpLocks/>
            </p:cNvCxnSpPr>
            <p:nvPr/>
          </p:nvCxnSpPr>
          <p:spPr>
            <a:xfrm>
              <a:off x="5020240" y="5778714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0345A449-1718-465B-B791-C37021415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848" y="5788679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2118497D-D801-43A9-B8DA-119306EDA066}"/>
                </a:ext>
              </a:extLst>
            </p:cNvPr>
            <p:cNvCxnSpPr>
              <a:cxnSpLocks/>
            </p:cNvCxnSpPr>
            <p:nvPr/>
          </p:nvCxnSpPr>
          <p:spPr>
            <a:xfrm>
              <a:off x="4311119" y="5308869"/>
              <a:ext cx="1188197" cy="4832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BD41382E-4A65-43FE-8120-A3671236A214}"/>
                </a:ext>
              </a:extLst>
            </p:cNvPr>
            <p:cNvCxnSpPr>
              <a:cxnSpLocks/>
            </p:cNvCxnSpPr>
            <p:nvPr/>
          </p:nvCxnSpPr>
          <p:spPr>
            <a:xfrm>
              <a:off x="4317566" y="514240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3E0F0683-E16F-4F15-BF3A-4E48360A364D}"/>
                </a:ext>
              </a:extLst>
            </p:cNvPr>
            <p:cNvCxnSpPr>
              <a:cxnSpLocks/>
            </p:cNvCxnSpPr>
            <p:nvPr/>
          </p:nvCxnSpPr>
          <p:spPr>
            <a:xfrm>
              <a:off x="4325984" y="5166201"/>
              <a:ext cx="1632386" cy="6168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890FEC4-3D2D-499B-86F1-84AD02561E6D}"/>
                </a:ext>
              </a:extLst>
            </p:cNvPr>
            <p:cNvCxnSpPr>
              <a:cxnSpLocks/>
            </p:cNvCxnSpPr>
            <p:nvPr/>
          </p:nvCxnSpPr>
          <p:spPr>
            <a:xfrm>
              <a:off x="5954564" y="560519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F7FFD5DC-3A38-4708-BD0A-BA1EA66AD21E}"/>
                </a:ext>
              </a:extLst>
            </p:cNvPr>
            <p:cNvCxnSpPr>
              <a:cxnSpLocks/>
            </p:cNvCxnSpPr>
            <p:nvPr/>
          </p:nvCxnSpPr>
          <p:spPr>
            <a:xfrm>
              <a:off x="4293261" y="495100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A004EE90-34A5-471B-88EB-D02378635798}"/>
                </a:ext>
              </a:extLst>
            </p:cNvPr>
            <p:cNvCxnSpPr>
              <a:cxnSpLocks/>
            </p:cNvCxnSpPr>
            <p:nvPr/>
          </p:nvCxnSpPr>
          <p:spPr>
            <a:xfrm>
              <a:off x="4319005" y="478555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DEAC9323-6DC6-40C5-8B88-645B8A5A2BE9}"/>
                </a:ext>
              </a:extLst>
            </p:cNvPr>
            <p:cNvCxnSpPr>
              <a:cxnSpLocks/>
            </p:cNvCxnSpPr>
            <p:nvPr/>
          </p:nvCxnSpPr>
          <p:spPr>
            <a:xfrm>
              <a:off x="4300004" y="4798321"/>
              <a:ext cx="1672959" cy="6547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09620EC5-327E-4CED-A785-3A3A43569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273" y="5333898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7F10F5A8-B802-4240-B9DB-C331E434180A}"/>
                </a:ext>
              </a:extLst>
            </p:cNvPr>
            <p:cNvCxnSpPr>
              <a:cxnSpLocks/>
            </p:cNvCxnSpPr>
            <p:nvPr/>
          </p:nvCxnSpPr>
          <p:spPr>
            <a:xfrm>
              <a:off x="6203012" y="4787602"/>
              <a:ext cx="6201" cy="5363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6C7934C-EA1B-4EB5-86A4-BF718F8B357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056" y="4691142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0AC2FDB2-6308-494F-987E-405A783DF666}"/>
                </a:ext>
              </a:extLst>
            </p:cNvPr>
            <p:cNvCxnSpPr>
              <a:cxnSpLocks/>
            </p:cNvCxnSpPr>
            <p:nvPr/>
          </p:nvCxnSpPr>
          <p:spPr>
            <a:xfrm>
              <a:off x="5978841" y="449822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6DDB77CD-8AB4-4E74-AAAB-B68B657444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6226" y="4410870"/>
              <a:ext cx="245452" cy="11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2A99AF77-47D7-4A22-BAE5-03F69BBAFFA3}"/>
                </a:ext>
              </a:extLst>
            </p:cNvPr>
            <p:cNvCxnSpPr>
              <a:cxnSpLocks/>
            </p:cNvCxnSpPr>
            <p:nvPr/>
          </p:nvCxnSpPr>
          <p:spPr>
            <a:xfrm>
              <a:off x="5749881" y="4440852"/>
              <a:ext cx="0" cy="5376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9DBC2A1C-DEB1-4077-B6E1-F100D6F2A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2171" y="4851274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EBD76ACE-B9A9-4E58-9072-35C7E44AFDBC}"/>
                </a:ext>
              </a:extLst>
            </p:cNvPr>
            <p:cNvCxnSpPr>
              <a:cxnSpLocks/>
            </p:cNvCxnSpPr>
            <p:nvPr/>
          </p:nvCxnSpPr>
          <p:spPr>
            <a:xfrm>
              <a:off x="5974529" y="4860791"/>
              <a:ext cx="0" cy="38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E6D0588-902D-4A01-A00E-903B5F6E4DF5}"/>
                </a:ext>
              </a:extLst>
            </p:cNvPr>
            <p:cNvCxnSpPr>
              <a:cxnSpLocks/>
            </p:cNvCxnSpPr>
            <p:nvPr/>
          </p:nvCxnSpPr>
          <p:spPr>
            <a:xfrm>
              <a:off x="5277596" y="4972259"/>
              <a:ext cx="699064" cy="2914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E85A3235-09D6-48AE-B794-317DB9B65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3703" y="4865003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8E0E7848-7263-4551-B9BF-2A199A3700C5}"/>
                </a:ext>
              </a:extLst>
            </p:cNvPr>
            <p:cNvCxnSpPr>
              <a:cxnSpLocks/>
            </p:cNvCxnSpPr>
            <p:nvPr/>
          </p:nvCxnSpPr>
          <p:spPr>
            <a:xfrm>
              <a:off x="4798679" y="4605811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C322F9D-EDF9-461A-8733-CF19C389F6B9}"/>
                </a:ext>
              </a:extLst>
            </p:cNvPr>
            <p:cNvCxnSpPr>
              <a:cxnSpLocks/>
            </p:cNvCxnSpPr>
            <p:nvPr/>
          </p:nvCxnSpPr>
          <p:spPr>
            <a:xfrm>
              <a:off x="4810602" y="4617017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A02C906C-5A09-4FEA-A031-A863662D4039}"/>
                </a:ext>
              </a:extLst>
            </p:cNvPr>
            <p:cNvCxnSpPr>
              <a:cxnSpLocks/>
            </p:cNvCxnSpPr>
            <p:nvPr/>
          </p:nvCxnSpPr>
          <p:spPr>
            <a:xfrm>
              <a:off x="4342360" y="4606024"/>
              <a:ext cx="468354" cy="201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6CE4B7D5-F208-4271-AF60-CEE7EECA364B}"/>
                </a:ext>
              </a:extLst>
            </p:cNvPr>
            <p:cNvCxnSpPr>
              <a:cxnSpLocks/>
            </p:cNvCxnSpPr>
            <p:nvPr/>
          </p:nvCxnSpPr>
          <p:spPr>
            <a:xfrm>
              <a:off x="4337533" y="4437635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090E5FC5-98CE-4398-B316-B23EF646E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92" y="4325575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FB1C34A3-BD76-4361-9CA3-82A0CED71156}"/>
                </a:ext>
              </a:extLst>
            </p:cNvPr>
            <p:cNvCxnSpPr>
              <a:cxnSpLocks/>
            </p:cNvCxnSpPr>
            <p:nvPr/>
          </p:nvCxnSpPr>
          <p:spPr>
            <a:xfrm>
              <a:off x="4552230" y="434439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919B3324-FDA9-49A9-9546-B8A9C49F0A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6824" y="4438599"/>
              <a:ext cx="249459" cy="101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2FB8D05C-4461-4813-968D-F8E0A2FD80ED}"/>
                </a:ext>
              </a:extLst>
            </p:cNvPr>
            <p:cNvCxnSpPr>
              <a:cxnSpLocks/>
            </p:cNvCxnSpPr>
            <p:nvPr/>
          </p:nvCxnSpPr>
          <p:spPr>
            <a:xfrm>
              <a:off x="4779641" y="4444115"/>
              <a:ext cx="750247" cy="277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759B8F74-745E-447A-B4EE-E7A6480E0A1E}"/>
                </a:ext>
              </a:extLst>
            </p:cNvPr>
            <p:cNvCxnSpPr>
              <a:cxnSpLocks/>
            </p:cNvCxnSpPr>
            <p:nvPr/>
          </p:nvCxnSpPr>
          <p:spPr>
            <a:xfrm>
              <a:off x="5536260" y="4540831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A443D164-20D5-4CA8-ADF2-267D42736D04}"/>
                </a:ext>
              </a:extLst>
            </p:cNvPr>
            <p:cNvCxnSpPr>
              <a:cxnSpLocks/>
            </p:cNvCxnSpPr>
            <p:nvPr/>
          </p:nvCxnSpPr>
          <p:spPr>
            <a:xfrm>
              <a:off x="4565568" y="4138174"/>
              <a:ext cx="974043" cy="4034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C8E1102C-5D6A-4883-A1A3-58D0069DD42A}"/>
                </a:ext>
              </a:extLst>
            </p:cNvPr>
            <p:cNvCxnSpPr>
              <a:cxnSpLocks/>
            </p:cNvCxnSpPr>
            <p:nvPr/>
          </p:nvCxnSpPr>
          <p:spPr>
            <a:xfrm>
              <a:off x="4580153" y="3981472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A93C7B1-C081-476A-AA52-C3A3903DFD39}"/>
                </a:ext>
              </a:extLst>
            </p:cNvPr>
            <p:cNvCxnSpPr>
              <a:cxnSpLocks/>
            </p:cNvCxnSpPr>
            <p:nvPr/>
          </p:nvCxnSpPr>
          <p:spPr>
            <a:xfrm>
              <a:off x="4571258" y="3990370"/>
              <a:ext cx="933156" cy="3536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141C87DD-2929-41FC-8B4C-B3C6DFC0E45A}"/>
                </a:ext>
              </a:extLst>
            </p:cNvPr>
            <p:cNvCxnSpPr>
              <a:cxnSpLocks/>
            </p:cNvCxnSpPr>
            <p:nvPr/>
          </p:nvCxnSpPr>
          <p:spPr>
            <a:xfrm>
              <a:off x="1036264" y="7833930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FA069651-5931-4357-85A9-19820A197D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449" y="7828005"/>
              <a:ext cx="1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48B1FF8F-5621-4080-BE7E-8BFFED940D11}"/>
                </a:ext>
              </a:extLst>
            </p:cNvPr>
            <p:cNvCxnSpPr>
              <a:cxnSpLocks/>
            </p:cNvCxnSpPr>
            <p:nvPr/>
          </p:nvCxnSpPr>
          <p:spPr>
            <a:xfrm>
              <a:off x="1059253" y="8008145"/>
              <a:ext cx="218926" cy="72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2C507D4-B7A2-4F99-A95B-37E215A9F1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783" y="9365864"/>
              <a:ext cx="1447053" cy="551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202D98E9-FC8B-45B6-BA1D-5ADD420C9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2943" y="9891893"/>
              <a:ext cx="257787" cy="88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9695061" y="6829426"/>
            <a:ext cx="1382514" cy="54828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2" y="8677275"/>
            <a:ext cx="470197" cy="18554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V="1">
            <a:off x="7815829" y="8862815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4" y="9225561"/>
            <a:ext cx="470198" cy="17720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9742488"/>
            <a:ext cx="0" cy="5921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8515" y="9649123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H="1" flipV="1">
            <a:off x="8522209" y="9124950"/>
            <a:ext cx="1" cy="58073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>
            <a:off x="9658350" y="7182013"/>
            <a:ext cx="477045" cy="19569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>
            <a:off x="10135395" y="7377707"/>
            <a:ext cx="211930" cy="7550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52">
            <a:extLst>
              <a:ext uri="{FF2B5EF4-FFF2-40B4-BE49-F238E27FC236}">
                <a16:creationId xmlns:a16="http://schemas.microsoft.com/office/drawing/2014/main" id="{734D425F-F52E-4A1C-B583-ED7509DF4005}"/>
              </a:ext>
            </a:extLst>
          </p:cNvPr>
          <p:cNvCxnSpPr>
            <a:cxnSpLocks/>
          </p:cNvCxnSpPr>
          <p:nvPr/>
        </p:nvCxnSpPr>
        <p:spPr>
          <a:xfrm>
            <a:off x="10366375" y="7451624"/>
            <a:ext cx="0" cy="38983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67B0089-EBB8-479F-99C5-EF0B1222A8DD}"/>
              </a:ext>
            </a:extLst>
          </p:cNvPr>
          <p:cNvCxnSpPr>
            <a:cxnSpLocks/>
          </p:cNvCxnSpPr>
          <p:nvPr/>
        </p:nvCxnSpPr>
        <p:spPr>
          <a:xfrm>
            <a:off x="10385426" y="7822554"/>
            <a:ext cx="692149" cy="27032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52">
            <a:extLst>
              <a:ext uri="{FF2B5EF4-FFF2-40B4-BE49-F238E27FC236}">
                <a16:creationId xmlns:a16="http://schemas.microsoft.com/office/drawing/2014/main" id="{64F46BA4-789A-4B7E-862A-CF63521871AF}"/>
              </a:ext>
            </a:extLst>
          </p:cNvPr>
          <p:cNvCxnSpPr>
            <a:cxnSpLocks/>
          </p:cNvCxnSpPr>
          <p:nvPr/>
        </p:nvCxnSpPr>
        <p:spPr>
          <a:xfrm>
            <a:off x="11077575" y="8062415"/>
            <a:ext cx="0" cy="19308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9894889" y="7826994"/>
            <a:ext cx="461961" cy="19305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452">
            <a:extLst>
              <a:ext uri="{FF2B5EF4-FFF2-40B4-BE49-F238E27FC236}">
                <a16:creationId xmlns:a16="http://schemas.microsoft.com/office/drawing/2014/main" id="{5FD48688-23EA-4EE7-BF38-DEBD2F3AA0CB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7820682"/>
            <a:ext cx="444248" cy="19785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6BAD5227-2D34-41BC-8927-033B9E0694D4}"/>
              </a:ext>
            </a:extLst>
          </p:cNvPr>
          <p:cNvCxnSpPr>
            <a:cxnSpLocks/>
          </p:cNvCxnSpPr>
          <p:nvPr/>
        </p:nvCxnSpPr>
        <p:spPr>
          <a:xfrm flipH="1">
            <a:off x="8754666" y="7820682"/>
            <a:ext cx="702327" cy="29600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 flipH="1">
            <a:off x="9909178" y="8924924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1037889" y="8253708"/>
            <a:ext cx="974982" cy="4162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8752410"/>
            <a:ext cx="466472" cy="1725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452">
            <a:extLst>
              <a:ext uri="{FF2B5EF4-FFF2-40B4-BE49-F238E27FC236}">
                <a16:creationId xmlns:a16="http://schemas.microsoft.com/office/drawing/2014/main" id="{976FC8A7-427A-429C-A016-48C4C1E56799}"/>
              </a:ext>
            </a:extLst>
          </p:cNvPr>
          <p:cNvCxnSpPr>
            <a:cxnSpLocks/>
          </p:cNvCxnSpPr>
          <p:nvPr/>
        </p:nvCxnSpPr>
        <p:spPr>
          <a:xfrm flipH="1" flipV="1">
            <a:off x="8748713" y="8299215"/>
            <a:ext cx="760415" cy="28069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F5886D69-E428-4283-A1CF-B3D7B7D2EF5C}"/>
              </a:ext>
            </a:extLst>
          </p:cNvPr>
          <p:cNvCxnSpPr>
            <a:cxnSpLocks/>
          </p:cNvCxnSpPr>
          <p:nvPr/>
        </p:nvCxnSpPr>
        <p:spPr>
          <a:xfrm flipH="1">
            <a:off x="9502778" y="8570911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2EB221F5-A3B1-4BF8-9B2B-9C43E4B4D6BB}"/>
              </a:ext>
            </a:extLst>
          </p:cNvPr>
          <p:cNvCxnSpPr>
            <a:cxnSpLocks/>
          </p:cNvCxnSpPr>
          <p:nvPr/>
        </p:nvCxnSpPr>
        <p:spPr>
          <a:xfrm flipH="1">
            <a:off x="8755064" y="8102403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0107FA-E196-4B5C-BDF9-80753D472C4B}"/>
              </a:ext>
            </a:extLst>
          </p:cNvPr>
          <p:cNvSpPr txBox="1"/>
          <p:nvPr/>
        </p:nvSpPr>
        <p:spPr>
          <a:xfrm>
            <a:off x="6430072" y="6288793"/>
            <a:ext cx="847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Test4.1</a:t>
            </a:r>
          </a:p>
        </p:txBody>
      </p:sp>
    </p:spTree>
    <p:extLst>
      <p:ext uri="{BB962C8B-B14F-4D97-AF65-F5344CB8AC3E}">
        <p14:creationId xmlns:p14="http://schemas.microsoft.com/office/powerpoint/2010/main" val="317325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460276" y="5498802"/>
            <a:ext cx="8474157" cy="2521247"/>
            <a:chOff x="1466230" y="5486897"/>
            <a:chExt cx="8474157" cy="2521247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572" y="7544196"/>
              <a:ext cx="1187451" cy="4639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87590FD-2FAB-4CC2-9DA6-3A841BEB3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4611" y="7829550"/>
              <a:ext cx="476380" cy="1785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C27E2CE-C925-4D85-8444-0F7B451F1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6753" y="7829550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5441" y="7829550"/>
              <a:ext cx="261277" cy="103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753225"/>
              <a:ext cx="6392" cy="10763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7AD16BC-1A9D-40BF-A178-A848EDC3B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6153" y="7365802"/>
              <a:ext cx="474862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4667" y="7365802"/>
              <a:ext cx="477439" cy="1783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95429C25-EF53-49F6-B094-0C0B53C64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7853" y="7358656"/>
              <a:ext cx="1172769" cy="4501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31C5C217-3E47-41C3-BA2A-5CF35F38CE59}"/>
                </a:ext>
              </a:extLst>
            </p:cNvPr>
            <p:cNvCxnSpPr>
              <a:cxnSpLocks/>
            </p:cNvCxnSpPr>
            <p:nvPr/>
          </p:nvCxnSpPr>
          <p:spPr>
            <a:xfrm>
              <a:off x="9682808" y="7171208"/>
              <a:ext cx="1" cy="188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43BB3A35-5D38-4380-95BA-FCAC9FC11D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2808" y="7189889"/>
              <a:ext cx="257579" cy="6828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787706" y="5578523"/>
            <a:ext cx="11225167" cy="4354963"/>
            <a:chOff x="797231" y="5578523"/>
            <a:chExt cx="11225167" cy="4354963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70" y="9186863"/>
              <a:ext cx="257705" cy="80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7363" y="9186863"/>
              <a:ext cx="1366306" cy="552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09EE7087-ABA4-48C0-874C-1CD8F8D12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950" y="9639300"/>
              <a:ext cx="252414" cy="1000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C55C11AF-3171-49C9-8BE1-15900A770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9411494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822554"/>
              <a:ext cx="460912" cy="1855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9FAA4E88-B061-402D-B25B-774AC8865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588" y="9439275"/>
              <a:ext cx="672570" cy="2664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F87BFF92-2FD1-469F-A450-89AE65FB8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699" y="970568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913E1B9D-841F-4E78-861F-54CE2679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31" y="9705680"/>
              <a:ext cx="49764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D3ECAD35-B1FF-481A-B8F6-F3F0A40D7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4872" y="9719570"/>
              <a:ext cx="446617" cy="1861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B80D2EAB-0841-45EA-B065-8EF0EFBC6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5113" y="9819583"/>
              <a:ext cx="4058108" cy="86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21FCF56B-79C5-4E7D-A961-426C763FD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3221" y="8752410"/>
              <a:ext cx="399454" cy="10891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7F1433AE-C88B-4E51-9BC4-C940DF66E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1545" y="8776891"/>
              <a:ext cx="4517832" cy="100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67C1315-C83D-4C6A-863C-54699C5134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588" y="8365330"/>
              <a:ext cx="902918" cy="3987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CB2108FF-A9CB-4912-AA69-1888B07BD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62" y="7026274"/>
              <a:ext cx="424885" cy="13235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DDB4E001-B6E7-421F-B4F0-A40E2FEF79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3197" y="7030640"/>
              <a:ext cx="1646365" cy="4684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96613F6A-E468-444C-A92B-BF0467747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2316" y="7074299"/>
              <a:ext cx="2078612" cy="4505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19954FC9-18F4-47C3-8F0D-095FC1672DAF}"/>
                </a:ext>
              </a:extLst>
            </p:cNvPr>
            <p:cNvCxnSpPr>
              <a:cxnSpLocks/>
            </p:cNvCxnSpPr>
            <p:nvPr/>
          </p:nvCxnSpPr>
          <p:spPr>
            <a:xfrm>
              <a:off x="5021173" y="6658125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B8529CF7-E1F8-4C86-BA56-2C042A049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223748" cy="145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24C5D29-1391-49F1-9826-6EE0822A438F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158541C5-EDC8-40D7-AE10-A8C4C72EB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7637" y="6950859"/>
              <a:ext cx="502965" cy="1628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A065A53F-66A3-43A2-A3C5-7E8F95BB3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6363" y="7099181"/>
              <a:ext cx="1320136" cy="165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2EA95CEC-2D8B-4E6F-A6D3-A6EA9EB5785B}"/>
                </a:ext>
              </a:extLst>
            </p:cNvPr>
            <p:cNvCxnSpPr>
              <a:cxnSpLocks/>
            </p:cNvCxnSpPr>
            <p:nvPr/>
          </p:nvCxnSpPr>
          <p:spPr>
            <a:xfrm>
              <a:off x="2726037" y="6355555"/>
              <a:ext cx="222762" cy="8264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9874250" y="6829426"/>
            <a:ext cx="1203325" cy="44787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2" y="8677275"/>
            <a:ext cx="470197" cy="18554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V="1">
            <a:off x="7815829" y="8862815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4" y="9225561"/>
            <a:ext cx="470198" cy="17720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9742488"/>
            <a:ext cx="0" cy="5921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8515" y="9649123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H="1" flipV="1">
            <a:off x="8522209" y="9124950"/>
            <a:ext cx="1" cy="58073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>
            <a:off x="9915528" y="7277298"/>
            <a:ext cx="219867" cy="10040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>
            <a:off x="10135395" y="7377707"/>
            <a:ext cx="211930" cy="7550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52">
            <a:extLst>
              <a:ext uri="{FF2B5EF4-FFF2-40B4-BE49-F238E27FC236}">
                <a16:creationId xmlns:a16="http://schemas.microsoft.com/office/drawing/2014/main" id="{734D425F-F52E-4A1C-B583-ED7509DF4005}"/>
              </a:ext>
            </a:extLst>
          </p:cNvPr>
          <p:cNvCxnSpPr>
            <a:cxnSpLocks/>
          </p:cNvCxnSpPr>
          <p:nvPr/>
        </p:nvCxnSpPr>
        <p:spPr>
          <a:xfrm>
            <a:off x="10366375" y="7451624"/>
            <a:ext cx="0" cy="38983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67B0089-EBB8-479F-99C5-EF0B1222A8DD}"/>
              </a:ext>
            </a:extLst>
          </p:cNvPr>
          <p:cNvCxnSpPr>
            <a:cxnSpLocks/>
          </p:cNvCxnSpPr>
          <p:nvPr/>
        </p:nvCxnSpPr>
        <p:spPr>
          <a:xfrm>
            <a:off x="10385426" y="7822554"/>
            <a:ext cx="692149" cy="27032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52">
            <a:extLst>
              <a:ext uri="{FF2B5EF4-FFF2-40B4-BE49-F238E27FC236}">
                <a16:creationId xmlns:a16="http://schemas.microsoft.com/office/drawing/2014/main" id="{64F46BA4-789A-4B7E-862A-CF63521871AF}"/>
              </a:ext>
            </a:extLst>
          </p:cNvPr>
          <p:cNvCxnSpPr>
            <a:cxnSpLocks/>
          </p:cNvCxnSpPr>
          <p:nvPr/>
        </p:nvCxnSpPr>
        <p:spPr>
          <a:xfrm>
            <a:off x="11077575" y="8062415"/>
            <a:ext cx="0" cy="19308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9894889" y="7826994"/>
            <a:ext cx="461961" cy="19305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452">
            <a:extLst>
              <a:ext uri="{FF2B5EF4-FFF2-40B4-BE49-F238E27FC236}">
                <a16:creationId xmlns:a16="http://schemas.microsoft.com/office/drawing/2014/main" id="{5FD48688-23EA-4EE7-BF38-DEBD2F3AA0CB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7820682"/>
            <a:ext cx="444248" cy="19785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6BAD5227-2D34-41BC-8927-033B9E0694D4}"/>
              </a:ext>
            </a:extLst>
          </p:cNvPr>
          <p:cNvCxnSpPr>
            <a:cxnSpLocks/>
          </p:cNvCxnSpPr>
          <p:nvPr/>
        </p:nvCxnSpPr>
        <p:spPr>
          <a:xfrm flipH="1">
            <a:off x="8754666" y="7820682"/>
            <a:ext cx="702327" cy="29600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 flipH="1">
            <a:off x="9909178" y="8924924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1037889" y="8253708"/>
            <a:ext cx="974982" cy="4162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8752410"/>
            <a:ext cx="466472" cy="1725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452">
            <a:extLst>
              <a:ext uri="{FF2B5EF4-FFF2-40B4-BE49-F238E27FC236}">
                <a16:creationId xmlns:a16="http://schemas.microsoft.com/office/drawing/2014/main" id="{976FC8A7-427A-429C-A016-48C4C1E56799}"/>
              </a:ext>
            </a:extLst>
          </p:cNvPr>
          <p:cNvCxnSpPr>
            <a:cxnSpLocks/>
          </p:cNvCxnSpPr>
          <p:nvPr/>
        </p:nvCxnSpPr>
        <p:spPr>
          <a:xfrm flipH="1" flipV="1">
            <a:off x="8748713" y="8299215"/>
            <a:ext cx="760415" cy="28069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F5886D69-E428-4283-A1CF-B3D7B7D2EF5C}"/>
              </a:ext>
            </a:extLst>
          </p:cNvPr>
          <p:cNvCxnSpPr>
            <a:cxnSpLocks/>
          </p:cNvCxnSpPr>
          <p:nvPr/>
        </p:nvCxnSpPr>
        <p:spPr>
          <a:xfrm flipH="1">
            <a:off x="9502778" y="8570911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2EB221F5-A3B1-4BF8-9B2B-9C43E4B4D6BB}"/>
              </a:ext>
            </a:extLst>
          </p:cNvPr>
          <p:cNvCxnSpPr>
            <a:cxnSpLocks/>
          </p:cNvCxnSpPr>
          <p:nvPr/>
        </p:nvCxnSpPr>
        <p:spPr>
          <a:xfrm flipH="1">
            <a:off x="8755064" y="8102403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0107FA-E196-4B5C-BDF9-80753D472C4B}"/>
              </a:ext>
            </a:extLst>
          </p:cNvPr>
          <p:cNvSpPr txBox="1"/>
          <p:nvPr/>
        </p:nvSpPr>
        <p:spPr>
          <a:xfrm>
            <a:off x="6430072" y="6288793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8.0.0</a:t>
            </a:r>
          </a:p>
        </p:txBody>
      </p:sp>
    </p:spTree>
    <p:extLst>
      <p:ext uri="{BB962C8B-B14F-4D97-AF65-F5344CB8AC3E}">
        <p14:creationId xmlns:p14="http://schemas.microsoft.com/office/powerpoint/2010/main" val="317882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460276" y="5498802"/>
            <a:ext cx="8224670" cy="2445841"/>
            <a:chOff x="1466230" y="5486897"/>
            <a:chExt cx="8224670" cy="2445841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2519" y="7544196"/>
              <a:ext cx="231505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9438" y="7100288"/>
              <a:ext cx="1428080" cy="5562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753225"/>
              <a:ext cx="6392" cy="347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7AD16BC-1A9D-40BF-A178-A848EDC3B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8085" y="7187172"/>
              <a:ext cx="702815" cy="27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4668" y="7365802"/>
              <a:ext cx="236536" cy="962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95429C25-EF53-49F6-B094-0C0B53C64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7853" y="7358656"/>
              <a:ext cx="1172769" cy="4501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19809640-D61B-4223-BA0E-C4EB33A255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1064" y="7109344"/>
              <a:ext cx="231505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94DF0BB1-DF38-405D-ABDF-CC7F5D9B7E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8792" y="7105708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1487051" y="5578523"/>
            <a:ext cx="10525822" cy="4064746"/>
            <a:chOff x="1496576" y="5578523"/>
            <a:chExt cx="10525822" cy="4064746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23910" y="8833748"/>
              <a:ext cx="1157466" cy="4340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6576" y="8822334"/>
              <a:ext cx="714437" cy="293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822554"/>
              <a:ext cx="460912" cy="1855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4D1A950-9A0B-4248-A584-8445F8E2B77A}"/>
                </a:ext>
              </a:extLst>
            </p:cNvPr>
            <p:cNvCxnSpPr>
              <a:cxnSpLocks/>
            </p:cNvCxnSpPr>
            <p:nvPr/>
          </p:nvCxnSpPr>
          <p:spPr>
            <a:xfrm>
              <a:off x="1502968" y="9101138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7AA62F91-F545-4F7A-9C6E-98C86E89795D}"/>
                </a:ext>
              </a:extLst>
            </p:cNvPr>
            <p:cNvCxnSpPr>
              <a:cxnSpLocks/>
            </p:cNvCxnSpPr>
            <p:nvPr/>
          </p:nvCxnSpPr>
          <p:spPr>
            <a:xfrm>
              <a:off x="1970095" y="7841455"/>
              <a:ext cx="0" cy="10978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9874250" y="6829426"/>
            <a:ext cx="1203325" cy="44787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2" y="8677275"/>
            <a:ext cx="470197" cy="18554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V="1">
            <a:off x="7815829" y="8862815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4" y="9225561"/>
            <a:ext cx="470198" cy="17720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9742488"/>
            <a:ext cx="0" cy="5921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8515" y="9649123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H="1" flipV="1">
            <a:off x="8522209" y="9124950"/>
            <a:ext cx="1" cy="58073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452">
            <a:extLst>
              <a:ext uri="{FF2B5EF4-FFF2-40B4-BE49-F238E27FC236}">
                <a16:creationId xmlns:a16="http://schemas.microsoft.com/office/drawing/2014/main" id="{41B787CE-A95C-435E-B8C5-25501FA46FF6}"/>
              </a:ext>
            </a:extLst>
          </p:cNvPr>
          <p:cNvCxnSpPr>
            <a:cxnSpLocks/>
          </p:cNvCxnSpPr>
          <p:nvPr/>
        </p:nvCxnSpPr>
        <p:spPr>
          <a:xfrm flipH="1" flipV="1">
            <a:off x="9665940" y="7199077"/>
            <a:ext cx="208310" cy="7822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>
            <a:off x="9915528" y="7277298"/>
            <a:ext cx="219867" cy="10040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>
            <a:off x="10135395" y="7377707"/>
            <a:ext cx="211930" cy="7550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52">
            <a:extLst>
              <a:ext uri="{FF2B5EF4-FFF2-40B4-BE49-F238E27FC236}">
                <a16:creationId xmlns:a16="http://schemas.microsoft.com/office/drawing/2014/main" id="{734D425F-F52E-4A1C-B583-ED7509DF4005}"/>
              </a:ext>
            </a:extLst>
          </p:cNvPr>
          <p:cNvCxnSpPr>
            <a:cxnSpLocks/>
          </p:cNvCxnSpPr>
          <p:nvPr/>
        </p:nvCxnSpPr>
        <p:spPr>
          <a:xfrm>
            <a:off x="10366375" y="7451624"/>
            <a:ext cx="0" cy="38983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67B0089-EBB8-479F-99C5-EF0B1222A8DD}"/>
              </a:ext>
            </a:extLst>
          </p:cNvPr>
          <p:cNvCxnSpPr>
            <a:cxnSpLocks/>
          </p:cNvCxnSpPr>
          <p:nvPr/>
        </p:nvCxnSpPr>
        <p:spPr>
          <a:xfrm>
            <a:off x="10385426" y="7822554"/>
            <a:ext cx="692149" cy="27032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52">
            <a:extLst>
              <a:ext uri="{FF2B5EF4-FFF2-40B4-BE49-F238E27FC236}">
                <a16:creationId xmlns:a16="http://schemas.microsoft.com/office/drawing/2014/main" id="{64F46BA4-789A-4B7E-862A-CF63521871AF}"/>
              </a:ext>
            </a:extLst>
          </p:cNvPr>
          <p:cNvCxnSpPr>
            <a:cxnSpLocks/>
          </p:cNvCxnSpPr>
          <p:nvPr/>
        </p:nvCxnSpPr>
        <p:spPr>
          <a:xfrm>
            <a:off x="11077575" y="8062415"/>
            <a:ext cx="0" cy="19308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10125870" y="7826995"/>
            <a:ext cx="230980" cy="10375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452">
            <a:extLst>
              <a:ext uri="{FF2B5EF4-FFF2-40B4-BE49-F238E27FC236}">
                <a16:creationId xmlns:a16="http://schemas.microsoft.com/office/drawing/2014/main" id="{5FD48688-23EA-4EE7-BF38-DEBD2F3AA0CB}"/>
              </a:ext>
            </a:extLst>
          </p:cNvPr>
          <p:cNvCxnSpPr>
            <a:cxnSpLocks/>
          </p:cNvCxnSpPr>
          <p:nvPr/>
        </p:nvCxnSpPr>
        <p:spPr>
          <a:xfrm>
            <a:off x="9226152" y="7729538"/>
            <a:ext cx="230841" cy="9114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6BAD5227-2D34-41BC-8927-033B9E0694D4}"/>
              </a:ext>
            </a:extLst>
          </p:cNvPr>
          <p:cNvCxnSpPr>
            <a:cxnSpLocks/>
          </p:cNvCxnSpPr>
          <p:nvPr/>
        </p:nvCxnSpPr>
        <p:spPr>
          <a:xfrm flipH="1">
            <a:off x="8754666" y="7820682"/>
            <a:ext cx="702327" cy="29600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 flipH="1">
            <a:off x="9909178" y="8924924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1037889" y="8253708"/>
            <a:ext cx="974982" cy="4162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8752410"/>
            <a:ext cx="466472" cy="1725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452">
            <a:extLst>
              <a:ext uri="{FF2B5EF4-FFF2-40B4-BE49-F238E27FC236}">
                <a16:creationId xmlns:a16="http://schemas.microsoft.com/office/drawing/2014/main" id="{976FC8A7-427A-429C-A016-48C4C1E56799}"/>
              </a:ext>
            </a:extLst>
          </p:cNvPr>
          <p:cNvCxnSpPr>
            <a:cxnSpLocks/>
          </p:cNvCxnSpPr>
          <p:nvPr/>
        </p:nvCxnSpPr>
        <p:spPr>
          <a:xfrm flipH="1" flipV="1">
            <a:off x="8748713" y="8299215"/>
            <a:ext cx="760415" cy="28069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F5886D69-E428-4283-A1CF-B3D7B7D2EF5C}"/>
              </a:ext>
            </a:extLst>
          </p:cNvPr>
          <p:cNvCxnSpPr>
            <a:cxnSpLocks/>
          </p:cNvCxnSpPr>
          <p:nvPr/>
        </p:nvCxnSpPr>
        <p:spPr>
          <a:xfrm flipH="1">
            <a:off x="9502778" y="8570911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2EB221F5-A3B1-4BF8-9B2B-9C43E4B4D6BB}"/>
              </a:ext>
            </a:extLst>
          </p:cNvPr>
          <p:cNvCxnSpPr>
            <a:cxnSpLocks/>
          </p:cNvCxnSpPr>
          <p:nvPr/>
        </p:nvCxnSpPr>
        <p:spPr>
          <a:xfrm flipH="1">
            <a:off x="8755064" y="8102403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452">
            <a:extLst>
              <a:ext uri="{FF2B5EF4-FFF2-40B4-BE49-F238E27FC236}">
                <a16:creationId xmlns:a16="http://schemas.microsoft.com/office/drawing/2014/main" id="{0931FD03-62CB-4446-B15C-A23AE4A2EB48}"/>
              </a:ext>
            </a:extLst>
          </p:cNvPr>
          <p:cNvCxnSpPr>
            <a:cxnSpLocks/>
          </p:cNvCxnSpPr>
          <p:nvPr/>
        </p:nvCxnSpPr>
        <p:spPr>
          <a:xfrm>
            <a:off x="9211865" y="7524896"/>
            <a:ext cx="0" cy="20464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779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460276" y="5498802"/>
            <a:ext cx="8197061" cy="2521247"/>
            <a:chOff x="1466230" y="5486897"/>
            <a:chExt cx="8197061" cy="2521247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572" y="7544196"/>
              <a:ext cx="1187451" cy="4639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87590FD-2FAB-4CC2-9DA6-3A841BEB3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4611" y="7829550"/>
              <a:ext cx="476380" cy="1785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C27E2CE-C925-4D85-8444-0F7B451F1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6753" y="7829550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5441" y="7829550"/>
              <a:ext cx="261277" cy="103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753225"/>
              <a:ext cx="6392" cy="10763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7AD16BC-1A9D-40BF-A178-A848EDC3B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26153" y="7355927"/>
              <a:ext cx="437138" cy="1854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4668" y="7365803"/>
              <a:ext cx="484012" cy="178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95429C25-EF53-49F6-B094-0C0B53C64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7853" y="7358656"/>
              <a:ext cx="1172769" cy="4501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787706" y="5578523"/>
            <a:ext cx="11225167" cy="4354963"/>
            <a:chOff x="797231" y="5578523"/>
            <a:chExt cx="11225167" cy="4354963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70" y="9186863"/>
              <a:ext cx="257705" cy="80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7363" y="9186863"/>
              <a:ext cx="1366306" cy="552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09EE7087-ABA4-48C0-874C-1CD8F8D12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950" y="9639300"/>
              <a:ext cx="252414" cy="1000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C55C11AF-3171-49C9-8BE1-15900A770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9411494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822554"/>
              <a:ext cx="460912" cy="1855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9FAA4E88-B061-402D-B25B-774AC8865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588" y="9439275"/>
              <a:ext cx="672570" cy="2664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F87BFF92-2FD1-469F-A450-89AE65FB8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699" y="970568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913E1B9D-841F-4E78-861F-54CE2679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31" y="9705680"/>
              <a:ext cx="49764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D3ECAD35-B1FF-481A-B8F6-F3F0A40D7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4872" y="9719570"/>
              <a:ext cx="446617" cy="1861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B80D2EAB-0841-45EA-B065-8EF0EFBC6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5113" y="9819583"/>
              <a:ext cx="4058108" cy="86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21FCF56B-79C5-4E7D-A961-426C763FD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3221" y="8752410"/>
              <a:ext cx="399454" cy="10891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7F1433AE-C88B-4E51-9BC4-C940DF66E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1545" y="8776891"/>
              <a:ext cx="4517832" cy="100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67C1315-C83D-4C6A-863C-54699C5134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588" y="8365330"/>
              <a:ext cx="902918" cy="3987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CB2108FF-A9CB-4912-AA69-1888B07BD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62" y="7026274"/>
              <a:ext cx="424885" cy="13235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DDB4E001-B6E7-421F-B4F0-A40E2FEF79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3197" y="7030640"/>
              <a:ext cx="1646365" cy="4684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96613F6A-E468-444C-A92B-BF0467747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2316" y="7074299"/>
              <a:ext cx="2078612" cy="4505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19954FC9-18F4-47C3-8F0D-095FC1672DAF}"/>
                </a:ext>
              </a:extLst>
            </p:cNvPr>
            <p:cNvCxnSpPr>
              <a:cxnSpLocks/>
            </p:cNvCxnSpPr>
            <p:nvPr/>
          </p:nvCxnSpPr>
          <p:spPr>
            <a:xfrm>
              <a:off x="5021173" y="6658125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B8529CF7-E1F8-4C86-BA56-2C042A049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223748" cy="145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24C5D29-1391-49F1-9826-6EE0822A438F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158541C5-EDC8-40D7-AE10-A8C4C72EB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7637" y="6950859"/>
              <a:ext cx="502965" cy="1628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A065A53F-66A3-43A2-A3C5-7E8F95BB3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6363" y="7099181"/>
              <a:ext cx="1320136" cy="165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2EA95CEC-2D8B-4E6F-A6D3-A6EA9EB5785B}"/>
                </a:ext>
              </a:extLst>
            </p:cNvPr>
            <p:cNvCxnSpPr>
              <a:cxnSpLocks/>
            </p:cNvCxnSpPr>
            <p:nvPr/>
          </p:nvCxnSpPr>
          <p:spPr>
            <a:xfrm>
              <a:off x="2726037" y="6355555"/>
              <a:ext cx="222762" cy="8264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9652000" y="6829426"/>
            <a:ext cx="1425575" cy="54828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2" y="8677275"/>
            <a:ext cx="470197" cy="18554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V="1">
            <a:off x="7815829" y="8862815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4" y="9225561"/>
            <a:ext cx="470198" cy="17720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9742488"/>
            <a:ext cx="0" cy="5921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8515" y="9649123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V="1">
            <a:off x="8522211" y="8365330"/>
            <a:ext cx="6349" cy="134035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>
            <a:off x="9664527" y="7191598"/>
            <a:ext cx="720899" cy="26002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 flipH="1">
            <a:off x="9670863" y="6458496"/>
            <a:ext cx="10891" cy="74582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52">
            <a:extLst>
              <a:ext uri="{FF2B5EF4-FFF2-40B4-BE49-F238E27FC236}">
                <a16:creationId xmlns:a16="http://schemas.microsoft.com/office/drawing/2014/main" id="{734D425F-F52E-4A1C-B583-ED7509DF4005}"/>
              </a:ext>
            </a:extLst>
          </p:cNvPr>
          <p:cNvCxnSpPr>
            <a:cxnSpLocks/>
          </p:cNvCxnSpPr>
          <p:nvPr/>
        </p:nvCxnSpPr>
        <p:spPr>
          <a:xfrm>
            <a:off x="10366375" y="7451624"/>
            <a:ext cx="0" cy="38983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67B0089-EBB8-479F-99C5-EF0B1222A8DD}"/>
              </a:ext>
            </a:extLst>
          </p:cNvPr>
          <p:cNvCxnSpPr>
            <a:cxnSpLocks/>
          </p:cNvCxnSpPr>
          <p:nvPr/>
        </p:nvCxnSpPr>
        <p:spPr>
          <a:xfrm>
            <a:off x="10385426" y="7822554"/>
            <a:ext cx="692149" cy="27032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52">
            <a:extLst>
              <a:ext uri="{FF2B5EF4-FFF2-40B4-BE49-F238E27FC236}">
                <a16:creationId xmlns:a16="http://schemas.microsoft.com/office/drawing/2014/main" id="{64F46BA4-789A-4B7E-862A-CF63521871AF}"/>
              </a:ext>
            </a:extLst>
          </p:cNvPr>
          <p:cNvCxnSpPr>
            <a:cxnSpLocks/>
          </p:cNvCxnSpPr>
          <p:nvPr/>
        </p:nvCxnSpPr>
        <p:spPr>
          <a:xfrm>
            <a:off x="11077575" y="8062415"/>
            <a:ext cx="0" cy="19308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10125870" y="7826995"/>
            <a:ext cx="230980" cy="10375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 flipH="1">
            <a:off x="9909178" y="8924924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1037889" y="8253708"/>
            <a:ext cx="974982" cy="41627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56993" y="8752410"/>
            <a:ext cx="466472" cy="1725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452">
            <a:extLst>
              <a:ext uri="{FF2B5EF4-FFF2-40B4-BE49-F238E27FC236}">
                <a16:creationId xmlns:a16="http://schemas.microsoft.com/office/drawing/2014/main" id="{976FC8A7-427A-429C-A016-48C4C1E56799}"/>
              </a:ext>
            </a:extLst>
          </p:cNvPr>
          <p:cNvCxnSpPr>
            <a:cxnSpLocks/>
          </p:cNvCxnSpPr>
          <p:nvPr/>
        </p:nvCxnSpPr>
        <p:spPr>
          <a:xfrm flipH="1" flipV="1">
            <a:off x="8748713" y="8299215"/>
            <a:ext cx="760415" cy="28069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F5886D69-E428-4283-A1CF-B3D7B7D2EF5C}"/>
              </a:ext>
            </a:extLst>
          </p:cNvPr>
          <p:cNvCxnSpPr>
            <a:cxnSpLocks/>
          </p:cNvCxnSpPr>
          <p:nvPr/>
        </p:nvCxnSpPr>
        <p:spPr>
          <a:xfrm flipH="1">
            <a:off x="9502778" y="8570911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2EB221F5-A3B1-4BF8-9B2B-9C43E4B4D6BB}"/>
              </a:ext>
            </a:extLst>
          </p:cNvPr>
          <p:cNvCxnSpPr>
            <a:cxnSpLocks/>
          </p:cNvCxnSpPr>
          <p:nvPr/>
        </p:nvCxnSpPr>
        <p:spPr>
          <a:xfrm flipH="1">
            <a:off x="8755064" y="8102403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6572103" y="6231986"/>
            <a:ext cx="655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test4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98" name="Straight Connector 452">
            <a:extLst>
              <a:ext uri="{FF2B5EF4-FFF2-40B4-BE49-F238E27FC236}">
                <a16:creationId xmlns:a16="http://schemas.microsoft.com/office/drawing/2014/main" id="{381A9B32-1DBC-41A7-9508-FAF0E76902AE}"/>
              </a:ext>
            </a:extLst>
          </p:cNvPr>
          <p:cNvCxnSpPr>
            <a:cxnSpLocks/>
          </p:cNvCxnSpPr>
          <p:nvPr/>
        </p:nvCxnSpPr>
        <p:spPr>
          <a:xfrm flipV="1">
            <a:off x="9661134" y="6345498"/>
            <a:ext cx="230980" cy="10375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452">
            <a:extLst>
              <a:ext uri="{FF2B5EF4-FFF2-40B4-BE49-F238E27FC236}">
                <a16:creationId xmlns:a16="http://schemas.microsoft.com/office/drawing/2014/main" id="{2D4DBA6B-7E3D-40E1-99CE-C15E0A4C57F6}"/>
              </a:ext>
            </a:extLst>
          </p:cNvPr>
          <p:cNvCxnSpPr>
            <a:cxnSpLocks/>
          </p:cNvCxnSpPr>
          <p:nvPr/>
        </p:nvCxnSpPr>
        <p:spPr>
          <a:xfrm flipH="1">
            <a:off x="8513614" y="8282911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066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501996"/>
            <a:ext cx="12592050" cy="9991697"/>
          </a:xfrm>
          <a:prstGeom prst="rect">
            <a:avLst/>
          </a:prstGeom>
        </p:spPr>
      </p:pic>
      <p:grpSp>
        <p:nvGrpSpPr>
          <p:cNvPr id="90" name="2">
            <a:extLst>
              <a:ext uri="{FF2B5EF4-FFF2-40B4-BE49-F238E27FC236}">
                <a16:creationId xmlns:a16="http://schemas.microsoft.com/office/drawing/2014/main" id="{5FECCC90-137E-4FCA-8A73-4AABCC647DDB}"/>
              </a:ext>
            </a:extLst>
          </p:cNvPr>
          <p:cNvGrpSpPr/>
          <p:nvPr/>
        </p:nvGrpSpPr>
        <p:grpSpPr>
          <a:xfrm>
            <a:off x="1460276" y="5498802"/>
            <a:ext cx="8673821" cy="2616918"/>
            <a:chOff x="1466230" y="5486897"/>
            <a:chExt cx="8673821" cy="2616918"/>
          </a:xfrm>
        </p:grpSpPr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0DCFB008-977B-4804-86CA-C9CB8C7C6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2" y="7028705"/>
              <a:ext cx="1630888" cy="6233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9C4C4158-F758-4E44-8E82-C419A325A8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8786" y="7544196"/>
              <a:ext cx="272652" cy="1078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5A22355A-4ED4-4D99-BFEE-BD14114CB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572" y="7544196"/>
              <a:ext cx="1187451" cy="4639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87590FD-2FAB-4CC2-9DA6-3A841BEB3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4611" y="7829550"/>
              <a:ext cx="476380" cy="1785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74E8EBBC-F326-4EBD-95D5-93265650A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7419974"/>
              <a:ext cx="5953" cy="5127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8855D4BC-676F-4980-8A59-052F5B02B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5762" y="7014369"/>
              <a:ext cx="949326" cy="4056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C27E2CE-C925-4D85-8444-0F7B451F1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6753" y="7829550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701870B3-7949-4149-A5F8-8D52545EB5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85441" y="7829550"/>
              <a:ext cx="261277" cy="103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DA0897C4-0562-4DCE-97BA-C63EFF0F06AB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753225"/>
              <a:ext cx="6392" cy="10763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7E8629BD-A463-4D37-8E99-A680F4E2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230" y="6680497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8A08B6E-1AC8-42E9-AB38-24AB76B9A5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2947" y="7810649"/>
              <a:ext cx="223070" cy="9279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BE47EAC1-BF37-4817-B8D7-523F0D77C59D}"/>
                </a:ext>
              </a:extLst>
            </p:cNvPr>
            <p:cNvCxnSpPr>
              <a:cxnSpLocks/>
            </p:cNvCxnSpPr>
            <p:nvPr/>
          </p:nvCxnSpPr>
          <p:spPr>
            <a:xfrm>
              <a:off x="1485441" y="656748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FDE5D9F7-BA37-4BF6-9F69-C83C3D3250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3005" y="6362699"/>
              <a:ext cx="6392" cy="217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52FB810D-4390-4DD1-B696-C197A632A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397" y="6299002"/>
              <a:ext cx="258227" cy="89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119AFE80-DE4D-46B4-BF5E-F2CCD690A09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299417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8A5FBEEE-02D7-4FD5-B355-B75DF5C27350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18" y="6463921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F691580A-632A-403A-92A0-837981CD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2569" y="6362699"/>
              <a:ext cx="478422" cy="2121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28E09007-D12F-4F52-9C45-992348524B62}"/>
                </a:ext>
              </a:extLst>
            </p:cNvPr>
            <p:cNvCxnSpPr>
              <a:cxnSpLocks/>
            </p:cNvCxnSpPr>
            <p:nvPr/>
          </p:nvCxnSpPr>
          <p:spPr>
            <a:xfrm>
              <a:off x="2428680" y="6209524"/>
              <a:ext cx="0" cy="1784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EECAA950-807D-4599-A32A-5793E644F2FF}"/>
                </a:ext>
              </a:extLst>
            </p:cNvPr>
            <p:cNvCxnSpPr>
              <a:cxnSpLocks/>
            </p:cNvCxnSpPr>
            <p:nvPr/>
          </p:nvCxnSpPr>
          <p:spPr>
            <a:xfrm>
              <a:off x="2437345" y="6198769"/>
              <a:ext cx="219806" cy="1051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E2991EBD-62D5-4FCC-B48C-7AEF9202E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200" y="5858274"/>
              <a:ext cx="257604" cy="1171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8C8459C4-C456-4AC5-A3BB-0275A7944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82504" y="5654083"/>
              <a:ext cx="449362" cy="2148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7664C8EA-E12C-4B5C-A823-1085956DF230}"/>
                </a:ext>
              </a:extLst>
            </p:cNvPr>
            <p:cNvCxnSpPr>
              <a:cxnSpLocks/>
            </p:cNvCxnSpPr>
            <p:nvPr/>
          </p:nvCxnSpPr>
          <p:spPr>
            <a:xfrm>
              <a:off x="2903670" y="5486897"/>
              <a:ext cx="0" cy="176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EDE0416E-4491-4441-9F2A-9B82B85D9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02913" y="7736804"/>
              <a:ext cx="437138" cy="1854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D34F1C6F-88C2-4808-A5EA-DEA767EEAC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1018" y="7788398"/>
              <a:ext cx="747714" cy="3154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97A031A3-212F-477F-B144-58BAFA763D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8886" y="7711785"/>
              <a:ext cx="947239" cy="3707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CF440EA-1132-4DD8-A976-84B456CBDE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1928" y="7690528"/>
              <a:ext cx="289849" cy="1119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1">
            <a:extLst>
              <a:ext uri="{FF2B5EF4-FFF2-40B4-BE49-F238E27FC236}">
                <a16:creationId xmlns:a16="http://schemas.microsoft.com/office/drawing/2014/main" id="{3BCA1FFA-1225-4695-BA3E-98E3BA0E7807}"/>
              </a:ext>
            </a:extLst>
          </p:cNvPr>
          <p:cNvGrpSpPr/>
          <p:nvPr/>
        </p:nvGrpSpPr>
        <p:grpSpPr>
          <a:xfrm>
            <a:off x="787706" y="5578523"/>
            <a:ext cx="11225167" cy="4354963"/>
            <a:chOff x="797231" y="5578523"/>
            <a:chExt cx="11225167" cy="4354963"/>
          </a:xfrm>
        </p:grpSpPr>
        <p:cxnSp>
          <p:nvCxnSpPr>
            <p:cNvPr id="12" name="Straight Connector 452">
              <a:extLst>
                <a:ext uri="{FF2B5EF4-FFF2-40B4-BE49-F238E27FC236}">
                  <a16:creationId xmlns:a16="http://schemas.microsoft.com/office/drawing/2014/main" id="{AC526411-858E-4D51-A78F-76471C71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22396" y="6096830"/>
              <a:ext cx="1" cy="3698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AC0EE83A-1157-44BA-B2BA-F6F494D4F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6449255"/>
              <a:ext cx="935298" cy="380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452">
              <a:extLst>
                <a:ext uri="{FF2B5EF4-FFF2-40B4-BE49-F238E27FC236}">
                  <a16:creationId xmlns:a16="http://schemas.microsoft.com/office/drawing/2014/main" id="{6C4F4CC7-694D-4660-BA66-AC60D49E4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7932738"/>
              <a:ext cx="922338" cy="320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452">
              <a:extLst>
                <a:ext uri="{FF2B5EF4-FFF2-40B4-BE49-F238E27FC236}">
                  <a16:creationId xmlns:a16="http://schemas.microsoft.com/office/drawing/2014/main" id="{9BE21872-DB5B-4F1D-A5F2-87D64B819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50" y="8253016"/>
              <a:ext cx="9525" cy="752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52482F04-E318-4950-B3FF-B0F754513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70" y="9186863"/>
              <a:ext cx="257705" cy="80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3FD743B7-B7BE-413D-9BAE-B3453C0F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7363" y="9186863"/>
              <a:ext cx="1366306" cy="552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09EE7087-ABA4-48C0-874C-1CD8F8D12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950" y="9639300"/>
              <a:ext cx="252414" cy="1000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C55C11AF-3171-49C9-8BE1-15900A770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9411494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F39202E6-F863-4BC7-AF3C-5D4E1365B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490" y="9101138"/>
              <a:ext cx="461167" cy="1666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774DC03F-6014-4AFF-95B3-C04DED99E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657" y="9101138"/>
              <a:ext cx="1437282" cy="5421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B43A1643-06CE-4CBE-8783-0BE98D3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939" y="8987235"/>
              <a:ext cx="201812" cy="1139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FCE0FD44-5FD6-4136-BE20-CE76B683C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040" y="9101138"/>
              <a:ext cx="0" cy="538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20F9706-D684-4E9A-9A85-B911A67F4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7822554"/>
              <a:ext cx="460912" cy="1855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9FAA4E88-B061-402D-B25B-774AC8865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588" y="9439275"/>
              <a:ext cx="672570" cy="2664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F87BFF92-2FD1-469F-A450-89AE65FB8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699" y="9705680"/>
              <a:ext cx="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913E1B9D-841F-4E78-861F-54CE2679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31" y="9705680"/>
              <a:ext cx="497641" cy="2278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D3ECAD35-B1FF-481A-B8F6-F3F0A40D7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4872" y="9719570"/>
              <a:ext cx="446617" cy="1861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B80D2EAB-0841-45EA-B065-8EF0EFBC6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5113" y="9819583"/>
              <a:ext cx="4058108" cy="86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21FCF56B-79C5-4E7D-A961-426C763FD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3221" y="8752410"/>
              <a:ext cx="399454" cy="10891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7F1433AE-C88B-4E51-9BC4-C940DF66E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1545" y="8776891"/>
              <a:ext cx="4517832" cy="100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67C1315-C83D-4C6A-863C-54699C5134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588" y="8365330"/>
              <a:ext cx="902918" cy="3987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CB2108FF-A9CB-4912-AA69-1888B07BD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62" y="7026274"/>
              <a:ext cx="424885" cy="13235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DDB4E001-B6E7-421F-B4F0-A40E2FEF79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3197" y="7030640"/>
              <a:ext cx="1646365" cy="4684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96613F6A-E468-444C-A92B-BF0467747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2316" y="7074299"/>
              <a:ext cx="2078612" cy="4505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19954FC9-18F4-47C3-8F0D-095FC1672DAF}"/>
                </a:ext>
              </a:extLst>
            </p:cNvPr>
            <p:cNvCxnSpPr>
              <a:cxnSpLocks/>
            </p:cNvCxnSpPr>
            <p:nvPr/>
          </p:nvCxnSpPr>
          <p:spPr>
            <a:xfrm>
              <a:off x="5021173" y="6658125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B8529CF7-E1F8-4C86-BA56-2C042A0496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223748" cy="145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24C5D29-1391-49F1-9826-6EE0822A438F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0" y="6528411"/>
              <a:ext cx="0" cy="409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158541C5-EDC8-40D7-AE10-A8C4C72EB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7637" y="6950859"/>
              <a:ext cx="502965" cy="1628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A065A53F-66A3-43A2-A3C5-7E8F95BB3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6363" y="7099181"/>
              <a:ext cx="1320136" cy="165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2EA95CEC-2D8B-4E6F-A6D3-A6EA9EB5785B}"/>
                </a:ext>
              </a:extLst>
            </p:cNvPr>
            <p:cNvCxnSpPr>
              <a:cxnSpLocks/>
            </p:cNvCxnSpPr>
            <p:nvPr/>
          </p:nvCxnSpPr>
          <p:spPr>
            <a:xfrm>
              <a:off x="2726037" y="6355555"/>
              <a:ext cx="222762" cy="8264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0C875EB7-6867-427F-B9C2-3A179A431EDA}"/>
                </a:ext>
              </a:extLst>
            </p:cNvPr>
            <p:cNvCxnSpPr>
              <a:cxnSpLocks/>
            </p:cNvCxnSpPr>
            <p:nvPr/>
          </p:nvCxnSpPr>
          <p:spPr>
            <a:xfrm>
              <a:off x="2655353" y="5766337"/>
              <a:ext cx="470389" cy="2208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52AED274-672C-4782-87BE-237CBF0C57B3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96" y="5578523"/>
              <a:ext cx="0" cy="192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3D018506-ECC7-4556-8AC9-E81C4EA5CBFD}"/>
              </a:ext>
            </a:extLst>
          </p:cNvPr>
          <p:cNvCxnSpPr>
            <a:cxnSpLocks/>
          </p:cNvCxnSpPr>
          <p:nvPr/>
        </p:nvCxnSpPr>
        <p:spPr>
          <a:xfrm flipV="1">
            <a:off x="10815638" y="6829427"/>
            <a:ext cx="261937" cy="10799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7BD6E95C-531D-4978-BE6D-4EB1E975AAD4}"/>
              </a:ext>
            </a:extLst>
          </p:cNvPr>
          <p:cNvCxnSpPr>
            <a:cxnSpLocks/>
          </p:cNvCxnSpPr>
          <p:nvPr/>
        </p:nvCxnSpPr>
        <p:spPr>
          <a:xfrm>
            <a:off x="7345631" y="7556101"/>
            <a:ext cx="0" cy="11211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1C102EEC-D570-481B-A07C-4CD4B91CAD49}"/>
              </a:ext>
            </a:extLst>
          </p:cNvPr>
          <p:cNvCxnSpPr>
            <a:cxnSpLocks/>
          </p:cNvCxnSpPr>
          <p:nvPr/>
        </p:nvCxnSpPr>
        <p:spPr>
          <a:xfrm flipH="1" flipV="1">
            <a:off x="7345632" y="8677275"/>
            <a:ext cx="470197" cy="18554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93DCFC5F-E48C-4DDA-AA51-2411109AFB0C}"/>
              </a:ext>
            </a:extLst>
          </p:cNvPr>
          <p:cNvCxnSpPr>
            <a:cxnSpLocks/>
          </p:cNvCxnSpPr>
          <p:nvPr/>
        </p:nvCxnSpPr>
        <p:spPr>
          <a:xfrm flipV="1">
            <a:off x="7815829" y="8862815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D2386523-11B4-4CE9-86C1-D7C7520C4FF5}"/>
              </a:ext>
            </a:extLst>
          </p:cNvPr>
          <p:cNvCxnSpPr>
            <a:cxnSpLocks/>
          </p:cNvCxnSpPr>
          <p:nvPr/>
        </p:nvCxnSpPr>
        <p:spPr>
          <a:xfrm flipH="1">
            <a:off x="7332734" y="9225561"/>
            <a:ext cx="470198" cy="17720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91A7F0B0-7BC7-4A7F-9B60-BEB9D9FFE1CF}"/>
              </a:ext>
            </a:extLst>
          </p:cNvPr>
          <p:cNvCxnSpPr>
            <a:cxnSpLocks/>
          </p:cNvCxnSpPr>
          <p:nvPr/>
        </p:nvCxnSpPr>
        <p:spPr>
          <a:xfrm flipV="1">
            <a:off x="7345631" y="9402767"/>
            <a:ext cx="0" cy="36452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97B96713-298D-4743-A780-E88B797B830D}"/>
              </a:ext>
            </a:extLst>
          </p:cNvPr>
          <p:cNvCxnSpPr>
            <a:cxnSpLocks/>
          </p:cNvCxnSpPr>
          <p:nvPr/>
        </p:nvCxnSpPr>
        <p:spPr>
          <a:xfrm flipH="1" flipV="1">
            <a:off x="7326483" y="9739313"/>
            <a:ext cx="969792" cy="4016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BFEC9CB8-9FCB-4DBE-8415-40808E3379F6}"/>
              </a:ext>
            </a:extLst>
          </p:cNvPr>
          <p:cNvCxnSpPr>
            <a:cxnSpLocks/>
          </p:cNvCxnSpPr>
          <p:nvPr/>
        </p:nvCxnSpPr>
        <p:spPr>
          <a:xfrm flipV="1">
            <a:off x="8280400" y="9742488"/>
            <a:ext cx="0" cy="59213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41F83862-6E57-4BB8-9F5A-798C066A30E1}"/>
              </a:ext>
            </a:extLst>
          </p:cNvPr>
          <p:cNvCxnSpPr>
            <a:cxnSpLocks/>
          </p:cNvCxnSpPr>
          <p:nvPr/>
        </p:nvCxnSpPr>
        <p:spPr>
          <a:xfrm flipH="1">
            <a:off x="8278515" y="9649123"/>
            <a:ext cx="250045" cy="11311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55BE8E5B-D663-4B84-9003-BA25B0819B57}"/>
              </a:ext>
            </a:extLst>
          </p:cNvPr>
          <p:cNvCxnSpPr>
            <a:cxnSpLocks/>
          </p:cNvCxnSpPr>
          <p:nvPr/>
        </p:nvCxnSpPr>
        <p:spPr>
          <a:xfrm flipH="1" flipV="1">
            <a:off x="8511771" y="9115424"/>
            <a:ext cx="10440" cy="590258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9BC226FE-121A-4BE8-B3CC-03D8320CD397}"/>
              </a:ext>
            </a:extLst>
          </p:cNvPr>
          <p:cNvCxnSpPr>
            <a:cxnSpLocks/>
          </p:cNvCxnSpPr>
          <p:nvPr/>
        </p:nvCxnSpPr>
        <p:spPr>
          <a:xfrm flipV="1">
            <a:off x="10385426" y="7451624"/>
            <a:ext cx="0" cy="18384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35B43A2E-D92A-406E-B6B8-96A5F5151E4D}"/>
              </a:ext>
            </a:extLst>
          </p:cNvPr>
          <p:cNvCxnSpPr>
            <a:cxnSpLocks/>
          </p:cNvCxnSpPr>
          <p:nvPr/>
        </p:nvCxnSpPr>
        <p:spPr>
          <a:xfrm flipH="1">
            <a:off x="9670863" y="6458496"/>
            <a:ext cx="10891" cy="74582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8DE99077-2B13-4F60-9CC2-9914D3C44EC9}"/>
              </a:ext>
            </a:extLst>
          </p:cNvPr>
          <p:cNvCxnSpPr>
            <a:cxnSpLocks/>
          </p:cNvCxnSpPr>
          <p:nvPr/>
        </p:nvCxnSpPr>
        <p:spPr>
          <a:xfrm flipV="1">
            <a:off x="10125870" y="7758401"/>
            <a:ext cx="0" cy="17235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7768C082-49E9-4C2C-BA7E-667E7436C0BA}"/>
              </a:ext>
            </a:extLst>
          </p:cNvPr>
          <p:cNvCxnSpPr>
            <a:cxnSpLocks/>
          </p:cNvCxnSpPr>
          <p:nvPr/>
        </p:nvCxnSpPr>
        <p:spPr>
          <a:xfrm>
            <a:off x="9892114" y="8733955"/>
            <a:ext cx="17064" cy="381469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CCED45F7-26D2-4BE0-A688-C34C196538E4}"/>
              </a:ext>
            </a:extLst>
          </p:cNvPr>
          <p:cNvCxnSpPr>
            <a:cxnSpLocks/>
          </p:cNvCxnSpPr>
          <p:nvPr/>
        </p:nvCxnSpPr>
        <p:spPr>
          <a:xfrm>
            <a:off x="9895285" y="9101138"/>
            <a:ext cx="1182290" cy="48389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3F562999-FD0F-44EF-BBBD-485E7E8801AF}"/>
              </a:ext>
            </a:extLst>
          </p:cNvPr>
          <p:cNvCxnSpPr>
            <a:cxnSpLocks/>
          </p:cNvCxnSpPr>
          <p:nvPr/>
        </p:nvCxnSpPr>
        <p:spPr>
          <a:xfrm>
            <a:off x="10134097" y="7930752"/>
            <a:ext cx="1878774" cy="739232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0447316B-F706-46A8-A3C6-4BC9F27F0B4A}"/>
              </a:ext>
            </a:extLst>
          </p:cNvPr>
          <p:cNvCxnSpPr>
            <a:cxnSpLocks/>
          </p:cNvCxnSpPr>
          <p:nvPr/>
        </p:nvCxnSpPr>
        <p:spPr>
          <a:xfrm flipH="1" flipV="1">
            <a:off x="9425642" y="8556081"/>
            <a:ext cx="489886" cy="17787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452">
            <a:extLst>
              <a:ext uri="{FF2B5EF4-FFF2-40B4-BE49-F238E27FC236}">
                <a16:creationId xmlns:a16="http://schemas.microsoft.com/office/drawing/2014/main" id="{976FC8A7-427A-429C-A016-48C4C1E56799}"/>
              </a:ext>
            </a:extLst>
          </p:cNvPr>
          <p:cNvCxnSpPr>
            <a:cxnSpLocks/>
          </p:cNvCxnSpPr>
          <p:nvPr/>
        </p:nvCxnSpPr>
        <p:spPr>
          <a:xfrm flipH="1">
            <a:off x="8505965" y="8761411"/>
            <a:ext cx="972543" cy="38609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F5886D69-E428-4283-A1CF-B3D7B7D2EF5C}"/>
              </a:ext>
            </a:extLst>
          </p:cNvPr>
          <p:cNvCxnSpPr>
            <a:cxnSpLocks/>
          </p:cNvCxnSpPr>
          <p:nvPr/>
        </p:nvCxnSpPr>
        <p:spPr>
          <a:xfrm flipH="1">
            <a:off x="9450643" y="8570911"/>
            <a:ext cx="6350" cy="19050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290286" y="6096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满满</a:t>
            </a:r>
          </a:p>
        </p:txBody>
      </p:sp>
      <p:cxnSp>
        <p:nvCxnSpPr>
          <p:cNvPr id="98" name="Straight Connector 452">
            <a:extLst>
              <a:ext uri="{FF2B5EF4-FFF2-40B4-BE49-F238E27FC236}">
                <a16:creationId xmlns:a16="http://schemas.microsoft.com/office/drawing/2014/main" id="{381A9B32-1DBC-41A7-9508-FAF0E76902AE}"/>
              </a:ext>
            </a:extLst>
          </p:cNvPr>
          <p:cNvCxnSpPr>
            <a:cxnSpLocks/>
          </p:cNvCxnSpPr>
          <p:nvPr/>
        </p:nvCxnSpPr>
        <p:spPr>
          <a:xfrm flipV="1">
            <a:off x="9661134" y="6345498"/>
            <a:ext cx="230980" cy="10375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452">
            <a:extLst>
              <a:ext uri="{FF2B5EF4-FFF2-40B4-BE49-F238E27FC236}">
                <a16:creationId xmlns:a16="http://schemas.microsoft.com/office/drawing/2014/main" id="{1EA71E0A-6514-4E93-BA11-E312D62AD543}"/>
              </a:ext>
            </a:extLst>
          </p:cNvPr>
          <p:cNvCxnSpPr>
            <a:cxnSpLocks/>
          </p:cNvCxnSpPr>
          <p:nvPr/>
        </p:nvCxnSpPr>
        <p:spPr>
          <a:xfrm flipH="1">
            <a:off x="10839470" y="6900716"/>
            <a:ext cx="1" cy="559861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452">
            <a:extLst>
              <a:ext uri="{FF2B5EF4-FFF2-40B4-BE49-F238E27FC236}">
                <a16:creationId xmlns:a16="http://schemas.microsoft.com/office/drawing/2014/main" id="{FB96FB34-E526-490B-8841-07A6F40D7030}"/>
              </a:ext>
            </a:extLst>
          </p:cNvPr>
          <p:cNvCxnSpPr>
            <a:cxnSpLocks/>
          </p:cNvCxnSpPr>
          <p:nvPr/>
        </p:nvCxnSpPr>
        <p:spPr>
          <a:xfrm flipV="1">
            <a:off x="10608490" y="7443907"/>
            <a:ext cx="230980" cy="103757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452">
            <a:extLst>
              <a:ext uri="{FF2B5EF4-FFF2-40B4-BE49-F238E27FC236}">
                <a16:creationId xmlns:a16="http://schemas.microsoft.com/office/drawing/2014/main" id="{D1E49C63-CE62-4DAE-BDFF-49239A08ED63}"/>
              </a:ext>
            </a:extLst>
          </p:cNvPr>
          <p:cNvCxnSpPr>
            <a:cxnSpLocks/>
          </p:cNvCxnSpPr>
          <p:nvPr/>
        </p:nvCxnSpPr>
        <p:spPr>
          <a:xfrm flipH="1" flipV="1">
            <a:off x="10366334" y="7451624"/>
            <a:ext cx="261207" cy="103686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452">
            <a:extLst>
              <a:ext uri="{FF2B5EF4-FFF2-40B4-BE49-F238E27FC236}">
                <a16:creationId xmlns:a16="http://schemas.microsoft.com/office/drawing/2014/main" id="{B176F8B3-A314-4711-A805-7772C64E0D1B}"/>
              </a:ext>
            </a:extLst>
          </p:cNvPr>
          <p:cNvCxnSpPr>
            <a:cxnSpLocks/>
          </p:cNvCxnSpPr>
          <p:nvPr/>
        </p:nvCxnSpPr>
        <p:spPr>
          <a:xfrm flipV="1">
            <a:off x="10125870" y="7613460"/>
            <a:ext cx="265124" cy="150944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452">
            <a:extLst>
              <a:ext uri="{FF2B5EF4-FFF2-40B4-BE49-F238E27FC236}">
                <a16:creationId xmlns:a16="http://schemas.microsoft.com/office/drawing/2014/main" id="{0E00BFD6-432A-4325-97AC-6983DEC8C892}"/>
              </a:ext>
            </a:extLst>
          </p:cNvPr>
          <p:cNvCxnSpPr>
            <a:cxnSpLocks/>
          </p:cNvCxnSpPr>
          <p:nvPr/>
        </p:nvCxnSpPr>
        <p:spPr>
          <a:xfrm flipH="1">
            <a:off x="9210137" y="7555310"/>
            <a:ext cx="2783" cy="38933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AD66AEA1-8153-49A0-B256-F9E60552794D}"/>
              </a:ext>
            </a:extLst>
          </p:cNvPr>
          <p:cNvCxnSpPr>
            <a:cxnSpLocks/>
          </p:cNvCxnSpPr>
          <p:nvPr/>
        </p:nvCxnSpPr>
        <p:spPr>
          <a:xfrm flipH="1" flipV="1">
            <a:off x="8761414" y="7387892"/>
            <a:ext cx="472258" cy="158685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452">
            <a:extLst>
              <a:ext uri="{FF2B5EF4-FFF2-40B4-BE49-F238E27FC236}">
                <a16:creationId xmlns:a16="http://schemas.microsoft.com/office/drawing/2014/main" id="{ACD5EB8D-9DFB-46FD-922F-2AB33FB19554}"/>
              </a:ext>
            </a:extLst>
          </p:cNvPr>
          <p:cNvCxnSpPr>
            <a:cxnSpLocks/>
          </p:cNvCxnSpPr>
          <p:nvPr/>
        </p:nvCxnSpPr>
        <p:spPr>
          <a:xfrm flipV="1">
            <a:off x="8931232" y="7210709"/>
            <a:ext cx="739631" cy="264763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957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flower, plant&#10;&#10;Description automatically generated" hidden="1">
            <a:extLst>
              <a:ext uri="{FF2B5EF4-FFF2-40B4-BE49-F238E27FC236}">
                <a16:creationId xmlns:a16="http://schemas.microsoft.com/office/drawing/2014/main" id="{9DFA56F7-75CA-4893-A98F-B0BE4005F2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800" y="429154"/>
            <a:ext cx="12331700" cy="10223500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82086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29" name="portal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2519855" y="2616124"/>
            <a:ext cx="4737108" cy="5483200"/>
            <a:chOff x="-249480" y="2908348"/>
            <a:chExt cx="4737108" cy="5483200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212293" y="615238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-249480" y="649816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6D1EDE6B-E396-4C17-8F51-E806B9CB876C}"/>
                </a:ext>
              </a:extLst>
            </p:cNvPr>
            <p:cNvSpPr/>
            <p:nvPr/>
          </p:nvSpPr>
          <p:spPr>
            <a:xfrm>
              <a:off x="3260304" y="30092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A73600F7-1809-467E-AAE3-815273B109C5}"/>
                </a:ext>
              </a:extLst>
            </p:cNvPr>
            <p:cNvSpPr/>
            <p:nvPr/>
          </p:nvSpPr>
          <p:spPr>
            <a:xfrm>
              <a:off x="3938166" y="2908348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07F4D15-8E89-4AC2-B1DF-1C3C06411270}"/>
                </a:ext>
              </a:extLst>
            </p:cNvPr>
            <p:cNvSpPr/>
            <p:nvPr/>
          </p:nvSpPr>
          <p:spPr>
            <a:xfrm>
              <a:off x="4186672" y="821259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EC10B29-EF5F-436B-A2A1-EB7221109AF8}"/>
                </a:ext>
              </a:extLst>
            </p:cNvPr>
            <p:cNvSpPr/>
            <p:nvPr/>
          </p:nvSpPr>
          <p:spPr>
            <a:xfrm>
              <a:off x="3487209" y="811561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5" name="帐篷">
            <a:extLst>
              <a:ext uri="{FF2B5EF4-FFF2-40B4-BE49-F238E27FC236}">
                <a16:creationId xmlns:a16="http://schemas.microsoft.com/office/drawing/2014/main" id="{0B6632BF-CCBF-47B9-B6C5-5C32BE060B1B}"/>
              </a:ext>
            </a:extLst>
          </p:cNvPr>
          <p:cNvGrpSpPr/>
          <p:nvPr/>
        </p:nvGrpSpPr>
        <p:grpSpPr>
          <a:xfrm>
            <a:off x="1336263" y="1712020"/>
            <a:ext cx="10566633" cy="7683101"/>
            <a:chOff x="569348" y="1299062"/>
            <a:chExt cx="10566633" cy="7683101"/>
          </a:xfrm>
        </p:grpSpPr>
        <p:sp>
          <p:nvSpPr>
            <p:cNvPr id="5285" name="Hexagon 5284">
              <a:extLst>
                <a:ext uri="{FF2B5EF4-FFF2-40B4-BE49-F238E27FC236}">
                  <a16:creationId xmlns:a16="http://schemas.microsoft.com/office/drawing/2014/main" id="{0EAFC934-792D-4BD7-8F45-AD1656F3B188}"/>
                </a:ext>
              </a:extLst>
            </p:cNvPr>
            <p:cNvSpPr/>
            <p:nvPr/>
          </p:nvSpPr>
          <p:spPr>
            <a:xfrm>
              <a:off x="4788855" y="21137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7" name="Hexagon 5286">
              <a:extLst>
                <a:ext uri="{FF2B5EF4-FFF2-40B4-BE49-F238E27FC236}">
                  <a16:creationId xmlns:a16="http://schemas.microsoft.com/office/drawing/2014/main" id="{5F13AADD-3DD9-42E5-B498-92D6A89305F0}"/>
                </a:ext>
              </a:extLst>
            </p:cNvPr>
            <p:cNvSpPr/>
            <p:nvPr/>
          </p:nvSpPr>
          <p:spPr>
            <a:xfrm>
              <a:off x="7339174" y="34679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9" name="Hexagon 5288">
              <a:extLst>
                <a:ext uri="{FF2B5EF4-FFF2-40B4-BE49-F238E27FC236}">
                  <a16:creationId xmlns:a16="http://schemas.microsoft.com/office/drawing/2014/main" id="{84F89BA9-28CF-4438-B8D0-670BF386F4D7}"/>
                </a:ext>
              </a:extLst>
            </p:cNvPr>
            <p:cNvSpPr/>
            <p:nvPr/>
          </p:nvSpPr>
          <p:spPr>
            <a:xfrm>
              <a:off x="2914811" y="37282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1" name="Hexagon 5290">
              <a:extLst>
                <a:ext uri="{FF2B5EF4-FFF2-40B4-BE49-F238E27FC236}">
                  <a16:creationId xmlns:a16="http://schemas.microsoft.com/office/drawing/2014/main" id="{7A9C8D75-481B-466C-ACB6-76DE5B3F0FB7}"/>
                </a:ext>
              </a:extLst>
            </p:cNvPr>
            <p:cNvSpPr/>
            <p:nvPr/>
          </p:nvSpPr>
          <p:spPr>
            <a:xfrm>
              <a:off x="569348" y="71381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3" name="Hexagon 5292">
              <a:extLst>
                <a:ext uri="{FF2B5EF4-FFF2-40B4-BE49-F238E27FC236}">
                  <a16:creationId xmlns:a16="http://schemas.microsoft.com/office/drawing/2014/main" id="{41E0FBC5-434F-4CD4-99A2-428A592532B7}"/>
                </a:ext>
              </a:extLst>
            </p:cNvPr>
            <p:cNvSpPr/>
            <p:nvPr/>
          </p:nvSpPr>
          <p:spPr>
            <a:xfrm>
              <a:off x="9427834" y="69462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4" name="Hexagon 5293">
              <a:extLst>
                <a:ext uri="{FF2B5EF4-FFF2-40B4-BE49-F238E27FC236}">
                  <a16:creationId xmlns:a16="http://schemas.microsoft.com/office/drawing/2014/main" id="{F3BC4B0E-E083-444D-B1F2-F1EBD62E8CAF}"/>
                </a:ext>
              </a:extLst>
            </p:cNvPr>
            <p:cNvSpPr/>
            <p:nvPr/>
          </p:nvSpPr>
          <p:spPr>
            <a:xfrm>
              <a:off x="8283631" y="70392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6" name="Hexagon 5295">
              <a:extLst>
                <a:ext uri="{FF2B5EF4-FFF2-40B4-BE49-F238E27FC236}">
                  <a16:creationId xmlns:a16="http://schemas.microsoft.com/office/drawing/2014/main" id="{FDCB229E-7DD5-44A9-9F4F-1EA1E06A40AA}"/>
                </a:ext>
              </a:extLst>
            </p:cNvPr>
            <p:cNvSpPr/>
            <p:nvPr/>
          </p:nvSpPr>
          <p:spPr>
            <a:xfrm>
              <a:off x="1980706" y="82277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7" name="Hexagon 5296">
              <a:extLst>
                <a:ext uri="{FF2B5EF4-FFF2-40B4-BE49-F238E27FC236}">
                  <a16:creationId xmlns:a16="http://schemas.microsoft.com/office/drawing/2014/main" id="{3B8F071C-01D8-4FAD-9D92-11EF2C667F5B}"/>
                </a:ext>
              </a:extLst>
            </p:cNvPr>
            <p:cNvSpPr/>
            <p:nvPr/>
          </p:nvSpPr>
          <p:spPr>
            <a:xfrm>
              <a:off x="4550754" y="8494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8" name="Hexagon 5297">
              <a:extLst>
                <a:ext uri="{FF2B5EF4-FFF2-40B4-BE49-F238E27FC236}">
                  <a16:creationId xmlns:a16="http://schemas.microsoft.com/office/drawing/2014/main" id="{45F3526C-056C-4BED-B6BD-BDAB7A2F6899}"/>
                </a:ext>
              </a:extLst>
            </p:cNvPr>
            <p:cNvSpPr/>
            <p:nvPr/>
          </p:nvSpPr>
          <p:spPr>
            <a:xfrm>
              <a:off x="6650381" y="87992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2" name="Hexagon 1141">
              <a:extLst>
                <a:ext uri="{FF2B5EF4-FFF2-40B4-BE49-F238E27FC236}">
                  <a16:creationId xmlns:a16="http://schemas.microsoft.com/office/drawing/2014/main" id="{26C3570E-AF04-4E18-BEE5-3A3BCAE8F059}"/>
                </a:ext>
              </a:extLst>
            </p:cNvPr>
            <p:cNvSpPr/>
            <p:nvPr/>
          </p:nvSpPr>
          <p:spPr>
            <a:xfrm>
              <a:off x="3622042" y="47188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1" name="Hexagon 1180">
              <a:extLst>
                <a:ext uri="{FF2B5EF4-FFF2-40B4-BE49-F238E27FC236}">
                  <a16:creationId xmlns:a16="http://schemas.microsoft.com/office/drawing/2014/main" id="{8B548ECE-B068-4EDE-9EBE-433D708D33DF}"/>
                </a:ext>
              </a:extLst>
            </p:cNvPr>
            <p:cNvSpPr/>
            <p:nvPr/>
          </p:nvSpPr>
          <p:spPr>
            <a:xfrm>
              <a:off x="1974217" y="49856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8" name="Hexagon 1237">
              <a:extLst>
                <a:ext uri="{FF2B5EF4-FFF2-40B4-BE49-F238E27FC236}">
                  <a16:creationId xmlns:a16="http://schemas.microsoft.com/office/drawing/2014/main" id="{0A9F0BD8-2619-4460-9F36-C294037551DD}"/>
                </a:ext>
              </a:extLst>
            </p:cNvPr>
            <p:cNvSpPr/>
            <p:nvPr/>
          </p:nvSpPr>
          <p:spPr>
            <a:xfrm>
              <a:off x="805023" y="3280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9" name="Hexagon 1398">
              <a:extLst>
                <a:ext uri="{FF2B5EF4-FFF2-40B4-BE49-F238E27FC236}">
                  <a16:creationId xmlns:a16="http://schemas.microsoft.com/office/drawing/2014/main" id="{C06A7889-2430-46D3-A445-A82A1A27ECF8}"/>
                </a:ext>
              </a:extLst>
            </p:cNvPr>
            <p:cNvSpPr/>
            <p:nvPr/>
          </p:nvSpPr>
          <p:spPr>
            <a:xfrm>
              <a:off x="7793199" y="12990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9" name="Hexagon 1688">
              <a:extLst>
                <a:ext uri="{FF2B5EF4-FFF2-40B4-BE49-F238E27FC236}">
                  <a16:creationId xmlns:a16="http://schemas.microsoft.com/office/drawing/2014/main" id="{69D69164-723A-4A9D-A66F-32D9F38CEA3C}"/>
                </a:ext>
              </a:extLst>
            </p:cNvPr>
            <p:cNvSpPr/>
            <p:nvPr/>
          </p:nvSpPr>
          <p:spPr>
            <a:xfrm>
              <a:off x="10825085" y="26488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0" name="Hexagon 1689">
              <a:extLst>
                <a:ext uri="{FF2B5EF4-FFF2-40B4-BE49-F238E27FC236}">
                  <a16:creationId xmlns:a16="http://schemas.microsoft.com/office/drawing/2014/main" id="{2F2F0128-3440-48AA-A6C5-569EA3356D41}"/>
                </a:ext>
              </a:extLst>
            </p:cNvPr>
            <p:cNvSpPr/>
            <p:nvPr/>
          </p:nvSpPr>
          <p:spPr>
            <a:xfrm>
              <a:off x="9882258" y="15669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历练">
            <a:extLst>
              <a:ext uri="{FF2B5EF4-FFF2-40B4-BE49-F238E27FC236}">
                <a16:creationId xmlns:a16="http://schemas.microsoft.com/office/drawing/2014/main" id="{A4327504-D8B7-4F68-ADAA-022A1F8A15C1}"/>
              </a:ext>
            </a:extLst>
          </p:cNvPr>
          <p:cNvGrpSpPr/>
          <p:nvPr/>
        </p:nvGrpSpPr>
        <p:grpSpPr>
          <a:xfrm>
            <a:off x="1811792" y="1991589"/>
            <a:ext cx="7077466" cy="5461245"/>
            <a:chOff x="1044877" y="1578631"/>
            <a:chExt cx="7077466" cy="5461245"/>
          </a:xfrm>
        </p:grpSpPr>
        <p:sp>
          <p:nvSpPr>
            <p:cNvPr id="5323" name="Hexagon 5322">
              <a:extLst>
                <a:ext uri="{FF2B5EF4-FFF2-40B4-BE49-F238E27FC236}">
                  <a16:creationId xmlns:a16="http://schemas.microsoft.com/office/drawing/2014/main" id="{A304ACCD-3392-433D-91AC-B2CAA14E09F7}"/>
                </a:ext>
              </a:extLst>
            </p:cNvPr>
            <p:cNvSpPr/>
            <p:nvPr/>
          </p:nvSpPr>
          <p:spPr>
            <a:xfrm>
              <a:off x="1044877" y="24739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5" name="Hexagon 5324">
              <a:extLst>
                <a:ext uri="{FF2B5EF4-FFF2-40B4-BE49-F238E27FC236}">
                  <a16:creationId xmlns:a16="http://schemas.microsoft.com/office/drawing/2014/main" id="{F46B18B2-84DF-4E03-A9B2-C9EA21DA503A}"/>
                </a:ext>
              </a:extLst>
            </p:cNvPr>
            <p:cNvSpPr/>
            <p:nvPr/>
          </p:nvSpPr>
          <p:spPr>
            <a:xfrm>
              <a:off x="7818163" y="68634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326" name="Hexagon 1325">
              <a:extLst>
                <a:ext uri="{FF2B5EF4-FFF2-40B4-BE49-F238E27FC236}">
                  <a16:creationId xmlns:a16="http://schemas.microsoft.com/office/drawing/2014/main" id="{A10155C6-A74A-4303-8DF4-F807446DE834}"/>
                </a:ext>
              </a:extLst>
            </p:cNvPr>
            <p:cNvSpPr/>
            <p:nvPr/>
          </p:nvSpPr>
          <p:spPr>
            <a:xfrm>
              <a:off x="3388027" y="1578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sp>
        <p:nvSpPr>
          <p:cNvPr id="5326" name="start">
            <a:extLst>
              <a:ext uri="{FF2B5EF4-FFF2-40B4-BE49-F238E27FC236}">
                <a16:creationId xmlns:a16="http://schemas.microsoft.com/office/drawing/2014/main" id="{E7E16DE6-F79D-4739-9F2C-76E2B2C0794A}"/>
              </a:ext>
            </a:extLst>
          </p:cNvPr>
          <p:cNvSpPr/>
          <p:nvPr/>
        </p:nvSpPr>
        <p:spPr>
          <a:xfrm>
            <a:off x="11850610" y="5992060"/>
            <a:ext cx="305279" cy="177633"/>
          </a:xfrm>
          <a:prstGeom prst="hexagon">
            <a:avLst>
              <a:gd name="adj" fmla="val 39558"/>
              <a:gd name="vf" fmla="val 11547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4111" tIns="67056" rIns="134111" bIns="6705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15"/>
          </a:p>
        </p:txBody>
      </p:sp>
      <p:grpSp>
        <p:nvGrpSpPr>
          <p:cNvPr id="2" name="6级">
            <a:extLst>
              <a:ext uri="{FF2B5EF4-FFF2-40B4-BE49-F238E27FC236}">
                <a16:creationId xmlns:a16="http://schemas.microsoft.com/office/drawing/2014/main" id="{5731DCAB-21D4-4AF9-B7A0-B6AE317B623B}"/>
              </a:ext>
            </a:extLst>
          </p:cNvPr>
          <p:cNvGrpSpPr/>
          <p:nvPr/>
        </p:nvGrpSpPr>
        <p:grpSpPr>
          <a:xfrm>
            <a:off x="7864170" y="995027"/>
            <a:ext cx="4504279" cy="4146652"/>
            <a:chOff x="7864170" y="995027"/>
            <a:chExt cx="4504279" cy="4146652"/>
          </a:xfrm>
        </p:grpSpPr>
        <p:sp>
          <p:nvSpPr>
            <p:cNvPr id="1554" name="Hexagon 1553">
              <a:extLst>
                <a:ext uri="{FF2B5EF4-FFF2-40B4-BE49-F238E27FC236}">
                  <a16:creationId xmlns:a16="http://schemas.microsoft.com/office/drawing/2014/main" id="{4CCB4495-50FD-41E1-9E53-0DC0E98CD678}"/>
                </a:ext>
              </a:extLst>
            </p:cNvPr>
            <p:cNvSpPr/>
            <p:nvPr/>
          </p:nvSpPr>
          <p:spPr>
            <a:xfrm>
              <a:off x="8569022" y="333635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6" name="Hexagon 1475">
              <a:extLst>
                <a:ext uri="{FF2B5EF4-FFF2-40B4-BE49-F238E27FC236}">
                  <a16:creationId xmlns:a16="http://schemas.microsoft.com/office/drawing/2014/main" id="{7CC7CDA0-EFCB-4068-879E-0F32E171AD48}"/>
                </a:ext>
              </a:extLst>
            </p:cNvPr>
            <p:cNvSpPr/>
            <p:nvPr/>
          </p:nvSpPr>
          <p:spPr>
            <a:xfrm>
              <a:off x="8569021" y="35131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7" name="Hexagon 1476">
              <a:extLst>
                <a:ext uri="{FF2B5EF4-FFF2-40B4-BE49-F238E27FC236}">
                  <a16:creationId xmlns:a16="http://schemas.microsoft.com/office/drawing/2014/main" id="{782E1495-A628-4632-A852-25F80925AAA8}"/>
                </a:ext>
              </a:extLst>
            </p:cNvPr>
            <p:cNvSpPr/>
            <p:nvPr/>
          </p:nvSpPr>
          <p:spPr>
            <a:xfrm>
              <a:off x="8569020" y="37013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8" name="Hexagon 1477">
              <a:extLst>
                <a:ext uri="{FF2B5EF4-FFF2-40B4-BE49-F238E27FC236}">
                  <a16:creationId xmlns:a16="http://schemas.microsoft.com/office/drawing/2014/main" id="{8F046363-BB86-4740-8E40-FEFEE5F6C55D}"/>
                </a:ext>
              </a:extLst>
            </p:cNvPr>
            <p:cNvSpPr/>
            <p:nvPr/>
          </p:nvSpPr>
          <p:spPr>
            <a:xfrm>
              <a:off x="8338040" y="360271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9" name="Hexagon 1478">
              <a:extLst>
                <a:ext uri="{FF2B5EF4-FFF2-40B4-BE49-F238E27FC236}">
                  <a16:creationId xmlns:a16="http://schemas.microsoft.com/office/drawing/2014/main" id="{69B86694-A14A-4F0A-B0F3-14B38D167D6F}"/>
                </a:ext>
              </a:extLst>
            </p:cNvPr>
            <p:cNvSpPr/>
            <p:nvPr/>
          </p:nvSpPr>
          <p:spPr>
            <a:xfrm>
              <a:off x="8338039" y="37908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0" name="Hexagon 1479">
              <a:extLst>
                <a:ext uri="{FF2B5EF4-FFF2-40B4-BE49-F238E27FC236}">
                  <a16:creationId xmlns:a16="http://schemas.microsoft.com/office/drawing/2014/main" id="{C7CD420F-D48A-47F2-9526-9BB53B931406}"/>
                </a:ext>
              </a:extLst>
            </p:cNvPr>
            <p:cNvSpPr/>
            <p:nvPr/>
          </p:nvSpPr>
          <p:spPr>
            <a:xfrm>
              <a:off x="8104678" y="405515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1" name="Hexagon 1480">
              <a:extLst>
                <a:ext uri="{FF2B5EF4-FFF2-40B4-BE49-F238E27FC236}">
                  <a16:creationId xmlns:a16="http://schemas.microsoft.com/office/drawing/2014/main" id="{B2111DF1-EF05-4C7B-A506-2DF30E763730}"/>
                </a:ext>
              </a:extLst>
            </p:cNvPr>
            <p:cNvSpPr/>
            <p:nvPr/>
          </p:nvSpPr>
          <p:spPr>
            <a:xfrm>
              <a:off x="8099915" y="42385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2" name="Hexagon 1481">
              <a:extLst>
                <a:ext uri="{FF2B5EF4-FFF2-40B4-BE49-F238E27FC236}">
                  <a16:creationId xmlns:a16="http://schemas.microsoft.com/office/drawing/2014/main" id="{8CD18AA3-F215-43A1-A0A9-A01BC7E9D577}"/>
                </a:ext>
              </a:extLst>
            </p:cNvPr>
            <p:cNvSpPr/>
            <p:nvPr/>
          </p:nvSpPr>
          <p:spPr>
            <a:xfrm>
              <a:off x="7864171" y="414469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3" name="Hexagon 1482">
              <a:extLst>
                <a:ext uri="{FF2B5EF4-FFF2-40B4-BE49-F238E27FC236}">
                  <a16:creationId xmlns:a16="http://schemas.microsoft.com/office/drawing/2014/main" id="{CA54547E-1464-4E06-A1AA-4BC48E1E5060}"/>
                </a:ext>
              </a:extLst>
            </p:cNvPr>
            <p:cNvSpPr/>
            <p:nvPr/>
          </p:nvSpPr>
          <p:spPr>
            <a:xfrm>
              <a:off x="7864170" y="433281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4" name="Hexagon 1483">
              <a:extLst>
                <a:ext uri="{FF2B5EF4-FFF2-40B4-BE49-F238E27FC236}">
                  <a16:creationId xmlns:a16="http://schemas.microsoft.com/office/drawing/2014/main" id="{AB9EA5E8-65BD-4EC1-9347-7C6037FA047D}"/>
                </a:ext>
              </a:extLst>
            </p:cNvPr>
            <p:cNvSpPr/>
            <p:nvPr/>
          </p:nvSpPr>
          <p:spPr>
            <a:xfrm>
              <a:off x="8102295" y="44150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5" name="Hexagon 1484">
              <a:extLst>
                <a:ext uri="{FF2B5EF4-FFF2-40B4-BE49-F238E27FC236}">
                  <a16:creationId xmlns:a16="http://schemas.microsoft.com/office/drawing/2014/main" id="{0F40ADA5-9D32-41D7-B9C0-9B1285ED509D}"/>
                </a:ext>
              </a:extLst>
            </p:cNvPr>
            <p:cNvSpPr/>
            <p:nvPr/>
          </p:nvSpPr>
          <p:spPr>
            <a:xfrm>
              <a:off x="8102294" y="46032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6" name="Hexagon 1485">
              <a:extLst>
                <a:ext uri="{FF2B5EF4-FFF2-40B4-BE49-F238E27FC236}">
                  <a16:creationId xmlns:a16="http://schemas.microsoft.com/office/drawing/2014/main" id="{DEDC8365-1EAE-430C-A2C2-D579ECB31F0B}"/>
                </a:ext>
              </a:extLst>
            </p:cNvPr>
            <p:cNvSpPr/>
            <p:nvPr/>
          </p:nvSpPr>
          <p:spPr>
            <a:xfrm>
              <a:off x="8338040" y="39698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7" name="Hexagon 1486">
              <a:extLst>
                <a:ext uri="{FF2B5EF4-FFF2-40B4-BE49-F238E27FC236}">
                  <a16:creationId xmlns:a16="http://schemas.microsoft.com/office/drawing/2014/main" id="{65D6AD80-09E7-4BE6-8B5E-4820973DAF66}"/>
                </a:ext>
              </a:extLst>
            </p:cNvPr>
            <p:cNvSpPr/>
            <p:nvPr/>
          </p:nvSpPr>
          <p:spPr>
            <a:xfrm>
              <a:off x="8338039" y="415087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8" name="Hexagon 1487">
              <a:extLst>
                <a:ext uri="{FF2B5EF4-FFF2-40B4-BE49-F238E27FC236}">
                  <a16:creationId xmlns:a16="http://schemas.microsoft.com/office/drawing/2014/main" id="{658555DF-657D-4682-A3E1-06C2494DEF96}"/>
                </a:ext>
              </a:extLst>
            </p:cNvPr>
            <p:cNvSpPr/>
            <p:nvPr/>
          </p:nvSpPr>
          <p:spPr>
            <a:xfrm>
              <a:off x="8571402" y="388191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9" name="Hexagon 1488">
              <a:extLst>
                <a:ext uri="{FF2B5EF4-FFF2-40B4-BE49-F238E27FC236}">
                  <a16:creationId xmlns:a16="http://schemas.microsoft.com/office/drawing/2014/main" id="{0D001EDD-78D2-4009-B087-0E4E404CC884}"/>
                </a:ext>
              </a:extLst>
            </p:cNvPr>
            <p:cNvSpPr/>
            <p:nvPr/>
          </p:nvSpPr>
          <p:spPr>
            <a:xfrm>
              <a:off x="8571401" y="406527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0" name="Hexagon 1489">
              <a:extLst>
                <a:ext uri="{FF2B5EF4-FFF2-40B4-BE49-F238E27FC236}">
                  <a16:creationId xmlns:a16="http://schemas.microsoft.com/office/drawing/2014/main" id="{66BF991B-FE1A-4C20-8BBC-689F2C7DFA04}"/>
                </a:ext>
              </a:extLst>
            </p:cNvPr>
            <p:cNvSpPr/>
            <p:nvPr/>
          </p:nvSpPr>
          <p:spPr>
            <a:xfrm>
              <a:off x="8335657" y="433023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1" name="Hexagon 1490">
              <a:extLst>
                <a:ext uri="{FF2B5EF4-FFF2-40B4-BE49-F238E27FC236}">
                  <a16:creationId xmlns:a16="http://schemas.microsoft.com/office/drawing/2014/main" id="{51864871-B755-4696-ACCC-907DC3D2297D}"/>
                </a:ext>
              </a:extLst>
            </p:cNvPr>
            <p:cNvSpPr/>
            <p:nvPr/>
          </p:nvSpPr>
          <p:spPr>
            <a:xfrm>
              <a:off x="8335656" y="45135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2" name="Hexagon 1491">
              <a:extLst>
                <a:ext uri="{FF2B5EF4-FFF2-40B4-BE49-F238E27FC236}">
                  <a16:creationId xmlns:a16="http://schemas.microsoft.com/office/drawing/2014/main" id="{8D687B77-1458-4A75-92D7-F5DB2AA0A2CE}"/>
                </a:ext>
              </a:extLst>
            </p:cNvPr>
            <p:cNvSpPr/>
            <p:nvPr/>
          </p:nvSpPr>
          <p:spPr>
            <a:xfrm>
              <a:off x="8333274" y="46926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3" name="Hexagon 1492">
              <a:extLst>
                <a:ext uri="{FF2B5EF4-FFF2-40B4-BE49-F238E27FC236}">
                  <a16:creationId xmlns:a16="http://schemas.microsoft.com/office/drawing/2014/main" id="{550BF3DD-B62B-416A-AAD9-AF404D1080C6}"/>
                </a:ext>
              </a:extLst>
            </p:cNvPr>
            <p:cNvSpPr/>
            <p:nvPr/>
          </p:nvSpPr>
          <p:spPr>
            <a:xfrm>
              <a:off x="8333273" y="48736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4" name="Hexagon 1493">
              <a:extLst>
                <a:ext uri="{FF2B5EF4-FFF2-40B4-BE49-F238E27FC236}">
                  <a16:creationId xmlns:a16="http://schemas.microsoft.com/office/drawing/2014/main" id="{1785448B-03D2-4A48-BEC8-814E7F7E94E6}"/>
                </a:ext>
              </a:extLst>
            </p:cNvPr>
            <p:cNvSpPr/>
            <p:nvPr/>
          </p:nvSpPr>
          <p:spPr>
            <a:xfrm>
              <a:off x="8566636" y="424081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5" name="Hexagon 1494">
              <a:extLst>
                <a:ext uri="{FF2B5EF4-FFF2-40B4-BE49-F238E27FC236}">
                  <a16:creationId xmlns:a16="http://schemas.microsoft.com/office/drawing/2014/main" id="{111B1DA1-40CD-4500-B13D-357EB1804D0C}"/>
                </a:ext>
              </a:extLst>
            </p:cNvPr>
            <p:cNvSpPr/>
            <p:nvPr/>
          </p:nvSpPr>
          <p:spPr>
            <a:xfrm>
              <a:off x="8566635" y="442178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6" name="Hexagon 1495">
              <a:extLst>
                <a:ext uri="{FF2B5EF4-FFF2-40B4-BE49-F238E27FC236}">
                  <a16:creationId xmlns:a16="http://schemas.microsoft.com/office/drawing/2014/main" id="{51E16011-DF8F-4BDA-81D4-240AC618DAEF}"/>
                </a:ext>
              </a:extLst>
            </p:cNvPr>
            <p:cNvSpPr/>
            <p:nvPr/>
          </p:nvSpPr>
          <p:spPr>
            <a:xfrm>
              <a:off x="8566636" y="46029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7" name="Hexagon 1496">
              <a:extLst>
                <a:ext uri="{FF2B5EF4-FFF2-40B4-BE49-F238E27FC236}">
                  <a16:creationId xmlns:a16="http://schemas.microsoft.com/office/drawing/2014/main" id="{F1BB56C4-9EC4-437D-8CCC-950E118B4A51}"/>
                </a:ext>
              </a:extLst>
            </p:cNvPr>
            <p:cNvSpPr/>
            <p:nvPr/>
          </p:nvSpPr>
          <p:spPr>
            <a:xfrm>
              <a:off x="8566635" y="47839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8" name="Hexagon 1497">
              <a:extLst>
                <a:ext uri="{FF2B5EF4-FFF2-40B4-BE49-F238E27FC236}">
                  <a16:creationId xmlns:a16="http://schemas.microsoft.com/office/drawing/2014/main" id="{65D4A266-E797-4569-9323-A300A56BF1F4}"/>
                </a:ext>
              </a:extLst>
            </p:cNvPr>
            <p:cNvSpPr/>
            <p:nvPr/>
          </p:nvSpPr>
          <p:spPr>
            <a:xfrm>
              <a:off x="8799997" y="469027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9" name="Hexagon 1498">
              <a:extLst>
                <a:ext uri="{FF2B5EF4-FFF2-40B4-BE49-F238E27FC236}">
                  <a16:creationId xmlns:a16="http://schemas.microsoft.com/office/drawing/2014/main" id="{3C9CF84B-3DC3-4F3A-8660-D448B3BCC903}"/>
                </a:ext>
              </a:extLst>
            </p:cNvPr>
            <p:cNvSpPr/>
            <p:nvPr/>
          </p:nvSpPr>
          <p:spPr>
            <a:xfrm>
              <a:off x="8799996" y="48712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0" name="Hexagon 1499">
              <a:extLst>
                <a:ext uri="{FF2B5EF4-FFF2-40B4-BE49-F238E27FC236}">
                  <a16:creationId xmlns:a16="http://schemas.microsoft.com/office/drawing/2014/main" id="{E2D34A04-74A8-4E54-B36F-9B5FA6D487BA}"/>
                </a:ext>
              </a:extLst>
            </p:cNvPr>
            <p:cNvSpPr/>
            <p:nvPr/>
          </p:nvSpPr>
          <p:spPr>
            <a:xfrm>
              <a:off x="8797614" y="43258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1" name="Hexagon 1500">
              <a:extLst>
                <a:ext uri="{FF2B5EF4-FFF2-40B4-BE49-F238E27FC236}">
                  <a16:creationId xmlns:a16="http://schemas.microsoft.com/office/drawing/2014/main" id="{D941F729-7017-48E8-BA31-ED52DD15FCF6}"/>
                </a:ext>
              </a:extLst>
            </p:cNvPr>
            <p:cNvSpPr/>
            <p:nvPr/>
          </p:nvSpPr>
          <p:spPr>
            <a:xfrm>
              <a:off x="8797613" y="450684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2" name="Hexagon 1501">
              <a:extLst>
                <a:ext uri="{FF2B5EF4-FFF2-40B4-BE49-F238E27FC236}">
                  <a16:creationId xmlns:a16="http://schemas.microsoft.com/office/drawing/2014/main" id="{F44681C9-ACE7-458B-A2B5-B72B43629D78}"/>
                </a:ext>
              </a:extLst>
            </p:cNvPr>
            <p:cNvSpPr/>
            <p:nvPr/>
          </p:nvSpPr>
          <p:spPr>
            <a:xfrm>
              <a:off x="9034627" y="45981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B43DE002-AB16-4BBE-B7FF-940BE59FBC60}"/>
                </a:ext>
              </a:extLst>
            </p:cNvPr>
            <p:cNvSpPr/>
            <p:nvPr/>
          </p:nvSpPr>
          <p:spPr>
            <a:xfrm>
              <a:off x="9034626" y="477913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FBC6206B-5E86-4BF1-A0D2-021691C74C1A}"/>
                </a:ext>
              </a:extLst>
            </p:cNvPr>
            <p:cNvSpPr/>
            <p:nvPr/>
          </p:nvSpPr>
          <p:spPr>
            <a:xfrm>
              <a:off x="9030976" y="423216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6F02F7C6-EEB3-456B-BD87-C9B65E12AC02}"/>
                </a:ext>
              </a:extLst>
            </p:cNvPr>
            <p:cNvSpPr/>
            <p:nvPr/>
          </p:nvSpPr>
          <p:spPr>
            <a:xfrm>
              <a:off x="9030975" y="44131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AAAD585D-74F7-4619-A6D5-A192603D13A1}"/>
                </a:ext>
              </a:extLst>
            </p:cNvPr>
            <p:cNvSpPr/>
            <p:nvPr/>
          </p:nvSpPr>
          <p:spPr>
            <a:xfrm>
              <a:off x="8803654" y="378670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4CCF5B36-7845-4419-AB33-D2FD8D6BA3FD}"/>
                </a:ext>
              </a:extLst>
            </p:cNvPr>
            <p:cNvSpPr/>
            <p:nvPr/>
          </p:nvSpPr>
          <p:spPr>
            <a:xfrm>
              <a:off x="8803653" y="39676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CF0ED050-FB11-4DD8-AB77-AAF53C725D57}"/>
                </a:ext>
              </a:extLst>
            </p:cNvPr>
            <p:cNvSpPr/>
            <p:nvPr/>
          </p:nvSpPr>
          <p:spPr>
            <a:xfrm>
              <a:off x="8800003" y="34207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A551DFDA-7CFD-4615-B9F2-2D721878EE54}"/>
                </a:ext>
              </a:extLst>
            </p:cNvPr>
            <p:cNvSpPr/>
            <p:nvPr/>
          </p:nvSpPr>
          <p:spPr>
            <a:xfrm>
              <a:off x="8800002" y="360167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A7EF852A-AE15-4B22-B02A-F350C0DCA15C}"/>
                </a:ext>
              </a:extLst>
            </p:cNvPr>
            <p:cNvSpPr/>
            <p:nvPr/>
          </p:nvSpPr>
          <p:spPr>
            <a:xfrm>
              <a:off x="9032247" y="387428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F8CA5C8-E2FB-4DF3-88B6-DCBE3ECD381C}"/>
                </a:ext>
              </a:extLst>
            </p:cNvPr>
            <p:cNvSpPr/>
            <p:nvPr/>
          </p:nvSpPr>
          <p:spPr>
            <a:xfrm>
              <a:off x="9032246" y="405526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397A293-74E7-407B-83BB-3AFAC8255CBB}"/>
                </a:ext>
              </a:extLst>
            </p:cNvPr>
            <p:cNvSpPr/>
            <p:nvPr/>
          </p:nvSpPr>
          <p:spPr>
            <a:xfrm>
              <a:off x="9028596" y="35082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9988C3FA-E6F2-49B7-84BA-7F1A5C2BACD3}"/>
                </a:ext>
              </a:extLst>
            </p:cNvPr>
            <p:cNvSpPr/>
            <p:nvPr/>
          </p:nvSpPr>
          <p:spPr>
            <a:xfrm>
              <a:off x="9028595" y="368926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CD3B8758-F3C5-44E6-98D4-7BCCB59E0ED6}"/>
                </a:ext>
              </a:extLst>
            </p:cNvPr>
            <p:cNvSpPr/>
            <p:nvPr/>
          </p:nvSpPr>
          <p:spPr>
            <a:xfrm>
              <a:off x="9268152" y="45038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5" name="Hexagon 1514">
              <a:extLst>
                <a:ext uri="{FF2B5EF4-FFF2-40B4-BE49-F238E27FC236}">
                  <a16:creationId xmlns:a16="http://schemas.microsoft.com/office/drawing/2014/main" id="{976A21C7-AEB5-4DC5-B122-1B37917A60FE}"/>
                </a:ext>
              </a:extLst>
            </p:cNvPr>
            <p:cNvSpPr/>
            <p:nvPr/>
          </p:nvSpPr>
          <p:spPr>
            <a:xfrm>
              <a:off x="9268151" y="46848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387CB794-4F17-4C68-947D-C835B7837888}"/>
                </a:ext>
              </a:extLst>
            </p:cNvPr>
            <p:cNvSpPr/>
            <p:nvPr/>
          </p:nvSpPr>
          <p:spPr>
            <a:xfrm>
              <a:off x="9264501" y="41378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7" name="Hexagon 1516">
              <a:extLst>
                <a:ext uri="{FF2B5EF4-FFF2-40B4-BE49-F238E27FC236}">
                  <a16:creationId xmlns:a16="http://schemas.microsoft.com/office/drawing/2014/main" id="{64DC9D08-7B8C-4CA6-97CE-74B48F2872CB}"/>
                </a:ext>
              </a:extLst>
            </p:cNvPr>
            <p:cNvSpPr/>
            <p:nvPr/>
          </p:nvSpPr>
          <p:spPr>
            <a:xfrm>
              <a:off x="9264500" y="43188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BCD7965B-CABC-4AC8-9BA4-729D74B12E76}"/>
                </a:ext>
              </a:extLst>
            </p:cNvPr>
            <p:cNvSpPr/>
            <p:nvPr/>
          </p:nvSpPr>
          <p:spPr>
            <a:xfrm>
              <a:off x="9266881" y="378067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9" name="Hexagon 1518">
              <a:extLst>
                <a:ext uri="{FF2B5EF4-FFF2-40B4-BE49-F238E27FC236}">
                  <a16:creationId xmlns:a16="http://schemas.microsoft.com/office/drawing/2014/main" id="{D1A4AC4F-4D08-41B0-942A-9DCC6F37421C}"/>
                </a:ext>
              </a:extLst>
            </p:cNvPr>
            <p:cNvSpPr/>
            <p:nvPr/>
          </p:nvSpPr>
          <p:spPr>
            <a:xfrm>
              <a:off x="9266880" y="39616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1519">
              <a:extLst>
                <a:ext uri="{FF2B5EF4-FFF2-40B4-BE49-F238E27FC236}">
                  <a16:creationId xmlns:a16="http://schemas.microsoft.com/office/drawing/2014/main" id="{15333E6C-EDED-4118-B527-2CF0A6B18042}"/>
                </a:ext>
              </a:extLst>
            </p:cNvPr>
            <p:cNvSpPr/>
            <p:nvPr/>
          </p:nvSpPr>
          <p:spPr>
            <a:xfrm>
              <a:off x="9263230" y="341467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1520">
              <a:extLst>
                <a:ext uri="{FF2B5EF4-FFF2-40B4-BE49-F238E27FC236}">
                  <a16:creationId xmlns:a16="http://schemas.microsoft.com/office/drawing/2014/main" id="{6024353C-0FD6-43DF-8CD8-55DA7BE192B6}"/>
                </a:ext>
              </a:extLst>
            </p:cNvPr>
            <p:cNvSpPr/>
            <p:nvPr/>
          </p:nvSpPr>
          <p:spPr>
            <a:xfrm>
              <a:off x="9263229" y="359565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1521">
              <a:extLst>
                <a:ext uri="{FF2B5EF4-FFF2-40B4-BE49-F238E27FC236}">
                  <a16:creationId xmlns:a16="http://schemas.microsoft.com/office/drawing/2014/main" id="{B4166430-9F0B-491D-95EB-1CE25C398403}"/>
                </a:ext>
              </a:extLst>
            </p:cNvPr>
            <p:cNvSpPr/>
            <p:nvPr/>
          </p:nvSpPr>
          <p:spPr>
            <a:xfrm>
              <a:off x="9501674" y="441335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1522">
              <a:extLst>
                <a:ext uri="{FF2B5EF4-FFF2-40B4-BE49-F238E27FC236}">
                  <a16:creationId xmlns:a16="http://schemas.microsoft.com/office/drawing/2014/main" id="{EDF014F9-01B4-4B65-972C-91D352B70001}"/>
                </a:ext>
              </a:extLst>
            </p:cNvPr>
            <p:cNvSpPr/>
            <p:nvPr/>
          </p:nvSpPr>
          <p:spPr>
            <a:xfrm>
              <a:off x="9501673" y="459433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4" name="Hexagon 1523">
              <a:extLst>
                <a:ext uri="{FF2B5EF4-FFF2-40B4-BE49-F238E27FC236}">
                  <a16:creationId xmlns:a16="http://schemas.microsoft.com/office/drawing/2014/main" id="{B83EE000-A034-475C-8313-C0EDA31FB016}"/>
                </a:ext>
              </a:extLst>
            </p:cNvPr>
            <p:cNvSpPr/>
            <p:nvPr/>
          </p:nvSpPr>
          <p:spPr>
            <a:xfrm>
              <a:off x="9498023" y="40473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826AD2FC-4A87-472E-8F6C-56A050503243}"/>
                </a:ext>
              </a:extLst>
            </p:cNvPr>
            <p:cNvSpPr/>
            <p:nvPr/>
          </p:nvSpPr>
          <p:spPr>
            <a:xfrm>
              <a:off x="9498022" y="422832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6" name="Hexagon 1525">
              <a:extLst>
                <a:ext uri="{FF2B5EF4-FFF2-40B4-BE49-F238E27FC236}">
                  <a16:creationId xmlns:a16="http://schemas.microsoft.com/office/drawing/2014/main" id="{290EBEA2-EE83-4A9A-8A3E-EECB14DFC40C}"/>
                </a:ext>
              </a:extLst>
            </p:cNvPr>
            <p:cNvSpPr/>
            <p:nvPr/>
          </p:nvSpPr>
          <p:spPr>
            <a:xfrm>
              <a:off x="9499133" y="36887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7" name="Hexagon 1526">
              <a:extLst>
                <a:ext uri="{FF2B5EF4-FFF2-40B4-BE49-F238E27FC236}">
                  <a16:creationId xmlns:a16="http://schemas.microsoft.com/office/drawing/2014/main" id="{6341F83B-40C8-4699-B230-70025E2A82B0}"/>
                </a:ext>
              </a:extLst>
            </p:cNvPr>
            <p:cNvSpPr/>
            <p:nvPr/>
          </p:nvSpPr>
          <p:spPr>
            <a:xfrm>
              <a:off x="9499132" y="386975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8" name="Hexagon 1527">
              <a:extLst>
                <a:ext uri="{FF2B5EF4-FFF2-40B4-BE49-F238E27FC236}">
                  <a16:creationId xmlns:a16="http://schemas.microsoft.com/office/drawing/2014/main" id="{09D40D03-7660-4843-86D3-951DCD0D1692}"/>
                </a:ext>
              </a:extLst>
            </p:cNvPr>
            <p:cNvSpPr/>
            <p:nvPr/>
          </p:nvSpPr>
          <p:spPr>
            <a:xfrm>
              <a:off x="9495482" y="332277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9" name="Hexagon 1528">
              <a:extLst>
                <a:ext uri="{FF2B5EF4-FFF2-40B4-BE49-F238E27FC236}">
                  <a16:creationId xmlns:a16="http://schemas.microsoft.com/office/drawing/2014/main" id="{48612EBE-F646-48FA-8405-7AE56E3D67B1}"/>
                </a:ext>
              </a:extLst>
            </p:cNvPr>
            <p:cNvSpPr/>
            <p:nvPr/>
          </p:nvSpPr>
          <p:spPr>
            <a:xfrm>
              <a:off x="9495481" y="35037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0" name="Hexagon 1529">
              <a:extLst>
                <a:ext uri="{FF2B5EF4-FFF2-40B4-BE49-F238E27FC236}">
                  <a16:creationId xmlns:a16="http://schemas.microsoft.com/office/drawing/2014/main" id="{F945B407-7CC7-42CF-B6C5-18BA4214654E}"/>
                </a:ext>
              </a:extLst>
            </p:cNvPr>
            <p:cNvSpPr/>
            <p:nvPr/>
          </p:nvSpPr>
          <p:spPr>
            <a:xfrm>
              <a:off x="9732653" y="43239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1" name="Hexagon 1530">
              <a:extLst>
                <a:ext uri="{FF2B5EF4-FFF2-40B4-BE49-F238E27FC236}">
                  <a16:creationId xmlns:a16="http://schemas.microsoft.com/office/drawing/2014/main" id="{BCFA4ED9-7198-426D-8ACB-25D975F3D139}"/>
                </a:ext>
              </a:extLst>
            </p:cNvPr>
            <p:cNvSpPr/>
            <p:nvPr/>
          </p:nvSpPr>
          <p:spPr>
            <a:xfrm>
              <a:off x="9732652" y="450493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2" name="Hexagon 1531">
              <a:extLst>
                <a:ext uri="{FF2B5EF4-FFF2-40B4-BE49-F238E27FC236}">
                  <a16:creationId xmlns:a16="http://schemas.microsoft.com/office/drawing/2014/main" id="{FC02975C-D3EB-4049-A81E-0278AFB4D7FA}"/>
                </a:ext>
              </a:extLst>
            </p:cNvPr>
            <p:cNvSpPr/>
            <p:nvPr/>
          </p:nvSpPr>
          <p:spPr>
            <a:xfrm>
              <a:off x="9729002" y="39579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3" name="Hexagon 1532">
              <a:extLst>
                <a:ext uri="{FF2B5EF4-FFF2-40B4-BE49-F238E27FC236}">
                  <a16:creationId xmlns:a16="http://schemas.microsoft.com/office/drawing/2014/main" id="{F0333B2B-6102-4156-97A2-7A7031442076}"/>
                </a:ext>
              </a:extLst>
            </p:cNvPr>
            <p:cNvSpPr/>
            <p:nvPr/>
          </p:nvSpPr>
          <p:spPr>
            <a:xfrm>
              <a:off x="9729001" y="41389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4" name="Hexagon 1533">
              <a:extLst>
                <a:ext uri="{FF2B5EF4-FFF2-40B4-BE49-F238E27FC236}">
                  <a16:creationId xmlns:a16="http://schemas.microsoft.com/office/drawing/2014/main" id="{CCE1DF00-0502-40CE-A4C1-12B5E591A593}"/>
                </a:ext>
              </a:extLst>
            </p:cNvPr>
            <p:cNvSpPr/>
            <p:nvPr/>
          </p:nvSpPr>
          <p:spPr>
            <a:xfrm>
              <a:off x="9964906" y="441599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5" name="Hexagon 1534">
              <a:extLst>
                <a:ext uri="{FF2B5EF4-FFF2-40B4-BE49-F238E27FC236}">
                  <a16:creationId xmlns:a16="http://schemas.microsoft.com/office/drawing/2014/main" id="{8424EC30-6E0A-4786-BC8F-ED46B32921DF}"/>
                </a:ext>
              </a:extLst>
            </p:cNvPr>
            <p:cNvSpPr/>
            <p:nvPr/>
          </p:nvSpPr>
          <p:spPr>
            <a:xfrm>
              <a:off x="9964905" y="45969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6" name="Hexagon 1535">
              <a:extLst>
                <a:ext uri="{FF2B5EF4-FFF2-40B4-BE49-F238E27FC236}">
                  <a16:creationId xmlns:a16="http://schemas.microsoft.com/office/drawing/2014/main" id="{9FCE77F2-189F-403C-A493-E911890C5568}"/>
                </a:ext>
              </a:extLst>
            </p:cNvPr>
            <p:cNvSpPr/>
            <p:nvPr/>
          </p:nvSpPr>
          <p:spPr>
            <a:xfrm>
              <a:off x="9961255" y="404999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7" name="Hexagon 1536">
              <a:extLst>
                <a:ext uri="{FF2B5EF4-FFF2-40B4-BE49-F238E27FC236}">
                  <a16:creationId xmlns:a16="http://schemas.microsoft.com/office/drawing/2014/main" id="{C448C1E9-46F3-4EA2-A643-574CF2F1B616}"/>
                </a:ext>
              </a:extLst>
            </p:cNvPr>
            <p:cNvSpPr/>
            <p:nvPr/>
          </p:nvSpPr>
          <p:spPr>
            <a:xfrm>
              <a:off x="9961254" y="423096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8" name="Hexagon 1537">
              <a:extLst>
                <a:ext uri="{FF2B5EF4-FFF2-40B4-BE49-F238E27FC236}">
                  <a16:creationId xmlns:a16="http://schemas.microsoft.com/office/drawing/2014/main" id="{028E8611-CB8B-4922-811B-4E155860E71D}"/>
                </a:ext>
              </a:extLst>
            </p:cNvPr>
            <p:cNvSpPr/>
            <p:nvPr/>
          </p:nvSpPr>
          <p:spPr>
            <a:xfrm>
              <a:off x="10195736" y="43217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9" name="Hexagon 1538">
              <a:extLst>
                <a:ext uri="{FF2B5EF4-FFF2-40B4-BE49-F238E27FC236}">
                  <a16:creationId xmlns:a16="http://schemas.microsoft.com/office/drawing/2014/main" id="{FF9B430E-73C1-4256-B5EE-B4619B8A7BBA}"/>
                </a:ext>
              </a:extLst>
            </p:cNvPr>
            <p:cNvSpPr/>
            <p:nvPr/>
          </p:nvSpPr>
          <p:spPr>
            <a:xfrm>
              <a:off x="10195735" y="45026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0" name="Hexagon 1539">
              <a:extLst>
                <a:ext uri="{FF2B5EF4-FFF2-40B4-BE49-F238E27FC236}">
                  <a16:creationId xmlns:a16="http://schemas.microsoft.com/office/drawing/2014/main" id="{FA7C649C-917A-4355-B0FB-31BA800EB5A9}"/>
                </a:ext>
              </a:extLst>
            </p:cNvPr>
            <p:cNvSpPr/>
            <p:nvPr/>
          </p:nvSpPr>
          <p:spPr>
            <a:xfrm>
              <a:off x="10192085" y="39557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1" name="Hexagon 1540">
              <a:extLst>
                <a:ext uri="{FF2B5EF4-FFF2-40B4-BE49-F238E27FC236}">
                  <a16:creationId xmlns:a16="http://schemas.microsoft.com/office/drawing/2014/main" id="{7962A84A-4F3C-4C95-BD9A-1598E7990B58}"/>
                </a:ext>
              </a:extLst>
            </p:cNvPr>
            <p:cNvSpPr/>
            <p:nvPr/>
          </p:nvSpPr>
          <p:spPr>
            <a:xfrm>
              <a:off x="10192084" y="4136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2" name="Hexagon 1541">
              <a:extLst>
                <a:ext uri="{FF2B5EF4-FFF2-40B4-BE49-F238E27FC236}">
                  <a16:creationId xmlns:a16="http://schemas.microsoft.com/office/drawing/2014/main" id="{F092FF6C-5918-4B57-96EE-78220F675C81}"/>
                </a:ext>
              </a:extLst>
            </p:cNvPr>
            <p:cNvSpPr/>
            <p:nvPr/>
          </p:nvSpPr>
          <p:spPr>
            <a:xfrm>
              <a:off x="10431543" y="42309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3" name="Hexagon 1542">
              <a:extLst>
                <a:ext uri="{FF2B5EF4-FFF2-40B4-BE49-F238E27FC236}">
                  <a16:creationId xmlns:a16="http://schemas.microsoft.com/office/drawing/2014/main" id="{61761F14-A45D-4617-B356-2AE303BF88C6}"/>
                </a:ext>
              </a:extLst>
            </p:cNvPr>
            <p:cNvSpPr/>
            <p:nvPr/>
          </p:nvSpPr>
          <p:spPr>
            <a:xfrm>
              <a:off x="10431542" y="44119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4" name="Hexagon 1543">
              <a:extLst>
                <a:ext uri="{FF2B5EF4-FFF2-40B4-BE49-F238E27FC236}">
                  <a16:creationId xmlns:a16="http://schemas.microsoft.com/office/drawing/2014/main" id="{924C5922-3CB1-4D12-A080-1C7B5FE0DDFE}"/>
                </a:ext>
              </a:extLst>
            </p:cNvPr>
            <p:cNvSpPr/>
            <p:nvPr/>
          </p:nvSpPr>
          <p:spPr>
            <a:xfrm>
              <a:off x="10427892" y="386493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5" name="Hexagon 1544">
              <a:extLst>
                <a:ext uri="{FF2B5EF4-FFF2-40B4-BE49-F238E27FC236}">
                  <a16:creationId xmlns:a16="http://schemas.microsoft.com/office/drawing/2014/main" id="{B1CA1821-F113-4FDA-9BA4-1A7BBD3CAE96}"/>
                </a:ext>
              </a:extLst>
            </p:cNvPr>
            <p:cNvSpPr/>
            <p:nvPr/>
          </p:nvSpPr>
          <p:spPr>
            <a:xfrm>
              <a:off x="10427891" y="40459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6" name="Hexagon 1545">
              <a:extLst>
                <a:ext uri="{FF2B5EF4-FFF2-40B4-BE49-F238E27FC236}">
                  <a16:creationId xmlns:a16="http://schemas.microsoft.com/office/drawing/2014/main" id="{880A796D-3833-4550-8D7F-A8ADB574985A}"/>
                </a:ext>
              </a:extLst>
            </p:cNvPr>
            <p:cNvSpPr/>
            <p:nvPr/>
          </p:nvSpPr>
          <p:spPr>
            <a:xfrm>
              <a:off x="10666095" y="413795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7" name="Hexagon 1546">
              <a:extLst>
                <a:ext uri="{FF2B5EF4-FFF2-40B4-BE49-F238E27FC236}">
                  <a16:creationId xmlns:a16="http://schemas.microsoft.com/office/drawing/2014/main" id="{C4F2A56C-51B5-4D3D-AFD3-47E4DB7D4AFC}"/>
                </a:ext>
              </a:extLst>
            </p:cNvPr>
            <p:cNvSpPr/>
            <p:nvPr/>
          </p:nvSpPr>
          <p:spPr>
            <a:xfrm>
              <a:off x="10666094" y="43189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8" name="Hexagon 1547">
              <a:extLst>
                <a:ext uri="{FF2B5EF4-FFF2-40B4-BE49-F238E27FC236}">
                  <a16:creationId xmlns:a16="http://schemas.microsoft.com/office/drawing/2014/main" id="{0DD851EC-9E49-4BA5-A935-E04C8708D4A9}"/>
                </a:ext>
              </a:extLst>
            </p:cNvPr>
            <p:cNvSpPr/>
            <p:nvPr/>
          </p:nvSpPr>
          <p:spPr>
            <a:xfrm>
              <a:off x="10662444" y="377194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5" name="Hexagon 1554">
              <a:extLst>
                <a:ext uri="{FF2B5EF4-FFF2-40B4-BE49-F238E27FC236}">
                  <a16:creationId xmlns:a16="http://schemas.microsoft.com/office/drawing/2014/main" id="{CF0F133E-1B3F-4592-8052-7C853CDA4411}"/>
                </a:ext>
              </a:extLst>
            </p:cNvPr>
            <p:cNvSpPr/>
            <p:nvPr/>
          </p:nvSpPr>
          <p:spPr>
            <a:xfrm>
              <a:off x="10662443" y="39529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6" name="Hexagon 1555">
              <a:extLst>
                <a:ext uri="{FF2B5EF4-FFF2-40B4-BE49-F238E27FC236}">
                  <a16:creationId xmlns:a16="http://schemas.microsoft.com/office/drawing/2014/main" id="{67E595B6-6513-460F-97C9-3B80E3381908}"/>
                </a:ext>
              </a:extLst>
            </p:cNvPr>
            <p:cNvSpPr/>
            <p:nvPr/>
          </p:nvSpPr>
          <p:spPr>
            <a:xfrm>
              <a:off x="9730237" y="359947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7" name="Hexagon 1556">
              <a:extLst>
                <a:ext uri="{FF2B5EF4-FFF2-40B4-BE49-F238E27FC236}">
                  <a16:creationId xmlns:a16="http://schemas.microsoft.com/office/drawing/2014/main" id="{41DDC9C1-DCB6-4D37-A79B-A2989B4C62F9}"/>
                </a:ext>
              </a:extLst>
            </p:cNvPr>
            <p:cNvSpPr/>
            <p:nvPr/>
          </p:nvSpPr>
          <p:spPr>
            <a:xfrm>
              <a:off x="9730236" y="37804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8" name="Hexagon 1557">
              <a:extLst>
                <a:ext uri="{FF2B5EF4-FFF2-40B4-BE49-F238E27FC236}">
                  <a16:creationId xmlns:a16="http://schemas.microsoft.com/office/drawing/2014/main" id="{BA287324-58DE-4EE3-B052-AB6B8724F075}"/>
                </a:ext>
              </a:extLst>
            </p:cNvPr>
            <p:cNvSpPr/>
            <p:nvPr/>
          </p:nvSpPr>
          <p:spPr>
            <a:xfrm>
              <a:off x="9726586" y="323347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9" name="Hexagon 1558">
              <a:extLst>
                <a:ext uri="{FF2B5EF4-FFF2-40B4-BE49-F238E27FC236}">
                  <a16:creationId xmlns:a16="http://schemas.microsoft.com/office/drawing/2014/main" id="{764009DE-9347-44DC-9506-648E3E2F98A0}"/>
                </a:ext>
              </a:extLst>
            </p:cNvPr>
            <p:cNvSpPr/>
            <p:nvPr/>
          </p:nvSpPr>
          <p:spPr>
            <a:xfrm>
              <a:off x="9726585" y="341445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0" name="Hexagon 1559">
              <a:extLst>
                <a:ext uri="{FF2B5EF4-FFF2-40B4-BE49-F238E27FC236}">
                  <a16:creationId xmlns:a16="http://schemas.microsoft.com/office/drawing/2014/main" id="{ABDC0178-56F5-4E9E-B57C-0D30E418910E}"/>
                </a:ext>
              </a:extLst>
            </p:cNvPr>
            <p:cNvSpPr/>
            <p:nvPr/>
          </p:nvSpPr>
          <p:spPr>
            <a:xfrm>
              <a:off x="10893595" y="387211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1" name="Hexagon 1560">
              <a:extLst>
                <a:ext uri="{FF2B5EF4-FFF2-40B4-BE49-F238E27FC236}">
                  <a16:creationId xmlns:a16="http://schemas.microsoft.com/office/drawing/2014/main" id="{889DB97A-531A-4AFD-94B0-14693D8F82B0}"/>
                </a:ext>
              </a:extLst>
            </p:cNvPr>
            <p:cNvSpPr/>
            <p:nvPr/>
          </p:nvSpPr>
          <p:spPr>
            <a:xfrm>
              <a:off x="10893594" y="405309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2" name="Hexagon 1561">
              <a:extLst>
                <a:ext uri="{FF2B5EF4-FFF2-40B4-BE49-F238E27FC236}">
                  <a16:creationId xmlns:a16="http://schemas.microsoft.com/office/drawing/2014/main" id="{AF3EF837-5C8A-40E8-B8DA-74ED6959507C}"/>
                </a:ext>
              </a:extLst>
            </p:cNvPr>
            <p:cNvSpPr/>
            <p:nvPr/>
          </p:nvSpPr>
          <p:spPr>
            <a:xfrm>
              <a:off x="10889944" y="350611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3" name="Hexagon 1562">
              <a:extLst>
                <a:ext uri="{FF2B5EF4-FFF2-40B4-BE49-F238E27FC236}">
                  <a16:creationId xmlns:a16="http://schemas.microsoft.com/office/drawing/2014/main" id="{11C8C536-C0C1-494C-BE97-EA1AA77F10A3}"/>
                </a:ext>
              </a:extLst>
            </p:cNvPr>
            <p:cNvSpPr/>
            <p:nvPr/>
          </p:nvSpPr>
          <p:spPr>
            <a:xfrm>
              <a:off x="10889943" y="368709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4" name="Hexagon 1563">
              <a:extLst>
                <a:ext uri="{FF2B5EF4-FFF2-40B4-BE49-F238E27FC236}">
                  <a16:creationId xmlns:a16="http://schemas.microsoft.com/office/drawing/2014/main" id="{3C43C87E-5B30-49FB-B189-D511C4FBDF90}"/>
                </a:ext>
              </a:extLst>
            </p:cNvPr>
            <p:cNvSpPr/>
            <p:nvPr/>
          </p:nvSpPr>
          <p:spPr>
            <a:xfrm>
              <a:off x="11126855" y="37804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5" name="Hexagon 1564">
              <a:extLst>
                <a:ext uri="{FF2B5EF4-FFF2-40B4-BE49-F238E27FC236}">
                  <a16:creationId xmlns:a16="http://schemas.microsoft.com/office/drawing/2014/main" id="{08A235E3-6FBE-4BBA-B367-4CCF4C27A5E5}"/>
                </a:ext>
              </a:extLst>
            </p:cNvPr>
            <p:cNvSpPr/>
            <p:nvPr/>
          </p:nvSpPr>
          <p:spPr>
            <a:xfrm>
              <a:off x="11126854" y="39613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6" name="Hexagon 1565">
              <a:extLst>
                <a:ext uri="{FF2B5EF4-FFF2-40B4-BE49-F238E27FC236}">
                  <a16:creationId xmlns:a16="http://schemas.microsoft.com/office/drawing/2014/main" id="{8AD59C70-B804-4FAA-A8E9-00EF2A401988}"/>
                </a:ext>
              </a:extLst>
            </p:cNvPr>
            <p:cNvSpPr/>
            <p:nvPr/>
          </p:nvSpPr>
          <p:spPr>
            <a:xfrm>
              <a:off x="11123204" y="34144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7" name="Hexagon 1566">
              <a:extLst>
                <a:ext uri="{FF2B5EF4-FFF2-40B4-BE49-F238E27FC236}">
                  <a16:creationId xmlns:a16="http://schemas.microsoft.com/office/drawing/2014/main" id="{CAA3522D-1A37-46B9-9C37-A413B8734BE8}"/>
                </a:ext>
              </a:extLst>
            </p:cNvPr>
            <p:cNvSpPr/>
            <p:nvPr/>
          </p:nvSpPr>
          <p:spPr>
            <a:xfrm>
              <a:off x="11123203" y="35953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8" name="Hexagon 1567">
              <a:extLst>
                <a:ext uri="{FF2B5EF4-FFF2-40B4-BE49-F238E27FC236}">
                  <a16:creationId xmlns:a16="http://schemas.microsoft.com/office/drawing/2014/main" id="{412874B6-01E0-4A1B-80A2-F9AAAD4329BC}"/>
                </a:ext>
              </a:extLst>
            </p:cNvPr>
            <p:cNvSpPr/>
            <p:nvPr/>
          </p:nvSpPr>
          <p:spPr>
            <a:xfrm>
              <a:off x="11583963" y="378479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9" name="Hexagon 1568">
              <a:extLst>
                <a:ext uri="{FF2B5EF4-FFF2-40B4-BE49-F238E27FC236}">
                  <a16:creationId xmlns:a16="http://schemas.microsoft.com/office/drawing/2014/main" id="{F2CB5AD2-61E1-4639-B1E7-94E840CB5CCC}"/>
                </a:ext>
              </a:extLst>
            </p:cNvPr>
            <p:cNvSpPr/>
            <p:nvPr/>
          </p:nvSpPr>
          <p:spPr>
            <a:xfrm>
              <a:off x="11583962" y="396577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0" name="Hexagon 1569">
              <a:extLst>
                <a:ext uri="{FF2B5EF4-FFF2-40B4-BE49-F238E27FC236}">
                  <a16:creationId xmlns:a16="http://schemas.microsoft.com/office/drawing/2014/main" id="{89DE091B-39C3-4304-B882-DDAABADECA60}"/>
                </a:ext>
              </a:extLst>
            </p:cNvPr>
            <p:cNvSpPr/>
            <p:nvPr/>
          </p:nvSpPr>
          <p:spPr>
            <a:xfrm>
              <a:off x="11580312" y="34187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1" name="Hexagon 1570">
              <a:extLst>
                <a:ext uri="{FF2B5EF4-FFF2-40B4-BE49-F238E27FC236}">
                  <a16:creationId xmlns:a16="http://schemas.microsoft.com/office/drawing/2014/main" id="{4FA6EEAB-0844-47DD-9A4D-D257ABE71BDD}"/>
                </a:ext>
              </a:extLst>
            </p:cNvPr>
            <p:cNvSpPr/>
            <p:nvPr/>
          </p:nvSpPr>
          <p:spPr>
            <a:xfrm>
              <a:off x="11580311" y="359977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2" name="Hexagon 1571">
              <a:extLst>
                <a:ext uri="{FF2B5EF4-FFF2-40B4-BE49-F238E27FC236}">
                  <a16:creationId xmlns:a16="http://schemas.microsoft.com/office/drawing/2014/main" id="{98280FBC-2E36-4FDC-B37E-ADB04CF4E7F7}"/>
                </a:ext>
              </a:extLst>
            </p:cNvPr>
            <p:cNvSpPr/>
            <p:nvPr/>
          </p:nvSpPr>
          <p:spPr>
            <a:xfrm>
              <a:off x="11816096" y="369617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3" name="Hexagon 1572">
              <a:extLst>
                <a:ext uri="{FF2B5EF4-FFF2-40B4-BE49-F238E27FC236}">
                  <a16:creationId xmlns:a16="http://schemas.microsoft.com/office/drawing/2014/main" id="{4510005A-B0BC-4541-A4A2-4E9DF447BA79}"/>
                </a:ext>
              </a:extLst>
            </p:cNvPr>
            <p:cNvSpPr/>
            <p:nvPr/>
          </p:nvSpPr>
          <p:spPr>
            <a:xfrm>
              <a:off x="11816095" y="38771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4" name="Hexagon 1573">
              <a:extLst>
                <a:ext uri="{FF2B5EF4-FFF2-40B4-BE49-F238E27FC236}">
                  <a16:creationId xmlns:a16="http://schemas.microsoft.com/office/drawing/2014/main" id="{46EE4D73-B531-47B7-AB15-75F976B641A1}"/>
                </a:ext>
              </a:extLst>
            </p:cNvPr>
            <p:cNvSpPr/>
            <p:nvPr/>
          </p:nvSpPr>
          <p:spPr>
            <a:xfrm>
              <a:off x="11812445" y="33301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5" name="Hexagon 1574">
              <a:extLst>
                <a:ext uri="{FF2B5EF4-FFF2-40B4-BE49-F238E27FC236}">
                  <a16:creationId xmlns:a16="http://schemas.microsoft.com/office/drawing/2014/main" id="{53F79CCE-27ED-4D22-B3D4-C99C0DEEE628}"/>
                </a:ext>
              </a:extLst>
            </p:cNvPr>
            <p:cNvSpPr/>
            <p:nvPr/>
          </p:nvSpPr>
          <p:spPr>
            <a:xfrm>
              <a:off x="11812444" y="351115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6" name="Hexagon 1575">
              <a:extLst>
                <a:ext uri="{FF2B5EF4-FFF2-40B4-BE49-F238E27FC236}">
                  <a16:creationId xmlns:a16="http://schemas.microsoft.com/office/drawing/2014/main" id="{C3707834-37D3-40FA-B73C-DD964134F448}"/>
                </a:ext>
              </a:extLst>
            </p:cNvPr>
            <p:cNvSpPr/>
            <p:nvPr/>
          </p:nvSpPr>
          <p:spPr>
            <a:xfrm>
              <a:off x="10652704" y="34172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7" name="Hexagon 1576">
              <a:extLst>
                <a:ext uri="{FF2B5EF4-FFF2-40B4-BE49-F238E27FC236}">
                  <a16:creationId xmlns:a16="http://schemas.microsoft.com/office/drawing/2014/main" id="{F4D9944E-1E2F-4989-B9F1-6761F666EDCA}"/>
                </a:ext>
              </a:extLst>
            </p:cNvPr>
            <p:cNvSpPr/>
            <p:nvPr/>
          </p:nvSpPr>
          <p:spPr>
            <a:xfrm>
              <a:off x="10655084" y="35934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8" name="Hexagon 1577">
              <a:extLst>
                <a:ext uri="{FF2B5EF4-FFF2-40B4-BE49-F238E27FC236}">
                  <a16:creationId xmlns:a16="http://schemas.microsoft.com/office/drawing/2014/main" id="{A0A85B92-5B73-47ED-957E-68FBBD56B0A9}"/>
                </a:ext>
              </a:extLst>
            </p:cNvPr>
            <p:cNvSpPr/>
            <p:nvPr/>
          </p:nvSpPr>
          <p:spPr>
            <a:xfrm>
              <a:off x="10653815" y="30560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9" name="Hexagon 1578">
              <a:extLst>
                <a:ext uri="{FF2B5EF4-FFF2-40B4-BE49-F238E27FC236}">
                  <a16:creationId xmlns:a16="http://schemas.microsoft.com/office/drawing/2014/main" id="{E6D45A9B-BF21-4B37-9D30-54958AE57411}"/>
                </a:ext>
              </a:extLst>
            </p:cNvPr>
            <p:cNvSpPr/>
            <p:nvPr/>
          </p:nvSpPr>
          <p:spPr>
            <a:xfrm>
              <a:off x="10651433" y="32370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0" name="Hexagon 1579">
              <a:extLst>
                <a:ext uri="{FF2B5EF4-FFF2-40B4-BE49-F238E27FC236}">
                  <a16:creationId xmlns:a16="http://schemas.microsoft.com/office/drawing/2014/main" id="{AD9092F7-6E43-448D-A9E0-6083369E15BD}"/>
                </a:ext>
              </a:extLst>
            </p:cNvPr>
            <p:cNvSpPr/>
            <p:nvPr/>
          </p:nvSpPr>
          <p:spPr>
            <a:xfrm>
              <a:off x="10415793" y="33290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1" name="Hexagon 1580">
              <a:extLst>
                <a:ext uri="{FF2B5EF4-FFF2-40B4-BE49-F238E27FC236}">
                  <a16:creationId xmlns:a16="http://schemas.microsoft.com/office/drawing/2014/main" id="{C9A90BCD-2E5C-420A-B40C-6D10FB0316C7}"/>
                </a:ext>
              </a:extLst>
            </p:cNvPr>
            <p:cNvSpPr/>
            <p:nvPr/>
          </p:nvSpPr>
          <p:spPr>
            <a:xfrm>
              <a:off x="10415792" y="35076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2" name="Hexagon 1581">
              <a:extLst>
                <a:ext uri="{FF2B5EF4-FFF2-40B4-BE49-F238E27FC236}">
                  <a16:creationId xmlns:a16="http://schemas.microsoft.com/office/drawing/2014/main" id="{DC24D5A1-4C64-4F24-8A7A-081731D50B33}"/>
                </a:ext>
              </a:extLst>
            </p:cNvPr>
            <p:cNvSpPr/>
            <p:nvPr/>
          </p:nvSpPr>
          <p:spPr>
            <a:xfrm>
              <a:off x="10414523" y="29654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3" name="Hexagon 1582">
              <a:extLst>
                <a:ext uri="{FF2B5EF4-FFF2-40B4-BE49-F238E27FC236}">
                  <a16:creationId xmlns:a16="http://schemas.microsoft.com/office/drawing/2014/main" id="{717AC833-2C0C-4B0B-8839-A78756F6CDFF}"/>
                </a:ext>
              </a:extLst>
            </p:cNvPr>
            <p:cNvSpPr/>
            <p:nvPr/>
          </p:nvSpPr>
          <p:spPr>
            <a:xfrm>
              <a:off x="10412141" y="314639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4" name="Hexagon 1583">
              <a:extLst>
                <a:ext uri="{FF2B5EF4-FFF2-40B4-BE49-F238E27FC236}">
                  <a16:creationId xmlns:a16="http://schemas.microsoft.com/office/drawing/2014/main" id="{E1981CA6-572C-40BC-BA8C-D91A30955B02}"/>
                </a:ext>
              </a:extLst>
            </p:cNvPr>
            <p:cNvSpPr/>
            <p:nvPr/>
          </p:nvSpPr>
          <p:spPr>
            <a:xfrm>
              <a:off x="10421111" y="261402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5" name="Hexagon 1584">
              <a:extLst>
                <a:ext uri="{FF2B5EF4-FFF2-40B4-BE49-F238E27FC236}">
                  <a16:creationId xmlns:a16="http://schemas.microsoft.com/office/drawing/2014/main" id="{2B319C97-2DAD-49EB-9FFE-2971C6395F31}"/>
                </a:ext>
              </a:extLst>
            </p:cNvPr>
            <p:cNvSpPr/>
            <p:nvPr/>
          </p:nvSpPr>
          <p:spPr>
            <a:xfrm>
              <a:off x="10421110" y="27950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6" name="Hexagon 1585">
              <a:extLst>
                <a:ext uri="{FF2B5EF4-FFF2-40B4-BE49-F238E27FC236}">
                  <a16:creationId xmlns:a16="http://schemas.microsoft.com/office/drawing/2014/main" id="{42FD7038-D751-4C74-8EE8-2E93BF663491}"/>
                </a:ext>
              </a:extLst>
            </p:cNvPr>
            <p:cNvSpPr/>
            <p:nvPr/>
          </p:nvSpPr>
          <p:spPr>
            <a:xfrm>
              <a:off x="10417460" y="225517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FBFF941D-3ED9-4CC5-A7FC-8E7BB75AA86D}"/>
                </a:ext>
              </a:extLst>
            </p:cNvPr>
            <p:cNvSpPr/>
            <p:nvPr/>
          </p:nvSpPr>
          <p:spPr>
            <a:xfrm>
              <a:off x="10417459" y="243614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8" name="Hexagon 1587">
              <a:extLst>
                <a:ext uri="{FF2B5EF4-FFF2-40B4-BE49-F238E27FC236}">
                  <a16:creationId xmlns:a16="http://schemas.microsoft.com/office/drawing/2014/main" id="{B7EB5D34-1C3C-440F-B55D-61BFE34FA81D}"/>
                </a:ext>
              </a:extLst>
            </p:cNvPr>
            <p:cNvSpPr/>
            <p:nvPr/>
          </p:nvSpPr>
          <p:spPr>
            <a:xfrm>
              <a:off x="10658021" y="270526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9" name="Hexagon 1588">
              <a:extLst>
                <a:ext uri="{FF2B5EF4-FFF2-40B4-BE49-F238E27FC236}">
                  <a16:creationId xmlns:a16="http://schemas.microsoft.com/office/drawing/2014/main" id="{368FE21E-4EB5-41BB-A74C-94DD8369F0FA}"/>
                </a:ext>
              </a:extLst>
            </p:cNvPr>
            <p:cNvSpPr/>
            <p:nvPr/>
          </p:nvSpPr>
          <p:spPr>
            <a:xfrm>
              <a:off x="10655639" y="288385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0" name="Hexagon 1589">
              <a:extLst>
                <a:ext uri="{FF2B5EF4-FFF2-40B4-BE49-F238E27FC236}">
                  <a16:creationId xmlns:a16="http://schemas.microsoft.com/office/drawing/2014/main" id="{3CF3605E-445B-4C7D-9E1B-01698122BFA8}"/>
                </a:ext>
              </a:extLst>
            </p:cNvPr>
            <p:cNvSpPr/>
            <p:nvPr/>
          </p:nvSpPr>
          <p:spPr>
            <a:xfrm>
              <a:off x="10654370" y="23487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4242A145-97C1-4739-8C1A-31A480EDF493}"/>
                </a:ext>
              </a:extLst>
            </p:cNvPr>
            <p:cNvSpPr/>
            <p:nvPr/>
          </p:nvSpPr>
          <p:spPr>
            <a:xfrm>
              <a:off x="10651988" y="252261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6FE6451D-93D7-4634-8205-CC2B386559B8}"/>
                </a:ext>
              </a:extLst>
            </p:cNvPr>
            <p:cNvSpPr/>
            <p:nvPr/>
          </p:nvSpPr>
          <p:spPr>
            <a:xfrm>
              <a:off x="10184520" y="34205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2144A461-3257-40EB-9C43-D80913CC2185}"/>
                </a:ext>
              </a:extLst>
            </p:cNvPr>
            <p:cNvSpPr/>
            <p:nvPr/>
          </p:nvSpPr>
          <p:spPr>
            <a:xfrm>
              <a:off x="10184519" y="359917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12107EF5-97E7-4B6B-8594-CFF728AF877F}"/>
                </a:ext>
              </a:extLst>
            </p:cNvPr>
            <p:cNvSpPr/>
            <p:nvPr/>
          </p:nvSpPr>
          <p:spPr>
            <a:xfrm>
              <a:off x="10180868" y="323793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371EFE-73DD-4AFF-85AA-BD7E70A84C75}"/>
                </a:ext>
              </a:extLst>
            </p:cNvPr>
            <p:cNvSpPr/>
            <p:nvPr/>
          </p:nvSpPr>
          <p:spPr>
            <a:xfrm>
              <a:off x="9948879" y="332508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D44A4F0B-F5CB-483C-8342-D0951B5E14A1}"/>
                </a:ext>
              </a:extLst>
            </p:cNvPr>
            <p:cNvSpPr/>
            <p:nvPr/>
          </p:nvSpPr>
          <p:spPr>
            <a:xfrm>
              <a:off x="9948878" y="350368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1" name="Hexagon 1610">
              <a:extLst>
                <a:ext uri="{FF2B5EF4-FFF2-40B4-BE49-F238E27FC236}">
                  <a16:creationId xmlns:a16="http://schemas.microsoft.com/office/drawing/2014/main" id="{7CE2AD37-1578-442F-A80F-C60C5829F3AF}"/>
                </a:ext>
              </a:extLst>
            </p:cNvPr>
            <p:cNvSpPr/>
            <p:nvPr/>
          </p:nvSpPr>
          <p:spPr>
            <a:xfrm>
              <a:off x="9945227" y="314244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2" name="Hexagon 1611">
              <a:extLst>
                <a:ext uri="{FF2B5EF4-FFF2-40B4-BE49-F238E27FC236}">
                  <a16:creationId xmlns:a16="http://schemas.microsoft.com/office/drawing/2014/main" id="{E2B4CA33-0516-4B2C-91E1-5F473A35113E}"/>
                </a:ext>
              </a:extLst>
            </p:cNvPr>
            <p:cNvSpPr/>
            <p:nvPr/>
          </p:nvSpPr>
          <p:spPr>
            <a:xfrm>
              <a:off x="11121628" y="305840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3" name="Hexagon 1612">
              <a:extLst>
                <a:ext uri="{FF2B5EF4-FFF2-40B4-BE49-F238E27FC236}">
                  <a16:creationId xmlns:a16="http://schemas.microsoft.com/office/drawing/2014/main" id="{CEA663FB-1FC1-49AB-902D-9330DDB4B352}"/>
                </a:ext>
              </a:extLst>
            </p:cNvPr>
            <p:cNvSpPr/>
            <p:nvPr/>
          </p:nvSpPr>
          <p:spPr>
            <a:xfrm>
              <a:off x="11121627" y="32370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4" name="Hexagon 1613">
              <a:extLst>
                <a:ext uri="{FF2B5EF4-FFF2-40B4-BE49-F238E27FC236}">
                  <a16:creationId xmlns:a16="http://schemas.microsoft.com/office/drawing/2014/main" id="{E707D43D-AE5F-44D7-8613-4CA34A5B1790}"/>
                </a:ext>
              </a:extLst>
            </p:cNvPr>
            <p:cNvSpPr/>
            <p:nvPr/>
          </p:nvSpPr>
          <p:spPr>
            <a:xfrm>
              <a:off x="11117976" y="287576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5" name="Hexagon 1614">
              <a:extLst>
                <a:ext uri="{FF2B5EF4-FFF2-40B4-BE49-F238E27FC236}">
                  <a16:creationId xmlns:a16="http://schemas.microsoft.com/office/drawing/2014/main" id="{5C3BED0E-7CEC-4B2A-BB70-97914EC5394D}"/>
                </a:ext>
              </a:extLst>
            </p:cNvPr>
            <p:cNvSpPr/>
            <p:nvPr/>
          </p:nvSpPr>
          <p:spPr>
            <a:xfrm>
              <a:off x="11355933" y="332508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6" name="Hexagon 1615">
              <a:extLst>
                <a:ext uri="{FF2B5EF4-FFF2-40B4-BE49-F238E27FC236}">
                  <a16:creationId xmlns:a16="http://schemas.microsoft.com/office/drawing/2014/main" id="{1EF97788-FAC9-4C4C-A127-0A715C95D2B9}"/>
                </a:ext>
              </a:extLst>
            </p:cNvPr>
            <p:cNvSpPr/>
            <p:nvPr/>
          </p:nvSpPr>
          <p:spPr>
            <a:xfrm>
              <a:off x="11355932" y="350368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7" name="Hexagon 1616">
              <a:extLst>
                <a:ext uri="{FF2B5EF4-FFF2-40B4-BE49-F238E27FC236}">
                  <a16:creationId xmlns:a16="http://schemas.microsoft.com/office/drawing/2014/main" id="{D4549C48-742F-4851-B6A9-9510991F8A9E}"/>
                </a:ext>
              </a:extLst>
            </p:cNvPr>
            <p:cNvSpPr/>
            <p:nvPr/>
          </p:nvSpPr>
          <p:spPr>
            <a:xfrm>
              <a:off x="11352281" y="314244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8" name="Hexagon 1617">
              <a:extLst>
                <a:ext uri="{FF2B5EF4-FFF2-40B4-BE49-F238E27FC236}">
                  <a16:creationId xmlns:a16="http://schemas.microsoft.com/office/drawing/2014/main" id="{47BE92FF-CE5C-4DD9-9797-CF3CB9BFC009}"/>
                </a:ext>
              </a:extLst>
            </p:cNvPr>
            <p:cNvSpPr/>
            <p:nvPr/>
          </p:nvSpPr>
          <p:spPr>
            <a:xfrm>
              <a:off x="10885816" y="27820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9" name="Hexagon 1618">
              <a:extLst>
                <a:ext uri="{FF2B5EF4-FFF2-40B4-BE49-F238E27FC236}">
                  <a16:creationId xmlns:a16="http://schemas.microsoft.com/office/drawing/2014/main" id="{D8A37940-D55E-4963-83A7-7BA1FE8EACE5}"/>
                </a:ext>
              </a:extLst>
            </p:cNvPr>
            <p:cNvSpPr/>
            <p:nvPr/>
          </p:nvSpPr>
          <p:spPr>
            <a:xfrm>
              <a:off x="10885815" y="29606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0" name="Hexagon 1619">
              <a:extLst>
                <a:ext uri="{FF2B5EF4-FFF2-40B4-BE49-F238E27FC236}">
                  <a16:creationId xmlns:a16="http://schemas.microsoft.com/office/drawing/2014/main" id="{F1ABA216-7333-43ED-A372-C9CE5F3EB2DF}"/>
                </a:ext>
              </a:extLst>
            </p:cNvPr>
            <p:cNvSpPr/>
            <p:nvPr/>
          </p:nvSpPr>
          <p:spPr>
            <a:xfrm>
              <a:off x="10886926" y="26041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1" name="Hexagon 1620">
              <a:extLst>
                <a:ext uri="{FF2B5EF4-FFF2-40B4-BE49-F238E27FC236}">
                  <a16:creationId xmlns:a16="http://schemas.microsoft.com/office/drawing/2014/main" id="{6818AAC2-0E0C-4C22-BD15-DB83D5EAF275}"/>
                </a:ext>
              </a:extLst>
            </p:cNvPr>
            <p:cNvSpPr/>
            <p:nvPr/>
          </p:nvSpPr>
          <p:spPr>
            <a:xfrm>
              <a:off x="10888899" y="22575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2" name="Hexagon 1621">
              <a:extLst>
                <a:ext uri="{FF2B5EF4-FFF2-40B4-BE49-F238E27FC236}">
                  <a16:creationId xmlns:a16="http://schemas.microsoft.com/office/drawing/2014/main" id="{32E958D8-9869-4258-B5AA-0752AB6C4295}"/>
                </a:ext>
              </a:extLst>
            </p:cNvPr>
            <p:cNvSpPr/>
            <p:nvPr/>
          </p:nvSpPr>
          <p:spPr>
            <a:xfrm>
              <a:off x="10888898" y="243141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3" name="Hexagon 1622">
              <a:extLst>
                <a:ext uri="{FF2B5EF4-FFF2-40B4-BE49-F238E27FC236}">
                  <a16:creationId xmlns:a16="http://schemas.microsoft.com/office/drawing/2014/main" id="{17E83956-7E87-4285-9A95-22B0FBF4F093}"/>
                </a:ext>
              </a:extLst>
            </p:cNvPr>
            <p:cNvSpPr/>
            <p:nvPr/>
          </p:nvSpPr>
          <p:spPr>
            <a:xfrm>
              <a:off x="10885247" y="207731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4" name="Hexagon 1623">
              <a:extLst>
                <a:ext uri="{FF2B5EF4-FFF2-40B4-BE49-F238E27FC236}">
                  <a16:creationId xmlns:a16="http://schemas.microsoft.com/office/drawing/2014/main" id="{F82B3FFE-8980-4E0D-AA09-15B6C7F7CCEA}"/>
                </a:ext>
              </a:extLst>
            </p:cNvPr>
            <p:cNvSpPr/>
            <p:nvPr/>
          </p:nvSpPr>
          <p:spPr>
            <a:xfrm>
              <a:off x="10651908" y="21676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5" name="Hexagon 1624">
              <a:extLst>
                <a:ext uri="{FF2B5EF4-FFF2-40B4-BE49-F238E27FC236}">
                  <a16:creationId xmlns:a16="http://schemas.microsoft.com/office/drawing/2014/main" id="{ED807E66-BB80-451E-9A2A-5DEB4488684D}"/>
                </a:ext>
              </a:extLst>
            </p:cNvPr>
            <p:cNvSpPr/>
            <p:nvPr/>
          </p:nvSpPr>
          <p:spPr>
            <a:xfrm>
              <a:off x="10421110" y="207280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6" name="Hexagon 1625">
              <a:extLst>
                <a:ext uri="{FF2B5EF4-FFF2-40B4-BE49-F238E27FC236}">
                  <a16:creationId xmlns:a16="http://schemas.microsoft.com/office/drawing/2014/main" id="{8E1BD9C9-D535-4310-BD11-99ADBB03F9A3}"/>
                </a:ext>
              </a:extLst>
            </p:cNvPr>
            <p:cNvSpPr/>
            <p:nvPr/>
          </p:nvSpPr>
          <p:spPr>
            <a:xfrm>
              <a:off x="10189042" y="19857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7" name="Hexagon 1626">
              <a:extLst>
                <a:ext uri="{FF2B5EF4-FFF2-40B4-BE49-F238E27FC236}">
                  <a16:creationId xmlns:a16="http://schemas.microsoft.com/office/drawing/2014/main" id="{77478FA4-C597-4C5A-8C55-534AA5FF569D}"/>
                </a:ext>
              </a:extLst>
            </p:cNvPr>
            <p:cNvSpPr/>
            <p:nvPr/>
          </p:nvSpPr>
          <p:spPr>
            <a:xfrm>
              <a:off x="9953580" y="207531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8" name="Hexagon 1627">
              <a:extLst>
                <a:ext uri="{FF2B5EF4-FFF2-40B4-BE49-F238E27FC236}">
                  <a16:creationId xmlns:a16="http://schemas.microsoft.com/office/drawing/2014/main" id="{C79F0452-23A2-477D-AA82-27639286AC6A}"/>
                </a:ext>
              </a:extLst>
            </p:cNvPr>
            <p:cNvSpPr/>
            <p:nvPr/>
          </p:nvSpPr>
          <p:spPr>
            <a:xfrm>
              <a:off x="9957230" y="189294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9" name="Hexagon 1628">
              <a:extLst>
                <a:ext uri="{FF2B5EF4-FFF2-40B4-BE49-F238E27FC236}">
                  <a16:creationId xmlns:a16="http://schemas.microsoft.com/office/drawing/2014/main" id="{36C69EFF-89C5-49FB-AF5B-5D7152B3F688}"/>
                </a:ext>
              </a:extLst>
            </p:cNvPr>
            <p:cNvSpPr/>
            <p:nvPr/>
          </p:nvSpPr>
          <p:spPr>
            <a:xfrm>
              <a:off x="9725078" y="198710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0" name="Hexagon 1629">
              <a:extLst>
                <a:ext uri="{FF2B5EF4-FFF2-40B4-BE49-F238E27FC236}">
                  <a16:creationId xmlns:a16="http://schemas.microsoft.com/office/drawing/2014/main" id="{9A6BC2E1-3E9B-435D-ADB3-B0EACBF29341}"/>
                </a:ext>
              </a:extLst>
            </p:cNvPr>
            <p:cNvSpPr/>
            <p:nvPr/>
          </p:nvSpPr>
          <p:spPr>
            <a:xfrm>
              <a:off x="9728728" y="18047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1" name="Hexagon 1630">
              <a:extLst>
                <a:ext uri="{FF2B5EF4-FFF2-40B4-BE49-F238E27FC236}">
                  <a16:creationId xmlns:a16="http://schemas.microsoft.com/office/drawing/2014/main" id="{0F6A6F31-4884-497B-891C-366CA3DEAABF}"/>
                </a:ext>
              </a:extLst>
            </p:cNvPr>
            <p:cNvSpPr/>
            <p:nvPr/>
          </p:nvSpPr>
          <p:spPr>
            <a:xfrm>
              <a:off x="9493350" y="171067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2" name="Hexagon 1631">
              <a:extLst>
                <a:ext uri="{FF2B5EF4-FFF2-40B4-BE49-F238E27FC236}">
                  <a16:creationId xmlns:a16="http://schemas.microsoft.com/office/drawing/2014/main" id="{F7B2B80B-B910-46B4-AA95-C3902FC46FB3}"/>
                </a:ext>
              </a:extLst>
            </p:cNvPr>
            <p:cNvSpPr/>
            <p:nvPr/>
          </p:nvSpPr>
          <p:spPr>
            <a:xfrm>
              <a:off x="9497000" y="15283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3" name="Hexagon 1632">
              <a:extLst>
                <a:ext uri="{FF2B5EF4-FFF2-40B4-BE49-F238E27FC236}">
                  <a16:creationId xmlns:a16="http://schemas.microsoft.com/office/drawing/2014/main" id="{0F589971-995A-41D4-B512-5D51DCDAB580}"/>
                </a:ext>
              </a:extLst>
            </p:cNvPr>
            <p:cNvSpPr/>
            <p:nvPr/>
          </p:nvSpPr>
          <p:spPr>
            <a:xfrm>
              <a:off x="9731512" y="162572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4" name="Hexagon 1633">
              <a:extLst>
                <a:ext uri="{FF2B5EF4-FFF2-40B4-BE49-F238E27FC236}">
                  <a16:creationId xmlns:a16="http://schemas.microsoft.com/office/drawing/2014/main" id="{379125BC-F2DE-416F-8E25-A2CE5844916A}"/>
                </a:ext>
              </a:extLst>
            </p:cNvPr>
            <p:cNvSpPr/>
            <p:nvPr/>
          </p:nvSpPr>
          <p:spPr>
            <a:xfrm>
              <a:off x="9732781" y="14457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5" name="Hexagon 1634">
              <a:extLst>
                <a:ext uri="{FF2B5EF4-FFF2-40B4-BE49-F238E27FC236}">
                  <a16:creationId xmlns:a16="http://schemas.microsoft.com/office/drawing/2014/main" id="{31BAD17E-2572-4B48-B178-FD4197F64EB3}"/>
                </a:ext>
              </a:extLst>
            </p:cNvPr>
            <p:cNvSpPr/>
            <p:nvPr/>
          </p:nvSpPr>
          <p:spPr>
            <a:xfrm>
              <a:off x="9967459" y="171457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6" name="Hexagon 1635">
              <a:extLst>
                <a:ext uri="{FF2B5EF4-FFF2-40B4-BE49-F238E27FC236}">
                  <a16:creationId xmlns:a16="http://schemas.microsoft.com/office/drawing/2014/main" id="{B6ED52AF-764D-4EB4-96E7-A5BE29152A6F}"/>
                </a:ext>
              </a:extLst>
            </p:cNvPr>
            <p:cNvSpPr/>
            <p:nvPr/>
          </p:nvSpPr>
          <p:spPr>
            <a:xfrm>
              <a:off x="9968728" y="153220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7" name="Hexagon 1636">
              <a:extLst>
                <a:ext uri="{FF2B5EF4-FFF2-40B4-BE49-F238E27FC236}">
                  <a16:creationId xmlns:a16="http://schemas.microsoft.com/office/drawing/2014/main" id="{E21EF9C7-C71E-4827-B3F9-DF6D214FD7A1}"/>
                </a:ext>
              </a:extLst>
            </p:cNvPr>
            <p:cNvSpPr/>
            <p:nvPr/>
          </p:nvSpPr>
          <p:spPr>
            <a:xfrm>
              <a:off x="10208377" y="16238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8" name="Hexagon 1637">
              <a:extLst>
                <a:ext uri="{FF2B5EF4-FFF2-40B4-BE49-F238E27FC236}">
                  <a16:creationId xmlns:a16="http://schemas.microsoft.com/office/drawing/2014/main" id="{9C5BD4C0-56C3-4CE5-A57A-A687A76FEBEA}"/>
                </a:ext>
              </a:extLst>
            </p:cNvPr>
            <p:cNvSpPr/>
            <p:nvPr/>
          </p:nvSpPr>
          <p:spPr>
            <a:xfrm>
              <a:off x="10209646" y="14462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9" name="Hexagon 1638">
              <a:extLst>
                <a:ext uri="{FF2B5EF4-FFF2-40B4-BE49-F238E27FC236}">
                  <a16:creationId xmlns:a16="http://schemas.microsoft.com/office/drawing/2014/main" id="{9BEDFD09-11E7-421B-9200-81CAF883C045}"/>
                </a:ext>
              </a:extLst>
            </p:cNvPr>
            <p:cNvSpPr/>
            <p:nvPr/>
          </p:nvSpPr>
          <p:spPr>
            <a:xfrm>
              <a:off x="10439344" y="171439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0" name="Hexagon 1639">
              <a:extLst>
                <a:ext uri="{FF2B5EF4-FFF2-40B4-BE49-F238E27FC236}">
                  <a16:creationId xmlns:a16="http://schemas.microsoft.com/office/drawing/2014/main" id="{7CC85A4F-DBF7-46D0-815A-B235F5BC860B}"/>
                </a:ext>
              </a:extLst>
            </p:cNvPr>
            <p:cNvSpPr/>
            <p:nvPr/>
          </p:nvSpPr>
          <p:spPr>
            <a:xfrm>
              <a:off x="10435851" y="15320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1" name="Hexagon 1640">
              <a:extLst>
                <a:ext uri="{FF2B5EF4-FFF2-40B4-BE49-F238E27FC236}">
                  <a16:creationId xmlns:a16="http://schemas.microsoft.com/office/drawing/2014/main" id="{EF7F00F8-1DB6-407A-BC61-9803E8BE5F12}"/>
                </a:ext>
              </a:extLst>
            </p:cNvPr>
            <p:cNvSpPr/>
            <p:nvPr/>
          </p:nvSpPr>
          <p:spPr>
            <a:xfrm>
              <a:off x="10670606" y="180759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2" name="Hexagon 1641">
              <a:extLst>
                <a:ext uri="{FF2B5EF4-FFF2-40B4-BE49-F238E27FC236}">
                  <a16:creationId xmlns:a16="http://schemas.microsoft.com/office/drawing/2014/main" id="{DCD8FD88-6047-42F6-981F-5E7DEC6B655D}"/>
                </a:ext>
              </a:extLst>
            </p:cNvPr>
            <p:cNvSpPr/>
            <p:nvPr/>
          </p:nvSpPr>
          <p:spPr>
            <a:xfrm>
              <a:off x="10664732" y="162522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3" name="Hexagon 1642">
              <a:extLst>
                <a:ext uri="{FF2B5EF4-FFF2-40B4-BE49-F238E27FC236}">
                  <a16:creationId xmlns:a16="http://schemas.microsoft.com/office/drawing/2014/main" id="{57C2239F-CCF7-4002-9444-55275472D526}"/>
                </a:ext>
              </a:extLst>
            </p:cNvPr>
            <p:cNvSpPr/>
            <p:nvPr/>
          </p:nvSpPr>
          <p:spPr>
            <a:xfrm>
              <a:off x="10894334" y="189869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4" name="Hexagon 1643">
              <a:extLst>
                <a:ext uri="{FF2B5EF4-FFF2-40B4-BE49-F238E27FC236}">
                  <a16:creationId xmlns:a16="http://schemas.microsoft.com/office/drawing/2014/main" id="{2585E04C-E0AD-4151-95BC-7AECCCE5735D}"/>
                </a:ext>
              </a:extLst>
            </p:cNvPr>
            <p:cNvSpPr/>
            <p:nvPr/>
          </p:nvSpPr>
          <p:spPr>
            <a:xfrm>
              <a:off x="10888460" y="171633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5" name="Hexagon 1644">
              <a:extLst>
                <a:ext uri="{FF2B5EF4-FFF2-40B4-BE49-F238E27FC236}">
                  <a16:creationId xmlns:a16="http://schemas.microsoft.com/office/drawing/2014/main" id="{D553F4B7-5C93-4FCE-8E2D-5144803FFC4A}"/>
                </a:ext>
              </a:extLst>
            </p:cNvPr>
            <p:cNvSpPr/>
            <p:nvPr/>
          </p:nvSpPr>
          <p:spPr>
            <a:xfrm>
              <a:off x="11126306" y="199516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6" name="Hexagon 1645">
              <a:extLst>
                <a:ext uri="{FF2B5EF4-FFF2-40B4-BE49-F238E27FC236}">
                  <a16:creationId xmlns:a16="http://schemas.microsoft.com/office/drawing/2014/main" id="{0EAA735D-17A6-4988-A5E0-D17D9EC8D1D8}"/>
                </a:ext>
              </a:extLst>
            </p:cNvPr>
            <p:cNvSpPr/>
            <p:nvPr/>
          </p:nvSpPr>
          <p:spPr>
            <a:xfrm>
              <a:off x="11127575" y="18151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7" name="Hexagon 1646">
              <a:extLst>
                <a:ext uri="{FF2B5EF4-FFF2-40B4-BE49-F238E27FC236}">
                  <a16:creationId xmlns:a16="http://schemas.microsoft.com/office/drawing/2014/main" id="{F5A0D325-3F95-4E28-8819-BF1A451061EC}"/>
                </a:ext>
              </a:extLst>
            </p:cNvPr>
            <p:cNvSpPr/>
            <p:nvPr/>
          </p:nvSpPr>
          <p:spPr>
            <a:xfrm>
              <a:off x="11124626" y="163156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8" name="Hexagon 1647">
              <a:extLst>
                <a:ext uri="{FF2B5EF4-FFF2-40B4-BE49-F238E27FC236}">
                  <a16:creationId xmlns:a16="http://schemas.microsoft.com/office/drawing/2014/main" id="{DDAFF064-51C0-4DE5-B6DC-1C0593050074}"/>
                </a:ext>
              </a:extLst>
            </p:cNvPr>
            <p:cNvSpPr/>
            <p:nvPr/>
          </p:nvSpPr>
          <p:spPr>
            <a:xfrm>
              <a:off x="11121133" y="14491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9" name="Hexagon 1648">
              <a:extLst>
                <a:ext uri="{FF2B5EF4-FFF2-40B4-BE49-F238E27FC236}">
                  <a16:creationId xmlns:a16="http://schemas.microsoft.com/office/drawing/2014/main" id="{9662EE72-499F-4767-A7BA-4AB44DD5C040}"/>
                </a:ext>
              </a:extLst>
            </p:cNvPr>
            <p:cNvSpPr/>
            <p:nvPr/>
          </p:nvSpPr>
          <p:spPr>
            <a:xfrm>
              <a:off x="10669120" y="14430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0" name="Hexagon 1649">
              <a:extLst>
                <a:ext uri="{FF2B5EF4-FFF2-40B4-BE49-F238E27FC236}">
                  <a16:creationId xmlns:a16="http://schemas.microsoft.com/office/drawing/2014/main" id="{DD6A68E0-7753-452E-9A71-61F3C28FEE71}"/>
                </a:ext>
              </a:extLst>
            </p:cNvPr>
            <p:cNvSpPr/>
            <p:nvPr/>
          </p:nvSpPr>
          <p:spPr>
            <a:xfrm>
              <a:off x="10663246" y="126069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1" name="Hexagon 1650">
              <a:extLst>
                <a:ext uri="{FF2B5EF4-FFF2-40B4-BE49-F238E27FC236}">
                  <a16:creationId xmlns:a16="http://schemas.microsoft.com/office/drawing/2014/main" id="{D7CD5EB1-040A-44EC-9520-482B81224D5C}"/>
                </a:ext>
              </a:extLst>
            </p:cNvPr>
            <p:cNvSpPr/>
            <p:nvPr/>
          </p:nvSpPr>
          <p:spPr>
            <a:xfrm>
              <a:off x="9968728" y="13513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2" name="Hexagon 1651">
              <a:extLst>
                <a:ext uri="{FF2B5EF4-FFF2-40B4-BE49-F238E27FC236}">
                  <a16:creationId xmlns:a16="http://schemas.microsoft.com/office/drawing/2014/main" id="{01A60546-1607-4FEE-8D3E-BA5013617302}"/>
                </a:ext>
              </a:extLst>
            </p:cNvPr>
            <p:cNvSpPr/>
            <p:nvPr/>
          </p:nvSpPr>
          <p:spPr>
            <a:xfrm>
              <a:off x="10209646" y="12654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3" name="Hexagon 1652">
              <a:extLst>
                <a:ext uri="{FF2B5EF4-FFF2-40B4-BE49-F238E27FC236}">
                  <a16:creationId xmlns:a16="http://schemas.microsoft.com/office/drawing/2014/main" id="{64C12181-067C-48B9-9641-D6DEED4272CD}"/>
                </a:ext>
              </a:extLst>
            </p:cNvPr>
            <p:cNvSpPr/>
            <p:nvPr/>
          </p:nvSpPr>
          <p:spPr>
            <a:xfrm>
              <a:off x="10435851" y="13511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4" name="Hexagon 1653">
              <a:extLst>
                <a:ext uri="{FF2B5EF4-FFF2-40B4-BE49-F238E27FC236}">
                  <a16:creationId xmlns:a16="http://schemas.microsoft.com/office/drawing/2014/main" id="{F97B3F9C-14A1-4F7F-A6EA-20809E8826FB}"/>
                </a:ext>
              </a:extLst>
            </p:cNvPr>
            <p:cNvSpPr/>
            <p:nvPr/>
          </p:nvSpPr>
          <p:spPr>
            <a:xfrm>
              <a:off x="10895760" y="13476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5" name="Hexagon 1654">
              <a:extLst>
                <a:ext uri="{FF2B5EF4-FFF2-40B4-BE49-F238E27FC236}">
                  <a16:creationId xmlns:a16="http://schemas.microsoft.com/office/drawing/2014/main" id="{E9D3799B-8F7F-469B-AD8E-F578794CAACC}"/>
                </a:ext>
              </a:extLst>
            </p:cNvPr>
            <p:cNvSpPr/>
            <p:nvPr/>
          </p:nvSpPr>
          <p:spPr>
            <a:xfrm>
              <a:off x="10900148" y="117262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6" name="Hexagon 1655">
              <a:extLst>
                <a:ext uri="{FF2B5EF4-FFF2-40B4-BE49-F238E27FC236}">
                  <a16:creationId xmlns:a16="http://schemas.microsoft.com/office/drawing/2014/main" id="{9E1FC430-DCBD-4A1E-B002-5230FDE55A57}"/>
                </a:ext>
              </a:extLst>
            </p:cNvPr>
            <p:cNvSpPr/>
            <p:nvPr/>
          </p:nvSpPr>
          <p:spPr>
            <a:xfrm>
              <a:off x="10894274" y="99502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7" name="Hexagon 1656">
              <a:extLst>
                <a:ext uri="{FF2B5EF4-FFF2-40B4-BE49-F238E27FC236}">
                  <a16:creationId xmlns:a16="http://schemas.microsoft.com/office/drawing/2014/main" id="{63C3B364-3117-437B-89C2-E46B8B5B8F9A}"/>
                </a:ext>
              </a:extLst>
            </p:cNvPr>
            <p:cNvSpPr/>
            <p:nvPr/>
          </p:nvSpPr>
          <p:spPr>
            <a:xfrm>
              <a:off x="11124033" y="126533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8" name="Hexagon 1657">
              <a:extLst>
                <a:ext uri="{FF2B5EF4-FFF2-40B4-BE49-F238E27FC236}">
                  <a16:creationId xmlns:a16="http://schemas.microsoft.com/office/drawing/2014/main" id="{319588FF-12B3-4613-ADB7-F375EAC5DA54}"/>
                </a:ext>
              </a:extLst>
            </p:cNvPr>
            <p:cNvSpPr/>
            <p:nvPr/>
          </p:nvSpPr>
          <p:spPr>
            <a:xfrm>
              <a:off x="11120540" y="108059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9" name="Hexagon 1658">
              <a:extLst>
                <a:ext uri="{FF2B5EF4-FFF2-40B4-BE49-F238E27FC236}">
                  <a16:creationId xmlns:a16="http://schemas.microsoft.com/office/drawing/2014/main" id="{029B2515-25A8-446D-BE73-9CC288AF3083}"/>
                </a:ext>
              </a:extLst>
            </p:cNvPr>
            <p:cNvSpPr/>
            <p:nvPr/>
          </p:nvSpPr>
          <p:spPr>
            <a:xfrm>
              <a:off x="11362358" y="190554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0" name="Hexagon 1659">
              <a:extLst>
                <a:ext uri="{FF2B5EF4-FFF2-40B4-BE49-F238E27FC236}">
                  <a16:creationId xmlns:a16="http://schemas.microsoft.com/office/drawing/2014/main" id="{7DBD6198-ACE2-4C1B-B3E3-29DAE2A58774}"/>
                </a:ext>
              </a:extLst>
            </p:cNvPr>
            <p:cNvSpPr/>
            <p:nvPr/>
          </p:nvSpPr>
          <p:spPr>
            <a:xfrm>
              <a:off x="11355734" y="1721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1" name="Hexagon 1660">
              <a:extLst>
                <a:ext uri="{FF2B5EF4-FFF2-40B4-BE49-F238E27FC236}">
                  <a16:creationId xmlns:a16="http://schemas.microsoft.com/office/drawing/2014/main" id="{A8AFDF15-D219-4AA8-9781-33899B2BBD67}"/>
                </a:ext>
              </a:extLst>
            </p:cNvPr>
            <p:cNvSpPr/>
            <p:nvPr/>
          </p:nvSpPr>
          <p:spPr>
            <a:xfrm>
              <a:off x="11359384" y="154408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2" name="Hexagon 1661">
              <a:extLst>
                <a:ext uri="{FF2B5EF4-FFF2-40B4-BE49-F238E27FC236}">
                  <a16:creationId xmlns:a16="http://schemas.microsoft.com/office/drawing/2014/main" id="{B7E1FACB-B555-496E-9F51-5F256ACA06D5}"/>
                </a:ext>
              </a:extLst>
            </p:cNvPr>
            <p:cNvSpPr/>
            <p:nvPr/>
          </p:nvSpPr>
          <p:spPr>
            <a:xfrm>
              <a:off x="11352161" y="13598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3" name="Hexagon 1662">
              <a:extLst>
                <a:ext uri="{FF2B5EF4-FFF2-40B4-BE49-F238E27FC236}">
                  <a16:creationId xmlns:a16="http://schemas.microsoft.com/office/drawing/2014/main" id="{43E5B525-BC91-456B-A2D3-B1666D22EE88}"/>
                </a:ext>
              </a:extLst>
            </p:cNvPr>
            <p:cNvSpPr/>
            <p:nvPr/>
          </p:nvSpPr>
          <p:spPr>
            <a:xfrm>
              <a:off x="11352680" y="11759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4" name="Hexagon 1663">
              <a:extLst>
                <a:ext uri="{FF2B5EF4-FFF2-40B4-BE49-F238E27FC236}">
                  <a16:creationId xmlns:a16="http://schemas.microsoft.com/office/drawing/2014/main" id="{3A830D8F-7F52-4893-8CAA-BFED2F046570}"/>
                </a:ext>
              </a:extLst>
            </p:cNvPr>
            <p:cNvSpPr/>
            <p:nvPr/>
          </p:nvSpPr>
          <p:spPr>
            <a:xfrm>
              <a:off x="11353949" y="9983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5" name="Hexagon 1664">
              <a:extLst>
                <a:ext uri="{FF2B5EF4-FFF2-40B4-BE49-F238E27FC236}">
                  <a16:creationId xmlns:a16="http://schemas.microsoft.com/office/drawing/2014/main" id="{DC166D6E-C205-4915-96C9-2F1654F7ADDA}"/>
                </a:ext>
              </a:extLst>
            </p:cNvPr>
            <p:cNvSpPr/>
            <p:nvPr/>
          </p:nvSpPr>
          <p:spPr>
            <a:xfrm>
              <a:off x="11587592" y="19893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6" name="Hexagon 1665">
              <a:extLst>
                <a:ext uri="{FF2B5EF4-FFF2-40B4-BE49-F238E27FC236}">
                  <a16:creationId xmlns:a16="http://schemas.microsoft.com/office/drawing/2014/main" id="{E22F911B-F03A-45B4-AFAA-57DCB470913B}"/>
                </a:ext>
              </a:extLst>
            </p:cNvPr>
            <p:cNvSpPr/>
            <p:nvPr/>
          </p:nvSpPr>
          <p:spPr>
            <a:xfrm>
              <a:off x="11597635" y="17983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7" name="Hexagon 1666">
              <a:extLst>
                <a:ext uri="{FF2B5EF4-FFF2-40B4-BE49-F238E27FC236}">
                  <a16:creationId xmlns:a16="http://schemas.microsoft.com/office/drawing/2014/main" id="{CA639105-4515-44E8-A232-7DB9024ADF03}"/>
                </a:ext>
              </a:extLst>
            </p:cNvPr>
            <p:cNvSpPr/>
            <p:nvPr/>
          </p:nvSpPr>
          <p:spPr>
            <a:xfrm>
              <a:off x="11591761" y="162078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8" name="Hexagon 1667">
              <a:extLst>
                <a:ext uri="{FF2B5EF4-FFF2-40B4-BE49-F238E27FC236}">
                  <a16:creationId xmlns:a16="http://schemas.microsoft.com/office/drawing/2014/main" id="{21FEA0AE-0FF7-48A1-B812-326EE6D14D07}"/>
                </a:ext>
              </a:extLst>
            </p:cNvPr>
            <p:cNvSpPr/>
            <p:nvPr/>
          </p:nvSpPr>
          <p:spPr>
            <a:xfrm>
              <a:off x="11591681" y="145072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9" name="Hexagon 1668">
              <a:extLst>
                <a:ext uri="{FF2B5EF4-FFF2-40B4-BE49-F238E27FC236}">
                  <a16:creationId xmlns:a16="http://schemas.microsoft.com/office/drawing/2014/main" id="{123A9ED1-5E24-4A0A-B91B-316878235C86}"/>
                </a:ext>
              </a:extLst>
            </p:cNvPr>
            <p:cNvSpPr/>
            <p:nvPr/>
          </p:nvSpPr>
          <p:spPr>
            <a:xfrm>
              <a:off x="11594581" y="126448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0" name="Hexagon 1669">
              <a:extLst>
                <a:ext uri="{FF2B5EF4-FFF2-40B4-BE49-F238E27FC236}">
                  <a16:creationId xmlns:a16="http://schemas.microsoft.com/office/drawing/2014/main" id="{65AA443A-A5B7-41A0-B7E9-FB6E50A4545B}"/>
                </a:ext>
              </a:extLst>
            </p:cNvPr>
            <p:cNvSpPr/>
            <p:nvPr/>
          </p:nvSpPr>
          <p:spPr>
            <a:xfrm>
              <a:off x="11586326" y="109164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1" name="Hexagon 1670">
              <a:extLst>
                <a:ext uri="{FF2B5EF4-FFF2-40B4-BE49-F238E27FC236}">
                  <a16:creationId xmlns:a16="http://schemas.microsoft.com/office/drawing/2014/main" id="{4B765338-0A11-42C6-9883-37A34ECD8581}"/>
                </a:ext>
              </a:extLst>
            </p:cNvPr>
            <p:cNvSpPr/>
            <p:nvPr/>
          </p:nvSpPr>
          <p:spPr>
            <a:xfrm>
              <a:off x="11828549" y="1721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2" name="Hexagon 1671">
              <a:extLst>
                <a:ext uri="{FF2B5EF4-FFF2-40B4-BE49-F238E27FC236}">
                  <a16:creationId xmlns:a16="http://schemas.microsoft.com/office/drawing/2014/main" id="{61DEB623-4013-4824-9FE8-812FD636B984}"/>
                </a:ext>
              </a:extLst>
            </p:cNvPr>
            <p:cNvSpPr/>
            <p:nvPr/>
          </p:nvSpPr>
          <p:spPr>
            <a:xfrm>
              <a:off x="11831449" y="153544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3" name="Hexagon 1672">
              <a:extLst>
                <a:ext uri="{FF2B5EF4-FFF2-40B4-BE49-F238E27FC236}">
                  <a16:creationId xmlns:a16="http://schemas.microsoft.com/office/drawing/2014/main" id="{C3870D6C-5094-48B7-8807-DF14F20F98E8}"/>
                </a:ext>
              </a:extLst>
            </p:cNvPr>
            <p:cNvSpPr/>
            <p:nvPr/>
          </p:nvSpPr>
          <p:spPr>
            <a:xfrm>
              <a:off x="11823194" y="13626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4" name="Hexagon 1673">
              <a:extLst>
                <a:ext uri="{FF2B5EF4-FFF2-40B4-BE49-F238E27FC236}">
                  <a16:creationId xmlns:a16="http://schemas.microsoft.com/office/drawing/2014/main" id="{F7C1BF30-6F81-4318-B8D1-9BB2CF9CACA7}"/>
                </a:ext>
              </a:extLst>
            </p:cNvPr>
            <p:cNvSpPr/>
            <p:nvPr/>
          </p:nvSpPr>
          <p:spPr>
            <a:xfrm>
              <a:off x="12062714" y="162908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5" name="Hexagon 1674">
              <a:extLst>
                <a:ext uri="{FF2B5EF4-FFF2-40B4-BE49-F238E27FC236}">
                  <a16:creationId xmlns:a16="http://schemas.microsoft.com/office/drawing/2014/main" id="{00118809-71F6-4A6F-8DF4-44D8977AE583}"/>
                </a:ext>
              </a:extLst>
            </p:cNvPr>
            <p:cNvSpPr/>
            <p:nvPr/>
          </p:nvSpPr>
          <p:spPr>
            <a:xfrm>
              <a:off x="12056840" y="145147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6" name="Hexagon 1675">
              <a:extLst>
                <a:ext uri="{FF2B5EF4-FFF2-40B4-BE49-F238E27FC236}">
                  <a16:creationId xmlns:a16="http://schemas.microsoft.com/office/drawing/2014/main" id="{A84F28C5-E410-4DAC-B8A5-474A1C3C6E76}"/>
                </a:ext>
              </a:extLst>
            </p:cNvPr>
            <p:cNvSpPr/>
            <p:nvPr/>
          </p:nvSpPr>
          <p:spPr>
            <a:xfrm>
              <a:off x="11124625" y="269695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7" name="Hexagon 1676">
              <a:extLst>
                <a:ext uri="{FF2B5EF4-FFF2-40B4-BE49-F238E27FC236}">
                  <a16:creationId xmlns:a16="http://schemas.microsoft.com/office/drawing/2014/main" id="{33AD2B00-805B-4549-AB1E-CA8D8CE07654}"/>
                </a:ext>
              </a:extLst>
            </p:cNvPr>
            <p:cNvSpPr/>
            <p:nvPr/>
          </p:nvSpPr>
          <p:spPr>
            <a:xfrm>
              <a:off x="11589544" y="32421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8" name="Hexagon 1677">
              <a:extLst>
                <a:ext uri="{FF2B5EF4-FFF2-40B4-BE49-F238E27FC236}">
                  <a16:creationId xmlns:a16="http://schemas.microsoft.com/office/drawing/2014/main" id="{8E287DB1-26F2-424C-8538-868C4478129D}"/>
                </a:ext>
              </a:extLst>
            </p:cNvPr>
            <p:cNvSpPr/>
            <p:nvPr/>
          </p:nvSpPr>
          <p:spPr>
            <a:xfrm>
              <a:off x="11822273" y="315283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9" name="Hexagon 1678">
              <a:extLst>
                <a:ext uri="{FF2B5EF4-FFF2-40B4-BE49-F238E27FC236}">
                  <a16:creationId xmlns:a16="http://schemas.microsoft.com/office/drawing/2014/main" id="{16400B09-FE51-4122-9E00-E1185B67B1A4}"/>
                </a:ext>
              </a:extLst>
            </p:cNvPr>
            <p:cNvSpPr/>
            <p:nvPr/>
          </p:nvSpPr>
          <p:spPr>
            <a:xfrm>
              <a:off x="10885246" y="33207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0" name="Hexagon 1679">
              <a:extLst>
                <a:ext uri="{FF2B5EF4-FFF2-40B4-BE49-F238E27FC236}">
                  <a16:creationId xmlns:a16="http://schemas.microsoft.com/office/drawing/2014/main" id="{209E9CCF-E9FA-4C5A-9A3A-29FEFC2D572D}"/>
                </a:ext>
              </a:extLst>
            </p:cNvPr>
            <p:cNvSpPr/>
            <p:nvPr/>
          </p:nvSpPr>
          <p:spPr>
            <a:xfrm>
              <a:off x="8805571" y="32369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1" name="Hexagon 1680">
              <a:extLst>
                <a:ext uri="{FF2B5EF4-FFF2-40B4-BE49-F238E27FC236}">
                  <a16:creationId xmlns:a16="http://schemas.microsoft.com/office/drawing/2014/main" id="{FCFB44FE-B7E5-49DB-8E90-516626F43166}"/>
                </a:ext>
              </a:extLst>
            </p:cNvPr>
            <p:cNvSpPr/>
            <p:nvPr/>
          </p:nvSpPr>
          <p:spPr>
            <a:xfrm>
              <a:off x="9037823" y="314505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2" name="Hexagon 1681">
              <a:extLst>
                <a:ext uri="{FF2B5EF4-FFF2-40B4-BE49-F238E27FC236}">
                  <a16:creationId xmlns:a16="http://schemas.microsoft.com/office/drawing/2014/main" id="{5D4CBD5E-F9F6-4924-BFBE-D22332559E2E}"/>
                </a:ext>
              </a:extLst>
            </p:cNvPr>
            <p:cNvSpPr/>
            <p:nvPr/>
          </p:nvSpPr>
          <p:spPr>
            <a:xfrm>
              <a:off x="9037822" y="332603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3" name="Hexagon 1682">
              <a:extLst>
                <a:ext uri="{FF2B5EF4-FFF2-40B4-BE49-F238E27FC236}">
                  <a16:creationId xmlns:a16="http://schemas.microsoft.com/office/drawing/2014/main" id="{67E90ED0-0BDF-46FC-A89B-8E30C264645F}"/>
                </a:ext>
              </a:extLst>
            </p:cNvPr>
            <p:cNvSpPr/>
            <p:nvPr/>
          </p:nvSpPr>
          <p:spPr>
            <a:xfrm>
              <a:off x="9268926" y="323673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4" name="Hexagon 1683">
              <a:extLst>
                <a:ext uri="{FF2B5EF4-FFF2-40B4-BE49-F238E27FC236}">
                  <a16:creationId xmlns:a16="http://schemas.microsoft.com/office/drawing/2014/main" id="{D88686FE-7275-4D83-8308-EB76677D04A7}"/>
                </a:ext>
              </a:extLst>
            </p:cNvPr>
            <p:cNvSpPr/>
            <p:nvPr/>
          </p:nvSpPr>
          <p:spPr>
            <a:xfrm>
              <a:off x="11357697" y="387649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5" name="Hexagon 1684">
              <a:extLst>
                <a:ext uri="{FF2B5EF4-FFF2-40B4-BE49-F238E27FC236}">
                  <a16:creationId xmlns:a16="http://schemas.microsoft.com/office/drawing/2014/main" id="{F48DDC87-35B7-4BFA-852C-BE39A4591E18}"/>
                </a:ext>
              </a:extLst>
            </p:cNvPr>
            <p:cNvSpPr/>
            <p:nvPr/>
          </p:nvSpPr>
          <p:spPr>
            <a:xfrm>
              <a:off x="11357696" y="405747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6" name="Hexagon 1685">
              <a:extLst>
                <a:ext uri="{FF2B5EF4-FFF2-40B4-BE49-F238E27FC236}">
                  <a16:creationId xmlns:a16="http://schemas.microsoft.com/office/drawing/2014/main" id="{0FC7E6DD-6C05-4F4F-A0B5-24EE3D0F404A}"/>
                </a:ext>
              </a:extLst>
            </p:cNvPr>
            <p:cNvSpPr/>
            <p:nvPr/>
          </p:nvSpPr>
          <p:spPr>
            <a:xfrm>
              <a:off x="12050162" y="34232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7" name="Hexagon 1686">
              <a:extLst>
                <a:ext uri="{FF2B5EF4-FFF2-40B4-BE49-F238E27FC236}">
                  <a16:creationId xmlns:a16="http://schemas.microsoft.com/office/drawing/2014/main" id="{5C2EBA1C-2B81-4D92-BBF4-432C184B7311}"/>
                </a:ext>
              </a:extLst>
            </p:cNvPr>
            <p:cNvSpPr/>
            <p:nvPr/>
          </p:nvSpPr>
          <p:spPr>
            <a:xfrm>
              <a:off x="12050161" y="360426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8" name="Hexagon 1687">
              <a:extLst>
                <a:ext uri="{FF2B5EF4-FFF2-40B4-BE49-F238E27FC236}">
                  <a16:creationId xmlns:a16="http://schemas.microsoft.com/office/drawing/2014/main" id="{91D7CDF9-6531-4A22-A776-3B5887596E16}"/>
                </a:ext>
              </a:extLst>
            </p:cNvPr>
            <p:cNvSpPr/>
            <p:nvPr/>
          </p:nvSpPr>
          <p:spPr>
            <a:xfrm>
              <a:off x="8566634" y="49626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5" name="5级">
            <a:extLst>
              <a:ext uri="{FF2B5EF4-FFF2-40B4-BE49-F238E27FC236}">
                <a16:creationId xmlns:a16="http://schemas.microsoft.com/office/drawing/2014/main" id="{2F064383-9882-46C4-B44C-D74BE7BFC248}"/>
              </a:ext>
            </a:extLst>
          </p:cNvPr>
          <p:cNvGrpSpPr/>
          <p:nvPr/>
        </p:nvGrpSpPr>
        <p:grpSpPr>
          <a:xfrm>
            <a:off x="640077" y="899149"/>
            <a:ext cx="8943990" cy="4069554"/>
            <a:chOff x="640077" y="899149"/>
            <a:chExt cx="8943990" cy="4069554"/>
          </a:xfrm>
        </p:grpSpPr>
        <p:sp>
          <p:nvSpPr>
            <p:cNvPr id="1553" name="Hexagon 1552">
              <a:extLst>
                <a:ext uri="{FF2B5EF4-FFF2-40B4-BE49-F238E27FC236}">
                  <a16:creationId xmlns:a16="http://schemas.microsoft.com/office/drawing/2014/main" id="{F861AA16-67D4-4587-B21B-70B2F05591D7}"/>
                </a:ext>
              </a:extLst>
            </p:cNvPr>
            <p:cNvSpPr/>
            <p:nvPr/>
          </p:nvSpPr>
          <p:spPr>
            <a:xfrm>
              <a:off x="2047397" y="33339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1" name="Hexagon 1220">
              <a:extLst>
                <a:ext uri="{FF2B5EF4-FFF2-40B4-BE49-F238E27FC236}">
                  <a16:creationId xmlns:a16="http://schemas.microsoft.com/office/drawing/2014/main" id="{88801894-D93D-48A6-BF07-1B6148CA100B}"/>
                </a:ext>
              </a:extLst>
            </p:cNvPr>
            <p:cNvSpPr/>
            <p:nvPr/>
          </p:nvSpPr>
          <p:spPr>
            <a:xfrm>
              <a:off x="1811654" y="32446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6" name="Hexagon 1225">
              <a:extLst>
                <a:ext uri="{FF2B5EF4-FFF2-40B4-BE49-F238E27FC236}">
                  <a16:creationId xmlns:a16="http://schemas.microsoft.com/office/drawing/2014/main" id="{827C6B04-828D-4273-9E12-8B5558859A60}"/>
                </a:ext>
              </a:extLst>
            </p:cNvPr>
            <p:cNvSpPr/>
            <p:nvPr/>
          </p:nvSpPr>
          <p:spPr>
            <a:xfrm>
              <a:off x="1580672" y="333278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4" name="Hexagon 1233">
              <a:extLst>
                <a:ext uri="{FF2B5EF4-FFF2-40B4-BE49-F238E27FC236}">
                  <a16:creationId xmlns:a16="http://schemas.microsoft.com/office/drawing/2014/main" id="{3C0D25CC-D7BD-4765-B6F8-FE4885604D0D}"/>
                </a:ext>
              </a:extLst>
            </p:cNvPr>
            <p:cNvSpPr/>
            <p:nvPr/>
          </p:nvSpPr>
          <p:spPr>
            <a:xfrm>
              <a:off x="2049778" y="31530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5" name="Hexagon 1234">
              <a:extLst>
                <a:ext uri="{FF2B5EF4-FFF2-40B4-BE49-F238E27FC236}">
                  <a16:creationId xmlns:a16="http://schemas.microsoft.com/office/drawing/2014/main" id="{11B12F2A-A558-4B09-B683-3F10113AA5F9}"/>
                </a:ext>
              </a:extLst>
            </p:cNvPr>
            <p:cNvSpPr/>
            <p:nvPr/>
          </p:nvSpPr>
          <p:spPr>
            <a:xfrm>
              <a:off x="1814035" y="30637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6" name="Hexagon 1235">
              <a:extLst>
                <a:ext uri="{FF2B5EF4-FFF2-40B4-BE49-F238E27FC236}">
                  <a16:creationId xmlns:a16="http://schemas.microsoft.com/office/drawing/2014/main" id="{20669D74-6F10-4493-843B-0209A6A11C15}"/>
                </a:ext>
              </a:extLst>
            </p:cNvPr>
            <p:cNvSpPr/>
            <p:nvPr/>
          </p:nvSpPr>
          <p:spPr>
            <a:xfrm>
              <a:off x="2285521" y="306489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7" name="Hexagon 1236">
              <a:extLst>
                <a:ext uri="{FF2B5EF4-FFF2-40B4-BE49-F238E27FC236}">
                  <a16:creationId xmlns:a16="http://schemas.microsoft.com/office/drawing/2014/main" id="{B5E319A3-749B-466C-B4E0-2084D129F6E5}"/>
                </a:ext>
              </a:extLst>
            </p:cNvPr>
            <p:cNvSpPr/>
            <p:nvPr/>
          </p:nvSpPr>
          <p:spPr>
            <a:xfrm>
              <a:off x="2049778" y="29755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9" name="Hexagon 1238">
              <a:extLst>
                <a:ext uri="{FF2B5EF4-FFF2-40B4-BE49-F238E27FC236}">
                  <a16:creationId xmlns:a16="http://schemas.microsoft.com/office/drawing/2014/main" id="{268151E2-B38D-4952-B81F-8FE94C1A538B}"/>
                </a:ext>
              </a:extLst>
            </p:cNvPr>
            <p:cNvSpPr/>
            <p:nvPr/>
          </p:nvSpPr>
          <p:spPr>
            <a:xfrm>
              <a:off x="1575910" y="31494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0" name="Hexagon 1239">
              <a:extLst>
                <a:ext uri="{FF2B5EF4-FFF2-40B4-BE49-F238E27FC236}">
                  <a16:creationId xmlns:a16="http://schemas.microsoft.com/office/drawing/2014/main" id="{138ACF61-5649-43AD-AAE0-A09C18A30062}"/>
                </a:ext>
              </a:extLst>
            </p:cNvPr>
            <p:cNvSpPr/>
            <p:nvPr/>
          </p:nvSpPr>
          <p:spPr>
            <a:xfrm>
              <a:off x="1578291" y="29684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1" name="Hexagon 1240">
              <a:extLst>
                <a:ext uri="{FF2B5EF4-FFF2-40B4-BE49-F238E27FC236}">
                  <a16:creationId xmlns:a16="http://schemas.microsoft.com/office/drawing/2014/main" id="{74F3C3EB-4DC3-4B07-9F83-28828431E329}"/>
                </a:ext>
              </a:extLst>
            </p:cNvPr>
            <p:cNvSpPr/>
            <p:nvPr/>
          </p:nvSpPr>
          <p:spPr>
            <a:xfrm>
              <a:off x="1575910" y="27922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2" name="Hexagon 1241">
              <a:extLst>
                <a:ext uri="{FF2B5EF4-FFF2-40B4-BE49-F238E27FC236}">
                  <a16:creationId xmlns:a16="http://schemas.microsoft.com/office/drawing/2014/main" id="{2F492D13-7684-4D9E-A1CE-191757CF89A9}"/>
                </a:ext>
              </a:extLst>
            </p:cNvPr>
            <p:cNvSpPr/>
            <p:nvPr/>
          </p:nvSpPr>
          <p:spPr>
            <a:xfrm>
              <a:off x="1578291" y="261126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3" name="Hexagon 1242">
              <a:extLst>
                <a:ext uri="{FF2B5EF4-FFF2-40B4-BE49-F238E27FC236}">
                  <a16:creationId xmlns:a16="http://schemas.microsoft.com/office/drawing/2014/main" id="{4FADC416-ED9A-4F44-BD6C-5DCE9F82F792}"/>
                </a:ext>
              </a:extLst>
            </p:cNvPr>
            <p:cNvSpPr/>
            <p:nvPr/>
          </p:nvSpPr>
          <p:spPr>
            <a:xfrm>
              <a:off x="1814035" y="27041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4" name="Hexagon 1243">
              <a:extLst>
                <a:ext uri="{FF2B5EF4-FFF2-40B4-BE49-F238E27FC236}">
                  <a16:creationId xmlns:a16="http://schemas.microsoft.com/office/drawing/2014/main" id="{4CE9915E-7E02-42F1-A183-ADBABC5A9B61}"/>
                </a:ext>
              </a:extLst>
            </p:cNvPr>
            <p:cNvSpPr/>
            <p:nvPr/>
          </p:nvSpPr>
          <p:spPr>
            <a:xfrm>
              <a:off x="1816416" y="25231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5" name="Hexagon 1244">
              <a:extLst>
                <a:ext uri="{FF2B5EF4-FFF2-40B4-BE49-F238E27FC236}">
                  <a16:creationId xmlns:a16="http://schemas.microsoft.com/office/drawing/2014/main" id="{7C83DFEB-A897-480B-93DB-D25C7BD19EEE}"/>
                </a:ext>
              </a:extLst>
            </p:cNvPr>
            <p:cNvSpPr/>
            <p:nvPr/>
          </p:nvSpPr>
          <p:spPr>
            <a:xfrm>
              <a:off x="2049779" y="27970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6" name="Hexagon 1245">
              <a:extLst>
                <a:ext uri="{FF2B5EF4-FFF2-40B4-BE49-F238E27FC236}">
                  <a16:creationId xmlns:a16="http://schemas.microsoft.com/office/drawing/2014/main" id="{C4841094-CCD4-449B-873E-CA06560FDCE3}"/>
                </a:ext>
              </a:extLst>
            </p:cNvPr>
            <p:cNvSpPr/>
            <p:nvPr/>
          </p:nvSpPr>
          <p:spPr>
            <a:xfrm>
              <a:off x="2052160" y="26160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7" name="Hexagon 1246">
              <a:extLst>
                <a:ext uri="{FF2B5EF4-FFF2-40B4-BE49-F238E27FC236}">
                  <a16:creationId xmlns:a16="http://schemas.microsoft.com/office/drawing/2014/main" id="{41A57FE1-F55E-4155-AAAA-60C14FB3BA63}"/>
                </a:ext>
              </a:extLst>
            </p:cNvPr>
            <p:cNvSpPr/>
            <p:nvPr/>
          </p:nvSpPr>
          <p:spPr>
            <a:xfrm>
              <a:off x="2285523" y="28803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8" name="Hexagon 1247">
              <a:extLst>
                <a:ext uri="{FF2B5EF4-FFF2-40B4-BE49-F238E27FC236}">
                  <a16:creationId xmlns:a16="http://schemas.microsoft.com/office/drawing/2014/main" id="{F38E2409-FE70-485E-BB15-5EDC99374EDA}"/>
                </a:ext>
              </a:extLst>
            </p:cNvPr>
            <p:cNvSpPr/>
            <p:nvPr/>
          </p:nvSpPr>
          <p:spPr>
            <a:xfrm>
              <a:off x="2287904" y="269937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9" name="Hexagon 1248">
              <a:extLst>
                <a:ext uri="{FF2B5EF4-FFF2-40B4-BE49-F238E27FC236}">
                  <a16:creationId xmlns:a16="http://schemas.microsoft.com/office/drawing/2014/main" id="{F09F837D-44AF-4E29-B3C2-394858853AF1}"/>
                </a:ext>
              </a:extLst>
            </p:cNvPr>
            <p:cNvSpPr/>
            <p:nvPr/>
          </p:nvSpPr>
          <p:spPr>
            <a:xfrm>
              <a:off x="1340166" y="305417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0" name="Hexagon 1249">
              <a:extLst>
                <a:ext uri="{FF2B5EF4-FFF2-40B4-BE49-F238E27FC236}">
                  <a16:creationId xmlns:a16="http://schemas.microsoft.com/office/drawing/2014/main" id="{AD0C2EEE-3F2E-4458-9580-6DD7ED25EC3C}"/>
                </a:ext>
              </a:extLst>
            </p:cNvPr>
            <p:cNvSpPr/>
            <p:nvPr/>
          </p:nvSpPr>
          <p:spPr>
            <a:xfrm>
              <a:off x="1342547" y="28732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1" name="Hexagon 1250">
              <a:extLst>
                <a:ext uri="{FF2B5EF4-FFF2-40B4-BE49-F238E27FC236}">
                  <a16:creationId xmlns:a16="http://schemas.microsoft.com/office/drawing/2014/main" id="{C88B8A81-A234-4087-89F6-FB010E3E580D}"/>
                </a:ext>
              </a:extLst>
            </p:cNvPr>
            <p:cNvSpPr/>
            <p:nvPr/>
          </p:nvSpPr>
          <p:spPr>
            <a:xfrm>
              <a:off x="1104422" y="31526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2" name="Hexagon 1251">
              <a:extLst>
                <a:ext uri="{FF2B5EF4-FFF2-40B4-BE49-F238E27FC236}">
                  <a16:creationId xmlns:a16="http://schemas.microsoft.com/office/drawing/2014/main" id="{014EBD9D-C8DD-4A77-95AB-60F1AD7202EA}"/>
                </a:ext>
              </a:extLst>
            </p:cNvPr>
            <p:cNvSpPr/>
            <p:nvPr/>
          </p:nvSpPr>
          <p:spPr>
            <a:xfrm>
              <a:off x="1106803" y="29684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3" name="Hexagon 1252">
              <a:extLst>
                <a:ext uri="{FF2B5EF4-FFF2-40B4-BE49-F238E27FC236}">
                  <a16:creationId xmlns:a16="http://schemas.microsoft.com/office/drawing/2014/main" id="{299A0056-BA20-4E54-BADF-E2386D8FDFC4}"/>
                </a:ext>
              </a:extLst>
            </p:cNvPr>
            <p:cNvSpPr/>
            <p:nvPr/>
          </p:nvSpPr>
          <p:spPr>
            <a:xfrm>
              <a:off x="1104422" y="33327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4" name="Hexagon 1253">
              <a:extLst>
                <a:ext uri="{FF2B5EF4-FFF2-40B4-BE49-F238E27FC236}">
                  <a16:creationId xmlns:a16="http://schemas.microsoft.com/office/drawing/2014/main" id="{9DC04CEC-7A09-424A-9EBE-CAA1353E6047}"/>
                </a:ext>
              </a:extLst>
            </p:cNvPr>
            <p:cNvSpPr/>
            <p:nvPr/>
          </p:nvSpPr>
          <p:spPr>
            <a:xfrm>
              <a:off x="868678" y="34280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5" name="Hexagon 1254">
              <a:extLst>
                <a:ext uri="{FF2B5EF4-FFF2-40B4-BE49-F238E27FC236}">
                  <a16:creationId xmlns:a16="http://schemas.microsoft.com/office/drawing/2014/main" id="{D895423D-C2D0-40E9-A70B-0572EF26618F}"/>
                </a:ext>
              </a:extLst>
            </p:cNvPr>
            <p:cNvSpPr/>
            <p:nvPr/>
          </p:nvSpPr>
          <p:spPr>
            <a:xfrm>
              <a:off x="871059" y="32470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6" name="Hexagon 1255">
              <a:extLst>
                <a:ext uri="{FF2B5EF4-FFF2-40B4-BE49-F238E27FC236}">
                  <a16:creationId xmlns:a16="http://schemas.microsoft.com/office/drawing/2014/main" id="{D4B10F2B-1BEB-4E05-B2F2-9C35FDE86992}"/>
                </a:ext>
              </a:extLst>
            </p:cNvPr>
            <p:cNvSpPr/>
            <p:nvPr/>
          </p:nvSpPr>
          <p:spPr>
            <a:xfrm>
              <a:off x="1342547" y="342089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7" name="Hexagon 1256">
              <a:extLst>
                <a:ext uri="{FF2B5EF4-FFF2-40B4-BE49-F238E27FC236}">
                  <a16:creationId xmlns:a16="http://schemas.microsoft.com/office/drawing/2014/main" id="{97CF6F96-3880-4172-BD95-8638D440247A}"/>
                </a:ext>
              </a:extLst>
            </p:cNvPr>
            <p:cNvSpPr/>
            <p:nvPr/>
          </p:nvSpPr>
          <p:spPr>
            <a:xfrm>
              <a:off x="1344928" y="323991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8" name="Hexagon 1257">
              <a:extLst>
                <a:ext uri="{FF2B5EF4-FFF2-40B4-BE49-F238E27FC236}">
                  <a16:creationId xmlns:a16="http://schemas.microsoft.com/office/drawing/2014/main" id="{46ED4E7E-F682-417C-B1F0-28B8193E8D3D}"/>
                </a:ext>
              </a:extLst>
            </p:cNvPr>
            <p:cNvSpPr/>
            <p:nvPr/>
          </p:nvSpPr>
          <p:spPr>
            <a:xfrm>
              <a:off x="1340166" y="37756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9" name="Hexagon 1258">
              <a:extLst>
                <a:ext uri="{FF2B5EF4-FFF2-40B4-BE49-F238E27FC236}">
                  <a16:creationId xmlns:a16="http://schemas.microsoft.com/office/drawing/2014/main" id="{A91E73EA-A479-439D-A4B6-35E68AD8D504}"/>
                </a:ext>
              </a:extLst>
            </p:cNvPr>
            <p:cNvSpPr/>
            <p:nvPr/>
          </p:nvSpPr>
          <p:spPr>
            <a:xfrm>
              <a:off x="1340166" y="35994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0" name="Hexagon 1259">
              <a:extLst>
                <a:ext uri="{FF2B5EF4-FFF2-40B4-BE49-F238E27FC236}">
                  <a16:creationId xmlns:a16="http://schemas.microsoft.com/office/drawing/2014/main" id="{955C9453-976E-4280-9344-69868BEE538C}"/>
                </a:ext>
              </a:extLst>
            </p:cNvPr>
            <p:cNvSpPr/>
            <p:nvPr/>
          </p:nvSpPr>
          <p:spPr>
            <a:xfrm>
              <a:off x="1102041" y="36939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1" name="Hexagon 1260">
              <a:extLst>
                <a:ext uri="{FF2B5EF4-FFF2-40B4-BE49-F238E27FC236}">
                  <a16:creationId xmlns:a16="http://schemas.microsoft.com/office/drawing/2014/main" id="{CA16E38E-81B0-4DE3-B5B0-7ACA1A94E65F}"/>
                </a:ext>
              </a:extLst>
            </p:cNvPr>
            <p:cNvSpPr/>
            <p:nvPr/>
          </p:nvSpPr>
          <p:spPr>
            <a:xfrm>
              <a:off x="1104422" y="350979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2" name="Hexagon 1261">
              <a:extLst>
                <a:ext uri="{FF2B5EF4-FFF2-40B4-BE49-F238E27FC236}">
                  <a16:creationId xmlns:a16="http://schemas.microsoft.com/office/drawing/2014/main" id="{16CA1C8F-832F-47A0-B0FE-BA6969271A00}"/>
                </a:ext>
              </a:extLst>
            </p:cNvPr>
            <p:cNvSpPr/>
            <p:nvPr/>
          </p:nvSpPr>
          <p:spPr>
            <a:xfrm>
              <a:off x="871059" y="37852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3" name="Hexagon 1262">
              <a:extLst>
                <a:ext uri="{FF2B5EF4-FFF2-40B4-BE49-F238E27FC236}">
                  <a16:creationId xmlns:a16="http://schemas.microsoft.com/office/drawing/2014/main" id="{B149BF00-69C1-4159-907C-7AAEBBE92B41}"/>
                </a:ext>
              </a:extLst>
            </p:cNvPr>
            <p:cNvSpPr/>
            <p:nvPr/>
          </p:nvSpPr>
          <p:spPr>
            <a:xfrm>
              <a:off x="873440" y="36042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4" name="Hexagon 1263">
              <a:extLst>
                <a:ext uri="{FF2B5EF4-FFF2-40B4-BE49-F238E27FC236}">
                  <a16:creationId xmlns:a16="http://schemas.microsoft.com/office/drawing/2014/main" id="{F4C386D5-B145-4F40-97D2-4C33A124B90A}"/>
                </a:ext>
              </a:extLst>
            </p:cNvPr>
            <p:cNvSpPr/>
            <p:nvPr/>
          </p:nvSpPr>
          <p:spPr>
            <a:xfrm>
              <a:off x="640078" y="38709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5" name="Hexagon 1264">
              <a:extLst>
                <a:ext uri="{FF2B5EF4-FFF2-40B4-BE49-F238E27FC236}">
                  <a16:creationId xmlns:a16="http://schemas.microsoft.com/office/drawing/2014/main" id="{9906B1A7-29D2-4CE5-A8F9-061AAF5339FF}"/>
                </a:ext>
              </a:extLst>
            </p:cNvPr>
            <p:cNvSpPr/>
            <p:nvPr/>
          </p:nvSpPr>
          <p:spPr>
            <a:xfrm>
              <a:off x="642459" y="368997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6" name="Hexagon 1265">
              <a:extLst>
                <a:ext uri="{FF2B5EF4-FFF2-40B4-BE49-F238E27FC236}">
                  <a16:creationId xmlns:a16="http://schemas.microsoft.com/office/drawing/2014/main" id="{9B66C898-410A-4266-B2B5-5BF1E6AB6C32}"/>
                </a:ext>
              </a:extLst>
            </p:cNvPr>
            <p:cNvSpPr/>
            <p:nvPr/>
          </p:nvSpPr>
          <p:spPr>
            <a:xfrm>
              <a:off x="873440" y="41566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7" name="Hexagon 1266">
              <a:extLst>
                <a:ext uri="{FF2B5EF4-FFF2-40B4-BE49-F238E27FC236}">
                  <a16:creationId xmlns:a16="http://schemas.microsoft.com/office/drawing/2014/main" id="{9092E240-43C2-46CE-A5AD-0FD629563CFE}"/>
                </a:ext>
              </a:extLst>
            </p:cNvPr>
            <p:cNvSpPr/>
            <p:nvPr/>
          </p:nvSpPr>
          <p:spPr>
            <a:xfrm>
              <a:off x="878202" y="39661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8" name="Hexagon 1267">
              <a:extLst>
                <a:ext uri="{FF2B5EF4-FFF2-40B4-BE49-F238E27FC236}">
                  <a16:creationId xmlns:a16="http://schemas.microsoft.com/office/drawing/2014/main" id="{298D6ED9-EC3E-4167-8FC2-4B8087EE5889}"/>
                </a:ext>
              </a:extLst>
            </p:cNvPr>
            <p:cNvSpPr/>
            <p:nvPr/>
          </p:nvSpPr>
          <p:spPr>
            <a:xfrm>
              <a:off x="1109185" y="42448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9" name="Hexagon 1268">
              <a:extLst>
                <a:ext uri="{FF2B5EF4-FFF2-40B4-BE49-F238E27FC236}">
                  <a16:creationId xmlns:a16="http://schemas.microsoft.com/office/drawing/2014/main" id="{77BEF2B9-FBFA-47B4-B538-29E5FBEA9AFA}"/>
                </a:ext>
              </a:extLst>
            </p:cNvPr>
            <p:cNvSpPr/>
            <p:nvPr/>
          </p:nvSpPr>
          <p:spPr>
            <a:xfrm>
              <a:off x="1111566" y="4061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0" name="Hexagon 1269">
              <a:extLst>
                <a:ext uri="{FF2B5EF4-FFF2-40B4-BE49-F238E27FC236}">
                  <a16:creationId xmlns:a16="http://schemas.microsoft.com/office/drawing/2014/main" id="{6ECD1908-7CAD-42AF-8120-097D16043507}"/>
                </a:ext>
              </a:extLst>
            </p:cNvPr>
            <p:cNvSpPr/>
            <p:nvPr/>
          </p:nvSpPr>
          <p:spPr>
            <a:xfrm>
              <a:off x="1344928" y="41495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1" name="Hexagon 1270">
              <a:extLst>
                <a:ext uri="{FF2B5EF4-FFF2-40B4-BE49-F238E27FC236}">
                  <a16:creationId xmlns:a16="http://schemas.microsoft.com/office/drawing/2014/main" id="{1E88E332-0483-4D40-AB3C-4B0BBCF77E8D}"/>
                </a:ext>
              </a:extLst>
            </p:cNvPr>
            <p:cNvSpPr/>
            <p:nvPr/>
          </p:nvSpPr>
          <p:spPr>
            <a:xfrm>
              <a:off x="1342547" y="39661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2" name="Hexagon 1271">
              <a:extLst>
                <a:ext uri="{FF2B5EF4-FFF2-40B4-BE49-F238E27FC236}">
                  <a16:creationId xmlns:a16="http://schemas.microsoft.com/office/drawing/2014/main" id="{E7974D8F-7A69-4061-A7E6-55EF5FB3DB57}"/>
                </a:ext>
              </a:extLst>
            </p:cNvPr>
            <p:cNvSpPr/>
            <p:nvPr/>
          </p:nvSpPr>
          <p:spPr>
            <a:xfrm>
              <a:off x="1578290" y="40543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3" name="Hexagon 1272">
              <a:extLst>
                <a:ext uri="{FF2B5EF4-FFF2-40B4-BE49-F238E27FC236}">
                  <a16:creationId xmlns:a16="http://schemas.microsoft.com/office/drawing/2014/main" id="{A99FE651-E89C-48D9-AAA2-9956822E2F44}"/>
                </a:ext>
              </a:extLst>
            </p:cNvPr>
            <p:cNvSpPr/>
            <p:nvPr/>
          </p:nvSpPr>
          <p:spPr>
            <a:xfrm>
              <a:off x="1575909" y="38709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4" name="Hexagon 1273">
              <a:extLst>
                <a:ext uri="{FF2B5EF4-FFF2-40B4-BE49-F238E27FC236}">
                  <a16:creationId xmlns:a16="http://schemas.microsoft.com/office/drawing/2014/main" id="{B3E3CD9F-23D8-4811-9253-403321A42CAA}"/>
                </a:ext>
              </a:extLst>
            </p:cNvPr>
            <p:cNvSpPr/>
            <p:nvPr/>
          </p:nvSpPr>
          <p:spPr>
            <a:xfrm>
              <a:off x="1349690" y="45210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5" name="Hexagon 1274">
              <a:extLst>
                <a:ext uri="{FF2B5EF4-FFF2-40B4-BE49-F238E27FC236}">
                  <a16:creationId xmlns:a16="http://schemas.microsoft.com/office/drawing/2014/main" id="{A3BE2F8E-6B1C-4313-909E-792907401CD1}"/>
                </a:ext>
              </a:extLst>
            </p:cNvPr>
            <p:cNvSpPr/>
            <p:nvPr/>
          </p:nvSpPr>
          <p:spPr>
            <a:xfrm>
              <a:off x="1349690" y="433529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6" name="Hexagon 1275">
              <a:extLst>
                <a:ext uri="{FF2B5EF4-FFF2-40B4-BE49-F238E27FC236}">
                  <a16:creationId xmlns:a16="http://schemas.microsoft.com/office/drawing/2014/main" id="{360C33C9-77EE-4494-925B-A88A90C59E13}"/>
                </a:ext>
              </a:extLst>
            </p:cNvPr>
            <p:cNvSpPr/>
            <p:nvPr/>
          </p:nvSpPr>
          <p:spPr>
            <a:xfrm>
              <a:off x="1113946" y="46162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7" name="Hexagon 1276">
              <a:extLst>
                <a:ext uri="{FF2B5EF4-FFF2-40B4-BE49-F238E27FC236}">
                  <a16:creationId xmlns:a16="http://schemas.microsoft.com/office/drawing/2014/main" id="{B6EDB165-E8E3-432D-AADB-914009C5E05D}"/>
                </a:ext>
              </a:extLst>
            </p:cNvPr>
            <p:cNvSpPr/>
            <p:nvPr/>
          </p:nvSpPr>
          <p:spPr>
            <a:xfrm>
              <a:off x="1111565" y="44329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8" name="Hexagon 1277">
              <a:extLst>
                <a:ext uri="{FF2B5EF4-FFF2-40B4-BE49-F238E27FC236}">
                  <a16:creationId xmlns:a16="http://schemas.microsoft.com/office/drawing/2014/main" id="{5BA938BA-2480-4F6C-BE02-2A124825B4E4}"/>
                </a:ext>
              </a:extLst>
            </p:cNvPr>
            <p:cNvSpPr/>
            <p:nvPr/>
          </p:nvSpPr>
          <p:spPr>
            <a:xfrm>
              <a:off x="880584" y="452817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9" name="Hexagon 1278">
              <a:extLst>
                <a:ext uri="{FF2B5EF4-FFF2-40B4-BE49-F238E27FC236}">
                  <a16:creationId xmlns:a16="http://schemas.microsoft.com/office/drawing/2014/main" id="{F00A9EE4-B9A7-4D1C-B6BF-C15FAC1144E1}"/>
                </a:ext>
              </a:extLst>
            </p:cNvPr>
            <p:cNvSpPr/>
            <p:nvPr/>
          </p:nvSpPr>
          <p:spPr>
            <a:xfrm>
              <a:off x="878203" y="43448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0" name="Hexagon 1279">
              <a:extLst>
                <a:ext uri="{FF2B5EF4-FFF2-40B4-BE49-F238E27FC236}">
                  <a16:creationId xmlns:a16="http://schemas.microsoft.com/office/drawing/2014/main" id="{2DC5D9DE-5CE5-4AA2-A678-3B1034DB7D89}"/>
                </a:ext>
              </a:extLst>
            </p:cNvPr>
            <p:cNvSpPr/>
            <p:nvPr/>
          </p:nvSpPr>
          <p:spPr>
            <a:xfrm>
              <a:off x="1104421" y="479010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1" name="Hexagon 1280">
              <a:extLst>
                <a:ext uri="{FF2B5EF4-FFF2-40B4-BE49-F238E27FC236}">
                  <a16:creationId xmlns:a16="http://schemas.microsoft.com/office/drawing/2014/main" id="{BDC1DC87-B817-4E86-B1DC-7C627A9D35BD}"/>
                </a:ext>
              </a:extLst>
            </p:cNvPr>
            <p:cNvSpPr/>
            <p:nvPr/>
          </p:nvSpPr>
          <p:spPr>
            <a:xfrm>
              <a:off x="871059" y="47020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2" name="Hexagon 1281">
              <a:extLst>
                <a:ext uri="{FF2B5EF4-FFF2-40B4-BE49-F238E27FC236}">
                  <a16:creationId xmlns:a16="http://schemas.microsoft.com/office/drawing/2014/main" id="{4C2BC8FA-CC2D-411E-97CA-466B58087E70}"/>
                </a:ext>
              </a:extLst>
            </p:cNvPr>
            <p:cNvSpPr/>
            <p:nvPr/>
          </p:nvSpPr>
          <p:spPr>
            <a:xfrm>
              <a:off x="640077" y="40566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5" name="Hexagon 1284">
              <a:extLst>
                <a:ext uri="{FF2B5EF4-FFF2-40B4-BE49-F238E27FC236}">
                  <a16:creationId xmlns:a16="http://schemas.microsoft.com/office/drawing/2014/main" id="{4282C92F-26D4-43C9-9773-9DE9C514EFD8}"/>
                </a:ext>
              </a:extLst>
            </p:cNvPr>
            <p:cNvSpPr/>
            <p:nvPr/>
          </p:nvSpPr>
          <p:spPr>
            <a:xfrm>
              <a:off x="2052160" y="24279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6" name="Hexagon 1285">
              <a:extLst>
                <a:ext uri="{FF2B5EF4-FFF2-40B4-BE49-F238E27FC236}">
                  <a16:creationId xmlns:a16="http://schemas.microsoft.com/office/drawing/2014/main" id="{34A1261C-9688-4B45-9103-A7E7B5AC999F}"/>
                </a:ext>
              </a:extLst>
            </p:cNvPr>
            <p:cNvSpPr/>
            <p:nvPr/>
          </p:nvSpPr>
          <p:spPr>
            <a:xfrm>
              <a:off x="2290285" y="23398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7" name="Hexagon 1286">
              <a:extLst>
                <a:ext uri="{FF2B5EF4-FFF2-40B4-BE49-F238E27FC236}">
                  <a16:creationId xmlns:a16="http://schemas.microsoft.com/office/drawing/2014/main" id="{3C4E1578-A14F-40DC-901C-5BB478A3C814}"/>
                </a:ext>
              </a:extLst>
            </p:cNvPr>
            <p:cNvSpPr/>
            <p:nvPr/>
          </p:nvSpPr>
          <p:spPr>
            <a:xfrm>
              <a:off x="2521267" y="225407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8" name="Hexagon 1287">
              <a:extLst>
                <a:ext uri="{FF2B5EF4-FFF2-40B4-BE49-F238E27FC236}">
                  <a16:creationId xmlns:a16="http://schemas.microsoft.com/office/drawing/2014/main" id="{35CC4777-83DC-4E01-8954-E5FBCC3D7B82}"/>
                </a:ext>
              </a:extLst>
            </p:cNvPr>
            <p:cNvSpPr/>
            <p:nvPr/>
          </p:nvSpPr>
          <p:spPr>
            <a:xfrm>
              <a:off x="1814035" y="23350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9" name="Hexagon 1288">
              <a:extLst>
                <a:ext uri="{FF2B5EF4-FFF2-40B4-BE49-F238E27FC236}">
                  <a16:creationId xmlns:a16="http://schemas.microsoft.com/office/drawing/2014/main" id="{1EC81FE5-20DF-4CCD-B3F1-D58DCBDA31E5}"/>
                </a:ext>
              </a:extLst>
            </p:cNvPr>
            <p:cNvSpPr/>
            <p:nvPr/>
          </p:nvSpPr>
          <p:spPr>
            <a:xfrm>
              <a:off x="2052160" y="22469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0" name="Hexagon 1289">
              <a:extLst>
                <a:ext uri="{FF2B5EF4-FFF2-40B4-BE49-F238E27FC236}">
                  <a16:creationId xmlns:a16="http://schemas.microsoft.com/office/drawing/2014/main" id="{7A927519-020D-4C35-921D-423BBDF4612F}"/>
                </a:ext>
              </a:extLst>
            </p:cNvPr>
            <p:cNvSpPr/>
            <p:nvPr/>
          </p:nvSpPr>
          <p:spPr>
            <a:xfrm>
              <a:off x="2290285" y="21588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1" name="Hexagon 1290">
              <a:extLst>
                <a:ext uri="{FF2B5EF4-FFF2-40B4-BE49-F238E27FC236}">
                  <a16:creationId xmlns:a16="http://schemas.microsoft.com/office/drawing/2014/main" id="{12CF8E85-EAC9-40D6-BDB1-705EFDCEEB1A}"/>
                </a:ext>
              </a:extLst>
            </p:cNvPr>
            <p:cNvSpPr/>
            <p:nvPr/>
          </p:nvSpPr>
          <p:spPr>
            <a:xfrm>
              <a:off x="1811654" y="2156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2" name="Hexagon 1291">
              <a:extLst>
                <a:ext uri="{FF2B5EF4-FFF2-40B4-BE49-F238E27FC236}">
                  <a16:creationId xmlns:a16="http://schemas.microsoft.com/office/drawing/2014/main" id="{2553F6F2-85F5-49A6-AD86-17DFCD3ABCFC}"/>
                </a:ext>
              </a:extLst>
            </p:cNvPr>
            <p:cNvSpPr/>
            <p:nvPr/>
          </p:nvSpPr>
          <p:spPr>
            <a:xfrm>
              <a:off x="2049779" y="20683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3" name="Hexagon 1292">
              <a:extLst>
                <a:ext uri="{FF2B5EF4-FFF2-40B4-BE49-F238E27FC236}">
                  <a16:creationId xmlns:a16="http://schemas.microsoft.com/office/drawing/2014/main" id="{D3D23171-9EDA-42BC-8315-979DCD297940}"/>
                </a:ext>
              </a:extLst>
            </p:cNvPr>
            <p:cNvSpPr/>
            <p:nvPr/>
          </p:nvSpPr>
          <p:spPr>
            <a:xfrm>
              <a:off x="2287904" y="19802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4" name="Hexagon 1293">
              <a:extLst>
                <a:ext uri="{FF2B5EF4-FFF2-40B4-BE49-F238E27FC236}">
                  <a16:creationId xmlns:a16="http://schemas.microsoft.com/office/drawing/2014/main" id="{C8AF5C1E-1DE5-4A38-8F54-00EDEEA3B25F}"/>
                </a:ext>
              </a:extLst>
            </p:cNvPr>
            <p:cNvSpPr/>
            <p:nvPr/>
          </p:nvSpPr>
          <p:spPr>
            <a:xfrm>
              <a:off x="2757011" y="23469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5" name="Hexagon 1294">
              <a:extLst>
                <a:ext uri="{FF2B5EF4-FFF2-40B4-BE49-F238E27FC236}">
                  <a16:creationId xmlns:a16="http://schemas.microsoft.com/office/drawing/2014/main" id="{7118B7F7-42FD-409A-92B5-BDE959D44767}"/>
                </a:ext>
              </a:extLst>
            </p:cNvPr>
            <p:cNvSpPr/>
            <p:nvPr/>
          </p:nvSpPr>
          <p:spPr>
            <a:xfrm>
              <a:off x="2987992" y="24398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6" name="Hexagon 1295">
              <a:extLst>
                <a:ext uri="{FF2B5EF4-FFF2-40B4-BE49-F238E27FC236}">
                  <a16:creationId xmlns:a16="http://schemas.microsoft.com/office/drawing/2014/main" id="{144E6EC2-C6DD-4A09-8CAE-EAC18CB6F021}"/>
                </a:ext>
              </a:extLst>
            </p:cNvPr>
            <p:cNvSpPr/>
            <p:nvPr/>
          </p:nvSpPr>
          <p:spPr>
            <a:xfrm>
              <a:off x="2526029" y="27922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7" name="Hexagon 1296">
              <a:extLst>
                <a:ext uri="{FF2B5EF4-FFF2-40B4-BE49-F238E27FC236}">
                  <a16:creationId xmlns:a16="http://schemas.microsoft.com/office/drawing/2014/main" id="{783FD0CC-478E-47F5-B1D5-7A451D89DB5D}"/>
                </a:ext>
              </a:extLst>
            </p:cNvPr>
            <p:cNvSpPr/>
            <p:nvPr/>
          </p:nvSpPr>
          <p:spPr>
            <a:xfrm>
              <a:off x="2761771" y="28815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8" name="Hexagon 1297">
              <a:extLst>
                <a:ext uri="{FF2B5EF4-FFF2-40B4-BE49-F238E27FC236}">
                  <a16:creationId xmlns:a16="http://schemas.microsoft.com/office/drawing/2014/main" id="{F1604565-6EBA-4B28-938B-DBFA72117794}"/>
                </a:ext>
              </a:extLst>
            </p:cNvPr>
            <p:cNvSpPr/>
            <p:nvPr/>
          </p:nvSpPr>
          <p:spPr>
            <a:xfrm>
              <a:off x="2761773" y="26969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9" name="Hexagon 1298">
              <a:extLst>
                <a:ext uri="{FF2B5EF4-FFF2-40B4-BE49-F238E27FC236}">
                  <a16:creationId xmlns:a16="http://schemas.microsoft.com/office/drawing/2014/main" id="{6BFF328D-890F-410C-8A31-DFA62C8E7CAC}"/>
                </a:ext>
              </a:extLst>
            </p:cNvPr>
            <p:cNvSpPr/>
            <p:nvPr/>
          </p:nvSpPr>
          <p:spPr>
            <a:xfrm>
              <a:off x="2995133" y="27958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0" name="Hexagon 1299">
              <a:extLst>
                <a:ext uri="{FF2B5EF4-FFF2-40B4-BE49-F238E27FC236}">
                  <a16:creationId xmlns:a16="http://schemas.microsoft.com/office/drawing/2014/main" id="{8779A04E-F255-4EFC-8E0C-8DAA1CB2B829}"/>
                </a:ext>
              </a:extLst>
            </p:cNvPr>
            <p:cNvSpPr/>
            <p:nvPr/>
          </p:nvSpPr>
          <p:spPr>
            <a:xfrm>
              <a:off x="2995135" y="26112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1" name="Hexagon 1300">
              <a:extLst>
                <a:ext uri="{FF2B5EF4-FFF2-40B4-BE49-F238E27FC236}">
                  <a16:creationId xmlns:a16="http://schemas.microsoft.com/office/drawing/2014/main" id="{DF83CBE9-87EF-4680-AB5E-6C49D1A8D105}"/>
                </a:ext>
              </a:extLst>
            </p:cNvPr>
            <p:cNvSpPr/>
            <p:nvPr/>
          </p:nvSpPr>
          <p:spPr>
            <a:xfrm>
              <a:off x="3218973" y="25303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2" name="Hexagon 1301">
              <a:extLst>
                <a:ext uri="{FF2B5EF4-FFF2-40B4-BE49-F238E27FC236}">
                  <a16:creationId xmlns:a16="http://schemas.microsoft.com/office/drawing/2014/main" id="{F6C46899-E34B-4446-860E-F0EB52A82494}"/>
                </a:ext>
              </a:extLst>
            </p:cNvPr>
            <p:cNvSpPr/>
            <p:nvPr/>
          </p:nvSpPr>
          <p:spPr>
            <a:xfrm>
              <a:off x="3226114" y="28863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3" name="Hexagon 1302">
              <a:extLst>
                <a:ext uri="{FF2B5EF4-FFF2-40B4-BE49-F238E27FC236}">
                  <a16:creationId xmlns:a16="http://schemas.microsoft.com/office/drawing/2014/main" id="{FC540DC9-39FA-408B-B9FE-B329BCB4B9AD}"/>
                </a:ext>
              </a:extLst>
            </p:cNvPr>
            <p:cNvSpPr/>
            <p:nvPr/>
          </p:nvSpPr>
          <p:spPr>
            <a:xfrm>
              <a:off x="3226116" y="27017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4" name="Hexagon 1303">
              <a:extLst>
                <a:ext uri="{FF2B5EF4-FFF2-40B4-BE49-F238E27FC236}">
                  <a16:creationId xmlns:a16="http://schemas.microsoft.com/office/drawing/2014/main" id="{A356C5D4-D96B-4E56-833A-1B41BE422202}"/>
                </a:ext>
              </a:extLst>
            </p:cNvPr>
            <p:cNvSpPr/>
            <p:nvPr/>
          </p:nvSpPr>
          <p:spPr>
            <a:xfrm>
              <a:off x="2514123" y="17206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5" name="Hexagon 1304">
              <a:extLst>
                <a:ext uri="{FF2B5EF4-FFF2-40B4-BE49-F238E27FC236}">
                  <a16:creationId xmlns:a16="http://schemas.microsoft.com/office/drawing/2014/main" id="{551D8832-0480-4273-ADBB-5D5ACF3522CB}"/>
                </a:ext>
              </a:extLst>
            </p:cNvPr>
            <p:cNvSpPr/>
            <p:nvPr/>
          </p:nvSpPr>
          <p:spPr>
            <a:xfrm>
              <a:off x="2518883" y="20766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6" name="Hexagon 1305">
              <a:extLst>
                <a:ext uri="{FF2B5EF4-FFF2-40B4-BE49-F238E27FC236}">
                  <a16:creationId xmlns:a16="http://schemas.microsoft.com/office/drawing/2014/main" id="{2C5EB3CA-20EA-4236-9529-85501528EB7E}"/>
                </a:ext>
              </a:extLst>
            </p:cNvPr>
            <p:cNvSpPr/>
            <p:nvPr/>
          </p:nvSpPr>
          <p:spPr>
            <a:xfrm>
              <a:off x="2518885" y="18921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7" name="Hexagon 1306">
              <a:extLst>
                <a:ext uri="{FF2B5EF4-FFF2-40B4-BE49-F238E27FC236}">
                  <a16:creationId xmlns:a16="http://schemas.microsoft.com/office/drawing/2014/main" id="{E1DA73FC-FF77-4708-BD96-2CB293B440FD}"/>
                </a:ext>
              </a:extLst>
            </p:cNvPr>
            <p:cNvSpPr/>
            <p:nvPr/>
          </p:nvSpPr>
          <p:spPr>
            <a:xfrm>
              <a:off x="2754629" y="181116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8" name="Hexagon 1307">
              <a:extLst>
                <a:ext uri="{FF2B5EF4-FFF2-40B4-BE49-F238E27FC236}">
                  <a16:creationId xmlns:a16="http://schemas.microsoft.com/office/drawing/2014/main" id="{E4C7AB76-1589-4FC9-BC1D-397D64DFF1B4}"/>
                </a:ext>
              </a:extLst>
            </p:cNvPr>
            <p:cNvSpPr/>
            <p:nvPr/>
          </p:nvSpPr>
          <p:spPr>
            <a:xfrm>
              <a:off x="2757008" y="21671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9" name="Hexagon 1308">
              <a:extLst>
                <a:ext uri="{FF2B5EF4-FFF2-40B4-BE49-F238E27FC236}">
                  <a16:creationId xmlns:a16="http://schemas.microsoft.com/office/drawing/2014/main" id="{E3340632-4B48-43C1-99BE-6FE555164DEC}"/>
                </a:ext>
              </a:extLst>
            </p:cNvPr>
            <p:cNvSpPr/>
            <p:nvPr/>
          </p:nvSpPr>
          <p:spPr>
            <a:xfrm>
              <a:off x="2757010" y="19826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0" name="Hexagon 1309">
              <a:extLst>
                <a:ext uri="{FF2B5EF4-FFF2-40B4-BE49-F238E27FC236}">
                  <a16:creationId xmlns:a16="http://schemas.microsoft.com/office/drawing/2014/main" id="{1B6C8D04-F73D-49DC-9234-E029E1F4BDC3}"/>
                </a:ext>
              </a:extLst>
            </p:cNvPr>
            <p:cNvSpPr/>
            <p:nvPr/>
          </p:nvSpPr>
          <p:spPr>
            <a:xfrm>
              <a:off x="2992754" y="190165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1" name="Hexagon 1310">
              <a:extLst>
                <a:ext uri="{FF2B5EF4-FFF2-40B4-BE49-F238E27FC236}">
                  <a16:creationId xmlns:a16="http://schemas.microsoft.com/office/drawing/2014/main" id="{10C138C2-B98E-46BD-A503-9DE7416859C8}"/>
                </a:ext>
              </a:extLst>
            </p:cNvPr>
            <p:cNvSpPr/>
            <p:nvPr/>
          </p:nvSpPr>
          <p:spPr>
            <a:xfrm>
              <a:off x="2992752" y="225526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2" name="Hexagon 1311">
              <a:extLst>
                <a:ext uri="{FF2B5EF4-FFF2-40B4-BE49-F238E27FC236}">
                  <a16:creationId xmlns:a16="http://schemas.microsoft.com/office/drawing/2014/main" id="{B5863DAD-5AD3-4B04-B6E7-2160C99EA70A}"/>
                </a:ext>
              </a:extLst>
            </p:cNvPr>
            <p:cNvSpPr/>
            <p:nvPr/>
          </p:nvSpPr>
          <p:spPr>
            <a:xfrm>
              <a:off x="2997516" y="20707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3" name="Hexagon 1312">
              <a:extLst>
                <a:ext uri="{FF2B5EF4-FFF2-40B4-BE49-F238E27FC236}">
                  <a16:creationId xmlns:a16="http://schemas.microsoft.com/office/drawing/2014/main" id="{AB00D8A1-B7D2-45A6-BF83-56845F5ABDD6}"/>
                </a:ext>
              </a:extLst>
            </p:cNvPr>
            <p:cNvSpPr/>
            <p:nvPr/>
          </p:nvSpPr>
          <p:spPr>
            <a:xfrm>
              <a:off x="3223735" y="19921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4" name="Hexagon 1313">
              <a:extLst>
                <a:ext uri="{FF2B5EF4-FFF2-40B4-BE49-F238E27FC236}">
                  <a16:creationId xmlns:a16="http://schemas.microsoft.com/office/drawing/2014/main" id="{C5FD8F95-6C60-4DA5-842D-8C372F10E4E7}"/>
                </a:ext>
              </a:extLst>
            </p:cNvPr>
            <p:cNvSpPr/>
            <p:nvPr/>
          </p:nvSpPr>
          <p:spPr>
            <a:xfrm>
              <a:off x="3223733" y="23529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5" name="Hexagon 1314">
              <a:extLst>
                <a:ext uri="{FF2B5EF4-FFF2-40B4-BE49-F238E27FC236}">
                  <a16:creationId xmlns:a16="http://schemas.microsoft.com/office/drawing/2014/main" id="{7144CA57-D903-424E-94FC-85F7845989D3}"/>
                </a:ext>
              </a:extLst>
            </p:cNvPr>
            <p:cNvSpPr/>
            <p:nvPr/>
          </p:nvSpPr>
          <p:spPr>
            <a:xfrm>
              <a:off x="3226116" y="21683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6" name="Hexagon 1315">
              <a:extLst>
                <a:ext uri="{FF2B5EF4-FFF2-40B4-BE49-F238E27FC236}">
                  <a16:creationId xmlns:a16="http://schemas.microsoft.com/office/drawing/2014/main" id="{D699C6B1-24C7-48C0-AAF5-533701A385EF}"/>
                </a:ext>
              </a:extLst>
            </p:cNvPr>
            <p:cNvSpPr/>
            <p:nvPr/>
          </p:nvSpPr>
          <p:spPr>
            <a:xfrm>
              <a:off x="2280761" y="18064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7" name="Hexagon 1316">
              <a:extLst>
                <a:ext uri="{FF2B5EF4-FFF2-40B4-BE49-F238E27FC236}">
                  <a16:creationId xmlns:a16="http://schemas.microsoft.com/office/drawing/2014/main" id="{7D0558D8-0C6A-4192-9E1C-63D0F6A1705F}"/>
                </a:ext>
              </a:extLst>
            </p:cNvPr>
            <p:cNvSpPr/>
            <p:nvPr/>
          </p:nvSpPr>
          <p:spPr>
            <a:xfrm>
              <a:off x="3449954" y="207786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8" name="Hexagon 1317">
              <a:extLst>
                <a:ext uri="{FF2B5EF4-FFF2-40B4-BE49-F238E27FC236}">
                  <a16:creationId xmlns:a16="http://schemas.microsoft.com/office/drawing/2014/main" id="{67DB29CB-8A9F-496C-9D46-20EB1FD907C6}"/>
                </a:ext>
              </a:extLst>
            </p:cNvPr>
            <p:cNvSpPr/>
            <p:nvPr/>
          </p:nvSpPr>
          <p:spPr>
            <a:xfrm>
              <a:off x="3449952" y="24386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9" name="Hexagon 1318">
              <a:extLst>
                <a:ext uri="{FF2B5EF4-FFF2-40B4-BE49-F238E27FC236}">
                  <a16:creationId xmlns:a16="http://schemas.microsoft.com/office/drawing/2014/main" id="{AB98A443-375B-44B3-A294-939948C8D470}"/>
                </a:ext>
              </a:extLst>
            </p:cNvPr>
            <p:cNvSpPr/>
            <p:nvPr/>
          </p:nvSpPr>
          <p:spPr>
            <a:xfrm>
              <a:off x="3452335" y="225407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0" name="Hexagon 1319">
              <a:extLst>
                <a:ext uri="{FF2B5EF4-FFF2-40B4-BE49-F238E27FC236}">
                  <a16:creationId xmlns:a16="http://schemas.microsoft.com/office/drawing/2014/main" id="{0A29E179-9598-4D60-8ABC-C31780B868F4}"/>
                </a:ext>
              </a:extLst>
            </p:cNvPr>
            <p:cNvSpPr/>
            <p:nvPr/>
          </p:nvSpPr>
          <p:spPr>
            <a:xfrm>
              <a:off x="3685698" y="18135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1" name="Hexagon 1320">
              <a:extLst>
                <a:ext uri="{FF2B5EF4-FFF2-40B4-BE49-F238E27FC236}">
                  <a16:creationId xmlns:a16="http://schemas.microsoft.com/office/drawing/2014/main" id="{582A7849-B451-4865-9A29-423246EF9786}"/>
                </a:ext>
              </a:extLst>
            </p:cNvPr>
            <p:cNvSpPr/>
            <p:nvPr/>
          </p:nvSpPr>
          <p:spPr>
            <a:xfrm>
              <a:off x="3688077" y="216954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2" name="Hexagon 1321">
              <a:extLst>
                <a:ext uri="{FF2B5EF4-FFF2-40B4-BE49-F238E27FC236}">
                  <a16:creationId xmlns:a16="http://schemas.microsoft.com/office/drawing/2014/main" id="{8A5D6576-E20F-48FF-9016-43A88C6BEED0}"/>
                </a:ext>
              </a:extLst>
            </p:cNvPr>
            <p:cNvSpPr/>
            <p:nvPr/>
          </p:nvSpPr>
          <p:spPr>
            <a:xfrm>
              <a:off x="3688079" y="198737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3" name="Hexagon 1322">
              <a:extLst>
                <a:ext uri="{FF2B5EF4-FFF2-40B4-BE49-F238E27FC236}">
                  <a16:creationId xmlns:a16="http://schemas.microsoft.com/office/drawing/2014/main" id="{E279D062-B1C8-47F4-A8F5-360372F12921}"/>
                </a:ext>
              </a:extLst>
            </p:cNvPr>
            <p:cNvSpPr/>
            <p:nvPr/>
          </p:nvSpPr>
          <p:spPr>
            <a:xfrm>
              <a:off x="3921442" y="190403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4" name="Hexagon 1323">
              <a:extLst>
                <a:ext uri="{FF2B5EF4-FFF2-40B4-BE49-F238E27FC236}">
                  <a16:creationId xmlns:a16="http://schemas.microsoft.com/office/drawing/2014/main" id="{DE588A79-BE24-4D3A-B9A7-BD047DD83B82}"/>
                </a:ext>
              </a:extLst>
            </p:cNvPr>
            <p:cNvSpPr/>
            <p:nvPr/>
          </p:nvSpPr>
          <p:spPr>
            <a:xfrm>
              <a:off x="3923821" y="226003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5" name="Hexagon 1324">
              <a:extLst>
                <a:ext uri="{FF2B5EF4-FFF2-40B4-BE49-F238E27FC236}">
                  <a16:creationId xmlns:a16="http://schemas.microsoft.com/office/drawing/2014/main" id="{C11BAC4F-1307-445D-9148-20652BEBD900}"/>
                </a:ext>
              </a:extLst>
            </p:cNvPr>
            <p:cNvSpPr/>
            <p:nvPr/>
          </p:nvSpPr>
          <p:spPr>
            <a:xfrm>
              <a:off x="3923823" y="207786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7" name="Hexagon 1326">
              <a:extLst>
                <a:ext uri="{FF2B5EF4-FFF2-40B4-BE49-F238E27FC236}">
                  <a16:creationId xmlns:a16="http://schemas.microsoft.com/office/drawing/2014/main" id="{A4300B19-FCA1-49E4-B2A9-8F1F97CF9DD7}"/>
                </a:ext>
              </a:extLst>
            </p:cNvPr>
            <p:cNvSpPr/>
            <p:nvPr/>
          </p:nvSpPr>
          <p:spPr>
            <a:xfrm>
              <a:off x="4161946" y="23552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8" name="Hexagon 1327">
              <a:extLst>
                <a:ext uri="{FF2B5EF4-FFF2-40B4-BE49-F238E27FC236}">
                  <a16:creationId xmlns:a16="http://schemas.microsoft.com/office/drawing/2014/main" id="{3B82A7FC-748F-46F6-9A80-BDA3932985D6}"/>
                </a:ext>
              </a:extLst>
            </p:cNvPr>
            <p:cNvSpPr/>
            <p:nvPr/>
          </p:nvSpPr>
          <p:spPr>
            <a:xfrm>
              <a:off x="4161948" y="217311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9" name="Hexagon 1328">
              <a:extLst>
                <a:ext uri="{FF2B5EF4-FFF2-40B4-BE49-F238E27FC236}">
                  <a16:creationId xmlns:a16="http://schemas.microsoft.com/office/drawing/2014/main" id="{EE949B62-DD08-4045-A0AA-DC8DD6E7D435}"/>
                </a:ext>
              </a:extLst>
            </p:cNvPr>
            <p:cNvSpPr/>
            <p:nvPr/>
          </p:nvSpPr>
          <p:spPr>
            <a:xfrm>
              <a:off x="4397690" y="22624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0147DEC5-E6D1-433B-8164-4B3CB0CA8448}"/>
                </a:ext>
              </a:extLst>
            </p:cNvPr>
            <p:cNvSpPr/>
            <p:nvPr/>
          </p:nvSpPr>
          <p:spPr>
            <a:xfrm>
              <a:off x="4397692" y="20802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1" name="Hexagon 1330">
              <a:extLst>
                <a:ext uri="{FF2B5EF4-FFF2-40B4-BE49-F238E27FC236}">
                  <a16:creationId xmlns:a16="http://schemas.microsoft.com/office/drawing/2014/main" id="{C5C886A3-21F0-4AD8-90D4-5EC788B803AE}"/>
                </a:ext>
              </a:extLst>
            </p:cNvPr>
            <p:cNvSpPr/>
            <p:nvPr/>
          </p:nvSpPr>
          <p:spPr>
            <a:xfrm>
              <a:off x="4628672" y="25338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2" name="Hexagon 1331">
              <a:extLst>
                <a:ext uri="{FF2B5EF4-FFF2-40B4-BE49-F238E27FC236}">
                  <a16:creationId xmlns:a16="http://schemas.microsoft.com/office/drawing/2014/main" id="{E7683973-45B1-4F18-B8D7-CB7E723B2ECA}"/>
                </a:ext>
              </a:extLst>
            </p:cNvPr>
            <p:cNvSpPr/>
            <p:nvPr/>
          </p:nvSpPr>
          <p:spPr>
            <a:xfrm>
              <a:off x="4626293" y="235409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3" name="Hexagon 1332">
              <a:extLst>
                <a:ext uri="{FF2B5EF4-FFF2-40B4-BE49-F238E27FC236}">
                  <a16:creationId xmlns:a16="http://schemas.microsoft.com/office/drawing/2014/main" id="{9718E405-966F-47BD-858C-DA301B2EAAB1}"/>
                </a:ext>
              </a:extLst>
            </p:cNvPr>
            <p:cNvSpPr/>
            <p:nvPr/>
          </p:nvSpPr>
          <p:spPr>
            <a:xfrm>
              <a:off x="4859653" y="26243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4" name="Hexagon 1333">
              <a:extLst>
                <a:ext uri="{FF2B5EF4-FFF2-40B4-BE49-F238E27FC236}">
                  <a16:creationId xmlns:a16="http://schemas.microsoft.com/office/drawing/2014/main" id="{DF167C6C-8A27-4902-9BCD-308F75DE7AD6}"/>
                </a:ext>
              </a:extLst>
            </p:cNvPr>
            <p:cNvSpPr/>
            <p:nvPr/>
          </p:nvSpPr>
          <p:spPr>
            <a:xfrm>
              <a:off x="4859655" y="24421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5" name="Hexagon 1334">
              <a:extLst>
                <a:ext uri="{FF2B5EF4-FFF2-40B4-BE49-F238E27FC236}">
                  <a16:creationId xmlns:a16="http://schemas.microsoft.com/office/drawing/2014/main" id="{91C28C7C-7363-444A-A637-085AC9D241DF}"/>
                </a:ext>
              </a:extLst>
            </p:cNvPr>
            <p:cNvSpPr/>
            <p:nvPr/>
          </p:nvSpPr>
          <p:spPr>
            <a:xfrm>
              <a:off x="5093016" y="289820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6" name="Hexagon 1335">
              <a:extLst>
                <a:ext uri="{FF2B5EF4-FFF2-40B4-BE49-F238E27FC236}">
                  <a16:creationId xmlns:a16="http://schemas.microsoft.com/office/drawing/2014/main" id="{6B4A8E31-6CD5-49A4-9700-273AA543998F}"/>
                </a:ext>
              </a:extLst>
            </p:cNvPr>
            <p:cNvSpPr/>
            <p:nvPr/>
          </p:nvSpPr>
          <p:spPr>
            <a:xfrm>
              <a:off x="5323997" y="298869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7" name="Hexagon 1336">
              <a:extLst>
                <a:ext uri="{FF2B5EF4-FFF2-40B4-BE49-F238E27FC236}">
                  <a16:creationId xmlns:a16="http://schemas.microsoft.com/office/drawing/2014/main" id="{0D07DBB4-3B9D-4F54-9D8A-2AC05A0234EC}"/>
                </a:ext>
              </a:extLst>
            </p:cNvPr>
            <p:cNvSpPr/>
            <p:nvPr/>
          </p:nvSpPr>
          <p:spPr>
            <a:xfrm>
              <a:off x="5321616" y="28005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8" name="Hexagon 1337">
              <a:extLst>
                <a:ext uri="{FF2B5EF4-FFF2-40B4-BE49-F238E27FC236}">
                  <a16:creationId xmlns:a16="http://schemas.microsoft.com/office/drawing/2014/main" id="{1650DB89-DC8C-4DA3-A0C9-DB38256A5D87}"/>
                </a:ext>
              </a:extLst>
            </p:cNvPr>
            <p:cNvSpPr/>
            <p:nvPr/>
          </p:nvSpPr>
          <p:spPr>
            <a:xfrm>
              <a:off x="5552597" y="28910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9" name="Hexagon 1338">
              <a:extLst>
                <a:ext uri="{FF2B5EF4-FFF2-40B4-BE49-F238E27FC236}">
                  <a16:creationId xmlns:a16="http://schemas.microsoft.com/office/drawing/2014/main" id="{A2791D7E-67DD-40A0-9F13-B0F440EE1DF7}"/>
                </a:ext>
              </a:extLst>
            </p:cNvPr>
            <p:cNvSpPr/>
            <p:nvPr/>
          </p:nvSpPr>
          <p:spPr>
            <a:xfrm>
              <a:off x="5090635" y="25362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0" name="Hexagon 1339">
              <a:extLst>
                <a:ext uri="{FF2B5EF4-FFF2-40B4-BE49-F238E27FC236}">
                  <a16:creationId xmlns:a16="http://schemas.microsoft.com/office/drawing/2014/main" id="{DAE5C0FB-D0C1-4F02-B745-9F06A1648704}"/>
                </a:ext>
              </a:extLst>
            </p:cNvPr>
            <p:cNvSpPr/>
            <p:nvPr/>
          </p:nvSpPr>
          <p:spPr>
            <a:xfrm>
              <a:off x="5321616" y="262674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1" name="Hexagon 1340">
              <a:extLst>
                <a:ext uri="{FF2B5EF4-FFF2-40B4-BE49-F238E27FC236}">
                  <a16:creationId xmlns:a16="http://schemas.microsoft.com/office/drawing/2014/main" id="{6776326D-C552-42E4-A238-4072607F03BD}"/>
                </a:ext>
              </a:extLst>
            </p:cNvPr>
            <p:cNvSpPr/>
            <p:nvPr/>
          </p:nvSpPr>
          <p:spPr>
            <a:xfrm>
              <a:off x="5557360" y="271246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2" name="Hexagon 1341">
              <a:extLst>
                <a:ext uri="{FF2B5EF4-FFF2-40B4-BE49-F238E27FC236}">
                  <a16:creationId xmlns:a16="http://schemas.microsoft.com/office/drawing/2014/main" id="{EADD8975-B5BA-482D-9B3A-FEF68330BEF8}"/>
                </a:ext>
              </a:extLst>
            </p:cNvPr>
            <p:cNvSpPr/>
            <p:nvPr/>
          </p:nvSpPr>
          <p:spPr>
            <a:xfrm>
              <a:off x="5788341" y="28029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3" name="Hexagon 1342">
              <a:extLst>
                <a:ext uri="{FF2B5EF4-FFF2-40B4-BE49-F238E27FC236}">
                  <a16:creationId xmlns:a16="http://schemas.microsoft.com/office/drawing/2014/main" id="{DFFD0620-1826-4536-BD9E-9F17CED35D33}"/>
                </a:ext>
              </a:extLst>
            </p:cNvPr>
            <p:cNvSpPr/>
            <p:nvPr/>
          </p:nvSpPr>
          <p:spPr>
            <a:xfrm>
              <a:off x="5090635" y="23529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4" name="Hexagon 1343">
              <a:extLst>
                <a:ext uri="{FF2B5EF4-FFF2-40B4-BE49-F238E27FC236}">
                  <a16:creationId xmlns:a16="http://schemas.microsoft.com/office/drawing/2014/main" id="{358015F0-D9F4-4251-9EB5-890F0F1B7BD1}"/>
                </a:ext>
              </a:extLst>
            </p:cNvPr>
            <p:cNvSpPr/>
            <p:nvPr/>
          </p:nvSpPr>
          <p:spPr>
            <a:xfrm>
              <a:off x="5319235" y="24410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5" name="Hexagon 1344">
              <a:extLst>
                <a:ext uri="{FF2B5EF4-FFF2-40B4-BE49-F238E27FC236}">
                  <a16:creationId xmlns:a16="http://schemas.microsoft.com/office/drawing/2014/main" id="{E9E5B579-5A71-4F46-9430-9F5D54A37F37}"/>
                </a:ext>
              </a:extLst>
            </p:cNvPr>
            <p:cNvSpPr/>
            <p:nvPr/>
          </p:nvSpPr>
          <p:spPr>
            <a:xfrm>
              <a:off x="5795485" y="261960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6" name="Hexagon 1345">
              <a:extLst>
                <a:ext uri="{FF2B5EF4-FFF2-40B4-BE49-F238E27FC236}">
                  <a16:creationId xmlns:a16="http://schemas.microsoft.com/office/drawing/2014/main" id="{1165BDA2-E41F-4E25-93B1-7289612ACD5F}"/>
                </a:ext>
              </a:extLst>
            </p:cNvPr>
            <p:cNvSpPr/>
            <p:nvPr/>
          </p:nvSpPr>
          <p:spPr>
            <a:xfrm>
              <a:off x="4621531" y="217311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7" name="Hexagon 1346">
              <a:extLst>
                <a:ext uri="{FF2B5EF4-FFF2-40B4-BE49-F238E27FC236}">
                  <a16:creationId xmlns:a16="http://schemas.microsoft.com/office/drawing/2014/main" id="{76B22611-219D-46F0-A350-EDEEF9297DBF}"/>
                </a:ext>
              </a:extLst>
            </p:cNvPr>
            <p:cNvSpPr/>
            <p:nvPr/>
          </p:nvSpPr>
          <p:spPr>
            <a:xfrm>
              <a:off x="4854893" y="22612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8" name="Hexagon 1347">
              <a:extLst>
                <a:ext uri="{FF2B5EF4-FFF2-40B4-BE49-F238E27FC236}">
                  <a16:creationId xmlns:a16="http://schemas.microsoft.com/office/drawing/2014/main" id="{6F204B58-D59E-4CD5-BE13-BA986B41E59C}"/>
                </a:ext>
              </a:extLst>
            </p:cNvPr>
            <p:cNvSpPr/>
            <p:nvPr/>
          </p:nvSpPr>
          <p:spPr>
            <a:xfrm>
              <a:off x="5085873" y="21719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9" name="Hexagon 1348">
              <a:extLst>
                <a:ext uri="{FF2B5EF4-FFF2-40B4-BE49-F238E27FC236}">
                  <a16:creationId xmlns:a16="http://schemas.microsoft.com/office/drawing/2014/main" id="{46CF5362-CBC6-4872-B08C-34D93B0BCCE8}"/>
                </a:ext>
              </a:extLst>
            </p:cNvPr>
            <p:cNvSpPr/>
            <p:nvPr/>
          </p:nvSpPr>
          <p:spPr>
            <a:xfrm>
              <a:off x="4623913" y="198975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0" name="Hexagon 1349">
              <a:extLst>
                <a:ext uri="{FF2B5EF4-FFF2-40B4-BE49-F238E27FC236}">
                  <a16:creationId xmlns:a16="http://schemas.microsoft.com/office/drawing/2014/main" id="{64F5B64B-01BF-46C5-99D3-9F7E38CE9664}"/>
                </a:ext>
              </a:extLst>
            </p:cNvPr>
            <p:cNvSpPr/>
            <p:nvPr/>
          </p:nvSpPr>
          <p:spPr>
            <a:xfrm>
              <a:off x="4857275" y="207786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1" name="Hexagon 1350">
              <a:extLst>
                <a:ext uri="{FF2B5EF4-FFF2-40B4-BE49-F238E27FC236}">
                  <a16:creationId xmlns:a16="http://schemas.microsoft.com/office/drawing/2014/main" id="{674B85D4-B1AC-4A0D-813F-1F340C05C711}"/>
                </a:ext>
              </a:extLst>
            </p:cNvPr>
            <p:cNvSpPr/>
            <p:nvPr/>
          </p:nvSpPr>
          <p:spPr>
            <a:xfrm>
              <a:off x="5088255" y="198856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2" name="Hexagon 1351">
              <a:extLst>
                <a:ext uri="{FF2B5EF4-FFF2-40B4-BE49-F238E27FC236}">
                  <a16:creationId xmlns:a16="http://schemas.microsoft.com/office/drawing/2014/main" id="{DA84E505-A773-4106-8EF7-DF27FAC5562A}"/>
                </a:ext>
              </a:extLst>
            </p:cNvPr>
            <p:cNvSpPr/>
            <p:nvPr/>
          </p:nvSpPr>
          <p:spPr>
            <a:xfrm>
              <a:off x="4152426" y="18064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3" name="Hexagon 1352">
              <a:extLst>
                <a:ext uri="{FF2B5EF4-FFF2-40B4-BE49-F238E27FC236}">
                  <a16:creationId xmlns:a16="http://schemas.microsoft.com/office/drawing/2014/main" id="{E9511E83-CF8B-4FB6-94C0-3F2A7130EBD3}"/>
                </a:ext>
              </a:extLst>
            </p:cNvPr>
            <p:cNvSpPr/>
            <p:nvPr/>
          </p:nvSpPr>
          <p:spPr>
            <a:xfrm>
              <a:off x="4385788" y="18945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4" name="Hexagon 1353">
              <a:extLst>
                <a:ext uri="{FF2B5EF4-FFF2-40B4-BE49-F238E27FC236}">
                  <a16:creationId xmlns:a16="http://schemas.microsoft.com/office/drawing/2014/main" id="{FB3D1467-A7EF-42E1-A97C-00166074270C}"/>
                </a:ext>
              </a:extLst>
            </p:cNvPr>
            <p:cNvSpPr/>
            <p:nvPr/>
          </p:nvSpPr>
          <p:spPr>
            <a:xfrm>
              <a:off x="4616768" y="18052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5" name="Hexagon 1354">
              <a:extLst>
                <a:ext uri="{FF2B5EF4-FFF2-40B4-BE49-F238E27FC236}">
                  <a16:creationId xmlns:a16="http://schemas.microsoft.com/office/drawing/2014/main" id="{41E5338F-B6D3-4A9B-8302-D29100EA99BF}"/>
                </a:ext>
              </a:extLst>
            </p:cNvPr>
            <p:cNvSpPr/>
            <p:nvPr/>
          </p:nvSpPr>
          <p:spPr>
            <a:xfrm>
              <a:off x="4147663" y="16206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6" name="Hexagon 1355">
              <a:extLst>
                <a:ext uri="{FF2B5EF4-FFF2-40B4-BE49-F238E27FC236}">
                  <a16:creationId xmlns:a16="http://schemas.microsoft.com/office/drawing/2014/main" id="{60658A25-8D53-4A20-90A7-A4CEB92BB27B}"/>
                </a:ext>
              </a:extLst>
            </p:cNvPr>
            <p:cNvSpPr/>
            <p:nvPr/>
          </p:nvSpPr>
          <p:spPr>
            <a:xfrm>
              <a:off x="4381025" y="17087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7" name="Hexagon 1356">
              <a:extLst>
                <a:ext uri="{FF2B5EF4-FFF2-40B4-BE49-F238E27FC236}">
                  <a16:creationId xmlns:a16="http://schemas.microsoft.com/office/drawing/2014/main" id="{EEC5D579-242A-45AD-B498-DE9C7B26561D}"/>
                </a:ext>
              </a:extLst>
            </p:cNvPr>
            <p:cNvSpPr/>
            <p:nvPr/>
          </p:nvSpPr>
          <p:spPr>
            <a:xfrm>
              <a:off x="4612005" y="161947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8" name="Hexagon 1357">
              <a:extLst>
                <a:ext uri="{FF2B5EF4-FFF2-40B4-BE49-F238E27FC236}">
                  <a16:creationId xmlns:a16="http://schemas.microsoft.com/office/drawing/2014/main" id="{93C6BE42-AACC-42A9-8708-3C198ACEB9C5}"/>
                </a:ext>
              </a:extLst>
            </p:cNvPr>
            <p:cNvSpPr/>
            <p:nvPr/>
          </p:nvSpPr>
          <p:spPr>
            <a:xfrm>
              <a:off x="4145282" y="14468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9" name="Hexagon 1358">
              <a:extLst>
                <a:ext uri="{FF2B5EF4-FFF2-40B4-BE49-F238E27FC236}">
                  <a16:creationId xmlns:a16="http://schemas.microsoft.com/office/drawing/2014/main" id="{28870871-8B68-42E8-827E-A452BA392E33}"/>
                </a:ext>
              </a:extLst>
            </p:cNvPr>
            <p:cNvSpPr/>
            <p:nvPr/>
          </p:nvSpPr>
          <p:spPr>
            <a:xfrm>
              <a:off x="4378644" y="15373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0" name="Hexagon 1359">
              <a:extLst>
                <a:ext uri="{FF2B5EF4-FFF2-40B4-BE49-F238E27FC236}">
                  <a16:creationId xmlns:a16="http://schemas.microsoft.com/office/drawing/2014/main" id="{4832998B-81B9-467E-988A-E7447375935F}"/>
                </a:ext>
              </a:extLst>
            </p:cNvPr>
            <p:cNvSpPr/>
            <p:nvPr/>
          </p:nvSpPr>
          <p:spPr>
            <a:xfrm>
              <a:off x="4609624" y="14432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1" name="Hexagon 1360">
              <a:extLst>
                <a:ext uri="{FF2B5EF4-FFF2-40B4-BE49-F238E27FC236}">
                  <a16:creationId xmlns:a16="http://schemas.microsoft.com/office/drawing/2014/main" id="{0E731C8E-FAC7-49F4-881B-A196AE806A42}"/>
                </a:ext>
              </a:extLst>
            </p:cNvPr>
            <p:cNvSpPr/>
            <p:nvPr/>
          </p:nvSpPr>
          <p:spPr>
            <a:xfrm>
              <a:off x="4852512" y="17123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2" name="Hexagon 1361">
              <a:extLst>
                <a:ext uri="{FF2B5EF4-FFF2-40B4-BE49-F238E27FC236}">
                  <a16:creationId xmlns:a16="http://schemas.microsoft.com/office/drawing/2014/main" id="{413C9F79-FA92-4308-B46F-B4A09AA64485}"/>
                </a:ext>
              </a:extLst>
            </p:cNvPr>
            <p:cNvSpPr/>
            <p:nvPr/>
          </p:nvSpPr>
          <p:spPr>
            <a:xfrm>
              <a:off x="4850130" y="15266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3" name="Hexagon 1362">
              <a:extLst>
                <a:ext uri="{FF2B5EF4-FFF2-40B4-BE49-F238E27FC236}">
                  <a16:creationId xmlns:a16="http://schemas.microsoft.com/office/drawing/2014/main" id="{638B67CE-5754-4985-8686-8652CA234CF9}"/>
                </a:ext>
              </a:extLst>
            </p:cNvPr>
            <p:cNvSpPr/>
            <p:nvPr/>
          </p:nvSpPr>
          <p:spPr>
            <a:xfrm>
              <a:off x="4145282" y="12706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4" name="Hexagon 1363">
              <a:extLst>
                <a:ext uri="{FF2B5EF4-FFF2-40B4-BE49-F238E27FC236}">
                  <a16:creationId xmlns:a16="http://schemas.microsoft.com/office/drawing/2014/main" id="{99713B92-2F98-4791-BFAE-84C803B7D516}"/>
                </a:ext>
              </a:extLst>
            </p:cNvPr>
            <p:cNvSpPr/>
            <p:nvPr/>
          </p:nvSpPr>
          <p:spPr>
            <a:xfrm>
              <a:off x="4609624" y="12694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5" name="Hexagon 1364">
              <a:extLst>
                <a:ext uri="{FF2B5EF4-FFF2-40B4-BE49-F238E27FC236}">
                  <a16:creationId xmlns:a16="http://schemas.microsoft.com/office/drawing/2014/main" id="{4912E21E-FD60-4FAF-9156-89EA8A9BF1FC}"/>
                </a:ext>
              </a:extLst>
            </p:cNvPr>
            <p:cNvSpPr/>
            <p:nvPr/>
          </p:nvSpPr>
          <p:spPr>
            <a:xfrm>
              <a:off x="4376263" y="11872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6" name="Hexagon 1365">
              <a:extLst>
                <a:ext uri="{FF2B5EF4-FFF2-40B4-BE49-F238E27FC236}">
                  <a16:creationId xmlns:a16="http://schemas.microsoft.com/office/drawing/2014/main" id="{4425726F-03D8-4671-B22C-9CE34CFB82BB}"/>
                </a:ext>
              </a:extLst>
            </p:cNvPr>
            <p:cNvSpPr/>
            <p:nvPr/>
          </p:nvSpPr>
          <p:spPr>
            <a:xfrm>
              <a:off x="5321618" y="207905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7" name="Hexagon 1366">
              <a:extLst>
                <a:ext uri="{FF2B5EF4-FFF2-40B4-BE49-F238E27FC236}">
                  <a16:creationId xmlns:a16="http://schemas.microsoft.com/office/drawing/2014/main" id="{B479AEDE-B8C8-4CE9-92E9-17684C4FC3F4}"/>
                </a:ext>
              </a:extLst>
            </p:cNvPr>
            <p:cNvSpPr/>
            <p:nvPr/>
          </p:nvSpPr>
          <p:spPr>
            <a:xfrm>
              <a:off x="5316855" y="18933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8" name="Hexagon 1367">
              <a:extLst>
                <a:ext uri="{FF2B5EF4-FFF2-40B4-BE49-F238E27FC236}">
                  <a16:creationId xmlns:a16="http://schemas.microsoft.com/office/drawing/2014/main" id="{8F1DC58A-9788-4F6A-9F80-10D14AA4B028}"/>
                </a:ext>
              </a:extLst>
            </p:cNvPr>
            <p:cNvSpPr/>
            <p:nvPr/>
          </p:nvSpPr>
          <p:spPr>
            <a:xfrm>
              <a:off x="5085875" y="18040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0" name="Hexagon 1369">
              <a:extLst>
                <a:ext uri="{FF2B5EF4-FFF2-40B4-BE49-F238E27FC236}">
                  <a16:creationId xmlns:a16="http://schemas.microsoft.com/office/drawing/2014/main" id="{D5165C48-EEB0-4860-840E-564ADF8EEF20}"/>
                </a:ext>
              </a:extLst>
            </p:cNvPr>
            <p:cNvSpPr/>
            <p:nvPr/>
          </p:nvSpPr>
          <p:spPr>
            <a:xfrm>
              <a:off x="2749866" y="16254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1" name="Hexagon 1370">
              <a:extLst>
                <a:ext uri="{FF2B5EF4-FFF2-40B4-BE49-F238E27FC236}">
                  <a16:creationId xmlns:a16="http://schemas.microsoft.com/office/drawing/2014/main" id="{F99F3B01-4873-4B87-9041-BF57B0679A72}"/>
                </a:ext>
              </a:extLst>
            </p:cNvPr>
            <p:cNvSpPr/>
            <p:nvPr/>
          </p:nvSpPr>
          <p:spPr>
            <a:xfrm>
              <a:off x="2990372" y="171829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2" name="Hexagon 1371">
              <a:extLst>
                <a:ext uri="{FF2B5EF4-FFF2-40B4-BE49-F238E27FC236}">
                  <a16:creationId xmlns:a16="http://schemas.microsoft.com/office/drawing/2014/main" id="{B10B7868-F647-4FF7-9775-D6A69B1EE6A3}"/>
                </a:ext>
              </a:extLst>
            </p:cNvPr>
            <p:cNvSpPr/>
            <p:nvPr/>
          </p:nvSpPr>
          <p:spPr>
            <a:xfrm>
              <a:off x="3228497" y="18064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3" name="Hexagon 1372">
              <a:extLst>
                <a:ext uri="{FF2B5EF4-FFF2-40B4-BE49-F238E27FC236}">
                  <a16:creationId xmlns:a16="http://schemas.microsoft.com/office/drawing/2014/main" id="{D0C7DFFF-373D-4B6C-874D-4E18EE090659}"/>
                </a:ext>
              </a:extLst>
            </p:cNvPr>
            <p:cNvSpPr/>
            <p:nvPr/>
          </p:nvSpPr>
          <p:spPr>
            <a:xfrm>
              <a:off x="3459478" y="189689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4" name="Hexagon 1373">
              <a:extLst>
                <a:ext uri="{FF2B5EF4-FFF2-40B4-BE49-F238E27FC236}">
                  <a16:creationId xmlns:a16="http://schemas.microsoft.com/office/drawing/2014/main" id="{0FA7AB50-D935-4CD7-826C-801F6BF48EC0}"/>
                </a:ext>
              </a:extLst>
            </p:cNvPr>
            <p:cNvSpPr/>
            <p:nvPr/>
          </p:nvSpPr>
          <p:spPr>
            <a:xfrm>
              <a:off x="2757010" y="14492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5" name="Hexagon 1374">
              <a:extLst>
                <a:ext uri="{FF2B5EF4-FFF2-40B4-BE49-F238E27FC236}">
                  <a16:creationId xmlns:a16="http://schemas.microsoft.com/office/drawing/2014/main" id="{3F1EEBF6-F76E-45E8-AB49-BBDED156671C}"/>
                </a:ext>
              </a:extLst>
            </p:cNvPr>
            <p:cNvSpPr/>
            <p:nvPr/>
          </p:nvSpPr>
          <p:spPr>
            <a:xfrm>
              <a:off x="2997516" y="15420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6" name="Hexagon 1375">
              <a:extLst>
                <a:ext uri="{FF2B5EF4-FFF2-40B4-BE49-F238E27FC236}">
                  <a16:creationId xmlns:a16="http://schemas.microsoft.com/office/drawing/2014/main" id="{6895DEF2-7024-4578-A617-3DEECEABF6A2}"/>
                </a:ext>
              </a:extLst>
            </p:cNvPr>
            <p:cNvSpPr/>
            <p:nvPr/>
          </p:nvSpPr>
          <p:spPr>
            <a:xfrm>
              <a:off x="3235641" y="163019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7" name="Hexagon 1376">
              <a:extLst>
                <a:ext uri="{FF2B5EF4-FFF2-40B4-BE49-F238E27FC236}">
                  <a16:creationId xmlns:a16="http://schemas.microsoft.com/office/drawing/2014/main" id="{9F0B65EA-5F14-4B38-9F6C-E9972E8BA6EB}"/>
                </a:ext>
              </a:extLst>
            </p:cNvPr>
            <p:cNvSpPr/>
            <p:nvPr/>
          </p:nvSpPr>
          <p:spPr>
            <a:xfrm>
              <a:off x="3464241" y="17206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8" name="Hexagon 1377">
              <a:extLst>
                <a:ext uri="{FF2B5EF4-FFF2-40B4-BE49-F238E27FC236}">
                  <a16:creationId xmlns:a16="http://schemas.microsoft.com/office/drawing/2014/main" id="{D2AD20A4-90C7-4B2D-8FF6-1FC8F34D117A}"/>
                </a:ext>
              </a:extLst>
            </p:cNvPr>
            <p:cNvSpPr/>
            <p:nvPr/>
          </p:nvSpPr>
          <p:spPr>
            <a:xfrm>
              <a:off x="2997516" y="13563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9" name="Hexagon 1378">
              <a:extLst>
                <a:ext uri="{FF2B5EF4-FFF2-40B4-BE49-F238E27FC236}">
                  <a16:creationId xmlns:a16="http://schemas.microsoft.com/office/drawing/2014/main" id="{4A94D44A-C60D-41D4-BEF0-E0CC730B1C2C}"/>
                </a:ext>
              </a:extLst>
            </p:cNvPr>
            <p:cNvSpPr/>
            <p:nvPr/>
          </p:nvSpPr>
          <p:spPr>
            <a:xfrm>
              <a:off x="3226117" y="14492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0" name="Hexagon 1379">
              <a:extLst>
                <a:ext uri="{FF2B5EF4-FFF2-40B4-BE49-F238E27FC236}">
                  <a16:creationId xmlns:a16="http://schemas.microsoft.com/office/drawing/2014/main" id="{C60A4C68-B578-4C53-A1CD-8C85DA8296A5}"/>
                </a:ext>
              </a:extLst>
            </p:cNvPr>
            <p:cNvSpPr/>
            <p:nvPr/>
          </p:nvSpPr>
          <p:spPr>
            <a:xfrm>
              <a:off x="3683316" y="16301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1" name="Hexagon 1380">
              <a:extLst>
                <a:ext uri="{FF2B5EF4-FFF2-40B4-BE49-F238E27FC236}">
                  <a16:creationId xmlns:a16="http://schemas.microsoft.com/office/drawing/2014/main" id="{ED11BD0B-B905-4492-97EE-878D88ECA1BF}"/>
                </a:ext>
              </a:extLst>
            </p:cNvPr>
            <p:cNvSpPr/>
            <p:nvPr/>
          </p:nvSpPr>
          <p:spPr>
            <a:xfrm>
              <a:off x="3923822" y="17230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2" name="Hexagon 1381">
              <a:extLst>
                <a:ext uri="{FF2B5EF4-FFF2-40B4-BE49-F238E27FC236}">
                  <a16:creationId xmlns:a16="http://schemas.microsoft.com/office/drawing/2014/main" id="{9973C9CD-A3D5-40E2-B30D-B2B732FE0DF2}"/>
                </a:ext>
              </a:extLst>
            </p:cNvPr>
            <p:cNvSpPr/>
            <p:nvPr/>
          </p:nvSpPr>
          <p:spPr>
            <a:xfrm>
              <a:off x="3683316" y="14563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3" name="Hexagon 1382">
              <a:extLst>
                <a:ext uri="{FF2B5EF4-FFF2-40B4-BE49-F238E27FC236}">
                  <a16:creationId xmlns:a16="http://schemas.microsoft.com/office/drawing/2014/main" id="{E2D371CB-E916-4A8A-B3C8-9D416FDC405A}"/>
                </a:ext>
              </a:extLst>
            </p:cNvPr>
            <p:cNvSpPr/>
            <p:nvPr/>
          </p:nvSpPr>
          <p:spPr>
            <a:xfrm>
              <a:off x="3919060" y="15492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4" name="Hexagon 1383">
              <a:extLst>
                <a:ext uri="{FF2B5EF4-FFF2-40B4-BE49-F238E27FC236}">
                  <a16:creationId xmlns:a16="http://schemas.microsoft.com/office/drawing/2014/main" id="{15987835-2DDC-476C-9D22-C851C0AA2684}"/>
                </a:ext>
              </a:extLst>
            </p:cNvPr>
            <p:cNvSpPr/>
            <p:nvPr/>
          </p:nvSpPr>
          <p:spPr>
            <a:xfrm>
              <a:off x="3683315" y="12682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5" name="Hexagon 1384">
              <a:extLst>
                <a:ext uri="{FF2B5EF4-FFF2-40B4-BE49-F238E27FC236}">
                  <a16:creationId xmlns:a16="http://schemas.microsoft.com/office/drawing/2014/main" id="{E31131F0-C337-43BF-A063-865AE71E3CC6}"/>
                </a:ext>
              </a:extLst>
            </p:cNvPr>
            <p:cNvSpPr/>
            <p:nvPr/>
          </p:nvSpPr>
          <p:spPr>
            <a:xfrm>
              <a:off x="3911916" y="136111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6" name="Hexagon 1385">
              <a:extLst>
                <a:ext uri="{FF2B5EF4-FFF2-40B4-BE49-F238E27FC236}">
                  <a16:creationId xmlns:a16="http://schemas.microsoft.com/office/drawing/2014/main" id="{39201A97-43FA-4185-B127-10FCA6185E7C}"/>
                </a:ext>
              </a:extLst>
            </p:cNvPr>
            <p:cNvSpPr/>
            <p:nvPr/>
          </p:nvSpPr>
          <p:spPr>
            <a:xfrm>
              <a:off x="3221354" y="126347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7" name="Hexagon 1386">
              <a:extLst>
                <a:ext uri="{FF2B5EF4-FFF2-40B4-BE49-F238E27FC236}">
                  <a16:creationId xmlns:a16="http://schemas.microsoft.com/office/drawing/2014/main" id="{B1ED1CFE-3745-4D0D-85D3-64ADCD118BFD}"/>
                </a:ext>
              </a:extLst>
            </p:cNvPr>
            <p:cNvSpPr/>
            <p:nvPr/>
          </p:nvSpPr>
          <p:spPr>
            <a:xfrm>
              <a:off x="3457098" y="13563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8" name="Hexagon 1387">
              <a:extLst>
                <a:ext uri="{FF2B5EF4-FFF2-40B4-BE49-F238E27FC236}">
                  <a16:creationId xmlns:a16="http://schemas.microsoft.com/office/drawing/2014/main" id="{D2262FB4-1B1C-4679-836A-33A6B563891A}"/>
                </a:ext>
              </a:extLst>
            </p:cNvPr>
            <p:cNvSpPr/>
            <p:nvPr/>
          </p:nvSpPr>
          <p:spPr>
            <a:xfrm>
              <a:off x="3680934" y="10920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9" name="Hexagon 1388">
              <a:extLst>
                <a:ext uri="{FF2B5EF4-FFF2-40B4-BE49-F238E27FC236}">
                  <a16:creationId xmlns:a16="http://schemas.microsoft.com/office/drawing/2014/main" id="{A039161B-87F9-447D-A2A3-516010FC754D}"/>
                </a:ext>
              </a:extLst>
            </p:cNvPr>
            <p:cNvSpPr/>
            <p:nvPr/>
          </p:nvSpPr>
          <p:spPr>
            <a:xfrm>
              <a:off x="3214211" y="10825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0" name="Hexagon 1389">
              <a:extLst>
                <a:ext uri="{FF2B5EF4-FFF2-40B4-BE49-F238E27FC236}">
                  <a16:creationId xmlns:a16="http://schemas.microsoft.com/office/drawing/2014/main" id="{813A8BD4-F17A-4DCC-A00F-E6D77AFF1E1F}"/>
                </a:ext>
              </a:extLst>
            </p:cNvPr>
            <p:cNvSpPr/>
            <p:nvPr/>
          </p:nvSpPr>
          <p:spPr>
            <a:xfrm>
              <a:off x="3447574" y="117299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1" name="Hexagon 1390">
              <a:extLst>
                <a:ext uri="{FF2B5EF4-FFF2-40B4-BE49-F238E27FC236}">
                  <a16:creationId xmlns:a16="http://schemas.microsoft.com/office/drawing/2014/main" id="{0B87B40A-C408-452E-A393-F86DC6D8BEE4}"/>
                </a:ext>
              </a:extLst>
            </p:cNvPr>
            <p:cNvSpPr/>
            <p:nvPr/>
          </p:nvSpPr>
          <p:spPr>
            <a:xfrm>
              <a:off x="3676171" y="90629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2" name="Hexagon 1391">
              <a:extLst>
                <a:ext uri="{FF2B5EF4-FFF2-40B4-BE49-F238E27FC236}">
                  <a16:creationId xmlns:a16="http://schemas.microsoft.com/office/drawing/2014/main" id="{B400A74D-2EEB-457F-859B-17B3205FF1AB}"/>
                </a:ext>
              </a:extLst>
            </p:cNvPr>
            <p:cNvSpPr/>
            <p:nvPr/>
          </p:nvSpPr>
          <p:spPr>
            <a:xfrm>
              <a:off x="3216591" y="8991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3" name="Hexagon 1392">
              <a:extLst>
                <a:ext uri="{FF2B5EF4-FFF2-40B4-BE49-F238E27FC236}">
                  <a16:creationId xmlns:a16="http://schemas.microsoft.com/office/drawing/2014/main" id="{A231691A-A851-4579-A5A6-A94867DC3111}"/>
                </a:ext>
              </a:extLst>
            </p:cNvPr>
            <p:cNvSpPr/>
            <p:nvPr/>
          </p:nvSpPr>
          <p:spPr>
            <a:xfrm>
              <a:off x="3447573" y="9991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0" name="Hexagon 1399">
              <a:extLst>
                <a:ext uri="{FF2B5EF4-FFF2-40B4-BE49-F238E27FC236}">
                  <a16:creationId xmlns:a16="http://schemas.microsoft.com/office/drawing/2014/main" id="{1921BF11-FC73-4415-B591-555AEB083F5E}"/>
                </a:ext>
              </a:extLst>
            </p:cNvPr>
            <p:cNvSpPr/>
            <p:nvPr/>
          </p:nvSpPr>
          <p:spPr>
            <a:xfrm>
              <a:off x="6702741" y="24346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1" name="Hexagon 1400">
              <a:extLst>
                <a:ext uri="{FF2B5EF4-FFF2-40B4-BE49-F238E27FC236}">
                  <a16:creationId xmlns:a16="http://schemas.microsoft.com/office/drawing/2014/main" id="{FF34C8F6-C088-4EA0-8BD2-1BEA2D514B86}"/>
                </a:ext>
              </a:extLst>
            </p:cNvPr>
            <p:cNvSpPr/>
            <p:nvPr/>
          </p:nvSpPr>
          <p:spPr>
            <a:xfrm>
              <a:off x="6936104" y="252752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2" name="Hexagon 1401">
              <a:extLst>
                <a:ext uri="{FF2B5EF4-FFF2-40B4-BE49-F238E27FC236}">
                  <a16:creationId xmlns:a16="http://schemas.microsoft.com/office/drawing/2014/main" id="{A13CA069-7E98-4ABE-AE0A-9AEBD32383C6}"/>
                </a:ext>
              </a:extLst>
            </p:cNvPr>
            <p:cNvSpPr/>
            <p:nvPr/>
          </p:nvSpPr>
          <p:spPr>
            <a:xfrm>
              <a:off x="6936104" y="234655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3" name="Hexagon 1402">
              <a:extLst>
                <a:ext uri="{FF2B5EF4-FFF2-40B4-BE49-F238E27FC236}">
                  <a16:creationId xmlns:a16="http://schemas.microsoft.com/office/drawing/2014/main" id="{E23CAFD5-A066-4660-9282-2E1481903F04}"/>
                </a:ext>
              </a:extLst>
            </p:cNvPr>
            <p:cNvSpPr/>
            <p:nvPr/>
          </p:nvSpPr>
          <p:spPr>
            <a:xfrm>
              <a:off x="6936104" y="216319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4" name="Hexagon 1403">
              <a:extLst>
                <a:ext uri="{FF2B5EF4-FFF2-40B4-BE49-F238E27FC236}">
                  <a16:creationId xmlns:a16="http://schemas.microsoft.com/office/drawing/2014/main" id="{D4E97FCE-E832-4232-A07B-22377CD86C19}"/>
                </a:ext>
              </a:extLst>
            </p:cNvPr>
            <p:cNvSpPr/>
            <p:nvPr/>
          </p:nvSpPr>
          <p:spPr>
            <a:xfrm>
              <a:off x="6938485" y="27085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1404">
              <a:extLst>
                <a:ext uri="{FF2B5EF4-FFF2-40B4-BE49-F238E27FC236}">
                  <a16:creationId xmlns:a16="http://schemas.microsoft.com/office/drawing/2014/main" id="{4C209081-6924-4986-9F62-7029FBF742AA}"/>
                </a:ext>
              </a:extLst>
            </p:cNvPr>
            <p:cNvSpPr/>
            <p:nvPr/>
          </p:nvSpPr>
          <p:spPr>
            <a:xfrm>
              <a:off x="6931342" y="28918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6" name="Hexagon 1405">
              <a:extLst>
                <a:ext uri="{FF2B5EF4-FFF2-40B4-BE49-F238E27FC236}">
                  <a16:creationId xmlns:a16="http://schemas.microsoft.com/office/drawing/2014/main" id="{39282FB7-08D9-4453-BFF5-95E721F67036}"/>
                </a:ext>
              </a:extLst>
            </p:cNvPr>
            <p:cNvSpPr/>
            <p:nvPr/>
          </p:nvSpPr>
          <p:spPr>
            <a:xfrm>
              <a:off x="6933723" y="307283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7" name="Hexagon 1406">
              <a:extLst>
                <a:ext uri="{FF2B5EF4-FFF2-40B4-BE49-F238E27FC236}">
                  <a16:creationId xmlns:a16="http://schemas.microsoft.com/office/drawing/2014/main" id="{965F5B7C-1392-47DF-9826-F855FDB51C00}"/>
                </a:ext>
              </a:extLst>
            </p:cNvPr>
            <p:cNvSpPr/>
            <p:nvPr/>
          </p:nvSpPr>
          <p:spPr>
            <a:xfrm>
              <a:off x="7174229" y="24394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8" name="Hexagon 1407">
              <a:extLst>
                <a:ext uri="{FF2B5EF4-FFF2-40B4-BE49-F238E27FC236}">
                  <a16:creationId xmlns:a16="http://schemas.microsoft.com/office/drawing/2014/main" id="{23B558EF-0DC5-4571-A621-08F965A157A5}"/>
                </a:ext>
              </a:extLst>
            </p:cNvPr>
            <p:cNvSpPr/>
            <p:nvPr/>
          </p:nvSpPr>
          <p:spPr>
            <a:xfrm>
              <a:off x="7174229" y="225844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9" name="Hexagon 1408">
              <a:extLst>
                <a:ext uri="{FF2B5EF4-FFF2-40B4-BE49-F238E27FC236}">
                  <a16:creationId xmlns:a16="http://schemas.microsoft.com/office/drawing/2014/main" id="{D2CD41A6-F6E0-40F8-A9C6-2014F83DA0BA}"/>
                </a:ext>
              </a:extLst>
            </p:cNvPr>
            <p:cNvSpPr/>
            <p:nvPr/>
          </p:nvSpPr>
          <p:spPr>
            <a:xfrm>
              <a:off x="7174229" y="207508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0" name="Hexagon 1409">
              <a:extLst>
                <a:ext uri="{FF2B5EF4-FFF2-40B4-BE49-F238E27FC236}">
                  <a16:creationId xmlns:a16="http://schemas.microsoft.com/office/drawing/2014/main" id="{2E461977-65DF-4A55-A949-53B3266BD937}"/>
                </a:ext>
              </a:extLst>
            </p:cNvPr>
            <p:cNvSpPr/>
            <p:nvPr/>
          </p:nvSpPr>
          <p:spPr>
            <a:xfrm>
              <a:off x="7176610" y="262039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1" name="Hexagon 1410">
              <a:extLst>
                <a:ext uri="{FF2B5EF4-FFF2-40B4-BE49-F238E27FC236}">
                  <a16:creationId xmlns:a16="http://schemas.microsoft.com/office/drawing/2014/main" id="{88377A94-B307-4700-A510-26A198A42EC1}"/>
                </a:ext>
              </a:extLst>
            </p:cNvPr>
            <p:cNvSpPr/>
            <p:nvPr/>
          </p:nvSpPr>
          <p:spPr>
            <a:xfrm>
              <a:off x="7169467" y="280375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2" name="Hexagon 1411">
              <a:extLst>
                <a:ext uri="{FF2B5EF4-FFF2-40B4-BE49-F238E27FC236}">
                  <a16:creationId xmlns:a16="http://schemas.microsoft.com/office/drawing/2014/main" id="{59A819C4-C2DD-41DA-8402-8EA3F7A2AB82}"/>
                </a:ext>
              </a:extLst>
            </p:cNvPr>
            <p:cNvSpPr/>
            <p:nvPr/>
          </p:nvSpPr>
          <p:spPr>
            <a:xfrm>
              <a:off x="7171848" y="29847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3" name="Hexagon 1412">
              <a:extLst>
                <a:ext uri="{FF2B5EF4-FFF2-40B4-BE49-F238E27FC236}">
                  <a16:creationId xmlns:a16="http://schemas.microsoft.com/office/drawing/2014/main" id="{8994BBB8-0CC0-46E4-B190-10D7A8CD0165}"/>
                </a:ext>
              </a:extLst>
            </p:cNvPr>
            <p:cNvSpPr/>
            <p:nvPr/>
          </p:nvSpPr>
          <p:spPr>
            <a:xfrm>
              <a:off x="7409973" y="253228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4" name="Hexagon 1413">
              <a:extLst>
                <a:ext uri="{FF2B5EF4-FFF2-40B4-BE49-F238E27FC236}">
                  <a16:creationId xmlns:a16="http://schemas.microsoft.com/office/drawing/2014/main" id="{C9A459C7-FA21-43BF-B567-E879E077CE9A}"/>
                </a:ext>
              </a:extLst>
            </p:cNvPr>
            <p:cNvSpPr/>
            <p:nvPr/>
          </p:nvSpPr>
          <p:spPr>
            <a:xfrm>
              <a:off x="7409973" y="235131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5" name="Hexagon 1414">
              <a:extLst>
                <a:ext uri="{FF2B5EF4-FFF2-40B4-BE49-F238E27FC236}">
                  <a16:creationId xmlns:a16="http://schemas.microsoft.com/office/drawing/2014/main" id="{538ED253-DBB9-4580-99D8-BB15FBAB95C9}"/>
                </a:ext>
              </a:extLst>
            </p:cNvPr>
            <p:cNvSpPr/>
            <p:nvPr/>
          </p:nvSpPr>
          <p:spPr>
            <a:xfrm>
              <a:off x="7409973" y="21679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6" name="Hexagon 1415">
              <a:extLst>
                <a:ext uri="{FF2B5EF4-FFF2-40B4-BE49-F238E27FC236}">
                  <a16:creationId xmlns:a16="http://schemas.microsoft.com/office/drawing/2014/main" id="{2E41DDDD-39A8-4EE5-BB46-8BF0E5EC4848}"/>
                </a:ext>
              </a:extLst>
            </p:cNvPr>
            <p:cNvSpPr/>
            <p:nvPr/>
          </p:nvSpPr>
          <p:spPr>
            <a:xfrm>
              <a:off x="7412354" y="27132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7" name="Hexagon 1416">
              <a:extLst>
                <a:ext uri="{FF2B5EF4-FFF2-40B4-BE49-F238E27FC236}">
                  <a16:creationId xmlns:a16="http://schemas.microsoft.com/office/drawing/2014/main" id="{5D1BC354-E9F7-47C0-B50A-40BA013FAF01}"/>
                </a:ext>
              </a:extLst>
            </p:cNvPr>
            <p:cNvSpPr/>
            <p:nvPr/>
          </p:nvSpPr>
          <p:spPr>
            <a:xfrm>
              <a:off x="7405211" y="289661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8" name="Hexagon 1417">
              <a:extLst>
                <a:ext uri="{FF2B5EF4-FFF2-40B4-BE49-F238E27FC236}">
                  <a16:creationId xmlns:a16="http://schemas.microsoft.com/office/drawing/2014/main" id="{6CA8FB10-A6FE-46B6-B87D-5FC9B39C2758}"/>
                </a:ext>
              </a:extLst>
            </p:cNvPr>
            <p:cNvSpPr/>
            <p:nvPr/>
          </p:nvSpPr>
          <p:spPr>
            <a:xfrm>
              <a:off x="7407592" y="307759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9" name="Hexagon 1418">
              <a:extLst>
                <a:ext uri="{FF2B5EF4-FFF2-40B4-BE49-F238E27FC236}">
                  <a16:creationId xmlns:a16="http://schemas.microsoft.com/office/drawing/2014/main" id="{CC8CCDB9-E843-4A65-8E93-B8FCAC51EB5D}"/>
                </a:ext>
              </a:extLst>
            </p:cNvPr>
            <p:cNvSpPr/>
            <p:nvPr/>
          </p:nvSpPr>
          <p:spPr>
            <a:xfrm>
              <a:off x="7643335" y="262039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0" name="Hexagon 1419">
              <a:extLst>
                <a:ext uri="{FF2B5EF4-FFF2-40B4-BE49-F238E27FC236}">
                  <a16:creationId xmlns:a16="http://schemas.microsoft.com/office/drawing/2014/main" id="{271D1858-8621-43D5-8548-BBEFF7E50843}"/>
                </a:ext>
              </a:extLst>
            </p:cNvPr>
            <p:cNvSpPr/>
            <p:nvPr/>
          </p:nvSpPr>
          <p:spPr>
            <a:xfrm>
              <a:off x="7643335" y="24394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1" name="Hexagon 1420">
              <a:extLst>
                <a:ext uri="{FF2B5EF4-FFF2-40B4-BE49-F238E27FC236}">
                  <a16:creationId xmlns:a16="http://schemas.microsoft.com/office/drawing/2014/main" id="{3FA5F6CB-EE42-4A31-8958-5DB0C2DF9CF4}"/>
                </a:ext>
              </a:extLst>
            </p:cNvPr>
            <p:cNvSpPr/>
            <p:nvPr/>
          </p:nvSpPr>
          <p:spPr>
            <a:xfrm>
              <a:off x="7643335" y="225606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2" name="Hexagon 1421">
              <a:extLst>
                <a:ext uri="{FF2B5EF4-FFF2-40B4-BE49-F238E27FC236}">
                  <a16:creationId xmlns:a16="http://schemas.microsoft.com/office/drawing/2014/main" id="{BAD9DE68-23AA-4776-8C9A-463B6B43811F}"/>
                </a:ext>
              </a:extLst>
            </p:cNvPr>
            <p:cNvSpPr/>
            <p:nvPr/>
          </p:nvSpPr>
          <p:spPr>
            <a:xfrm>
              <a:off x="7645716" y="28013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3" name="Hexagon 1422">
              <a:extLst>
                <a:ext uri="{FF2B5EF4-FFF2-40B4-BE49-F238E27FC236}">
                  <a16:creationId xmlns:a16="http://schemas.microsoft.com/office/drawing/2014/main" id="{09623944-4566-46A9-A685-79F52B705C2D}"/>
                </a:ext>
              </a:extLst>
            </p:cNvPr>
            <p:cNvSpPr/>
            <p:nvPr/>
          </p:nvSpPr>
          <p:spPr>
            <a:xfrm>
              <a:off x="7638573" y="298472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4" name="Hexagon 1423">
              <a:extLst>
                <a:ext uri="{FF2B5EF4-FFF2-40B4-BE49-F238E27FC236}">
                  <a16:creationId xmlns:a16="http://schemas.microsoft.com/office/drawing/2014/main" id="{5B4EB229-A295-4D79-A2C7-31D3055C7243}"/>
                </a:ext>
              </a:extLst>
            </p:cNvPr>
            <p:cNvSpPr/>
            <p:nvPr/>
          </p:nvSpPr>
          <p:spPr>
            <a:xfrm>
              <a:off x="7640954" y="316570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5" name="Hexagon 1424">
              <a:extLst>
                <a:ext uri="{FF2B5EF4-FFF2-40B4-BE49-F238E27FC236}">
                  <a16:creationId xmlns:a16="http://schemas.microsoft.com/office/drawing/2014/main" id="{057E7A54-E022-4EC9-B1D2-DDAC0394F72F}"/>
                </a:ext>
              </a:extLst>
            </p:cNvPr>
            <p:cNvSpPr/>
            <p:nvPr/>
          </p:nvSpPr>
          <p:spPr>
            <a:xfrm>
              <a:off x="7876697" y="25275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6" name="Hexagon 1425">
              <a:extLst>
                <a:ext uri="{FF2B5EF4-FFF2-40B4-BE49-F238E27FC236}">
                  <a16:creationId xmlns:a16="http://schemas.microsoft.com/office/drawing/2014/main" id="{938C3015-B3E8-4BF8-83CE-9850AE04C05C}"/>
                </a:ext>
              </a:extLst>
            </p:cNvPr>
            <p:cNvSpPr/>
            <p:nvPr/>
          </p:nvSpPr>
          <p:spPr>
            <a:xfrm>
              <a:off x="7876697" y="23465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7" name="Hexagon 1426">
              <a:extLst>
                <a:ext uri="{FF2B5EF4-FFF2-40B4-BE49-F238E27FC236}">
                  <a16:creationId xmlns:a16="http://schemas.microsoft.com/office/drawing/2014/main" id="{DA71FB87-B958-40FB-9CE3-7DAA62E2DB8C}"/>
                </a:ext>
              </a:extLst>
            </p:cNvPr>
            <p:cNvSpPr/>
            <p:nvPr/>
          </p:nvSpPr>
          <p:spPr>
            <a:xfrm>
              <a:off x="7876697" y="21631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8" name="Hexagon 1427">
              <a:extLst>
                <a:ext uri="{FF2B5EF4-FFF2-40B4-BE49-F238E27FC236}">
                  <a16:creationId xmlns:a16="http://schemas.microsoft.com/office/drawing/2014/main" id="{F4DC0C69-317B-4411-B2E1-9A168D490A7D}"/>
                </a:ext>
              </a:extLst>
            </p:cNvPr>
            <p:cNvSpPr/>
            <p:nvPr/>
          </p:nvSpPr>
          <p:spPr>
            <a:xfrm>
              <a:off x="7879078" y="270850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9" name="Hexagon 1428">
              <a:extLst>
                <a:ext uri="{FF2B5EF4-FFF2-40B4-BE49-F238E27FC236}">
                  <a16:creationId xmlns:a16="http://schemas.microsoft.com/office/drawing/2014/main" id="{411265AD-31AC-4DBB-83C8-36E86DED6261}"/>
                </a:ext>
              </a:extLst>
            </p:cNvPr>
            <p:cNvSpPr/>
            <p:nvPr/>
          </p:nvSpPr>
          <p:spPr>
            <a:xfrm>
              <a:off x="7871935" y="28918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0" name="Hexagon 1429">
              <a:extLst>
                <a:ext uri="{FF2B5EF4-FFF2-40B4-BE49-F238E27FC236}">
                  <a16:creationId xmlns:a16="http://schemas.microsoft.com/office/drawing/2014/main" id="{27598F8B-A6F3-456F-A5A3-0FC583F34928}"/>
                </a:ext>
              </a:extLst>
            </p:cNvPr>
            <p:cNvSpPr/>
            <p:nvPr/>
          </p:nvSpPr>
          <p:spPr>
            <a:xfrm>
              <a:off x="7874316" y="30728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1" name="Hexagon 1430">
              <a:extLst>
                <a:ext uri="{FF2B5EF4-FFF2-40B4-BE49-F238E27FC236}">
                  <a16:creationId xmlns:a16="http://schemas.microsoft.com/office/drawing/2014/main" id="{F5A9E41E-B678-446C-B777-CAEFD1078F3B}"/>
                </a:ext>
              </a:extLst>
            </p:cNvPr>
            <p:cNvSpPr/>
            <p:nvPr/>
          </p:nvSpPr>
          <p:spPr>
            <a:xfrm>
              <a:off x="8338660" y="252514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2" name="Hexagon 1431">
              <a:extLst>
                <a:ext uri="{FF2B5EF4-FFF2-40B4-BE49-F238E27FC236}">
                  <a16:creationId xmlns:a16="http://schemas.microsoft.com/office/drawing/2014/main" id="{E98EC8BE-EC81-4FC2-9337-417BA46C34CA}"/>
                </a:ext>
              </a:extLst>
            </p:cNvPr>
            <p:cNvSpPr/>
            <p:nvPr/>
          </p:nvSpPr>
          <p:spPr>
            <a:xfrm>
              <a:off x="8338660" y="234417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3" name="Hexagon 1432">
              <a:extLst>
                <a:ext uri="{FF2B5EF4-FFF2-40B4-BE49-F238E27FC236}">
                  <a16:creationId xmlns:a16="http://schemas.microsoft.com/office/drawing/2014/main" id="{DEF0198C-3450-4B75-9C30-F56A9A23E4A3}"/>
                </a:ext>
              </a:extLst>
            </p:cNvPr>
            <p:cNvSpPr/>
            <p:nvPr/>
          </p:nvSpPr>
          <p:spPr>
            <a:xfrm>
              <a:off x="8338660" y="216081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4" name="Hexagon 1433">
              <a:extLst>
                <a:ext uri="{FF2B5EF4-FFF2-40B4-BE49-F238E27FC236}">
                  <a16:creationId xmlns:a16="http://schemas.microsoft.com/office/drawing/2014/main" id="{B873EAE8-7797-40B5-AD50-09C3B3FDF6EC}"/>
                </a:ext>
              </a:extLst>
            </p:cNvPr>
            <p:cNvSpPr/>
            <p:nvPr/>
          </p:nvSpPr>
          <p:spPr>
            <a:xfrm>
              <a:off x="8341041" y="27061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5" name="Hexagon 1434">
              <a:extLst>
                <a:ext uri="{FF2B5EF4-FFF2-40B4-BE49-F238E27FC236}">
                  <a16:creationId xmlns:a16="http://schemas.microsoft.com/office/drawing/2014/main" id="{736250A6-D3B6-4111-A63F-5AC5E3487EC4}"/>
                </a:ext>
              </a:extLst>
            </p:cNvPr>
            <p:cNvSpPr/>
            <p:nvPr/>
          </p:nvSpPr>
          <p:spPr>
            <a:xfrm>
              <a:off x="8333898" y="288947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6" name="Hexagon 1435">
              <a:extLst>
                <a:ext uri="{FF2B5EF4-FFF2-40B4-BE49-F238E27FC236}">
                  <a16:creationId xmlns:a16="http://schemas.microsoft.com/office/drawing/2014/main" id="{87C39086-92A3-4993-BCE6-38748587C2F0}"/>
                </a:ext>
              </a:extLst>
            </p:cNvPr>
            <p:cNvSpPr/>
            <p:nvPr/>
          </p:nvSpPr>
          <p:spPr>
            <a:xfrm>
              <a:off x="8336279" y="307045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7" name="Hexagon 1436">
              <a:extLst>
                <a:ext uri="{FF2B5EF4-FFF2-40B4-BE49-F238E27FC236}">
                  <a16:creationId xmlns:a16="http://schemas.microsoft.com/office/drawing/2014/main" id="{923A0AA2-2B7E-449A-B31F-28A063B05E13}"/>
                </a:ext>
              </a:extLst>
            </p:cNvPr>
            <p:cNvSpPr/>
            <p:nvPr/>
          </p:nvSpPr>
          <p:spPr>
            <a:xfrm>
              <a:off x="8572023" y="225594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8" name="Hexagon 1437">
              <a:extLst>
                <a:ext uri="{FF2B5EF4-FFF2-40B4-BE49-F238E27FC236}">
                  <a16:creationId xmlns:a16="http://schemas.microsoft.com/office/drawing/2014/main" id="{6C1F1DC0-B948-4855-9140-EA8AD3F16719}"/>
                </a:ext>
              </a:extLst>
            </p:cNvPr>
            <p:cNvSpPr/>
            <p:nvPr/>
          </p:nvSpPr>
          <p:spPr>
            <a:xfrm>
              <a:off x="8572023" y="207496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9" name="Hexagon 1438">
              <a:extLst>
                <a:ext uri="{FF2B5EF4-FFF2-40B4-BE49-F238E27FC236}">
                  <a16:creationId xmlns:a16="http://schemas.microsoft.com/office/drawing/2014/main" id="{82647AF9-5582-49C7-899B-3A0903808E5C}"/>
                </a:ext>
              </a:extLst>
            </p:cNvPr>
            <p:cNvSpPr/>
            <p:nvPr/>
          </p:nvSpPr>
          <p:spPr>
            <a:xfrm>
              <a:off x="8572023" y="18916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0" name="Hexagon 1439">
              <a:extLst>
                <a:ext uri="{FF2B5EF4-FFF2-40B4-BE49-F238E27FC236}">
                  <a16:creationId xmlns:a16="http://schemas.microsoft.com/office/drawing/2014/main" id="{71B86767-63FB-4939-A26B-FA5B34801D8F}"/>
                </a:ext>
              </a:extLst>
            </p:cNvPr>
            <p:cNvSpPr/>
            <p:nvPr/>
          </p:nvSpPr>
          <p:spPr>
            <a:xfrm>
              <a:off x="8574404" y="24369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1" name="Hexagon 1440">
              <a:extLst>
                <a:ext uri="{FF2B5EF4-FFF2-40B4-BE49-F238E27FC236}">
                  <a16:creationId xmlns:a16="http://schemas.microsoft.com/office/drawing/2014/main" id="{C073D418-67B8-4628-AB39-0C4632286FBB}"/>
                </a:ext>
              </a:extLst>
            </p:cNvPr>
            <p:cNvSpPr/>
            <p:nvPr/>
          </p:nvSpPr>
          <p:spPr>
            <a:xfrm>
              <a:off x="8567261" y="262027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2" name="Hexagon 1441">
              <a:extLst>
                <a:ext uri="{FF2B5EF4-FFF2-40B4-BE49-F238E27FC236}">
                  <a16:creationId xmlns:a16="http://schemas.microsoft.com/office/drawing/2014/main" id="{30FF65DC-23C9-4328-AFB1-FB91C3BBCA1D}"/>
                </a:ext>
              </a:extLst>
            </p:cNvPr>
            <p:cNvSpPr/>
            <p:nvPr/>
          </p:nvSpPr>
          <p:spPr>
            <a:xfrm>
              <a:off x="8569642" y="28012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3" name="Hexagon 1442">
              <a:extLst>
                <a:ext uri="{FF2B5EF4-FFF2-40B4-BE49-F238E27FC236}">
                  <a16:creationId xmlns:a16="http://schemas.microsoft.com/office/drawing/2014/main" id="{C0EEC0C3-34B9-4081-BEE3-4744E84F3F66}"/>
                </a:ext>
              </a:extLst>
            </p:cNvPr>
            <p:cNvSpPr/>
            <p:nvPr/>
          </p:nvSpPr>
          <p:spPr>
            <a:xfrm>
              <a:off x="8805386" y="21654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4" name="Hexagon 1443">
              <a:extLst>
                <a:ext uri="{FF2B5EF4-FFF2-40B4-BE49-F238E27FC236}">
                  <a16:creationId xmlns:a16="http://schemas.microsoft.com/office/drawing/2014/main" id="{387B2D86-1660-4303-A770-85DD1E34B97F}"/>
                </a:ext>
              </a:extLst>
            </p:cNvPr>
            <p:cNvSpPr/>
            <p:nvPr/>
          </p:nvSpPr>
          <p:spPr>
            <a:xfrm>
              <a:off x="8805386" y="19844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5" name="Hexagon 1444">
              <a:extLst>
                <a:ext uri="{FF2B5EF4-FFF2-40B4-BE49-F238E27FC236}">
                  <a16:creationId xmlns:a16="http://schemas.microsoft.com/office/drawing/2014/main" id="{1DDA956D-79D7-4573-A566-ED17B25FB091}"/>
                </a:ext>
              </a:extLst>
            </p:cNvPr>
            <p:cNvSpPr/>
            <p:nvPr/>
          </p:nvSpPr>
          <p:spPr>
            <a:xfrm>
              <a:off x="8805386" y="18011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6" name="Hexagon 1445">
              <a:extLst>
                <a:ext uri="{FF2B5EF4-FFF2-40B4-BE49-F238E27FC236}">
                  <a16:creationId xmlns:a16="http://schemas.microsoft.com/office/drawing/2014/main" id="{57ED216C-FCC3-45D3-A3E0-436447F9F59A}"/>
                </a:ext>
              </a:extLst>
            </p:cNvPr>
            <p:cNvSpPr/>
            <p:nvPr/>
          </p:nvSpPr>
          <p:spPr>
            <a:xfrm>
              <a:off x="8807767" y="234643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7" name="Hexagon 1446">
              <a:extLst>
                <a:ext uri="{FF2B5EF4-FFF2-40B4-BE49-F238E27FC236}">
                  <a16:creationId xmlns:a16="http://schemas.microsoft.com/office/drawing/2014/main" id="{C7D2BAB2-CBDE-4B10-B321-7A2E153E6E0C}"/>
                </a:ext>
              </a:extLst>
            </p:cNvPr>
            <p:cNvSpPr/>
            <p:nvPr/>
          </p:nvSpPr>
          <p:spPr>
            <a:xfrm>
              <a:off x="8800624" y="25297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8" name="Hexagon 1447">
              <a:extLst>
                <a:ext uri="{FF2B5EF4-FFF2-40B4-BE49-F238E27FC236}">
                  <a16:creationId xmlns:a16="http://schemas.microsoft.com/office/drawing/2014/main" id="{747334A9-6607-486A-AB4B-B17A63B0F516}"/>
                </a:ext>
              </a:extLst>
            </p:cNvPr>
            <p:cNvSpPr/>
            <p:nvPr/>
          </p:nvSpPr>
          <p:spPr>
            <a:xfrm>
              <a:off x="8803005" y="27107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9" name="Hexagon 1448">
              <a:extLst>
                <a:ext uri="{FF2B5EF4-FFF2-40B4-BE49-F238E27FC236}">
                  <a16:creationId xmlns:a16="http://schemas.microsoft.com/office/drawing/2014/main" id="{F2E542AE-07D3-4B58-975C-4AAFE707454E}"/>
                </a:ext>
              </a:extLst>
            </p:cNvPr>
            <p:cNvSpPr/>
            <p:nvPr/>
          </p:nvSpPr>
          <p:spPr>
            <a:xfrm>
              <a:off x="9043511" y="207735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0" name="Hexagon 1449">
              <a:extLst>
                <a:ext uri="{FF2B5EF4-FFF2-40B4-BE49-F238E27FC236}">
                  <a16:creationId xmlns:a16="http://schemas.microsoft.com/office/drawing/2014/main" id="{00007653-BC2C-4356-9EDB-4246D31206AB}"/>
                </a:ext>
              </a:extLst>
            </p:cNvPr>
            <p:cNvSpPr/>
            <p:nvPr/>
          </p:nvSpPr>
          <p:spPr>
            <a:xfrm>
              <a:off x="9043511" y="189637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1" name="Hexagon 1450">
              <a:extLst>
                <a:ext uri="{FF2B5EF4-FFF2-40B4-BE49-F238E27FC236}">
                  <a16:creationId xmlns:a16="http://schemas.microsoft.com/office/drawing/2014/main" id="{20F361E8-8B84-48E3-9622-B01B4C085F97}"/>
                </a:ext>
              </a:extLst>
            </p:cNvPr>
            <p:cNvSpPr/>
            <p:nvPr/>
          </p:nvSpPr>
          <p:spPr>
            <a:xfrm>
              <a:off x="9043511" y="171301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2" name="Hexagon 1451">
              <a:extLst>
                <a:ext uri="{FF2B5EF4-FFF2-40B4-BE49-F238E27FC236}">
                  <a16:creationId xmlns:a16="http://schemas.microsoft.com/office/drawing/2014/main" id="{89299743-671A-4742-9B67-9636B4143171}"/>
                </a:ext>
              </a:extLst>
            </p:cNvPr>
            <p:cNvSpPr/>
            <p:nvPr/>
          </p:nvSpPr>
          <p:spPr>
            <a:xfrm>
              <a:off x="9045892" y="22583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3" name="Hexagon 1452">
              <a:extLst>
                <a:ext uri="{FF2B5EF4-FFF2-40B4-BE49-F238E27FC236}">
                  <a16:creationId xmlns:a16="http://schemas.microsoft.com/office/drawing/2014/main" id="{7B6D7247-5766-48AF-8C90-3EC7A287896F}"/>
                </a:ext>
              </a:extLst>
            </p:cNvPr>
            <p:cNvSpPr/>
            <p:nvPr/>
          </p:nvSpPr>
          <p:spPr>
            <a:xfrm>
              <a:off x="9038749" y="24416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4" name="Hexagon 1453">
              <a:extLst>
                <a:ext uri="{FF2B5EF4-FFF2-40B4-BE49-F238E27FC236}">
                  <a16:creationId xmlns:a16="http://schemas.microsoft.com/office/drawing/2014/main" id="{DAB7B236-247B-429D-9AFC-440020FEB5C5}"/>
                </a:ext>
              </a:extLst>
            </p:cNvPr>
            <p:cNvSpPr/>
            <p:nvPr/>
          </p:nvSpPr>
          <p:spPr>
            <a:xfrm>
              <a:off x="9041130" y="26226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5" name="Hexagon 1454">
              <a:extLst>
                <a:ext uri="{FF2B5EF4-FFF2-40B4-BE49-F238E27FC236}">
                  <a16:creationId xmlns:a16="http://schemas.microsoft.com/office/drawing/2014/main" id="{5841B92B-475B-4720-B4F9-326817A30E5D}"/>
                </a:ext>
              </a:extLst>
            </p:cNvPr>
            <p:cNvSpPr/>
            <p:nvPr/>
          </p:nvSpPr>
          <p:spPr>
            <a:xfrm>
              <a:off x="8102917" y="28013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6" name="Hexagon 1455">
              <a:extLst>
                <a:ext uri="{FF2B5EF4-FFF2-40B4-BE49-F238E27FC236}">
                  <a16:creationId xmlns:a16="http://schemas.microsoft.com/office/drawing/2014/main" id="{D460F2C4-192E-4FBD-B1FB-270BD07592F1}"/>
                </a:ext>
              </a:extLst>
            </p:cNvPr>
            <p:cNvSpPr/>
            <p:nvPr/>
          </p:nvSpPr>
          <p:spPr>
            <a:xfrm>
              <a:off x="8105298" y="298234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7" name="Hexagon 1456">
              <a:extLst>
                <a:ext uri="{FF2B5EF4-FFF2-40B4-BE49-F238E27FC236}">
                  <a16:creationId xmlns:a16="http://schemas.microsoft.com/office/drawing/2014/main" id="{DAF79631-CDFA-46A0-BA70-B15697C07C60}"/>
                </a:ext>
              </a:extLst>
            </p:cNvPr>
            <p:cNvSpPr/>
            <p:nvPr/>
          </p:nvSpPr>
          <p:spPr>
            <a:xfrm>
              <a:off x="8107680" y="24394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8" name="Hexagon 1457">
              <a:extLst>
                <a:ext uri="{FF2B5EF4-FFF2-40B4-BE49-F238E27FC236}">
                  <a16:creationId xmlns:a16="http://schemas.microsoft.com/office/drawing/2014/main" id="{63AB321A-3645-4B4E-94F6-CB05D28B5D75}"/>
                </a:ext>
              </a:extLst>
            </p:cNvPr>
            <p:cNvSpPr/>
            <p:nvPr/>
          </p:nvSpPr>
          <p:spPr>
            <a:xfrm>
              <a:off x="8110061" y="26203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9" name="Hexagon 1458">
              <a:extLst>
                <a:ext uri="{FF2B5EF4-FFF2-40B4-BE49-F238E27FC236}">
                  <a16:creationId xmlns:a16="http://schemas.microsoft.com/office/drawing/2014/main" id="{1E1AC7CF-8C4E-4458-A013-9B4A7C9DBE59}"/>
                </a:ext>
              </a:extLst>
            </p:cNvPr>
            <p:cNvSpPr/>
            <p:nvPr/>
          </p:nvSpPr>
          <p:spPr>
            <a:xfrm>
              <a:off x="8102918" y="188458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0" name="Hexagon 1459">
              <a:extLst>
                <a:ext uri="{FF2B5EF4-FFF2-40B4-BE49-F238E27FC236}">
                  <a16:creationId xmlns:a16="http://schemas.microsoft.com/office/drawing/2014/main" id="{9998B93F-DE05-4639-90A3-7E2507669E74}"/>
                </a:ext>
              </a:extLst>
            </p:cNvPr>
            <p:cNvSpPr/>
            <p:nvPr/>
          </p:nvSpPr>
          <p:spPr>
            <a:xfrm>
              <a:off x="8105299" y="20655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1" name="Hexagon 1460">
              <a:extLst>
                <a:ext uri="{FF2B5EF4-FFF2-40B4-BE49-F238E27FC236}">
                  <a16:creationId xmlns:a16="http://schemas.microsoft.com/office/drawing/2014/main" id="{7A92B3E0-A6FC-4D24-A4B1-F8DF371115DD}"/>
                </a:ext>
              </a:extLst>
            </p:cNvPr>
            <p:cNvSpPr/>
            <p:nvPr/>
          </p:nvSpPr>
          <p:spPr>
            <a:xfrm>
              <a:off x="8338662" y="17970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2" name="Hexagon 1461">
              <a:extLst>
                <a:ext uri="{FF2B5EF4-FFF2-40B4-BE49-F238E27FC236}">
                  <a16:creationId xmlns:a16="http://schemas.microsoft.com/office/drawing/2014/main" id="{599B8889-22CD-4778-9937-86C8E777D8E3}"/>
                </a:ext>
              </a:extLst>
            </p:cNvPr>
            <p:cNvSpPr/>
            <p:nvPr/>
          </p:nvSpPr>
          <p:spPr>
            <a:xfrm>
              <a:off x="8341043" y="19780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3" name="Hexagon 1462">
              <a:extLst>
                <a:ext uri="{FF2B5EF4-FFF2-40B4-BE49-F238E27FC236}">
                  <a16:creationId xmlns:a16="http://schemas.microsoft.com/office/drawing/2014/main" id="{817F3760-F713-40C5-8F8B-096AE7AEF4DC}"/>
                </a:ext>
              </a:extLst>
            </p:cNvPr>
            <p:cNvSpPr/>
            <p:nvPr/>
          </p:nvSpPr>
          <p:spPr>
            <a:xfrm>
              <a:off x="7862412" y="17970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4" name="Hexagon 1463">
              <a:extLst>
                <a:ext uri="{FF2B5EF4-FFF2-40B4-BE49-F238E27FC236}">
                  <a16:creationId xmlns:a16="http://schemas.microsoft.com/office/drawing/2014/main" id="{4114030C-A762-441C-B2CE-5B78FEE62E70}"/>
                </a:ext>
              </a:extLst>
            </p:cNvPr>
            <p:cNvSpPr/>
            <p:nvPr/>
          </p:nvSpPr>
          <p:spPr>
            <a:xfrm>
              <a:off x="7864793" y="19780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5" name="Hexagon 1464">
              <a:extLst>
                <a:ext uri="{FF2B5EF4-FFF2-40B4-BE49-F238E27FC236}">
                  <a16:creationId xmlns:a16="http://schemas.microsoft.com/office/drawing/2014/main" id="{C858EEE2-DF82-416C-A20E-CF015CD95548}"/>
                </a:ext>
              </a:extLst>
            </p:cNvPr>
            <p:cNvSpPr/>
            <p:nvPr/>
          </p:nvSpPr>
          <p:spPr>
            <a:xfrm>
              <a:off x="7631431" y="18898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6" name="Hexagon 1465">
              <a:extLst>
                <a:ext uri="{FF2B5EF4-FFF2-40B4-BE49-F238E27FC236}">
                  <a16:creationId xmlns:a16="http://schemas.microsoft.com/office/drawing/2014/main" id="{E3D90504-F5B6-4ED4-AB35-4767FE4D2CD2}"/>
                </a:ext>
              </a:extLst>
            </p:cNvPr>
            <p:cNvSpPr/>
            <p:nvPr/>
          </p:nvSpPr>
          <p:spPr>
            <a:xfrm>
              <a:off x="7633812" y="207087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7" name="Hexagon 1466">
              <a:extLst>
                <a:ext uri="{FF2B5EF4-FFF2-40B4-BE49-F238E27FC236}">
                  <a16:creationId xmlns:a16="http://schemas.microsoft.com/office/drawing/2014/main" id="{8EE2DC86-0E67-4417-99DD-3EFE5392E1B6}"/>
                </a:ext>
              </a:extLst>
            </p:cNvPr>
            <p:cNvSpPr/>
            <p:nvPr/>
          </p:nvSpPr>
          <p:spPr>
            <a:xfrm>
              <a:off x="8100536" y="170599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8" name="Hexagon 1467">
              <a:extLst>
                <a:ext uri="{FF2B5EF4-FFF2-40B4-BE49-F238E27FC236}">
                  <a16:creationId xmlns:a16="http://schemas.microsoft.com/office/drawing/2014/main" id="{920158D1-2265-4ED2-9335-EE7259BF3BE9}"/>
                </a:ext>
              </a:extLst>
            </p:cNvPr>
            <p:cNvSpPr/>
            <p:nvPr/>
          </p:nvSpPr>
          <p:spPr>
            <a:xfrm>
              <a:off x="7860030" y="16184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9" name="Hexagon 1468">
              <a:extLst>
                <a:ext uri="{FF2B5EF4-FFF2-40B4-BE49-F238E27FC236}">
                  <a16:creationId xmlns:a16="http://schemas.microsoft.com/office/drawing/2014/main" id="{5FB70963-02F1-4861-89CE-429648D1EFEB}"/>
                </a:ext>
              </a:extLst>
            </p:cNvPr>
            <p:cNvSpPr/>
            <p:nvPr/>
          </p:nvSpPr>
          <p:spPr>
            <a:xfrm>
              <a:off x="7629049" y="17113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0" name="Hexagon 1469">
              <a:extLst>
                <a:ext uri="{FF2B5EF4-FFF2-40B4-BE49-F238E27FC236}">
                  <a16:creationId xmlns:a16="http://schemas.microsoft.com/office/drawing/2014/main" id="{CDA0999F-6F47-413B-BDBB-7F6BCA5FFDA2}"/>
                </a:ext>
              </a:extLst>
            </p:cNvPr>
            <p:cNvSpPr/>
            <p:nvPr/>
          </p:nvSpPr>
          <p:spPr>
            <a:xfrm>
              <a:off x="8562499" y="15272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1" name="Hexagon 1470">
              <a:extLst>
                <a:ext uri="{FF2B5EF4-FFF2-40B4-BE49-F238E27FC236}">
                  <a16:creationId xmlns:a16="http://schemas.microsoft.com/office/drawing/2014/main" id="{FD5AF282-3240-4DEB-8406-CDED9E09A901}"/>
                </a:ext>
              </a:extLst>
            </p:cNvPr>
            <p:cNvSpPr/>
            <p:nvPr/>
          </p:nvSpPr>
          <p:spPr>
            <a:xfrm>
              <a:off x="8800624" y="162253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2" name="Hexagon 1471">
              <a:extLst>
                <a:ext uri="{FF2B5EF4-FFF2-40B4-BE49-F238E27FC236}">
                  <a16:creationId xmlns:a16="http://schemas.microsoft.com/office/drawing/2014/main" id="{919220F8-9B23-4049-A0C2-43029212BE3C}"/>
                </a:ext>
              </a:extLst>
            </p:cNvPr>
            <p:cNvSpPr/>
            <p:nvPr/>
          </p:nvSpPr>
          <p:spPr>
            <a:xfrm>
              <a:off x="9279255" y="23535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3" name="Hexagon 1472">
              <a:extLst>
                <a:ext uri="{FF2B5EF4-FFF2-40B4-BE49-F238E27FC236}">
                  <a16:creationId xmlns:a16="http://schemas.microsoft.com/office/drawing/2014/main" id="{7222A90A-F822-4EAB-91C9-52BBAC7301D6}"/>
                </a:ext>
              </a:extLst>
            </p:cNvPr>
            <p:cNvSpPr/>
            <p:nvPr/>
          </p:nvSpPr>
          <p:spPr>
            <a:xfrm>
              <a:off x="9272112" y="253693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4" name="Hexagon 1473">
              <a:extLst>
                <a:ext uri="{FF2B5EF4-FFF2-40B4-BE49-F238E27FC236}">
                  <a16:creationId xmlns:a16="http://schemas.microsoft.com/office/drawing/2014/main" id="{C6E25DC5-0ACB-4A01-A0F9-6B87A5202B6E}"/>
                </a:ext>
              </a:extLst>
            </p:cNvPr>
            <p:cNvSpPr/>
            <p:nvPr/>
          </p:nvSpPr>
          <p:spPr>
            <a:xfrm>
              <a:off x="8567260" y="31569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5" name="Hexagon 1474">
              <a:extLst>
                <a:ext uri="{FF2B5EF4-FFF2-40B4-BE49-F238E27FC236}">
                  <a16:creationId xmlns:a16="http://schemas.microsoft.com/office/drawing/2014/main" id="{BE9DBED6-78DB-4E45-8578-BD24058945EA}"/>
                </a:ext>
              </a:extLst>
            </p:cNvPr>
            <p:cNvSpPr/>
            <p:nvPr/>
          </p:nvSpPr>
          <p:spPr>
            <a:xfrm>
              <a:off x="9269730" y="16249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" name="4级">
            <a:extLst>
              <a:ext uri="{FF2B5EF4-FFF2-40B4-BE49-F238E27FC236}">
                <a16:creationId xmlns:a16="http://schemas.microsoft.com/office/drawing/2014/main" id="{AF6C54A8-4442-4C82-9902-6D312AFB0FFC}"/>
              </a:ext>
            </a:extLst>
          </p:cNvPr>
          <p:cNvGrpSpPr/>
          <p:nvPr/>
        </p:nvGrpSpPr>
        <p:grpSpPr>
          <a:xfrm>
            <a:off x="1567010" y="2434882"/>
            <a:ext cx="5002387" cy="4670915"/>
            <a:chOff x="800095" y="2021924"/>
            <a:chExt cx="5002387" cy="4670915"/>
          </a:xfrm>
        </p:grpSpPr>
        <p:sp>
          <p:nvSpPr>
            <p:cNvPr id="1552" name="Hexagon 1551">
              <a:extLst>
                <a:ext uri="{FF2B5EF4-FFF2-40B4-BE49-F238E27FC236}">
                  <a16:creationId xmlns:a16="http://schemas.microsoft.com/office/drawing/2014/main" id="{894B8220-A079-4813-BBF1-488B9B679218}"/>
                </a:ext>
              </a:extLst>
            </p:cNvPr>
            <p:cNvSpPr/>
            <p:nvPr/>
          </p:nvSpPr>
          <p:spPr>
            <a:xfrm>
              <a:off x="2216940" y="65140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2" name="Hexagon 891">
              <a:extLst>
                <a:ext uri="{FF2B5EF4-FFF2-40B4-BE49-F238E27FC236}">
                  <a16:creationId xmlns:a16="http://schemas.microsoft.com/office/drawing/2014/main" id="{92F045DF-2146-4BE0-A5AC-8A2220E1DEA9}"/>
                </a:ext>
              </a:extLst>
            </p:cNvPr>
            <p:cNvSpPr/>
            <p:nvPr/>
          </p:nvSpPr>
          <p:spPr>
            <a:xfrm>
              <a:off x="2450136" y="6423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4" name="Hexagon 893">
              <a:extLst>
                <a:ext uri="{FF2B5EF4-FFF2-40B4-BE49-F238E27FC236}">
                  <a16:creationId xmlns:a16="http://schemas.microsoft.com/office/drawing/2014/main" id="{63A535F2-1B14-4F58-B8CA-42824581EEF5}"/>
                </a:ext>
              </a:extLst>
            </p:cNvPr>
            <p:cNvSpPr/>
            <p:nvPr/>
          </p:nvSpPr>
          <p:spPr>
            <a:xfrm>
              <a:off x="1978815" y="6425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5" name="Hexagon 894">
              <a:extLst>
                <a:ext uri="{FF2B5EF4-FFF2-40B4-BE49-F238E27FC236}">
                  <a16:creationId xmlns:a16="http://schemas.microsoft.com/office/drawing/2014/main" id="{5070AD2A-F863-4716-9901-DAF5F0677062}"/>
                </a:ext>
              </a:extLst>
            </p:cNvPr>
            <p:cNvSpPr/>
            <p:nvPr/>
          </p:nvSpPr>
          <p:spPr>
            <a:xfrm>
              <a:off x="1745452" y="63306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6" name="Hexagon 895">
              <a:extLst>
                <a:ext uri="{FF2B5EF4-FFF2-40B4-BE49-F238E27FC236}">
                  <a16:creationId xmlns:a16="http://schemas.microsoft.com/office/drawing/2014/main" id="{552186DF-A771-40A8-9C9C-16AD44E45F38}"/>
                </a:ext>
              </a:extLst>
            </p:cNvPr>
            <p:cNvSpPr/>
            <p:nvPr/>
          </p:nvSpPr>
          <p:spPr>
            <a:xfrm>
              <a:off x="1507327" y="62425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7" name="Hexagon 896">
              <a:extLst>
                <a:ext uri="{FF2B5EF4-FFF2-40B4-BE49-F238E27FC236}">
                  <a16:creationId xmlns:a16="http://schemas.microsoft.com/office/drawing/2014/main" id="{3196B381-4DFF-4ED9-A13C-F75F422AAACF}"/>
                </a:ext>
              </a:extLst>
            </p:cNvPr>
            <p:cNvSpPr/>
            <p:nvPr/>
          </p:nvSpPr>
          <p:spPr>
            <a:xfrm>
              <a:off x="1512089" y="6425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8" name="Hexagon 897">
              <a:extLst>
                <a:ext uri="{FF2B5EF4-FFF2-40B4-BE49-F238E27FC236}">
                  <a16:creationId xmlns:a16="http://schemas.microsoft.com/office/drawing/2014/main" id="{E214BAB8-2FE4-4441-B9B6-C53A5E2E83F9}"/>
                </a:ext>
              </a:extLst>
            </p:cNvPr>
            <p:cNvSpPr/>
            <p:nvPr/>
          </p:nvSpPr>
          <p:spPr>
            <a:xfrm>
              <a:off x="1273965" y="65164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9" name="Hexagon 898">
              <a:extLst>
                <a:ext uri="{FF2B5EF4-FFF2-40B4-BE49-F238E27FC236}">
                  <a16:creationId xmlns:a16="http://schemas.microsoft.com/office/drawing/2014/main" id="{02321B68-AF1D-4914-B6D6-BA5033B9A7E6}"/>
                </a:ext>
              </a:extLst>
            </p:cNvPr>
            <p:cNvSpPr/>
            <p:nvPr/>
          </p:nvSpPr>
          <p:spPr>
            <a:xfrm>
              <a:off x="1509709" y="58782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0" name="Hexagon 899">
              <a:extLst>
                <a:ext uri="{FF2B5EF4-FFF2-40B4-BE49-F238E27FC236}">
                  <a16:creationId xmlns:a16="http://schemas.microsoft.com/office/drawing/2014/main" id="{B7D641AD-4905-4508-A49E-2C203142FBC8}"/>
                </a:ext>
              </a:extLst>
            </p:cNvPr>
            <p:cNvSpPr/>
            <p:nvPr/>
          </p:nvSpPr>
          <p:spPr>
            <a:xfrm>
              <a:off x="1514471" y="60615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1" name="Hexagon 900">
              <a:extLst>
                <a:ext uri="{FF2B5EF4-FFF2-40B4-BE49-F238E27FC236}">
                  <a16:creationId xmlns:a16="http://schemas.microsoft.com/office/drawing/2014/main" id="{D86236A3-0E57-4A52-9DB2-ECC8D66BB184}"/>
                </a:ext>
              </a:extLst>
            </p:cNvPr>
            <p:cNvSpPr/>
            <p:nvPr/>
          </p:nvSpPr>
          <p:spPr>
            <a:xfrm>
              <a:off x="1745453" y="59710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2" name="Hexagon 901">
              <a:extLst>
                <a:ext uri="{FF2B5EF4-FFF2-40B4-BE49-F238E27FC236}">
                  <a16:creationId xmlns:a16="http://schemas.microsoft.com/office/drawing/2014/main" id="{616E2090-46EE-4A52-9817-A6006706E9BD}"/>
                </a:ext>
              </a:extLst>
            </p:cNvPr>
            <p:cNvSpPr/>
            <p:nvPr/>
          </p:nvSpPr>
          <p:spPr>
            <a:xfrm>
              <a:off x="1750215" y="61544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3" name="Hexagon 902">
              <a:extLst>
                <a:ext uri="{FF2B5EF4-FFF2-40B4-BE49-F238E27FC236}">
                  <a16:creationId xmlns:a16="http://schemas.microsoft.com/office/drawing/2014/main" id="{662ED3F1-3046-4B85-891E-3ED1D70293BF}"/>
                </a:ext>
              </a:extLst>
            </p:cNvPr>
            <p:cNvSpPr/>
            <p:nvPr/>
          </p:nvSpPr>
          <p:spPr>
            <a:xfrm>
              <a:off x="1512090" y="5699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9" name="Hexagon 938">
              <a:extLst>
                <a:ext uri="{FF2B5EF4-FFF2-40B4-BE49-F238E27FC236}">
                  <a16:creationId xmlns:a16="http://schemas.microsoft.com/office/drawing/2014/main" id="{B50C1365-C3E9-4B0E-8F9B-DB66B2A093DC}"/>
                </a:ext>
              </a:extLst>
            </p:cNvPr>
            <p:cNvSpPr/>
            <p:nvPr/>
          </p:nvSpPr>
          <p:spPr>
            <a:xfrm>
              <a:off x="1276347" y="59734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2" name="Hexagon 941">
              <a:extLst>
                <a:ext uri="{FF2B5EF4-FFF2-40B4-BE49-F238E27FC236}">
                  <a16:creationId xmlns:a16="http://schemas.microsoft.com/office/drawing/2014/main" id="{DA98ABE9-F548-4ACE-9C47-20ADC0E93C2B}"/>
                </a:ext>
              </a:extLst>
            </p:cNvPr>
            <p:cNvSpPr/>
            <p:nvPr/>
          </p:nvSpPr>
          <p:spPr>
            <a:xfrm>
              <a:off x="2207415" y="52646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3" name="Hexagon 942">
              <a:extLst>
                <a:ext uri="{FF2B5EF4-FFF2-40B4-BE49-F238E27FC236}">
                  <a16:creationId xmlns:a16="http://schemas.microsoft.com/office/drawing/2014/main" id="{7DE5A573-6B6F-415C-BF79-A91FC1B8F1A0}"/>
                </a:ext>
              </a:extLst>
            </p:cNvPr>
            <p:cNvSpPr/>
            <p:nvPr/>
          </p:nvSpPr>
          <p:spPr>
            <a:xfrm>
              <a:off x="1737515" y="52678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4" name="Hexagon 943">
              <a:extLst>
                <a:ext uri="{FF2B5EF4-FFF2-40B4-BE49-F238E27FC236}">
                  <a16:creationId xmlns:a16="http://schemas.microsoft.com/office/drawing/2014/main" id="{CEB8438C-D282-49C3-9AFC-0B9D333E8857}"/>
                </a:ext>
              </a:extLst>
            </p:cNvPr>
            <p:cNvSpPr/>
            <p:nvPr/>
          </p:nvSpPr>
          <p:spPr>
            <a:xfrm>
              <a:off x="1972465" y="53567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5" name="Hexagon 944">
              <a:extLst>
                <a:ext uri="{FF2B5EF4-FFF2-40B4-BE49-F238E27FC236}">
                  <a16:creationId xmlns:a16="http://schemas.microsoft.com/office/drawing/2014/main" id="{2596D2BF-6B2F-4FD2-8311-7B53D551BDD5}"/>
                </a:ext>
              </a:extLst>
            </p:cNvPr>
            <p:cNvSpPr/>
            <p:nvPr/>
          </p:nvSpPr>
          <p:spPr>
            <a:xfrm>
              <a:off x="1972465" y="51725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6" name="Hexagon 945">
              <a:extLst>
                <a:ext uri="{FF2B5EF4-FFF2-40B4-BE49-F238E27FC236}">
                  <a16:creationId xmlns:a16="http://schemas.microsoft.com/office/drawing/2014/main" id="{75829E97-711B-496E-B57B-7A36AA6B7022}"/>
                </a:ext>
              </a:extLst>
            </p:cNvPr>
            <p:cNvSpPr/>
            <p:nvPr/>
          </p:nvSpPr>
          <p:spPr>
            <a:xfrm>
              <a:off x="1740690" y="50865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7" name="Hexagon 946">
              <a:extLst>
                <a:ext uri="{FF2B5EF4-FFF2-40B4-BE49-F238E27FC236}">
                  <a16:creationId xmlns:a16="http://schemas.microsoft.com/office/drawing/2014/main" id="{0206AEAE-EC08-4405-8078-62B8DC855F57}"/>
                </a:ext>
              </a:extLst>
            </p:cNvPr>
            <p:cNvSpPr/>
            <p:nvPr/>
          </p:nvSpPr>
          <p:spPr>
            <a:xfrm>
              <a:off x="1744658" y="49058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8" name="Hexagon 947">
              <a:extLst>
                <a:ext uri="{FF2B5EF4-FFF2-40B4-BE49-F238E27FC236}">
                  <a16:creationId xmlns:a16="http://schemas.microsoft.com/office/drawing/2014/main" id="{F066391F-909B-48BB-BA4F-FAA0FEDF9C09}"/>
                </a:ext>
              </a:extLst>
            </p:cNvPr>
            <p:cNvSpPr/>
            <p:nvPr/>
          </p:nvSpPr>
          <p:spPr>
            <a:xfrm>
              <a:off x="1747833" y="47246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9" name="Hexagon 948">
              <a:extLst>
                <a:ext uri="{FF2B5EF4-FFF2-40B4-BE49-F238E27FC236}">
                  <a16:creationId xmlns:a16="http://schemas.microsoft.com/office/drawing/2014/main" id="{0AE142A4-F2A0-42FC-8422-E7CBB8915729}"/>
                </a:ext>
              </a:extLst>
            </p:cNvPr>
            <p:cNvSpPr/>
            <p:nvPr/>
          </p:nvSpPr>
          <p:spPr>
            <a:xfrm>
              <a:off x="1506533" y="49939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0" name="Hexagon 949">
              <a:extLst>
                <a:ext uri="{FF2B5EF4-FFF2-40B4-BE49-F238E27FC236}">
                  <a16:creationId xmlns:a16="http://schemas.microsoft.com/office/drawing/2014/main" id="{D7136016-5230-4621-A45F-BDE37671502F}"/>
                </a:ext>
              </a:extLst>
            </p:cNvPr>
            <p:cNvSpPr/>
            <p:nvPr/>
          </p:nvSpPr>
          <p:spPr>
            <a:xfrm>
              <a:off x="1509708" y="48127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1" name="Hexagon 950">
              <a:extLst>
                <a:ext uri="{FF2B5EF4-FFF2-40B4-BE49-F238E27FC236}">
                  <a16:creationId xmlns:a16="http://schemas.microsoft.com/office/drawing/2014/main" id="{59CA1F4F-4BB2-490A-9F83-2EE3C6C8A30B}"/>
                </a:ext>
              </a:extLst>
            </p:cNvPr>
            <p:cNvSpPr/>
            <p:nvPr/>
          </p:nvSpPr>
          <p:spPr>
            <a:xfrm>
              <a:off x="1270789" y="49058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2" name="Hexagon 951">
              <a:extLst>
                <a:ext uri="{FF2B5EF4-FFF2-40B4-BE49-F238E27FC236}">
                  <a16:creationId xmlns:a16="http://schemas.microsoft.com/office/drawing/2014/main" id="{88D15E58-4BF4-48C4-9E26-6BF1D06FDAA6}"/>
                </a:ext>
              </a:extLst>
            </p:cNvPr>
            <p:cNvSpPr/>
            <p:nvPr/>
          </p:nvSpPr>
          <p:spPr>
            <a:xfrm>
              <a:off x="1273964" y="47246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3" name="Hexagon 952">
              <a:extLst>
                <a:ext uri="{FF2B5EF4-FFF2-40B4-BE49-F238E27FC236}">
                  <a16:creationId xmlns:a16="http://schemas.microsoft.com/office/drawing/2014/main" id="{9E7AA67F-9C85-4428-B68E-08AE6F8FDF3C}"/>
                </a:ext>
              </a:extLst>
            </p:cNvPr>
            <p:cNvSpPr/>
            <p:nvPr/>
          </p:nvSpPr>
          <p:spPr>
            <a:xfrm>
              <a:off x="1032664" y="48201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4" name="Hexagon 953">
              <a:extLst>
                <a:ext uri="{FF2B5EF4-FFF2-40B4-BE49-F238E27FC236}">
                  <a16:creationId xmlns:a16="http://schemas.microsoft.com/office/drawing/2014/main" id="{5F892C11-71F8-49B7-8A85-A4BFE7E67278}"/>
                </a:ext>
              </a:extLst>
            </p:cNvPr>
            <p:cNvSpPr/>
            <p:nvPr/>
          </p:nvSpPr>
          <p:spPr>
            <a:xfrm>
              <a:off x="1035839" y="46389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5" name="Hexagon 954">
              <a:extLst>
                <a:ext uri="{FF2B5EF4-FFF2-40B4-BE49-F238E27FC236}">
                  <a16:creationId xmlns:a16="http://schemas.microsoft.com/office/drawing/2014/main" id="{522887EF-9086-4BF6-9EE8-F35AB2B381CA}"/>
                </a:ext>
              </a:extLst>
            </p:cNvPr>
            <p:cNvSpPr/>
            <p:nvPr/>
          </p:nvSpPr>
          <p:spPr>
            <a:xfrm>
              <a:off x="1037426" y="44558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6" name="Hexagon 955">
              <a:extLst>
                <a:ext uri="{FF2B5EF4-FFF2-40B4-BE49-F238E27FC236}">
                  <a16:creationId xmlns:a16="http://schemas.microsoft.com/office/drawing/2014/main" id="{3B89E8A9-8F9F-4C05-8ABA-695D441905AB}"/>
                </a:ext>
              </a:extLst>
            </p:cNvPr>
            <p:cNvSpPr/>
            <p:nvPr/>
          </p:nvSpPr>
          <p:spPr>
            <a:xfrm>
              <a:off x="1040601" y="42745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7" name="Hexagon 956">
              <a:extLst>
                <a:ext uri="{FF2B5EF4-FFF2-40B4-BE49-F238E27FC236}">
                  <a16:creationId xmlns:a16="http://schemas.microsoft.com/office/drawing/2014/main" id="{618656F5-39D4-4FF5-8BCB-685A36F4C5A0}"/>
                </a:ext>
              </a:extLst>
            </p:cNvPr>
            <p:cNvSpPr/>
            <p:nvPr/>
          </p:nvSpPr>
          <p:spPr>
            <a:xfrm>
              <a:off x="1270789" y="45439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8" name="Hexagon 957">
              <a:extLst>
                <a:ext uri="{FF2B5EF4-FFF2-40B4-BE49-F238E27FC236}">
                  <a16:creationId xmlns:a16="http://schemas.microsoft.com/office/drawing/2014/main" id="{2965EC58-A8DD-46DD-A551-5BB013B3E334}"/>
                </a:ext>
              </a:extLst>
            </p:cNvPr>
            <p:cNvSpPr/>
            <p:nvPr/>
          </p:nvSpPr>
          <p:spPr>
            <a:xfrm>
              <a:off x="1273964" y="43626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9" name="Hexagon 958">
              <a:extLst>
                <a:ext uri="{FF2B5EF4-FFF2-40B4-BE49-F238E27FC236}">
                  <a16:creationId xmlns:a16="http://schemas.microsoft.com/office/drawing/2014/main" id="{2C3C65C6-F46F-48E0-9B84-C208350D8FC6}"/>
                </a:ext>
              </a:extLst>
            </p:cNvPr>
            <p:cNvSpPr/>
            <p:nvPr/>
          </p:nvSpPr>
          <p:spPr>
            <a:xfrm>
              <a:off x="1508914" y="46344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0" name="Hexagon 959">
              <a:extLst>
                <a:ext uri="{FF2B5EF4-FFF2-40B4-BE49-F238E27FC236}">
                  <a16:creationId xmlns:a16="http://schemas.microsoft.com/office/drawing/2014/main" id="{A82EAB36-8F88-41BC-B89A-747B95D80461}"/>
                </a:ext>
              </a:extLst>
            </p:cNvPr>
            <p:cNvSpPr/>
            <p:nvPr/>
          </p:nvSpPr>
          <p:spPr>
            <a:xfrm>
              <a:off x="1512089" y="44531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1" name="Hexagon 960">
              <a:extLst>
                <a:ext uri="{FF2B5EF4-FFF2-40B4-BE49-F238E27FC236}">
                  <a16:creationId xmlns:a16="http://schemas.microsoft.com/office/drawing/2014/main" id="{BD64CBE5-4A81-47BB-9691-E71F173E2798}"/>
                </a:ext>
              </a:extLst>
            </p:cNvPr>
            <p:cNvSpPr/>
            <p:nvPr/>
          </p:nvSpPr>
          <p:spPr>
            <a:xfrm>
              <a:off x="1747039" y="4553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2" name="Hexagon 961">
              <a:extLst>
                <a:ext uri="{FF2B5EF4-FFF2-40B4-BE49-F238E27FC236}">
                  <a16:creationId xmlns:a16="http://schemas.microsoft.com/office/drawing/2014/main" id="{6059AD1D-9403-4D2B-B40C-5BC8F2F6DF15}"/>
                </a:ext>
              </a:extLst>
            </p:cNvPr>
            <p:cNvSpPr/>
            <p:nvPr/>
          </p:nvSpPr>
          <p:spPr>
            <a:xfrm>
              <a:off x="1750214" y="43722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3" name="Hexagon 962">
              <a:extLst>
                <a:ext uri="{FF2B5EF4-FFF2-40B4-BE49-F238E27FC236}">
                  <a16:creationId xmlns:a16="http://schemas.microsoft.com/office/drawing/2014/main" id="{8C52D33C-4315-42B0-83FB-DF00A5E1A9F7}"/>
                </a:ext>
              </a:extLst>
            </p:cNvPr>
            <p:cNvSpPr/>
            <p:nvPr/>
          </p:nvSpPr>
          <p:spPr>
            <a:xfrm>
              <a:off x="1980402" y="46391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4" name="Hexagon 963">
              <a:extLst>
                <a:ext uri="{FF2B5EF4-FFF2-40B4-BE49-F238E27FC236}">
                  <a16:creationId xmlns:a16="http://schemas.microsoft.com/office/drawing/2014/main" id="{4E7BCF2A-711C-4CB2-B635-1385B244E9DA}"/>
                </a:ext>
              </a:extLst>
            </p:cNvPr>
            <p:cNvSpPr/>
            <p:nvPr/>
          </p:nvSpPr>
          <p:spPr>
            <a:xfrm>
              <a:off x="1983577" y="44579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5" name="Hexagon 964">
              <a:extLst>
                <a:ext uri="{FF2B5EF4-FFF2-40B4-BE49-F238E27FC236}">
                  <a16:creationId xmlns:a16="http://schemas.microsoft.com/office/drawing/2014/main" id="{73776F7D-F3F6-44E9-9AA3-6841AD2E6848}"/>
                </a:ext>
              </a:extLst>
            </p:cNvPr>
            <p:cNvSpPr/>
            <p:nvPr/>
          </p:nvSpPr>
          <p:spPr>
            <a:xfrm>
              <a:off x="2216145" y="47296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6" name="Hexagon 965">
              <a:extLst>
                <a:ext uri="{FF2B5EF4-FFF2-40B4-BE49-F238E27FC236}">
                  <a16:creationId xmlns:a16="http://schemas.microsoft.com/office/drawing/2014/main" id="{1639278C-A9E0-4A38-B2D4-4E35C9A57910}"/>
                </a:ext>
              </a:extLst>
            </p:cNvPr>
            <p:cNvSpPr/>
            <p:nvPr/>
          </p:nvSpPr>
          <p:spPr>
            <a:xfrm>
              <a:off x="2219320" y="45484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7" name="Hexagon 966">
              <a:extLst>
                <a:ext uri="{FF2B5EF4-FFF2-40B4-BE49-F238E27FC236}">
                  <a16:creationId xmlns:a16="http://schemas.microsoft.com/office/drawing/2014/main" id="{96E9ADD5-6299-4C95-86D1-4FDADC218832}"/>
                </a:ext>
              </a:extLst>
            </p:cNvPr>
            <p:cNvSpPr/>
            <p:nvPr/>
          </p:nvSpPr>
          <p:spPr>
            <a:xfrm>
              <a:off x="2449507" y="48177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8" name="Hexagon 967">
              <a:extLst>
                <a:ext uri="{FF2B5EF4-FFF2-40B4-BE49-F238E27FC236}">
                  <a16:creationId xmlns:a16="http://schemas.microsoft.com/office/drawing/2014/main" id="{CF3B669E-1B78-4367-8513-61BAAA637320}"/>
                </a:ext>
              </a:extLst>
            </p:cNvPr>
            <p:cNvSpPr/>
            <p:nvPr/>
          </p:nvSpPr>
          <p:spPr>
            <a:xfrm>
              <a:off x="2452682" y="46365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0" name="Hexagon 969">
              <a:extLst>
                <a:ext uri="{FF2B5EF4-FFF2-40B4-BE49-F238E27FC236}">
                  <a16:creationId xmlns:a16="http://schemas.microsoft.com/office/drawing/2014/main" id="{C3FA305E-93AF-4959-934A-0400D04582E5}"/>
                </a:ext>
              </a:extLst>
            </p:cNvPr>
            <p:cNvSpPr/>
            <p:nvPr/>
          </p:nvSpPr>
          <p:spPr>
            <a:xfrm>
              <a:off x="2452682" y="4457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1" name="Hexagon 970">
              <a:extLst>
                <a:ext uri="{FF2B5EF4-FFF2-40B4-BE49-F238E27FC236}">
                  <a16:creationId xmlns:a16="http://schemas.microsoft.com/office/drawing/2014/main" id="{3C19229D-FD16-4316-81AD-0601E07FE627}"/>
                </a:ext>
              </a:extLst>
            </p:cNvPr>
            <p:cNvSpPr/>
            <p:nvPr/>
          </p:nvSpPr>
          <p:spPr>
            <a:xfrm>
              <a:off x="2219320" y="43698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2" name="Hexagon 971">
              <a:extLst>
                <a:ext uri="{FF2B5EF4-FFF2-40B4-BE49-F238E27FC236}">
                  <a16:creationId xmlns:a16="http://schemas.microsoft.com/office/drawing/2014/main" id="{9B02B801-3EBD-46B8-9694-B60F287D7A97}"/>
                </a:ext>
              </a:extLst>
            </p:cNvPr>
            <p:cNvSpPr/>
            <p:nvPr/>
          </p:nvSpPr>
          <p:spPr>
            <a:xfrm>
              <a:off x="1985957" y="42817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3" name="Hexagon 972">
              <a:extLst>
                <a:ext uri="{FF2B5EF4-FFF2-40B4-BE49-F238E27FC236}">
                  <a16:creationId xmlns:a16="http://schemas.microsoft.com/office/drawing/2014/main" id="{B67A2FB6-AD79-4726-9F05-A3C4607199D4}"/>
                </a:ext>
              </a:extLst>
            </p:cNvPr>
            <p:cNvSpPr/>
            <p:nvPr/>
          </p:nvSpPr>
          <p:spPr>
            <a:xfrm>
              <a:off x="1750213" y="41888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4" name="Hexagon 973">
              <a:extLst>
                <a:ext uri="{FF2B5EF4-FFF2-40B4-BE49-F238E27FC236}">
                  <a16:creationId xmlns:a16="http://schemas.microsoft.com/office/drawing/2014/main" id="{D3A157B7-794E-4521-9431-9433180591FA}"/>
                </a:ext>
              </a:extLst>
            </p:cNvPr>
            <p:cNvSpPr/>
            <p:nvPr/>
          </p:nvSpPr>
          <p:spPr>
            <a:xfrm>
              <a:off x="1514471" y="4272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5" name="Hexagon 974">
              <a:extLst>
                <a:ext uri="{FF2B5EF4-FFF2-40B4-BE49-F238E27FC236}">
                  <a16:creationId xmlns:a16="http://schemas.microsoft.com/office/drawing/2014/main" id="{04FE6B86-30E7-4EEB-827D-A0859D435B1A}"/>
                </a:ext>
              </a:extLst>
            </p:cNvPr>
            <p:cNvSpPr/>
            <p:nvPr/>
          </p:nvSpPr>
          <p:spPr>
            <a:xfrm>
              <a:off x="1514470" y="40888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6" name="Hexagon 975">
              <a:extLst>
                <a:ext uri="{FF2B5EF4-FFF2-40B4-BE49-F238E27FC236}">
                  <a16:creationId xmlns:a16="http://schemas.microsoft.com/office/drawing/2014/main" id="{460E3C5C-EE80-4D2A-81B4-6859BE67D748}"/>
                </a:ext>
              </a:extLst>
            </p:cNvPr>
            <p:cNvSpPr/>
            <p:nvPr/>
          </p:nvSpPr>
          <p:spPr>
            <a:xfrm>
              <a:off x="1278727" y="41864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7" name="Hexagon 976">
              <a:extLst>
                <a:ext uri="{FF2B5EF4-FFF2-40B4-BE49-F238E27FC236}">
                  <a16:creationId xmlns:a16="http://schemas.microsoft.com/office/drawing/2014/main" id="{3C931BC4-1A59-4A89-B34B-F2726ACAF6BA}"/>
                </a:ext>
              </a:extLst>
            </p:cNvPr>
            <p:cNvSpPr/>
            <p:nvPr/>
          </p:nvSpPr>
          <p:spPr>
            <a:xfrm>
              <a:off x="1278726" y="40031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8" name="Hexagon 977">
              <a:extLst>
                <a:ext uri="{FF2B5EF4-FFF2-40B4-BE49-F238E27FC236}">
                  <a16:creationId xmlns:a16="http://schemas.microsoft.com/office/drawing/2014/main" id="{1EC60999-1EE5-40E7-AAB8-E17CEE1CEC8D}"/>
                </a:ext>
              </a:extLst>
            </p:cNvPr>
            <p:cNvSpPr/>
            <p:nvPr/>
          </p:nvSpPr>
          <p:spPr>
            <a:xfrm>
              <a:off x="1273964" y="38245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9" name="Hexagon 978">
              <a:extLst>
                <a:ext uri="{FF2B5EF4-FFF2-40B4-BE49-F238E27FC236}">
                  <a16:creationId xmlns:a16="http://schemas.microsoft.com/office/drawing/2014/main" id="{065A27E1-3B1C-422F-89DD-432832C6C6B3}"/>
                </a:ext>
              </a:extLst>
            </p:cNvPr>
            <p:cNvSpPr/>
            <p:nvPr/>
          </p:nvSpPr>
          <p:spPr>
            <a:xfrm>
              <a:off x="1273963" y="36411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0" name="Hexagon 979">
              <a:extLst>
                <a:ext uri="{FF2B5EF4-FFF2-40B4-BE49-F238E27FC236}">
                  <a16:creationId xmlns:a16="http://schemas.microsoft.com/office/drawing/2014/main" id="{0A2E54E2-3EC4-4FF9-970E-1DB1ECEB7ADC}"/>
                </a:ext>
              </a:extLst>
            </p:cNvPr>
            <p:cNvSpPr/>
            <p:nvPr/>
          </p:nvSpPr>
          <p:spPr>
            <a:xfrm>
              <a:off x="1509708" y="37340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1" name="Hexagon 980">
              <a:extLst>
                <a:ext uri="{FF2B5EF4-FFF2-40B4-BE49-F238E27FC236}">
                  <a16:creationId xmlns:a16="http://schemas.microsoft.com/office/drawing/2014/main" id="{0758DC9D-EFC1-4396-9B02-359927D9C2F8}"/>
                </a:ext>
              </a:extLst>
            </p:cNvPr>
            <p:cNvSpPr/>
            <p:nvPr/>
          </p:nvSpPr>
          <p:spPr>
            <a:xfrm>
              <a:off x="1509707" y="35506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2" name="Hexagon 981">
              <a:extLst>
                <a:ext uri="{FF2B5EF4-FFF2-40B4-BE49-F238E27FC236}">
                  <a16:creationId xmlns:a16="http://schemas.microsoft.com/office/drawing/2014/main" id="{452A6920-0A5F-40FB-BD2C-908A936BFBEC}"/>
                </a:ext>
              </a:extLst>
            </p:cNvPr>
            <p:cNvSpPr/>
            <p:nvPr/>
          </p:nvSpPr>
          <p:spPr>
            <a:xfrm>
              <a:off x="1747833" y="36411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3" name="Hexagon 982">
              <a:extLst>
                <a:ext uri="{FF2B5EF4-FFF2-40B4-BE49-F238E27FC236}">
                  <a16:creationId xmlns:a16="http://schemas.microsoft.com/office/drawing/2014/main" id="{6D523384-6B29-45A4-BC9F-CE3B6E2E1DAD}"/>
                </a:ext>
              </a:extLst>
            </p:cNvPr>
            <p:cNvSpPr/>
            <p:nvPr/>
          </p:nvSpPr>
          <p:spPr>
            <a:xfrm>
              <a:off x="1747832" y="34578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4" name="Hexagon 983">
              <a:extLst>
                <a:ext uri="{FF2B5EF4-FFF2-40B4-BE49-F238E27FC236}">
                  <a16:creationId xmlns:a16="http://schemas.microsoft.com/office/drawing/2014/main" id="{22F509EA-48BB-4A10-B586-A0A128CCBCA1}"/>
                </a:ext>
              </a:extLst>
            </p:cNvPr>
            <p:cNvSpPr/>
            <p:nvPr/>
          </p:nvSpPr>
          <p:spPr>
            <a:xfrm>
              <a:off x="1981195" y="37340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5" name="Hexagon 984">
              <a:extLst>
                <a:ext uri="{FF2B5EF4-FFF2-40B4-BE49-F238E27FC236}">
                  <a16:creationId xmlns:a16="http://schemas.microsoft.com/office/drawing/2014/main" id="{530BF652-6CE6-4519-A8F0-F8B462197260}"/>
                </a:ext>
              </a:extLst>
            </p:cNvPr>
            <p:cNvSpPr/>
            <p:nvPr/>
          </p:nvSpPr>
          <p:spPr>
            <a:xfrm>
              <a:off x="1981194" y="35506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6" name="Hexagon 985">
              <a:extLst>
                <a:ext uri="{FF2B5EF4-FFF2-40B4-BE49-F238E27FC236}">
                  <a16:creationId xmlns:a16="http://schemas.microsoft.com/office/drawing/2014/main" id="{54DF572A-EDA8-4E4F-A3BD-732A8D9636EC}"/>
                </a:ext>
              </a:extLst>
            </p:cNvPr>
            <p:cNvSpPr/>
            <p:nvPr/>
          </p:nvSpPr>
          <p:spPr>
            <a:xfrm>
              <a:off x="2209795" y="38245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7" name="Hexagon 986">
              <a:extLst>
                <a:ext uri="{FF2B5EF4-FFF2-40B4-BE49-F238E27FC236}">
                  <a16:creationId xmlns:a16="http://schemas.microsoft.com/office/drawing/2014/main" id="{088DCB0F-1467-4E6C-A08E-4B124D8FB08E}"/>
                </a:ext>
              </a:extLst>
            </p:cNvPr>
            <p:cNvSpPr/>
            <p:nvPr/>
          </p:nvSpPr>
          <p:spPr>
            <a:xfrm>
              <a:off x="2209794" y="36411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8" name="Hexagon 987">
              <a:extLst>
                <a:ext uri="{FF2B5EF4-FFF2-40B4-BE49-F238E27FC236}">
                  <a16:creationId xmlns:a16="http://schemas.microsoft.com/office/drawing/2014/main" id="{62CF5D01-90B6-4482-9B9A-4825E4CE8551}"/>
                </a:ext>
              </a:extLst>
            </p:cNvPr>
            <p:cNvSpPr/>
            <p:nvPr/>
          </p:nvSpPr>
          <p:spPr>
            <a:xfrm>
              <a:off x="2445538" y="39126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9" name="Hexagon 988">
              <a:extLst>
                <a:ext uri="{FF2B5EF4-FFF2-40B4-BE49-F238E27FC236}">
                  <a16:creationId xmlns:a16="http://schemas.microsoft.com/office/drawing/2014/main" id="{B18293FF-F7D3-43E6-9CFA-D383AF1E1770}"/>
                </a:ext>
              </a:extLst>
            </p:cNvPr>
            <p:cNvSpPr/>
            <p:nvPr/>
          </p:nvSpPr>
          <p:spPr>
            <a:xfrm>
              <a:off x="2445537" y="37292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0" name="Hexagon 989">
              <a:extLst>
                <a:ext uri="{FF2B5EF4-FFF2-40B4-BE49-F238E27FC236}">
                  <a16:creationId xmlns:a16="http://schemas.microsoft.com/office/drawing/2014/main" id="{FA7E53FC-77CA-4307-8EE9-C38CC4400CA4}"/>
                </a:ext>
              </a:extLst>
            </p:cNvPr>
            <p:cNvSpPr/>
            <p:nvPr/>
          </p:nvSpPr>
          <p:spPr>
            <a:xfrm>
              <a:off x="2678901" y="40031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1" name="Hexagon 990">
              <a:extLst>
                <a:ext uri="{FF2B5EF4-FFF2-40B4-BE49-F238E27FC236}">
                  <a16:creationId xmlns:a16="http://schemas.microsoft.com/office/drawing/2014/main" id="{E41271CA-D78E-425A-BF68-973C8BA2C850}"/>
                </a:ext>
              </a:extLst>
            </p:cNvPr>
            <p:cNvSpPr/>
            <p:nvPr/>
          </p:nvSpPr>
          <p:spPr>
            <a:xfrm>
              <a:off x="2678900" y="38197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2" name="Hexagon 991">
              <a:extLst>
                <a:ext uri="{FF2B5EF4-FFF2-40B4-BE49-F238E27FC236}">
                  <a16:creationId xmlns:a16="http://schemas.microsoft.com/office/drawing/2014/main" id="{22376D7C-A33E-453E-B84D-CF442A55D290}"/>
                </a:ext>
              </a:extLst>
            </p:cNvPr>
            <p:cNvSpPr/>
            <p:nvPr/>
          </p:nvSpPr>
          <p:spPr>
            <a:xfrm>
              <a:off x="2686045" y="43650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3" name="Hexagon 992">
              <a:extLst>
                <a:ext uri="{FF2B5EF4-FFF2-40B4-BE49-F238E27FC236}">
                  <a16:creationId xmlns:a16="http://schemas.microsoft.com/office/drawing/2014/main" id="{8A5D737E-0A61-48CE-A319-1D060283CC39}"/>
                </a:ext>
              </a:extLst>
            </p:cNvPr>
            <p:cNvSpPr/>
            <p:nvPr/>
          </p:nvSpPr>
          <p:spPr>
            <a:xfrm>
              <a:off x="2686044" y="41817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4" name="Hexagon 993">
              <a:extLst>
                <a:ext uri="{FF2B5EF4-FFF2-40B4-BE49-F238E27FC236}">
                  <a16:creationId xmlns:a16="http://schemas.microsoft.com/office/drawing/2014/main" id="{5AC49422-FBED-451B-8415-73E94F488714}"/>
                </a:ext>
              </a:extLst>
            </p:cNvPr>
            <p:cNvSpPr/>
            <p:nvPr/>
          </p:nvSpPr>
          <p:spPr>
            <a:xfrm>
              <a:off x="2683664" y="49079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5" name="Hexagon 994">
              <a:extLst>
                <a:ext uri="{FF2B5EF4-FFF2-40B4-BE49-F238E27FC236}">
                  <a16:creationId xmlns:a16="http://schemas.microsoft.com/office/drawing/2014/main" id="{3DD7929C-DD1C-4FD5-A14B-ACCAD5D8F4D4}"/>
                </a:ext>
              </a:extLst>
            </p:cNvPr>
            <p:cNvSpPr/>
            <p:nvPr/>
          </p:nvSpPr>
          <p:spPr>
            <a:xfrm>
              <a:off x="2683663" y="47246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6" name="Hexagon 995">
              <a:extLst>
                <a:ext uri="{FF2B5EF4-FFF2-40B4-BE49-F238E27FC236}">
                  <a16:creationId xmlns:a16="http://schemas.microsoft.com/office/drawing/2014/main" id="{3841079C-8355-4E9F-B70D-C2C8EDF04316}"/>
                </a:ext>
              </a:extLst>
            </p:cNvPr>
            <p:cNvSpPr/>
            <p:nvPr/>
          </p:nvSpPr>
          <p:spPr>
            <a:xfrm>
              <a:off x="2924170" y="50032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7" name="Hexagon 996">
              <a:extLst>
                <a:ext uri="{FF2B5EF4-FFF2-40B4-BE49-F238E27FC236}">
                  <a16:creationId xmlns:a16="http://schemas.microsoft.com/office/drawing/2014/main" id="{0D3770BD-4870-40AD-8452-9F41BA707ED4}"/>
                </a:ext>
              </a:extLst>
            </p:cNvPr>
            <p:cNvSpPr/>
            <p:nvPr/>
          </p:nvSpPr>
          <p:spPr>
            <a:xfrm>
              <a:off x="2924169" y="48198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8" name="Hexagon 997">
              <a:extLst>
                <a:ext uri="{FF2B5EF4-FFF2-40B4-BE49-F238E27FC236}">
                  <a16:creationId xmlns:a16="http://schemas.microsoft.com/office/drawing/2014/main" id="{ADF45457-C9C7-44C4-95AE-02F07BEBAAFB}"/>
                </a:ext>
              </a:extLst>
            </p:cNvPr>
            <p:cNvSpPr/>
            <p:nvPr/>
          </p:nvSpPr>
          <p:spPr>
            <a:xfrm>
              <a:off x="2921789" y="46341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9" name="Hexagon 998">
              <a:extLst>
                <a:ext uri="{FF2B5EF4-FFF2-40B4-BE49-F238E27FC236}">
                  <a16:creationId xmlns:a16="http://schemas.microsoft.com/office/drawing/2014/main" id="{68C17947-92BF-47A2-9A48-86692470BB4E}"/>
                </a:ext>
              </a:extLst>
            </p:cNvPr>
            <p:cNvSpPr/>
            <p:nvPr/>
          </p:nvSpPr>
          <p:spPr>
            <a:xfrm>
              <a:off x="2921788" y="44507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0" name="Hexagon 999">
              <a:extLst>
                <a:ext uri="{FF2B5EF4-FFF2-40B4-BE49-F238E27FC236}">
                  <a16:creationId xmlns:a16="http://schemas.microsoft.com/office/drawing/2014/main" id="{831317AD-A457-4730-9928-0B41C71B1767}"/>
                </a:ext>
              </a:extLst>
            </p:cNvPr>
            <p:cNvSpPr/>
            <p:nvPr/>
          </p:nvSpPr>
          <p:spPr>
            <a:xfrm>
              <a:off x="2917026" y="42745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1" name="Hexagon 1000">
              <a:extLst>
                <a:ext uri="{FF2B5EF4-FFF2-40B4-BE49-F238E27FC236}">
                  <a16:creationId xmlns:a16="http://schemas.microsoft.com/office/drawing/2014/main" id="{CB3EABDD-C45A-4D3E-B129-89AF6ACEABE1}"/>
                </a:ext>
              </a:extLst>
            </p:cNvPr>
            <p:cNvSpPr/>
            <p:nvPr/>
          </p:nvSpPr>
          <p:spPr>
            <a:xfrm>
              <a:off x="2917025" y="40912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2" name="Hexagon 1001">
              <a:extLst>
                <a:ext uri="{FF2B5EF4-FFF2-40B4-BE49-F238E27FC236}">
                  <a16:creationId xmlns:a16="http://schemas.microsoft.com/office/drawing/2014/main" id="{6DC6F4A8-3A7E-4E71-B4F8-77BEC1390697}"/>
                </a:ext>
              </a:extLst>
            </p:cNvPr>
            <p:cNvSpPr/>
            <p:nvPr/>
          </p:nvSpPr>
          <p:spPr>
            <a:xfrm>
              <a:off x="2681282" y="364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3" name="Hexagon 1002">
              <a:extLst>
                <a:ext uri="{FF2B5EF4-FFF2-40B4-BE49-F238E27FC236}">
                  <a16:creationId xmlns:a16="http://schemas.microsoft.com/office/drawing/2014/main" id="{643349C7-CBB6-452A-A3AD-B715D628DCB5}"/>
                </a:ext>
              </a:extLst>
            </p:cNvPr>
            <p:cNvSpPr/>
            <p:nvPr/>
          </p:nvSpPr>
          <p:spPr>
            <a:xfrm>
              <a:off x="2681281" y="34601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4" name="Hexagon 1003">
              <a:extLst>
                <a:ext uri="{FF2B5EF4-FFF2-40B4-BE49-F238E27FC236}">
                  <a16:creationId xmlns:a16="http://schemas.microsoft.com/office/drawing/2014/main" id="{A7B286B3-7672-4FD7-9010-8F077CD77E7D}"/>
                </a:ext>
              </a:extLst>
            </p:cNvPr>
            <p:cNvSpPr/>
            <p:nvPr/>
          </p:nvSpPr>
          <p:spPr>
            <a:xfrm>
              <a:off x="2447919" y="35506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5" name="Hexagon 1004">
              <a:extLst>
                <a:ext uri="{FF2B5EF4-FFF2-40B4-BE49-F238E27FC236}">
                  <a16:creationId xmlns:a16="http://schemas.microsoft.com/office/drawing/2014/main" id="{FC9D9708-57D7-471F-873A-61DA01C43883}"/>
                </a:ext>
              </a:extLst>
            </p:cNvPr>
            <p:cNvSpPr/>
            <p:nvPr/>
          </p:nvSpPr>
          <p:spPr>
            <a:xfrm>
              <a:off x="2447918" y="33673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6" name="Hexagon 1005">
              <a:extLst>
                <a:ext uri="{FF2B5EF4-FFF2-40B4-BE49-F238E27FC236}">
                  <a16:creationId xmlns:a16="http://schemas.microsoft.com/office/drawing/2014/main" id="{6DF18944-0441-48A5-AB5A-8F77008B9F38}"/>
                </a:ext>
              </a:extLst>
            </p:cNvPr>
            <p:cNvSpPr/>
            <p:nvPr/>
          </p:nvSpPr>
          <p:spPr>
            <a:xfrm>
              <a:off x="2221700" y="34601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7" name="Hexagon 1006">
              <a:extLst>
                <a:ext uri="{FF2B5EF4-FFF2-40B4-BE49-F238E27FC236}">
                  <a16:creationId xmlns:a16="http://schemas.microsoft.com/office/drawing/2014/main" id="{D029E14C-26F6-4295-9EC6-4DC71802DF0B}"/>
                </a:ext>
              </a:extLst>
            </p:cNvPr>
            <p:cNvSpPr/>
            <p:nvPr/>
          </p:nvSpPr>
          <p:spPr>
            <a:xfrm>
              <a:off x="2221699" y="32768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8" name="Hexagon 1007">
              <a:extLst>
                <a:ext uri="{FF2B5EF4-FFF2-40B4-BE49-F238E27FC236}">
                  <a16:creationId xmlns:a16="http://schemas.microsoft.com/office/drawing/2014/main" id="{74DACC6A-FFC6-4F75-AE24-CC013BE86F93}"/>
                </a:ext>
              </a:extLst>
            </p:cNvPr>
            <p:cNvSpPr/>
            <p:nvPr/>
          </p:nvSpPr>
          <p:spPr>
            <a:xfrm>
              <a:off x="1985956" y="33744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9" name="Hexagon 1008">
              <a:extLst>
                <a:ext uri="{FF2B5EF4-FFF2-40B4-BE49-F238E27FC236}">
                  <a16:creationId xmlns:a16="http://schemas.microsoft.com/office/drawing/2014/main" id="{74F8A956-DF19-4720-91D6-4F18BE8883DB}"/>
                </a:ext>
              </a:extLst>
            </p:cNvPr>
            <p:cNvSpPr/>
            <p:nvPr/>
          </p:nvSpPr>
          <p:spPr>
            <a:xfrm>
              <a:off x="1985955" y="31911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0" name="Hexagon 1009">
              <a:extLst>
                <a:ext uri="{FF2B5EF4-FFF2-40B4-BE49-F238E27FC236}">
                  <a16:creationId xmlns:a16="http://schemas.microsoft.com/office/drawing/2014/main" id="{77D2C3D6-628C-4631-9DAC-A73B1CFDA049}"/>
                </a:ext>
              </a:extLst>
            </p:cNvPr>
            <p:cNvSpPr/>
            <p:nvPr/>
          </p:nvSpPr>
          <p:spPr>
            <a:xfrm>
              <a:off x="1750212" y="3281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1" name="Hexagon 1010">
              <a:extLst>
                <a:ext uri="{FF2B5EF4-FFF2-40B4-BE49-F238E27FC236}">
                  <a16:creationId xmlns:a16="http://schemas.microsoft.com/office/drawing/2014/main" id="{4FDFDC27-D424-414D-B700-66CF7A35B1ED}"/>
                </a:ext>
              </a:extLst>
            </p:cNvPr>
            <p:cNvSpPr/>
            <p:nvPr/>
          </p:nvSpPr>
          <p:spPr>
            <a:xfrm>
              <a:off x="1750211" y="30982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2" name="Hexagon 1011">
              <a:extLst>
                <a:ext uri="{FF2B5EF4-FFF2-40B4-BE49-F238E27FC236}">
                  <a16:creationId xmlns:a16="http://schemas.microsoft.com/office/drawing/2014/main" id="{480CCC62-7576-49E4-BAAF-F1B5BB951EB8}"/>
                </a:ext>
              </a:extLst>
            </p:cNvPr>
            <p:cNvSpPr/>
            <p:nvPr/>
          </p:nvSpPr>
          <p:spPr>
            <a:xfrm>
              <a:off x="1519231" y="30077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3" name="Hexagon 1012">
              <a:extLst>
                <a:ext uri="{FF2B5EF4-FFF2-40B4-BE49-F238E27FC236}">
                  <a16:creationId xmlns:a16="http://schemas.microsoft.com/office/drawing/2014/main" id="{D7A16763-D81C-43DA-BA44-6F08C4DAFAAA}"/>
                </a:ext>
              </a:extLst>
            </p:cNvPr>
            <p:cNvSpPr/>
            <p:nvPr/>
          </p:nvSpPr>
          <p:spPr>
            <a:xfrm>
              <a:off x="1519230" y="28244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4" name="Hexagon 1013">
              <a:extLst>
                <a:ext uri="{FF2B5EF4-FFF2-40B4-BE49-F238E27FC236}">
                  <a16:creationId xmlns:a16="http://schemas.microsoft.com/office/drawing/2014/main" id="{C519CDE1-FEDC-4908-A13F-A94E4A606E82}"/>
                </a:ext>
              </a:extLst>
            </p:cNvPr>
            <p:cNvSpPr/>
            <p:nvPr/>
          </p:nvSpPr>
          <p:spPr>
            <a:xfrm>
              <a:off x="1754975" y="29196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5" name="Hexagon 1014">
              <a:extLst>
                <a:ext uri="{FF2B5EF4-FFF2-40B4-BE49-F238E27FC236}">
                  <a16:creationId xmlns:a16="http://schemas.microsoft.com/office/drawing/2014/main" id="{75F1E3AD-83EB-453C-8BB0-1E1E887B23A2}"/>
                </a:ext>
              </a:extLst>
            </p:cNvPr>
            <p:cNvSpPr/>
            <p:nvPr/>
          </p:nvSpPr>
          <p:spPr>
            <a:xfrm>
              <a:off x="1754974" y="27386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6" name="Hexagon 1015">
              <a:extLst>
                <a:ext uri="{FF2B5EF4-FFF2-40B4-BE49-F238E27FC236}">
                  <a16:creationId xmlns:a16="http://schemas.microsoft.com/office/drawing/2014/main" id="{CE072D8A-B0C1-42E4-9C24-D641DAA04917}"/>
                </a:ext>
              </a:extLst>
            </p:cNvPr>
            <p:cNvSpPr/>
            <p:nvPr/>
          </p:nvSpPr>
          <p:spPr>
            <a:xfrm>
              <a:off x="1981193" y="30101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7" name="Hexagon 1016">
              <a:extLst>
                <a:ext uri="{FF2B5EF4-FFF2-40B4-BE49-F238E27FC236}">
                  <a16:creationId xmlns:a16="http://schemas.microsoft.com/office/drawing/2014/main" id="{BFCE017B-8027-437D-B36B-4A557C912A3F}"/>
                </a:ext>
              </a:extLst>
            </p:cNvPr>
            <p:cNvSpPr/>
            <p:nvPr/>
          </p:nvSpPr>
          <p:spPr>
            <a:xfrm>
              <a:off x="1981192" y="28267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8" name="Hexagon 1017">
              <a:extLst>
                <a:ext uri="{FF2B5EF4-FFF2-40B4-BE49-F238E27FC236}">
                  <a16:creationId xmlns:a16="http://schemas.microsoft.com/office/drawing/2014/main" id="{A4FB61EC-1C3E-4097-88E7-6FC533791F89}"/>
                </a:ext>
              </a:extLst>
            </p:cNvPr>
            <p:cNvSpPr/>
            <p:nvPr/>
          </p:nvSpPr>
          <p:spPr>
            <a:xfrm>
              <a:off x="1283488" y="31006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9" name="Hexagon 1018">
              <a:extLst>
                <a:ext uri="{FF2B5EF4-FFF2-40B4-BE49-F238E27FC236}">
                  <a16:creationId xmlns:a16="http://schemas.microsoft.com/office/drawing/2014/main" id="{67F9F149-1788-45F3-A880-8B30C8D6C21E}"/>
                </a:ext>
              </a:extLst>
            </p:cNvPr>
            <p:cNvSpPr/>
            <p:nvPr/>
          </p:nvSpPr>
          <p:spPr>
            <a:xfrm>
              <a:off x="1759737" y="25600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0" name="Hexagon 1019">
              <a:extLst>
                <a:ext uri="{FF2B5EF4-FFF2-40B4-BE49-F238E27FC236}">
                  <a16:creationId xmlns:a16="http://schemas.microsoft.com/office/drawing/2014/main" id="{7AF08FD5-DA39-415D-A8F9-4157AF232703}"/>
                </a:ext>
              </a:extLst>
            </p:cNvPr>
            <p:cNvSpPr/>
            <p:nvPr/>
          </p:nvSpPr>
          <p:spPr>
            <a:xfrm>
              <a:off x="1985955" y="26481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1" name="Hexagon 1020">
              <a:extLst>
                <a:ext uri="{FF2B5EF4-FFF2-40B4-BE49-F238E27FC236}">
                  <a16:creationId xmlns:a16="http://schemas.microsoft.com/office/drawing/2014/main" id="{0DD1238E-E839-4D42-A4B1-6D0384A8F0F1}"/>
                </a:ext>
              </a:extLst>
            </p:cNvPr>
            <p:cNvSpPr/>
            <p:nvPr/>
          </p:nvSpPr>
          <p:spPr>
            <a:xfrm>
              <a:off x="2221699" y="25624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2" name="Hexagon 1021">
              <a:extLst>
                <a:ext uri="{FF2B5EF4-FFF2-40B4-BE49-F238E27FC236}">
                  <a16:creationId xmlns:a16="http://schemas.microsoft.com/office/drawing/2014/main" id="{47FA9CCA-6D93-48BA-88A4-78D9B452D320}"/>
                </a:ext>
              </a:extLst>
            </p:cNvPr>
            <p:cNvSpPr/>
            <p:nvPr/>
          </p:nvSpPr>
          <p:spPr>
            <a:xfrm>
              <a:off x="2681281" y="32768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3" name="Hexagon 1022">
              <a:extLst>
                <a:ext uri="{FF2B5EF4-FFF2-40B4-BE49-F238E27FC236}">
                  <a16:creationId xmlns:a16="http://schemas.microsoft.com/office/drawing/2014/main" id="{DFDE1CAC-2ACB-46FE-BEC4-8D49CD9CB2A2}"/>
                </a:ext>
              </a:extLst>
            </p:cNvPr>
            <p:cNvSpPr/>
            <p:nvPr/>
          </p:nvSpPr>
          <p:spPr>
            <a:xfrm>
              <a:off x="2455062" y="31863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4" name="Hexagon 1023">
              <a:extLst>
                <a:ext uri="{FF2B5EF4-FFF2-40B4-BE49-F238E27FC236}">
                  <a16:creationId xmlns:a16="http://schemas.microsoft.com/office/drawing/2014/main" id="{01DBA8CD-EEFF-400F-BF5C-A0C314004C8E}"/>
                </a:ext>
              </a:extLst>
            </p:cNvPr>
            <p:cNvSpPr/>
            <p:nvPr/>
          </p:nvSpPr>
          <p:spPr>
            <a:xfrm>
              <a:off x="2219318" y="31006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5" name="Hexagon 1024">
              <a:extLst>
                <a:ext uri="{FF2B5EF4-FFF2-40B4-BE49-F238E27FC236}">
                  <a16:creationId xmlns:a16="http://schemas.microsoft.com/office/drawing/2014/main" id="{A9E75B28-172A-4387-BF8F-9E40CFC8DAE8}"/>
                </a:ext>
              </a:extLst>
            </p:cNvPr>
            <p:cNvSpPr/>
            <p:nvPr/>
          </p:nvSpPr>
          <p:spPr>
            <a:xfrm>
              <a:off x="2688425" y="30958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6" name="Hexagon 1025">
              <a:extLst>
                <a:ext uri="{FF2B5EF4-FFF2-40B4-BE49-F238E27FC236}">
                  <a16:creationId xmlns:a16="http://schemas.microsoft.com/office/drawing/2014/main" id="{703F6AEE-B384-411F-B6EC-655DBD8C7198}"/>
                </a:ext>
              </a:extLst>
            </p:cNvPr>
            <p:cNvSpPr/>
            <p:nvPr/>
          </p:nvSpPr>
          <p:spPr>
            <a:xfrm>
              <a:off x="2688425" y="29125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7" name="Hexagon 1026">
              <a:extLst>
                <a:ext uri="{FF2B5EF4-FFF2-40B4-BE49-F238E27FC236}">
                  <a16:creationId xmlns:a16="http://schemas.microsoft.com/office/drawing/2014/main" id="{BD5648AC-052F-4204-BA4A-1E0A9894C446}"/>
                </a:ext>
              </a:extLst>
            </p:cNvPr>
            <p:cNvSpPr/>
            <p:nvPr/>
          </p:nvSpPr>
          <p:spPr>
            <a:xfrm>
              <a:off x="2917025" y="35578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8" name="Hexagon 1027">
              <a:extLst>
                <a:ext uri="{FF2B5EF4-FFF2-40B4-BE49-F238E27FC236}">
                  <a16:creationId xmlns:a16="http://schemas.microsoft.com/office/drawing/2014/main" id="{4175D04D-CFCC-4043-A571-E42A70A93248}"/>
                </a:ext>
              </a:extLst>
            </p:cNvPr>
            <p:cNvSpPr/>
            <p:nvPr/>
          </p:nvSpPr>
          <p:spPr>
            <a:xfrm>
              <a:off x="2917025" y="33744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9" name="Hexagon 1028">
              <a:extLst>
                <a:ext uri="{FF2B5EF4-FFF2-40B4-BE49-F238E27FC236}">
                  <a16:creationId xmlns:a16="http://schemas.microsoft.com/office/drawing/2014/main" id="{A27F9C8D-9C7B-43AB-93F7-E2E73041C1A1}"/>
                </a:ext>
              </a:extLst>
            </p:cNvPr>
            <p:cNvSpPr/>
            <p:nvPr/>
          </p:nvSpPr>
          <p:spPr>
            <a:xfrm>
              <a:off x="2919406" y="31911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0" name="Hexagon 1029">
              <a:extLst>
                <a:ext uri="{FF2B5EF4-FFF2-40B4-BE49-F238E27FC236}">
                  <a16:creationId xmlns:a16="http://schemas.microsoft.com/office/drawing/2014/main" id="{7E317ECB-136A-4604-8F71-A2C4BCEC8EF2}"/>
                </a:ext>
              </a:extLst>
            </p:cNvPr>
            <p:cNvSpPr/>
            <p:nvPr/>
          </p:nvSpPr>
          <p:spPr>
            <a:xfrm>
              <a:off x="2919406" y="30077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1" name="Hexagon 1030">
              <a:extLst>
                <a:ext uri="{FF2B5EF4-FFF2-40B4-BE49-F238E27FC236}">
                  <a16:creationId xmlns:a16="http://schemas.microsoft.com/office/drawing/2014/main" id="{09F32968-FC99-49CB-88BF-3C5B467073E2}"/>
                </a:ext>
              </a:extLst>
            </p:cNvPr>
            <p:cNvSpPr/>
            <p:nvPr/>
          </p:nvSpPr>
          <p:spPr>
            <a:xfrm>
              <a:off x="2921787" y="28315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2" name="Hexagon 1031">
              <a:extLst>
                <a:ext uri="{FF2B5EF4-FFF2-40B4-BE49-F238E27FC236}">
                  <a16:creationId xmlns:a16="http://schemas.microsoft.com/office/drawing/2014/main" id="{4FEE73F0-AC44-4341-BC76-F2AAE2BDEF2B}"/>
                </a:ext>
              </a:extLst>
            </p:cNvPr>
            <p:cNvSpPr/>
            <p:nvPr/>
          </p:nvSpPr>
          <p:spPr>
            <a:xfrm>
              <a:off x="2921787" y="26481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3" name="Hexagon 1032">
              <a:extLst>
                <a:ext uri="{FF2B5EF4-FFF2-40B4-BE49-F238E27FC236}">
                  <a16:creationId xmlns:a16="http://schemas.microsoft.com/office/drawing/2014/main" id="{769FDC19-CD29-4416-B8BC-ABE6597FED9A}"/>
                </a:ext>
              </a:extLst>
            </p:cNvPr>
            <p:cNvSpPr/>
            <p:nvPr/>
          </p:nvSpPr>
          <p:spPr>
            <a:xfrm>
              <a:off x="2686043" y="25577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4" name="Hexagon 1033">
              <a:extLst>
                <a:ext uri="{FF2B5EF4-FFF2-40B4-BE49-F238E27FC236}">
                  <a16:creationId xmlns:a16="http://schemas.microsoft.com/office/drawing/2014/main" id="{E385BA87-2AE3-4F39-935E-D2848DC0D558}"/>
                </a:ext>
              </a:extLst>
            </p:cNvPr>
            <p:cNvSpPr/>
            <p:nvPr/>
          </p:nvSpPr>
          <p:spPr>
            <a:xfrm>
              <a:off x="2686043" y="23743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5" name="Hexagon 1034">
              <a:extLst>
                <a:ext uri="{FF2B5EF4-FFF2-40B4-BE49-F238E27FC236}">
                  <a16:creationId xmlns:a16="http://schemas.microsoft.com/office/drawing/2014/main" id="{900D099D-5C7F-4E80-B030-835C0FC5D286}"/>
                </a:ext>
              </a:extLst>
            </p:cNvPr>
            <p:cNvSpPr/>
            <p:nvPr/>
          </p:nvSpPr>
          <p:spPr>
            <a:xfrm>
              <a:off x="2926549" y="24695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6" name="Hexagon 1035">
              <a:extLst>
                <a:ext uri="{FF2B5EF4-FFF2-40B4-BE49-F238E27FC236}">
                  <a16:creationId xmlns:a16="http://schemas.microsoft.com/office/drawing/2014/main" id="{D664EC42-8FF4-40D9-8823-EB2D76736DA2}"/>
                </a:ext>
              </a:extLst>
            </p:cNvPr>
            <p:cNvSpPr/>
            <p:nvPr/>
          </p:nvSpPr>
          <p:spPr>
            <a:xfrm>
              <a:off x="2926549" y="22862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7" name="Hexagon 1036">
              <a:extLst>
                <a:ext uri="{FF2B5EF4-FFF2-40B4-BE49-F238E27FC236}">
                  <a16:creationId xmlns:a16="http://schemas.microsoft.com/office/drawing/2014/main" id="{576BA7BD-7F28-41F2-8A67-0A34E3FA1665}"/>
                </a:ext>
              </a:extLst>
            </p:cNvPr>
            <p:cNvSpPr/>
            <p:nvPr/>
          </p:nvSpPr>
          <p:spPr>
            <a:xfrm>
              <a:off x="2686043" y="21957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8" name="Hexagon 1037">
              <a:extLst>
                <a:ext uri="{FF2B5EF4-FFF2-40B4-BE49-F238E27FC236}">
                  <a16:creationId xmlns:a16="http://schemas.microsoft.com/office/drawing/2014/main" id="{CCA56834-01A0-47EA-9401-0EE317E146D6}"/>
                </a:ext>
              </a:extLst>
            </p:cNvPr>
            <p:cNvSpPr/>
            <p:nvPr/>
          </p:nvSpPr>
          <p:spPr>
            <a:xfrm>
              <a:off x="2926549" y="21076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9" name="Hexagon 1038">
              <a:extLst>
                <a:ext uri="{FF2B5EF4-FFF2-40B4-BE49-F238E27FC236}">
                  <a16:creationId xmlns:a16="http://schemas.microsoft.com/office/drawing/2014/main" id="{6115D272-686A-4C45-B9A1-9FA306C88B10}"/>
                </a:ext>
              </a:extLst>
            </p:cNvPr>
            <p:cNvSpPr/>
            <p:nvPr/>
          </p:nvSpPr>
          <p:spPr>
            <a:xfrm>
              <a:off x="3152768" y="34649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0" name="Hexagon 1039">
              <a:extLst>
                <a:ext uri="{FF2B5EF4-FFF2-40B4-BE49-F238E27FC236}">
                  <a16:creationId xmlns:a16="http://schemas.microsoft.com/office/drawing/2014/main" id="{89C1DC68-D8B2-4BD7-A100-E75BCBCF95CC}"/>
                </a:ext>
              </a:extLst>
            </p:cNvPr>
            <p:cNvSpPr/>
            <p:nvPr/>
          </p:nvSpPr>
          <p:spPr>
            <a:xfrm>
              <a:off x="3152768" y="32816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1" name="Hexagon 1040">
              <a:extLst>
                <a:ext uri="{FF2B5EF4-FFF2-40B4-BE49-F238E27FC236}">
                  <a16:creationId xmlns:a16="http://schemas.microsoft.com/office/drawing/2014/main" id="{07F29F91-C933-47B1-B624-7D82EC4F1780}"/>
                </a:ext>
              </a:extLst>
            </p:cNvPr>
            <p:cNvSpPr/>
            <p:nvPr/>
          </p:nvSpPr>
          <p:spPr>
            <a:xfrm>
              <a:off x="3152768" y="31030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2" name="Hexagon 1041">
              <a:extLst>
                <a:ext uri="{FF2B5EF4-FFF2-40B4-BE49-F238E27FC236}">
                  <a16:creationId xmlns:a16="http://schemas.microsoft.com/office/drawing/2014/main" id="{0CB4C384-359D-469D-8DDE-A9334A985E12}"/>
                </a:ext>
              </a:extLst>
            </p:cNvPr>
            <p:cNvSpPr/>
            <p:nvPr/>
          </p:nvSpPr>
          <p:spPr>
            <a:xfrm>
              <a:off x="3157530" y="29220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3" name="Hexagon 1042">
              <a:extLst>
                <a:ext uri="{FF2B5EF4-FFF2-40B4-BE49-F238E27FC236}">
                  <a16:creationId xmlns:a16="http://schemas.microsoft.com/office/drawing/2014/main" id="{B29158B2-E60E-4867-B958-D8D977B71D33}"/>
                </a:ext>
              </a:extLst>
            </p:cNvPr>
            <p:cNvSpPr/>
            <p:nvPr/>
          </p:nvSpPr>
          <p:spPr>
            <a:xfrm>
              <a:off x="3157530" y="27386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4" name="Hexagon 1043">
              <a:extLst>
                <a:ext uri="{FF2B5EF4-FFF2-40B4-BE49-F238E27FC236}">
                  <a16:creationId xmlns:a16="http://schemas.microsoft.com/office/drawing/2014/main" id="{6EFC1E21-6D0B-4EB2-A384-27B200985451}"/>
                </a:ext>
              </a:extLst>
            </p:cNvPr>
            <p:cNvSpPr/>
            <p:nvPr/>
          </p:nvSpPr>
          <p:spPr>
            <a:xfrm>
              <a:off x="3157530" y="25600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5" name="Hexagon 1044">
              <a:extLst>
                <a:ext uri="{FF2B5EF4-FFF2-40B4-BE49-F238E27FC236}">
                  <a16:creationId xmlns:a16="http://schemas.microsoft.com/office/drawing/2014/main" id="{9EA65D9C-6073-415C-8886-14BBB826AFAB}"/>
                </a:ext>
              </a:extLst>
            </p:cNvPr>
            <p:cNvSpPr/>
            <p:nvPr/>
          </p:nvSpPr>
          <p:spPr>
            <a:xfrm>
              <a:off x="3159911" y="23838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6" name="Hexagon 1045">
              <a:extLst>
                <a:ext uri="{FF2B5EF4-FFF2-40B4-BE49-F238E27FC236}">
                  <a16:creationId xmlns:a16="http://schemas.microsoft.com/office/drawing/2014/main" id="{152191BB-364C-4A44-928D-DF2532FD8B6D}"/>
                </a:ext>
              </a:extLst>
            </p:cNvPr>
            <p:cNvSpPr/>
            <p:nvPr/>
          </p:nvSpPr>
          <p:spPr>
            <a:xfrm>
              <a:off x="3159911" y="22005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7" name="Hexagon 1046">
              <a:extLst>
                <a:ext uri="{FF2B5EF4-FFF2-40B4-BE49-F238E27FC236}">
                  <a16:creationId xmlns:a16="http://schemas.microsoft.com/office/drawing/2014/main" id="{AC6EE012-D25E-4E2E-A871-87A4F5FE7362}"/>
                </a:ext>
              </a:extLst>
            </p:cNvPr>
            <p:cNvSpPr/>
            <p:nvPr/>
          </p:nvSpPr>
          <p:spPr>
            <a:xfrm>
              <a:off x="3159911" y="20219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8" name="Hexagon 1047">
              <a:extLst>
                <a:ext uri="{FF2B5EF4-FFF2-40B4-BE49-F238E27FC236}">
                  <a16:creationId xmlns:a16="http://schemas.microsoft.com/office/drawing/2014/main" id="{EC610A54-1028-4C6F-BEB9-45E6C715048C}"/>
                </a:ext>
              </a:extLst>
            </p:cNvPr>
            <p:cNvSpPr/>
            <p:nvPr/>
          </p:nvSpPr>
          <p:spPr>
            <a:xfrm>
              <a:off x="3388511" y="21171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9" name="Hexagon 1048">
              <a:extLst>
                <a:ext uri="{FF2B5EF4-FFF2-40B4-BE49-F238E27FC236}">
                  <a16:creationId xmlns:a16="http://schemas.microsoft.com/office/drawing/2014/main" id="{0E7F58EA-6DF0-4021-BF34-DB8A3F8FA9A1}"/>
                </a:ext>
              </a:extLst>
            </p:cNvPr>
            <p:cNvSpPr/>
            <p:nvPr/>
          </p:nvSpPr>
          <p:spPr>
            <a:xfrm>
              <a:off x="3621873" y="20314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0" name="Hexagon 1049">
              <a:extLst>
                <a:ext uri="{FF2B5EF4-FFF2-40B4-BE49-F238E27FC236}">
                  <a16:creationId xmlns:a16="http://schemas.microsoft.com/office/drawing/2014/main" id="{2D9DC6A4-4BD6-4E5A-B2CF-EBED843F8725}"/>
                </a:ext>
              </a:extLst>
            </p:cNvPr>
            <p:cNvSpPr/>
            <p:nvPr/>
          </p:nvSpPr>
          <p:spPr>
            <a:xfrm>
              <a:off x="3390893" y="30077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1" name="Hexagon 1050">
              <a:extLst>
                <a:ext uri="{FF2B5EF4-FFF2-40B4-BE49-F238E27FC236}">
                  <a16:creationId xmlns:a16="http://schemas.microsoft.com/office/drawing/2014/main" id="{88F7DB8D-8355-4F4A-83AF-CAD8B391D1FE}"/>
                </a:ext>
              </a:extLst>
            </p:cNvPr>
            <p:cNvSpPr/>
            <p:nvPr/>
          </p:nvSpPr>
          <p:spPr>
            <a:xfrm>
              <a:off x="3390893" y="28291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2" name="Hexagon 1051">
              <a:extLst>
                <a:ext uri="{FF2B5EF4-FFF2-40B4-BE49-F238E27FC236}">
                  <a16:creationId xmlns:a16="http://schemas.microsoft.com/office/drawing/2014/main" id="{176AFD4B-78BD-4DA6-B2C3-C5E9652B0FC1}"/>
                </a:ext>
              </a:extLst>
            </p:cNvPr>
            <p:cNvSpPr/>
            <p:nvPr/>
          </p:nvSpPr>
          <p:spPr>
            <a:xfrm>
              <a:off x="3393274" y="26529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3" name="Hexagon 1052">
              <a:extLst>
                <a:ext uri="{FF2B5EF4-FFF2-40B4-BE49-F238E27FC236}">
                  <a16:creationId xmlns:a16="http://schemas.microsoft.com/office/drawing/2014/main" id="{8E63A2D0-C94B-4FFD-AB9E-F914C2647BCC}"/>
                </a:ext>
              </a:extLst>
            </p:cNvPr>
            <p:cNvSpPr/>
            <p:nvPr/>
          </p:nvSpPr>
          <p:spPr>
            <a:xfrm>
              <a:off x="3393274" y="24696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4" name="Hexagon 1053">
              <a:extLst>
                <a:ext uri="{FF2B5EF4-FFF2-40B4-BE49-F238E27FC236}">
                  <a16:creationId xmlns:a16="http://schemas.microsoft.com/office/drawing/2014/main" id="{89FEDD14-3D70-4CA1-8FF3-8996D21C0CD7}"/>
                </a:ext>
              </a:extLst>
            </p:cNvPr>
            <p:cNvSpPr/>
            <p:nvPr/>
          </p:nvSpPr>
          <p:spPr>
            <a:xfrm>
              <a:off x="3624256" y="31030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5" name="Hexagon 1054">
              <a:extLst>
                <a:ext uri="{FF2B5EF4-FFF2-40B4-BE49-F238E27FC236}">
                  <a16:creationId xmlns:a16="http://schemas.microsoft.com/office/drawing/2014/main" id="{1DD2B8C6-5C56-4A02-B716-664BB168463C}"/>
                </a:ext>
              </a:extLst>
            </p:cNvPr>
            <p:cNvSpPr/>
            <p:nvPr/>
          </p:nvSpPr>
          <p:spPr>
            <a:xfrm>
              <a:off x="3624256" y="29244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6" name="Hexagon 1055">
              <a:extLst>
                <a:ext uri="{FF2B5EF4-FFF2-40B4-BE49-F238E27FC236}">
                  <a16:creationId xmlns:a16="http://schemas.microsoft.com/office/drawing/2014/main" id="{79A20359-98A6-45B5-8F6F-92D636DE1A13}"/>
                </a:ext>
              </a:extLst>
            </p:cNvPr>
            <p:cNvSpPr/>
            <p:nvPr/>
          </p:nvSpPr>
          <p:spPr>
            <a:xfrm>
              <a:off x="3626637" y="27482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7" name="Hexagon 1056">
              <a:extLst>
                <a:ext uri="{FF2B5EF4-FFF2-40B4-BE49-F238E27FC236}">
                  <a16:creationId xmlns:a16="http://schemas.microsoft.com/office/drawing/2014/main" id="{181941A6-D420-4553-9744-D8FB85C3BE4F}"/>
                </a:ext>
              </a:extLst>
            </p:cNvPr>
            <p:cNvSpPr/>
            <p:nvPr/>
          </p:nvSpPr>
          <p:spPr>
            <a:xfrm>
              <a:off x="3626637" y="25648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9" name="Hexagon 1058">
              <a:extLst>
                <a:ext uri="{FF2B5EF4-FFF2-40B4-BE49-F238E27FC236}">
                  <a16:creationId xmlns:a16="http://schemas.microsoft.com/office/drawing/2014/main" id="{AB892083-48BB-48EE-A1BC-0DB67ECEE650}"/>
                </a:ext>
              </a:extLst>
            </p:cNvPr>
            <p:cNvSpPr/>
            <p:nvPr/>
          </p:nvSpPr>
          <p:spPr>
            <a:xfrm>
              <a:off x="2919407" y="39126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0" name="Hexagon 1059">
              <a:extLst>
                <a:ext uri="{FF2B5EF4-FFF2-40B4-BE49-F238E27FC236}">
                  <a16:creationId xmlns:a16="http://schemas.microsoft.com/office/drawing/2014/main" id="{2E230D3D-DC19-4FDD-A3D8-1E9BB1A22A2E}"/>
                </a:ext>
              </a:extLst>
            </p:cNvPr>
            <p:cNvSpPr/>
            <p:nvPr/>
          </p:nvSpPr>
          <p:spPr>
            <a:xfrm>
              <a:off x="3150389" y="40055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1" name="Hexagon 1060">
              <a:extLst>
                <a:ext uri="{FF2B5EF4-FFF2-40B4-BE49-F238E27FC236}">
                  <a16:creationId xmlns:a16="http://schemas.microsoft.com/office/drawing/2014/main" id="{4B82EAE7-8C74-432F-9068-568298112BB9}"/>
                </a:ext>
              </a:extLst>
            </p:cNvPr>
            <p:cNvSpPr/>
            <p:nvPr/>
          </p:nvSpPr>
          <p:spPr>
            <a:xfrm>
              <a:off x="3150388" y="38221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2" name="Hexagon 1061">
              <a:extLst>
                <a:ext uri="{FF2B5EF4-FFF2-40B4-BE49-F238E27FC236}">
                  <a16:creationId xmlns:a16="http://schemas.microsoft.com/office/drawing/2014/main" id="{4CF9DAEA-5EB4-4E2A-969B-88CE94C0B922}"/>
                </a:ext>
              </a:extLst>
            </p:cNvPr>
            <p:cNvSpPr/>
            <p:nvPr/>
          </p:nvSpPr>
          <p:spPr>
            <a:xfrm>
              <a:off x="3148006" y="4181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3" name="Hexagon 1062">
              <a:extLst>
                <a:ext uri="{FF2B5EF4-FFF2-40B4-BE49-F238E27FC236}">
                  <a16:creationId xmlns:a16="http://schemas.microsoft.com/office/drawing/2014/main" id="{A733D22E-BAC2-452A-8506-E37D911B7D40}"/>
                </a:ext>
              </a:extLst>
            </p:cNvPr>
            <p:cNvSpPr/>
            <p:nvPr/>
          </p:nvSpPr>
          <p:spPr>
            <a:xfrm>
              <a:off x="2688425" y="45412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6" name="Hexagon 1065">
              <a:extLst>
                <a:ext uri="{FF2B5EF4-FFF2-40B4-BE49-F238E27FC236}">
                  <a16:creationId xmlns:a16="http://schemas.microsoft.com/office/drawing/2014/main" id="{D7E71FC8-46C8-4C17-AA2D-43A6D88BB21D}"/>
                </a:ext>
              </a:extLst>
            </p:cNvPr>
            <p:cNvSpPr/>
            <p:nvPr/>
          </p:nvSpPr>
          <p:spPr>
            <a:xfrm>
              <a:off x="3386133" y="40959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7" name="Hexagon 1066">
              <a:extLst>
                <a:ext uri="{FF2B5EF4-FFF2-40B4-BE49-F238E27FC236}">
                  <a16:creationId xmlns:a16="http://schemas.microsoft.com/office/drawing/2014/main" id="{B3298B69-2A7E-4714-AFA7-684B86688F66}"/>
                </a:ext>
              </a:extLst>
            </p:cNvPr>
            <p:cNvSpPr/>
            <p:nvPr/>
          </p:nvSpPr>
          <p:spPr>
            <a:xfrm>
              <a:off x="3386132" y="39126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8" name="Hexagon 1067">
              <a:extLst>
                <a:ext uri="{FF2B5EF4-FFF2-40B4-BE49-F238E27FC236}">
                  <a16:creationId xmlns:a16="http://schemas.microsoft.com/office/drawing/2014/main" id="{44C32FAB-56FE-42A5-BF09-47C81921D4EC}"/>
                </a:ext>
              </a:extLst>
            </p:cNvPr>
            <p:cNvSpPr/>
            <p:nvPr/>
          </p:nvSpPr>
          <p:spPr>
            <a:xfrm>
              <a:off x="3386131" y="42769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9" name="Hexagon 1068">
              <a:extLst>
                <a:ext uri="{FF2B5EF4-FFF2-40B4-BE49-F238E27FC236}">
                  <a16:creationId xmlns:a16="http://schemas.microsoft.com/office/drawing/2014/main" id="{3FE60C99-1150-4D90-8398-553882BFD27F}"/>
                </a:ext>
              </a:extLst>
            </p:cNvPr>
            <p:cNvSpPr/>
            <p:nvPr/>
          </p:nvSpPr>
          <p:spPr>
            <a:xfrm>
              <a:off x="3159914" y="4727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0" name="Hexagon 1069">
              <a:extLst>
                <a:ext uri="{FF2B5EF4-FFF2-40B4-BE49-F238E27FC236}">
                  <a16:creationId xmlns:a16="http://schemas.microsoft.com/office/drawing/2014/main" id="{12A515C6-EB15-40AC-8FAE-80B37651547D}"/>
                </a:ext>
              </a:extLst>
            </p:cNvPr>
            <p:cNvSpPr/>
            <p:nvPr/>
          </p:nvSpPr>
          <p:spPr>
            <a:xfrm>
              <a:off x="3159913" y="45436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1" name="Hexagon 1070">
              <a:extLst>
                <a:ext uri="{FF2B5EF4-FFF2-40B4-BE49-F238E27FC236}">
                  <a16:creationId xmlns:a16="http://schemas.microsoft.com/office/drawing/2014/main" id="{F220644A-A7F0-4337-8A9F-5916ABD00DA9}"/>
                </a:ext>
              </a:extLst>
            </p:cNvPr>
            <p:cNvSpPr/>
            <p:nvPr/>
          </p:nvSpPr>
          <p:spPr>
            <a:xfrm>
              <a:off x="3157531" y="49032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2" name="Hexagon 1071">
              <a:extLst>
                <a:ext uri="{FF2B5EF4-FFF2-40B4-BE49-F238E27FC236}">
                  <a16:creationId xmlns:a16="http://schemas.microsoft.com/office/drawing/2014/main" id="{489A88F2-6C98-4237-B870-A0B3FF22D26E}"/>
                </a:ext>
              </a:extLst>
            </p:cNvPr>
            <p:cNvSpPr/>
            <p:nvPr/>
          </p:nvSpPr>
          <p:spPr>
            <a:xfrm>
              <a:off x="3148008" y="52628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3" name="Hexagon 1072">
              <a:extLst>
                <a:ext uri="{FF2B5EF4-FFF2-40B4-BE49-F238E27FC236}">
                  <a16:creationId xmlns:a16="http://schemas.microsoft.com/office/drawing/2014/main" id="{623B952F-D944-449A-A947-274A908DA97A}"/>
                </a:ext>
              </a:extLst>
            </p:cNvPr>
            <p:cNvSpPr/>
            <p:nvPr/>
          </p:nvSpPr>
          <p:spPr>
            <a:xfrm>
              <a:off x="3148007" y="50794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4" name="Hexagon 1073">
              <a:extLst>
                <a:ext uri="{FF2B5EF4-FFF2-40B4-BE49-F238E27FC236}">
                  <a16:creationId xmlns:a16="http://schemas.microsoft.com/office/drawing/2014/main" id="{6DA1D4DE-35A5-4B04-8BE2-C389AF02C145}"/>
                </a:ext>
              </a:extLst>
            </p:cNvPr>
            <p:cNvSpPr/>
            <p:nvPr/>
          </p:nvSpPr>
          <p:spPr>
            <a:xfrm>
              <a:off x="3145625" y="54390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5" name="Hexagon 1074">
              <a:extLst>
                <a:ext uri="{FF2B5EF4-FFF2-40B4-BE49-F238E27FC236}">
                  <a16:creationId xmlns:a16="http://schemas.microsoft.com/office/drawing/2014/main" id="{D68DA884-A142-4F63-8259-81D93A7CF446}"/>
                </a:ext>
              </a:extLst>
            </p:cNvPr>
            <p:cNvSpPr/>
            <p:nvPr/>
          </p:nvSpPr>
          <p:spPr>
            <a:xfrm>
              <a:off x="3393277" y="46412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6" name="Hexagon 1075">
              <a:extLst>
                <a:ext uri="{FF2B5EF4-FFF2-40B4-BE49-F238E27FC236}">
                  <a16:creationId xmlns:a16="http://schemas.microsoft.com/office/drawing/2014/main" id="{4FCF1FBD-A907-4DB2-8A46-25BBC7C51E76}"/>
                </a:ext>
              </a:extLst>
            </p:cNvPr>
            <p:cNvSpPr/>
            <p:nvPr/>
          </p:nvSpPr>
          <p:spPr>
            <a:xfrm>
              <a:off x="3393276" y="4457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7" name="Hexagon 1076">
              <a:extLst>
                <a:ext uri="{FF2B5EF4-FFF2-40B4-BE49-F238E27FC236}">
                  <a16:creationId xmlns:a16="http://schemas.microsoft.com/office/drawing/2014/main" id="{DADEFAEE-B3C2-4BB0-BE07-4A960911F682}"/>
                </a:ext>
              </a:extLst>
            </p:cNvPr>
            <p:cNvSpPr/>
            <p:nvPr/>
          </p:nvSpPr>
          <p:spPr>
            <a:xfrm>
              <a:off x="3390894" y="48175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8" name="Hexagon 1077">
              <a:extLst>
                <a:ext uri="{FF2B5EF4-FFF2-40B4-BE49-F238E27FC236}">
                  <a16:creationId xmlns:a16="http://schemas.microsoft.com/office/drawing/2014/main" id="{8FE4E0CD-5623-4E21-A62E-B6E740BC10B1}"/>
                </a:ext>
              </a:extLst>
            </p:cNvPr>
            <p:cNvSpPr/>
            <p:nvPr/>
          </p:nvSpPr>
          <p:spPr>
            <a:xfrm>
              <a:off x="3383752" y="51794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9" name="Hexagon 1078">
              <a:extLst>
                <a:ext uri="{FF2B5EF4-FFF2-40B4-BE49-F238E27FC236}">
                  <a16:creationId xmlns:a16="http://schemas.microsoft.com/office/drawing/2014/main" id="{B431EC0A-A66E-4282-B56D-58F31272F068}"/>
                </a:ext>
              </a:extLst>
            </p:cNvPr>
            <p:cNvSpPr/>
            <p:nvPr/>
          </p:nvSpPr>
          <p:spPr>
            <a:xfrm>
              <a:off x="3383751" y="49961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0" name="Hexagon 1079">
              <a:extLst>
                <a:ext uri="{FF2B5EF4-FFF2-40B4-BE49-F238E27FC236}">
                  <a16:creationId xmlns:a16="http://schemas.microsoft.com/office/drawing/2014/main" id="{4D5455DD-7DD1-4AD4-AE14-D3B33CBD68AB}"/>
                </a:ext>
              </a:extLst>
            </p:cNvPr>
            <p:cNvSpPr/>
            <p:nvPr/>
          </p:nvSpPr>
          <p:spPr>
            <a:xfrm>
              <a:off x="3381369" y="5355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1" name="Hexagon 1080">
              <a:extLst>
                <a:ext uri="{FF2B5EF4-FFF2-40B4-BE49-F238E27FC236}">
                  <a16:creationId xmlns:a16="http://schemas.microsoft.com/office/drawing/2014/main" id="{B59468CC-4F62-4623-B5CA-3F8488D46932}"/>
                </a:ext>
              </a:extLst>
            </p:cNvPr>
            <p:cNvSpPr/>
            <p:nvPr/>
          </p:nvSpPr>
          <p:spPr>
            <a:xfrm>
              <a:off x="3621877" y="43698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2" name="Hexagon 1081">
              <a:extLst>
                <a:ext uri="{FF2B5EF4-FFF2-40B4-BE49-F238E27FC236}">
                  <a16:creationId xmlns:a16="http://schemas.microsoft.com/office/drawing/2014/main" id="{061C348B-B3EC-417E-9185-1A0E9324C25F}"/>
                </a:ext>
              </a:extLst>
            </p:cNvPr>
            <p:cNvSpPr/>
            <p:nvPr/>
          </p:nvSpPr>
          <p:spPr>
            <a:xfrm>
              <a:off x="3621876" y="41912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3" name="Hexagon 1082">
              <a:extLst>
                <a:ext uri="{FF2B5EF4-FFF2-40B4-BE49-F238E27FC236}">
                  <a16:creationId xmlns:a16="http://schemas.microsoft.com/office/drawing/2014/main" id="{25701618-9A6F-459E-BE74-B4D27F00143D}"/>
                </a:ext>
              </a:extLst>
            </p:cNvPr>
            <p:cNvSpPr/>
            <p:nvPr/>
          </p:nvSpPr>
          <p:spPr>
            <a:xfrm>
              <a:off x="3619494" y="45508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4" name="Hexagon 1083">
              <a:extLst>
                <a:ext uri="{FF2B5EF4-FFF2-40B4-BE49-F238E27FC236}">
                  <a16:creationId xmlns:a16="http://schemas.microsoft.com/office/drawing/2014/main" id="{2BCE2452-05C4-49C1-815B-AF603AC5B32A}"/>
                </a:ext>
              </a:extLst>
            </p:cNvPr>
            <p:cNvSpPr/>
            <p:nvPr/>
          </p:nvSpPr>
          <p:spPr>
            <a:xfrm>
              <a:off x="3624258" y="38316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5" name="Hexagon 1084">
              <a:extLst>
                <a:ext uri="{FF2B5EF4-FFF2-40B4-BE49-F238E27FC236}">
                  <a16:creationId xmlns:a16="http://schemas.microsoft.com/office/drawing/2014/main" id="{327FE28E-0F57-4C8E-8CD0-9BAA686793BB}"/>
                </a:ext>
              </a:extLst>
            </p:cNvPr>
            <p:cNvSpPr/>
            <p:nvPr/>
          </p:nvSpPr>
          <p:spPr>
            <a:xfrm>
              <a:off x="3624257" y="36483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6" name="Hexagon 1085">
              <a:extLst>
                <a:ext uri="{FF2B5EF4-FFF2-40B4-BE49-F238E27FC236}">
                  <a16:creationId xmlns:a16="http://schemas.microsoft.com/office/drawing/2014/main" id="{717E7204-E465-4E3D-9DA3-63D0A5BC7C01}"/>
                </a:ext>
              </a:extLst>
            </p:cNvPr>
            <p:cNvSpPr/>
            <p:nvPr/>
          </p:nvSpPr>
          <p:spPr>
            <a:xfrm>
              <a:off x="3621875" y="40078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7" name="Hexagon 1086">
              <a:extLst>
                <a:ext uri="{FF2B5EF4-FFF2-40B4-BE49-F238E27FC236}">
                  <a16:creationId xmlns:a16="http://schemas.microsoft.com/office/drawing/2014/main" id="{305600E3-46D8-42B3-9147-8DFB24DCA57A}"/>
                </a:ext>
              </a:extLst>
            </p:cNvPr>
            <p:cNvSpPr/>
            <p:nvPr/>
          </p:nvSpPr>
          <p:spPr>
            <a:xfrm>
              <a:off x="3619494" y="49056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8" name="Hexagon 1087">
              <a:extLst>
                <a:ext uri="{FF2B5EF4-FFF2-40B4-BE49-F238E27FC236}">
                  <a16:creationId xmlns:a16="http://schemas.microsoft.com/office/drawing/2014/main" id="{2EC9377C-1EBA-44A5-A535-6E774556F742}"/>
                </a:ext>
              </a:extLst>
            </p:cNvPr>
            <p:cNvSpPr/>
            <p:nvPr/>
          </p:nvSpPr>
          <p:spPr>
            <a:xfrm>
              <a:off x="3612352" y="52675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89" name="Hexagon 1088">
              <a:extLst>
                <a:ext uri="{FF2B5EF4-FFF2-40B4-BE49-F238E27FC236}">
                  <a16:creationId xmlns:a16="http://schemas.microsoft.com/office/drawing/2014/main" id="{5F044D37-4FD5-4371-A14D-B06277BFBF2A}"/>
                </a:ext>
              </a:extLst>
            </p:cNvPr>
            <p:cNvSpPr/>
            <p:nvPr/>
          </p:nvSpPr>
          <p:spPr>
            <a:xfrm>
              <a:off x="3612351" y="50842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0" name="Hexagon 1089">
              <a:extLst>
                <a:ext uri="{FF2B5EF4-FFF2-40B4-BE49-F238E27FC236}">
                  <a16:creationId xmlns:a16="http://schemas.microsoft.com/office/drawing/2014/main" id="{67B1FE60-2628-4649-A158-1FFFCB1F373C}"/>
                </a:ext>
              </a:extLst>
            </p:cNvPr>
            <p:cNvSpPr/>
            <p:nvPr/>
          </p:nvSpPr>
          <p:spPr>
            <a:xfrm>
              <a:off x="3609969" y="54437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1" name="Hexagon 1090">
              <a:extLst>
                <a:ext uri="{FF2B5EF4-FFF2-40B4-BE49-F238E27FC236}">
                  <a16:creationId xmlns:a16="http://schemas.microsoft.com/office/drawing/2014/main" id="{9097980A-6E14-480C-A89D-25AC711F1D0F}"/>
                </a:ext>
              </a:extLst>
            </p:cNvPr>
            <p:cNvSpPr/>
            <p:nvPr/>
          </p:nvSpPr>
          <p:spPr>
            <a:xfrm>
              <a:off x="3855238" y="49937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2" name="Hexagon 1091">
              <a:extLst>
                <a:ext uri="{FF2B5EF4-FFF2-40B4-BE49-F238E27FC236}">
                  <a16:creationId xmlns:a16="http://schemas.microsoft.com/office/drawing/2014/main" id="{3F126B7E-AC38-4C2F-90E4-AD9FB6CA1992}"/>
                </a:ext>
              </a:extLst>
            </p:cNvPr>
            <p:cNvSpPr/>
            <p:nvPr/>
          </p:nvSpPr>
          <p:spPr>
            <a:xfrm>
              <a:off x="3848096" y="53556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3" name="Hexagon 1092">
              <a:extLst>
                <a:ext uri="{FF2B5EF4-FFF2-40B4-BE49-F238E27FC236}">
                  <a16:creationId xmlns:a16="http://schemas.microsoft.com/office/drawing/2014/main" id="{B1476873-6C65-477E-81C0-78F5CEEF2440}"/>
                </a:ext>
              </a:extLst>
            </p:cNvPr>
            <p:cNvSpPr/>
            <p:nvPr/>
          </p:nvSpPr>
          <p:spPr>
            <a:xfrm>
              <a:off x="3848095" y="51723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4" name="Hexagon 1093">
              <a:extLst>
                <a:ext uri="{FF2B5EF4-FFF2-40B4-BE49-F238E27FC236}">
                  <a16:creationId xmlns:a16="http://schemas.microsoft.com/office/drawing/2014/main" id="{26565E65-5164-424D-A965-A0F66911DB1D}"/>
                </a:ext>
              </a:extLst>
            </p:cNvPr>
            <p:cNvSpPr/>
            <p:nvPr/>
          </p:nvSpPr>
          <p:spPr>
            <a:xfrm>
              <a:off x="3845713" y="55318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5" name="Hexagon 1094">
              <a:extLst>
                <a:ext uri="{FF2B5EF4-FFF2-40B4-BE49-F238E27FC236}">
                  <a16:creationId xmlns:a16="http://schemas.microsoft.com/office/drawing/2014/main" id="{DED7E92E-76CF-4362-BEA2-4980CB6CDEAF}"/>
                </a:ext>
              </a:extLst>
            </p:cNvPr>
            <p:cNvSpPr/>
            <p:nvPr/>
          </p:nvSpPr>
          <p:spPr>
            <a:xfrm>
              <a:off x="3860000" y="42841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6" name="Hexagon 1095">
              <a:extLst>
                <a:ext uri="{FF2B5EF4-FFF2-40B4-BE49-F238E27FC236}">
                  <a16:creationId xmlns:a16="http://schemas.microsoft.com/office/drawing/2014/main" id="{AE8D3094-7F73-4F8A-A6DA-CA0540B331E9}"/>
                </a:ext>
              </a:extLst>
            </p:cNvPr>
            <p:cNvSpPr/>
            <p:nvPr/>
          </p:nvSpPr>
          <p:spPr>
            <a:xfrm>
              <a:off x="3852858" y="46460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7" name="Hexagon 1096">
              <a:extLst>
                <a:ext uri="{FF2B5EF4-FFF2-40B4-BE49-F238E27FC236}">
                  <a16:creationId xmlns:a16="http://schemas.microsoft.com/office/drawing/2014/main" id="{46FE92F4-AD90-41F5-A1C3-48F1AD616310}"/>
                </a:ext>
              </a:extLst>
            </p:cNvPr>
            <p:cNvSpPr/>
            <p:nvPr/>
          </p:nvSpPr>
          <p:spPr>
            <a:xfrm>
              <a:off x="3852857" y="44627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8" name="Hexagon 1097">
              <a:extLst>
                <a:ext uri="{FF2B5EF4-FFF2-40B4-BE49-F238E27FC236}">
                  <a16:creationId xmlns:a16="http://schemas.microsoft.com/office/drawing/2014/main" id="{5DCC2BB1-39D9-4063-ADED-5BFC3AF9AB73}"/>
                </a:ext>
              </a:extLst>
            </p:cNvPr>
            <p:cNvSpPr/>
            <p:nvPr/>
          </p:nvSpPr>
          <p:spPr>
            <a:xfrm>
              <a:off x="3850475" y="4822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99" name="Hexagon 1098">
              <a:extLst>
                <a:ext uri="{FF2B5EF4-FFF2-40B4-BE49-F238E27FC236}">
                  <a16:creationId xmlns:a16="http://schemas.microsoft.com/office/drawing/2014/main" id="{B4575785-2BF5-4D12-B073-35D61856FB2E}"/>
                </a:ext>
              </a:extLst>
            </p:cNvPr>
            <p:cNvSpPr/>
            <p:nvPr/>
          </p:nvSpPr>
          <p:spPr>
            <a:xfrm>
              <a:off x="3864763" y="35602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0" name="Hexagon 1099">
              <a:extLst>
                <a:ext uri="{FF2B5EF4-FFF2-40B4-BE49-F238E27FC236}">
                  <a16:creationId xmlns:a16="http://schemas.microsoft.com/office/drawing/2014/main" id="{DFF9EDBB-65A2-4059-A79F-84F9162D4B99}"/>
                </a:ext>
              </a:extLst>
            </p:cNvPr>
            <p:cNvSpPr/>
            <p:nvPr/>
          </p:nvSpPr>
          <p:spPr>
            <a:xfrm>
              <a:off x="3857621" y="39221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1" name="Hexagon 1100">
              <a:extLst>
                <a:ext uri="{FF2B5EF4-FFF2-40B4-BE49-F238E27FC236}">
                  <a16:creationId xmlns:a16="http://schemas.microsoft.com/office/drawing/2014/main" id="{41B1F8B5-E3BF-44C0-8D6F-6C8FFF72FDF7}"/>
                </a:ext>
              </a:extLst>
            </p:cNvPr>
            <p:cNvSpPr/>
            <p:nvPr/>
          </p:nvSpPr>
          <p:spPr>
            <a:xfrm>
              <a:off x="3857620" y="37411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2" name="Hexagon 1101">
              <a:extLst>
                <a:ext uri="{FF2B5EF4-FFF2-40B4-BE49-F238E27FC236}">
                  <a16:creationId xmlns:a16="http://schemas.microsoft.com/office/drawing/2014/main" id="{E5E2633C-0B64-4BC7-B43E-238F40F26C73}"/>
                </a:ext>
              </a:extLst>
            </p:cNvPr>
            <p:cNvSpPr/>
            <p:nvPr/>
          </p:nvSpPr>
          <p:spPr>
            <a:xfrm>
              <a:off x="3855238" y="41031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3" name="Hexagon 1102">
              <a:extLst>
                <a:ext uri="{FF2B5EF4-FFF2-40B4-BE49-F238E27FC236}">
                  <a16:creationId xmlns:a16="http://schemas.microsoft.com/office/drawing/2014/main" id="{937B80F6-892F-4D84-8EB4-7460BBB1F007}"/>
                </a:ext>
              </a:extLst>
            </p:cNvPr>
            <p:cNvSpPr/>
            <p:nvPr/>
          </p:nvSpPr>
          <p:spPr>
            <a:xfrm>
              <a:off x="3864763" y="28363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4" name="Hexagon 1103">
              <a:extLst>
                <a:ext uri="{FF2B5EF4-FFF2-40B4-BE49-F238E27FC236}">
                  <a16:creationId xmlns:a16="http://schemas.microsoft.com/office/drawing/2014/main" id="{BDC47B3C-4D8A-433D-9203-A0C6F51B5A4E}"/>
                </a:ext>
              </a:extLst>
            </p:cNvPr>
            <p:cNvSpPr/>
            <p:nvPr/>
          </p:nvSpPr>
          <p:spPr>
            <a:xfrm>
              <a:off x="3857621" y="31934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5" name="Hexagon 1104">
              <a:extLst>
                <a:ext uri="{FF2B5EF4-FFF2-40B4-BE49-F238E27FC236}">
                  <a16:creationId xmlns:a16="http://schemas.microsoft.com/office/drawing/2014/main" id="{2F51EFF0-A6E2-4F9E-93D3-EAA0D587D315}"/>
                </a:ext>
              </a:extLst>
            </p:cNvPr>
            <p:cNvSpPr/>
            <p:nvPr/>
          </p:nvSpPr>
          <p:spPr>
            <a:xfrm>
              <a:off x="3857620" y="30149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6" name="Hexagon 1105">
              <a:extLst>
                <a:ext uri="{FF2B5EF4-FFF2-40B4-BE49-F238E27FC236}">
                  <a16:creationId xmlns:a16="http://schemas.microsoft.com/office/drawing/2014/main" id="{08858E91-3DAB-41B3-B5DD-7B2773CB28F0}"/>
                </a:ext>
              </a:extLst>
            </p:cNvPr>
            <p:cNvSpPr/>
            <p:nvPr/>
          </p:nvSpPr>
          <p:spPr>
            <a:xfrm>
              <a:off x="3855238" y="33768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7" name="Hexagon 1106">
              <a:extLst>
                <a:ext uri="{FF2B5EF4-FFF2-40B4-BE49-F238E27FC236}">
                  <a16:creationId xmlns:a16="http://schemas.microsoft.com/office/drawing/2014/main" id="{8596D85C-8919-4557-A74D-549C97C465B9}"/>
                </a:ext>
              </a:extLst>
            </p:cNvPr>
            <p:cNvSpPr/>
            <p:nvPr/>
          </p:nvSpPr>
          <p:spPr>
            <a:xfrm>
              <a:off x="3864762" y="26577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8" name="Hexagon 1107">
              <a:extLst>
                <a:ext uri="{FF2B5EF4-FFF2-40B4-BE49-F238E27FC236}">
                  <a16:creationId xmlns:a16="http://schemas.microsoft.com/office/drawing/2014/main" id="{7DEFF7DE-462E-400C-A659-9E9A992E51EB}"/>
                </a:ext>
              </a:extLst>
            </p:cNvPr>
            <p:cNvSpPr/>
            <p:nvPr/>
          </p:nvSpPr>
          <p:spPr>
            <a:xfrm>
              <a:off x="3864762" y="24743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09" name="Hexagon 1108">
              <a:extLst>
                <a:ext uri="{FF2B5EF4-FFF2-40B4-BE49-F238E27FC236}">
                  <a16:creationId xmlns:a16="http://schemas.microsoft.com/office/drawing/2014/main" id="{5995ADE1-9906-4807-AC02-A6C01655B2A7}"/>
                </a:ext>
              </a:extLst>
            </p:cNvPr>
            <p:cNvSpPr/>
            <p:nvPr/>
          </p:nvSpPr>
          <p:spPr>
            <a:xfrm>
              <a:off x="4100507" y="31077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0" name="Hexagon 1109">
              <a:extLst>
                <a:ext uri="{FF2B5EF4-FFF2-40B4-BE49-F238E27FC236}">
                  <a16:creationId xmlns:a16="http://schemas.microsoft.com/office/drawing/2014/main" id="{F0C901C4-1FCC-4793-8D48-921B371B9201}"/>
                </a:ext>
              </a:extLst>
            </p:cNvPr>
            <p:cNvSpPr/>
            <p:nvPr/>
          </p:nvSpPr>
          <p:spPr>
            <a:xfrm>
              <a:off x="4093365" y="34649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1" name="Hexagon 1110">
              <a:extLst>
                <a:ext uri="{FF2B5EF4-FFF2-40B4-BE49-F238E27FC236}">
                  <a16:creationId xmlns:a16="http://schemas.microsoft.com/office/drawing/2014/main" id="{A59CF97E-310E-4034-8B47-6549BCE07001}"/>
                </a:ext>
              </a:extLst>
            </p:cNvPr>
            <p:cNvSpPr/>
            <p:nvPr/>
          </p:nvSpPr>
          <p:spPr>
            <a:xfrm>
              <a:off x="4093364" y="32863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2" name="Hexagon 1111">
              <a:extLst>
                <a:ext uri="{FF2B5EF4-FFF2-40B4-BE49-F238E27FC236}">
                  <a16:creationId xmlns:a16="http://schemas.microsoft.com/office/drawing/2014/main" id="{075C7267-472D-4391-8F88-581BA158B7A0}"/>
                </a:ext>
              </a:extLst>
            </p:cNvPr>
            <p:cNvSpPr/>
            <p:nvPr/>
          </p:nvSpPr>
          <p:spPr>
            <a:xfrm>
              <a:off x="4100506" y="29291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3" name="Hexagon 1112">
              <a:extLst>
                <a:ext uri="{FF2B5EF4-FFF2-40B4-BE49-F238E27FC236}">
                  <a16:creationId xmlns:a16="http://schemas.microsoft.com/office/drawing/2014/main" id="{F9E4B140-C362-4457-9785-94CC7E09F442}"/>
                </a:ext>
              </a:extLst>
            </p:cNvPr>
            <p:cNvSpPr/>
            <p:nvPr/>
          </p:nvSpPr>
          <p:spPr>
            <a:xfrm>
              <a:off x="4100506" y="27458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4" name="Hexagon 1113">
              <a:extLst>
                <a:ext uri="{FF2B5EF4-FFF2-40B4-BE49-F238E27FC236}">
                  <a16:creationId xmlns:a16="http://schemas.microsoft.com/office/drawing/2014/main" id="{754CE5B2-8742-4013-832C-050B8D84A331}"/>
                </a:ext>
              </a:extLst>
            </p:cNvPr>
            <p:cNvSpPr/>
            <p:nvPr/>
          </p:nvSpPr>
          <p:spPr>
            <a:xfrm>
              <a:off x="4093364" y="3831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5" name="Hexagon 1114">
              <a:extLst>
                <a:ext uri="{FF2B5EF4-FFF2-40B4-BE49-F238E27FC236}">
                  <a16:creationId xmlns:a16="http://schemas.microsoft.com/office/drawing/2014/main" id="{0DBFB2A5-CE2B-4A22-B661-6CBF65FBD31B}"/>
                </a:ext>
              </a:extLst>
            </p:cNvPr>
            <p:cNvSpPr/>
            <p:nvPr/>
          </p:nvSpPr>
          <p:spPr>
            <a:xfrm>
              <a:off x="4090984" y="41888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6" name="Hexagon 1115">
              <a:extLst>
                <a:ext uri="{FF2B5EF4-FFF2-40B4-BE49-F238E27FC236}">
                  <a16:creationId xmlns:a16="http://schemas.microsoft.com/office/drawing/2014/main" id="{6FF4EB6E-2317-459B-9B20-3D282DCFDB4E}"/>
                </a:ext>
              </a:extLst>
            </p:cNvPr>
            <p:cNvSpPr/>
            <p:nvPr/>
          </p:nvSpPr>
          <p:spPr>
            <a:xfrm>
              <a:off x="4090983" y="40102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7" name="Hexagon 1116">
              <a:extLst>
                <a:ext uri="{FF2B5EF4-FFF2-40B4-BE49-F238E27FC236}">
                  <a16:creationId xmlns:a16="http://schemas.microsoft.com/office/drawing/2014/main" id="{9D5E8DEA-A584-4523-A37F-06DE75416B0C}"/>
                </a:ext>
              </a:extLst>
            </p:cNvPr>
            <p:cNvSpPr/>
            <p:nvPr/>
          </p:nvSpPr>
          <p:spPr>
            <a:xfrm>
              <a:off x="4095744" y="36530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8" name="Hexagon 1117">
              <a:extLst>
                <a:ext uri="{FF2B5EF4-FFF2-40B4-BE49-F238E27FC236}">
                  <a16:creationId xmlns:a16="http://schemas.microsoft.com/office/drawing/2014/main" id="{DF4079BB-C2AD-48EB-8D80-C06D1A1CD168}"/>
                </a:ext>
              </a:extLst>
            </p:cNvPr>
            <p:cNvSpPr/>
            <p:nvPr/>
          </p:nvSpPr>
          <p:spPr>
            <a:xfrm>
              <a:off x="4090983" y="47317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19" name="Hexagon 1118">
              <a:extLst>
                <a:ext uri="{FF2B5EF4-FFF2-40B4-BE49-F238E27FC236}">
                  <a16:creationId xmlns:a16="http://schemas.microsoft.com/office/drawing/2014/main" id="{EA440DF0-CC13-4C43-AE46-3A4C89E547D3}"/>
                </a:ext>
              </a:extLst>
            </p:cNvPr>
            <p:cNvSpPr/>
            <p:nvPr/>
          </p:nvSpPr>
          <p:spPr>
            <a:xfrm>
              <a:off x="4090984" y="50865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0" name="Hexagon 1119">
              <a:extLst>
                <a:ext uri="{FF2B5EF4-FFF2-40B4-BE49-F238E27FC236}">
                  <a16:creationId xmlns:a16="http://schemas.microsoft.com/office/drawing/2014/main" id="{0FF439AE-4989-4434-BC3E-754989C1DD02}"/>
                </a:ext>
              </a:extLst>
            </p:cNvPr>
            <p:cNvSpPr/>
            <p:nvPr/>
          </p:nvSpPr>
          <p:spPr>
            <a:xfrm>
              <a:off x="4088602" y="49103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1" name="Hexagon 1120">
              <a:extLst>
                <a:ext uri="{FF2B5EF4-FFF2-40B4-BE49-F238E27FC236}">
                  <a16:creationId xmlns:a16="http://schemas.microsoft.com/office/drawing/2014/main" id="{6E257197-B940-4EE8-A19F-53644EABD2BB}"/>
                </a:ext>
              </a:extLst>
            </p:cNvPr>
            <p:cNvSpPr/>
            <p:nvPr/>
          </p:nvSpPr>
          <p:spPr>
            <a:xfrm>
              <a:off x="4090982" y="45531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2" name="Hexagon 1121">
              <a:extLst>
                <a:ext uri="{FF2B5EF4-FFF2-40B4-BE49-F238E27FC236}">
                  <a16:creationId xmlns:a16="http://schemas.microsoft.com/office/drawing/2014/main" id="{17EE4DF1-1FA6-4D20-AF79-75F18D8035B8}"/>
                </a:ext>
              </a:extLst>
            </p:cNvPr>
            <p:cNvSpPr/>
            <p:nvPr/>
          </p:nvSpPr>
          <p:spPr>
            <a:xfrm>
              <a:off x="4083840" y="54437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3" name="Hexagon 1122">
              <a:extLst>
                <a:ext uri="{FF2B5EF4-FFF2-40B4-BE49-F238E27FC236}">
                  <a16:creationId xmlns:a16="http://schemas.microsoft.com/office/drawing/2014/main" id="{83C6F08B-9C15-477D-BA08-D4E696E42D75}"/>
                </a:ext>
              </a:extLst>
            </p:cNvPr>
            <p:cNvSpPr/>
            <p:nvPr/>
          </p:nvSpPr>
          <p:spPr>
            <a:xfrm>
              <a:off x="2914644" y="55318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4" name="Hexagon 1123">
              <a:extLst>
                <a:ext uri="{FF2B5EF4-FFF2-40B4-BE49-F238E27FC236}">
                  <a16:creationId xmlns:a16="http://schemas.microsoft.com/office/drawing/2014/main" id="{0E3DD130-D94B-497D-9491-0BE9B1A06AC5}"/>
                </a:ext>
              </a:extLst>
            </p:cNvPr>
            <p:cNvSpPr/>
            <p:nvPr/>
          </p:nvSpPr>
          <p:spPr>
            <a:xfrm>
              <a:off x="3143244" y="56199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5" name="Hexagon 1124">
              <a:extLst>
                <a:ext uri="{FF2B5EF4-FFF2-40B4-BE49-F238E27FC236}">
                  <a16:creationId xmlns:a16="http://schemas.microsoft.com/office/drawing/2014/main" id="{50F6D4D3-25E9-401A-820C-548B03DECFB1}"/>
                </a:ext>
              </a:extLst>
            </p:cNvPr>
            <p:cNvSpPr/>
            <p:nvPr/>
          </p:nvSpPr>
          <p:spPr>
            <a:xfrm>
              <a:off x="3381369" y="55342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6" name="Hexagon 1125">
              <a:extLst>
                <a:ext uri="{FF2B5EF4-FFF2-40B4-BE49-F238E27FC236}">
                  <a16:creationId xmlns:a16="http://schemas.microsoft.com/office/drawing/2014/main" id="{99CA47BA-435E-4CDA-95CE-38897AE588FD}"/>
                </a:ext>
              </a:extLst>
            </p:cNvPr>
            <p:cNvSpPr/>
            <p:nvPr/>
          </p:nvSpPr>
          <p:spPr>
            <a:xfrm>
              <a:off x="3609969" y="56223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7" name="Hexagon 1126">
              <a:extLst>
                <a:ext uri="{FF2B5EF4-FFF2-40B4-BE49-F238E27FC236}">
                  <a16:creationId xmlns:a16="http://schemas.microsoft.com/office/drawing/2014/main" id="{59F2D65F-EE8A-4B9F-9EB6-D3C605557141}"/>
                </a:ext>
              </a:extLst>
            </p:cNvPr>
            <p:cNvSpPr/>
            <p:nvPr/>
          </p:nvSpPr>
          <p:spPr>
            <a:xfrm>
              <a:off x="4317202" y="5174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8" name="Hexagon 1127">
              <a:extLst>
                <a:ext uri="{FF2B5EF4-FFF2-40B4-BE49-F238E27FC236}">
                  <a16:creationId xmlns:a16="http://schemas.microsoft.com/office/drawing/2014/main" id="{E738B9C9-9174-4AB3-B778-8DF3055A7FAC}"/>
                </a:ext>
              </a:extLst>
            </p:cNvPr>
            <p:cNvSpPr/>
            <p:nvPr/>
          </p:nvSpPr>
          <p:spPr>
            <a:xfrm>
              <a:off x="4317203" y="5529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29" name="Hexagon 1128">
              <a:extLst>
                <a:ext uri="{FF2B5EF4-FFF2-40B4-BE49-F238E27FC236}">
                  <a16:creationId xmlns:a16="http://schemas.microsoft.com/office/drawing/2014/main" id="{B3D27F2D-D7DD-4C0E-BFF2-4807A552C3A2}"/>
                </a:ext>
              </a:extLst>
            </p:cNvPr>
            <p:cNvSpPr/>
            <p:nvPr/>
          </p:nvSpPr>
          <p:spPr>
            <a:xfrm>
              <a:off x="4314821" y="5353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0" name="Hexagon 1129">
              <a:extLst>
                <a:ext uri="{FF2B5EF4-FFF2-40B4-BE49-F238E27FC236}">
                  <a16:creationId xmlns:a16="http://schemas.microsoft.com/office/drawing/2014/main" id="{EBFB7179-247E-475C-8008-C289B0EB3B1A}"/>
                </a:ext>
              </a:extLst>
            </p:cNvPr>
            <p:cNvSpPr/>
            <p:nvPr/>
          </p:nvSpPr>
          <p:spPr>
            <a:xfrm>
              <a:off x="4324346" y="46389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1" name="Hexagon 1130">
              <a:extLst>
                <a:ext uri="{FF2B5EF4-FFF2-40B4-BE49-F238E27FC236}">
                  <a16:creationId xmlns:a16="http://schemas.microsoft.com/office/drawing/2014/main" id="{D71CE398-FF01-4D65-9445-3212152F0BE0}"/>
                </a:ext>
              </a:extLst>
            </p:cNvPr>
            <p:cNvSpPr/>
            <p:nvPr/>
          </p:nvSpPr>
          <p:spPr>
            <a:xfrm>
              <a:off x="4319585" y="49961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2" name="Hexagon 1131">
              <a:extLst>
                <a:ext uri="{FF2B5EF4-FFF2-40B4-BE49-F238E27FC236}">
                  <a16:creationId xmlns:a16="http://schemas.microsoft.com/office/drawing/2014/main" id="{225581E6-D806-42F9-867E-4924D1D79893}"/>
                </a:ext>
              </a:extLst>
            </p:cNvPr>
            <p:cNvSpPr/>
            <p:nvPr/>
          </p:nvSpPr>
          <p:spPr>
            <a:xfrm>
              <a:off x="4321965" y="48175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3" name="Hexagon 1132">
              <a:extLst>
                <a:ext uri="{FF2B5EF4-FFF2-40B4-BE49-F238E27FC236}">
                  <a16:creationId xmlns:a16="http://schemas.microsoft.com/office/drawing/2014/main" id="{199E23F0-ADF3-4594-A89E-448351CD3CE2}"/>
                </a:ext>
              </a:extLst>
            </p:cNvPr>
            <p:cNvSpPr/>
            <p:nvPr/>
          </p:nvSpPr>
          <p:spPr>
            <a:xfrm>
              <a:off x="4552946" y="50913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4" name="Hexagon 1133">
              <a:extLst>
                <a:ext uri="{FF2B5EF4-FFF2-40B4-BE49-F238E27FC236}">
                  <a16:creationId xmlns:a16="http://schemas.microsoft.com/office/drawing/2014/main" id="{3C1F1453-4C6A-4355-A299-ED7BB8A6B445}"/>
                </a:ext>
              </a:extLst>
            </p:cNvPr>
            <p:cNvSpPr/>
            <p:nvPr/>
          </p:nvSpPr>
          <p:spPr>
            <a:xfrm>
              <a:off x="4550566" y="54461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5" name="Hexagon 1134">
              <a:extLst>
                <a:ext uri="{FF2B5EF4-FFF2-40B4-BE49-F238E27FC236}">
                  <a16:creationId xmlns:a16="http://schemas.microsoft.com/office/drawing/2014/main" id="{DAECF2FE-79DE-40EC-B66A-DD328D687345}"/>
                </a:ext>
              </a:extLst>
            </p:cNvPr>
            <p:cNvSpPr/>
            <p:nvPr/>
          </p:nvSpPr>
          <p:spPr>
            <a:xfrm>
              <a:off x="4548184" y="52699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6" name="Hexagon 1135">
              <a:extLst>
                <a:ext uri="{FF2B5EF4-FFF2-40B4-BE49-F238E27FC236}">
                  <a16:creationId xmlns:a16="http://schemas.microsoft.com/office/drawing/2014/main" id="{2EE236B2-0B0B-48CE-9961-0C8E6807DEC3}"/>
                </a:ext>
              </a:extLst>
            </p:cNvPr>
            <p:cNvSpPr/>
            <p:nvPr/>
          </p:nvSpPr>
          <p:spPr>
            <a:xfrm>
              <a:off x="4560090" y="49080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7" name="Hexagon 1136">
              <a:extLst>
                <a:ext uri="{FF2B5EF4-FFF2-40B4-BE49-F238E27FC236}">
                  <a16:creationId xmlns:a16="http://schemas.microsoft.com/office/drawing/2014/main" id="{14E36E88-9401-4F5C-BFB0-6406F7B86EED}"/>
                </a:ext>
              </a:extLst>
            </p:cNvPr>
            <p:cNvSpPr/>
            <p:nvPr/>
          </p:nvSpPr>
          <p:spPr>
            <a:xfrm>
              <a:off x="4562471" y="47294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8" name="Hexagon 1137">
              <a:extLst>
                <a:ext uri="{FF2B5EF4-FFF2-40B4-BE49-F238E27FC236}">
                  <a16:creationId xmlns:a16="http://schemas.microsoft.com/office/drawing/2014/main" id="{A4A67F75-C5B0-4C79-8D09-483B711EA5E4}"/>
                </a:ext>
              </a:extLst>
            </p:cNvPr>
            <p:cNvSpPr/>
            <p:nvPr/>
          </p:nvSpPr>
          <p:spPr>
            <a:xfrm>
              <a:off x="4326728" y="44603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39" name="Hexagon 1138">
              <a:extLst>
                <a:ext uri="{FF2B5EF4-FFF2-40B4-BE49-F238E27FC236}">
                  <a16:creationId xmlns:a16="http://schemas.microsoft.com/office/drawing/2014/main" id="{D0D6E48F-C51A-4E0E-8FF0-1E3AD2C52455}"/>
                </a:ext>
              </a:extLst>
            </p:cNvPr>
            <p:cNvSpPr/>
            <p:nvPr/>
          </p:nvSpPr>
          <p:spPr>
            <a:xfrm>
              <a:off x="4326727" y="42817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44" name="Hexagon 1143">
              <a:extLst>
                <a:ext uri="{FF2B5EF4-FFF2-40B4-BE49-F238E27FC236}">
                  <a16:creationId xmlns:a16="http://schemas.microsoft.com/office/drawing/2014/main" id="{ED39297C-38C4-47EC-AB0E-CAB479D5B96B}"/>
                </a:ext>
              </a:extLst>
            </p:cNvPr>
            <p:cNvSpPr/>
            <p:nvPr/>
          </p:nvSpPr>
          <p:spPr>
            <a:xfrm>
              <a:off x="4333870" y="32030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45" name="Hexagon 1144">
              <a:extLst>
                <a:ext uri="{FF2B5EF4-FFF2-40B4-BE49-F238E27FC236}">
                  <a16:creationId xmlns:a16="http://schemas.microsoft.com/office/drawing/2014/main" id="{DBA07C08-1D56-43D7-AB41-30C69EC6D031}"/>
                </a:ext>
              </a:extLst>
            </p:cNvPr>
            <p:cNvSpPr/>
            <p:nvPr/>
          </p:nvSpPr>
          <p:spPr>
            <a:xfrm>
              <a:off x="4333869" y="30244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46" name="Hexagon 1145">
              <a:extLst>
                <a:ext uri="{FF2B5EF4-FFF2-40B4-BE49-F238E27FC236}">
                  <a16:creationId xmlns:a16="http://schemas.microsoft.com/office/drawing/2014/main" id="{55A7CFBD-94BE-4BF5-A0F0-B8EBE0B4A072}"/>
                </a:ext>
              </a:extLst>
            </p:cNvPr>
            <p:cNvSpPr/>
            <p:nvPr/>
          </p:nvSpPr>
          <p:spPr>
            <a:xfrm>
              <a:off x="4324345" y="35602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47" name="Hexagon 1146">
              <a:extLst>
                <a:ext uri="{FF2B5EF4-FFF2-40B4-BE49-F238E27FC236}">
                  <a16:creationId xmlns:a16="http://schemas.microsoft.com/office/drawing/2014/main" id="{D301BD3D-99E0-45E3-B776-0627978083D7}"/>
                </a:ext>
              </a:extLst>
            </p:cNvPr>
            <p:cNvSpPr/>
            <p:nvPr/>
          </p:nvSpPr>
          <p:spPr>
            <a:xfrm>
              <a:off x="4324344" y="33816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48" name="Hexagon 1147">
              <a:extLst>
                <a:ext uri="{FF2B5EF4-FFF2-40B4-BE49-F238E27FC236}">
                  <a16:creationId xmlns:a16="http://schemas.microsoft.com/office/drawing/2014/main" id="{DB00CBFC-D49C-442B-AB0A-1B4F7CF3687C}"/>
                </a:ext>
              </a:extLst>
            </p:cNvPr>
            <p:cNvSpPr/>
            <p:nvPr/>
          </p:nvSpPr>
          <p:spPr>
            <a:xfrm>
              <a:off x="4331488" y="39197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49" name="Hexagon 1148">
              <a:extLst>
                <a:ext uri="{FF2B5EF4-FFF2-40B4-BE49-F238E27FC236}">
                  <a16:creationId xmlns:a16="http://schemas.microsoft.com/office/drawing/2014/main" id="{1481AA08-F693-4202-8B51-14CC3A7EC2F4}"/>
                </a:ext>
              </a:extLst>
            </p:cNvPr>
            <p:cNvSpPr/>
            <p:nvPr/>
          </p:nvSpPr>
          <p:spPr>
            <a:xfrm>
              <a:off x="4331487" y="37411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0" name="Hexagon 1149">
              <a:extLst>
                <a:ext uri="{FF2B5EF4-FFF2-40B4-BE49-F238E27FC236}">
                  <a16:creationId xmlns:a16="http://schemas.microsoft.com/office/drawing/2014/main" id="{5D493FBF-5DA2-459B-B696-CCC3D4491BAC}"/>
                </a:ext>
              </a:extLst>
            </p:cNvPr>
            <p:cNvSpPr/>
            <p:nvPr/>
          </p:nvSpPr>
          <p:spPr>
            <a:xfrm>
              <a:off x="4564851" y="31101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1" name="Hexagon 1150">
              <a:extLst>
                <a:ext uri="{FF2B5EF4-FFF2-40B4-BE49-F238E27FC236}">
                  <a16:creationId xmlns:a16="http://schemas.microsoft.com/office/drawing/2014/main" id="{BCFB6CF0-F53E-49F3-BFE5-6B0CA7661422}"/>
                </a:ext>
              </a:extLst>
            </p:cNvPr>
            <p:cNvSpPr/>
            <p:nvPr/>
          </p:nvSpPr>
          <p:spPr>
            <a:xfrm>
              <a:off x="4564850" y="29315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2" name="Hexagon 1151">
              <a:extLst>
                <a:ext uri="{FF2B5EF4-FFF2-40B4-BE49-F238E27FC236}">
                  <a16:creationId xmlns:a16="http://schemas.microsoft.com/office/drawing/2014/main" id="{72FFBF63-7186-4A47-A81B-408F6E3C1C5D}"/>
                </a:ext>
              </a:extLst>
            </p:cNvPr>
            <p:cNvSpPr/>
            <p:nvPr/>
          </p:nvSpPr>
          <p:spPr>
            <a:xfrm>
              <a:off x="4560088" y="34721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3" name="Hexagon 1152">
              <a:extLst>
                <a:ext uri="{FF2B5EF4-FFF2-40B4-BE49-F238E27FC236}">
                  <a16:creationId xmlns:a16="http://schemas.microsoft.com/office/drawing/2014/main" id="{EA2834EA-8DA2-4B77-BE7C-94520F1AEC6D}"/>
                </a:ext>
              </a:extLst>
            </p:cNvPr>
            <p:cNvSpPr/>
            <p:nvPr/>
          </p:nvSpPr>
          <p:spPr>
            <a:xfrm>
              <a:off x="4560087" y="32935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4" name="Hexagon 1153">
              <a:extLst>
                <a:ext uri="{FF2B5EF4-FFF2-40B4-BE49-F238E27FC236}">
                  <a16:creationId xmlns:a16="http://schemas.microsoft.com/office/drawing/2014/main" id="{6DA696ED-81A6-41F5-B591-E00292B43F24}"/>
                </a:ext>
              </a:extLst>
            </p:cNvPr>
            <p:cNvSpPr/>
            <p:nvPr/>
          </p:nvSpPr>
          <p:spPr>
            <a:xfrm>
              <a:off x="4564851" y="38292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5" name="Hexagon 1154">
              <a:extLst>
                <a:ext uri="{FF2B5EF4-FFF2-40B4-BE49-F238E27FC236}">
                  <a16:creationId xmlns:a16="http://schemas.microsoft.com/office/drawing/2014/main" id="{6C1A1C26-C82A-45DE-8604-4F81F0FCDBE1}"/>
                </a:ext>
              </a:extLst>
            </p:cNvPr>
            <p:cNvSpPr/>
            <p:nvPr/>
          </p:nvSpPr>
          <p:spPr>
            <a:xfrm>
              <a:off x="4564850" y="36506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6" name="Hexagon 1155">
              <a:extLst>
                <a:ext uri="{FF2B5EF4-FFF2-40B4-BE49-F238E27FC236}">
                  <a16:creationId xmlns:a16="http://schemas.microsoft.com/office/drawing/2014/main" id="{2B7E0DFE-BE99-476D-95D6-E1E714699CAD}"/>
                </a:ext>
              </a:extLst>
            </p:cNvPr>
            <p:cNvSpPr/>
            <p:nvPr/>
          </p:nvSpPr>
          <p:spPr>
            <a:xfrm>
              <a:off x="4800595" y="32006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23779F5E-AF30-4A8A-9828-5172390E60AC}"/>
                </a:ext>
              </a:extLst>
            </p:cNvPr>
            <p:cNvSpPr/>
            <p:nvPr/>
          </p:nvSpPr>
          <p:spPr>
            <a:xfrm>
              <a:off x="4800594" y="30220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8" name="Hexagon 1157">
              <a:extLst>
                <a:ext uri="{FF2B5EF4-FFF2-40B4-BE49-F238E27FC236}">
                  <a16:creationId xmlns:a16="http://schemas.microsoft.com/office/drawing/2014/main" id="{421854D9-70D5-4BC0-9A96-0E531339A06B}"/>
                </a:ext>
              </a:extLst>
            </p:cNvPr>
            <p:cNvSpPr/>
            <p:nvPr/>
          </p:nvSpPr>
          <p:spPr>
            <a:xfrm>
              <a:off x="4798214" y="35625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59" name="Hexagon 1158">
              <a:extLst>
                <a:ext uri="{FF2B5EF4-FFF2-40B4-BE49-F238E27FC236}">
                  <a16:creationId xmlns:a16="http://schemas.microsoft.com/office/drawing/2014/main" id="{7D7E8517-3D7C-41A8-8C3A-A36A28127BCA}"/>
                </a:ext>
              </a:extLst>
            </p:cNvPr>
            <p:cNvSpPr/>
            <p:nvPr/>
          </p:nvSpPr>
          <p:spPr>
            <a:xfrm>
              <a:off x="4798213" y="33839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0" name="Hexagon 1159">
              <a:extLst>
                <a:ext uri="{FF2B5EF4-FFF2-40B4-BE49-F238E27FC236}">
                  <a16:creationId xmlns:a16="http://schemas.microsoft.com/office/drawing/2014/main" id="{FFEB3439-8493-42EB-AC69-5E88ED9AB776}"/>
                </a:ext>
              </a:extLst>
            </p:cNvPr>
            <p:cNvSpPr/>
            <p:nvPr/>
          </p:nvSpPr>
          <p:spPr>
            <a:xfrm>
              <a:off x="4786308" y="39150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1" name="Hexagon 1160">
              <a:extLst>
                <a:ext uri="{FF2B5EF4-FFF2-40B4-BE49-F238E27FC236}">
                  <a16:creationId xmlns:a16="http://schemas.microsoft.com/office/drawing/2014/main" id="{88976423-057F-4F38-990D-62E7F07954E5}"/>
                </a:ext>
              </a:extLst>
            </p:cNvPr>
            <p:cNvSpPr/>
            <p:nvPr/>
          </p:nvSpPr>
          <p:spPr>
            <a:xfrm>
              <a:off x="4786307" y="37364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2" name="Hexagon 1161">
              <a:extLst>
                <a:ext uri="{FF2B5EF4-FFF2-40B4-BE49-F238E27FC236}">
                  <a16:creationId xmlns:a16="http://schemas.microsoft.com/office/drawing/2014/main" id="{FD639EE3-B02F-4C9B-BC3B-F0FFE6A0CA9F}"/>
                </a:ext>
              </a:extLst>
            </p:cNvPr>
            <p:cNvSpPr/>
            <p:nvPr/>
          </p:nvSpPr>
          <p:spPr>
            <a:xfrm>
              <a:off x="4560089" y="41912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3" name="Hexagon 1162">
              <a:extLst>
                <a:ext uri="{FF2B5EF4-FFF2-40B4-BE49-F238E27FC236}">
                  <a16:creationId xmlns:a16="http://schemas.microsoft.com/office/drawing/2014/main" id="{1E8B4F82-CC78-4FAD-A1E2-8587EA55AD7E}"/>
                </a:ext>
              </a:extLst>
            </p:cNvPr>
            <p:cNvSpPr/>
            <p:nvPr/>
          </p:nvSpPr>
          <p:spPr>
            <a:xfrm>
              <a:off x="4560088" y="40126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4" name="Hexagon 1163">
              <a:extLst>
                <a:ext uri="{FF2B5EF4-FFF2-40B4-BE49-F238E27FC236}">
                  <a16:creationId xmlns:a16="http://schemas.microsoft.com/office/drawing/2014/main" id="{9A4B5E7F-618D-4675-B4C9-6274DCF070CC}"/>
                </a:ext>
              </a:extLst>
            </p:cNvPr>
            <p:cNvSpPr/>
            <p:nvPr/>
          </p:nvSpPr>
          <p:spPr>
            <a:xfrm>
              <a:off x="4567233" y="45508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5" name="Hexagon 1164">
              <a:extLst>
                <a:ext uri="{FF2B5EF4-FFF2-40B4-BE49-F238E27FC236}">
                  <a16:creationId xmlns:a16="http://schemas.microsoft.com/office/drawing/2014/main" id="{453B25E7-0E62-4104-86CB-5815CECD0DFE}"/>
                </a:ext>
              </a:extLst>
            </p:cNvPr>
            <p:cNvSpPr/>
            <p:nvPr/>
          </p:nvSpPr>
          <p:spPr>
            <a:xfrm>
              <a:off x="4567232" y="43722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6" name="Hexagon 1165">
              <a:extLst>
                <a:ext uri="{FF2B5EF4-FFF2-40B4-BE49-F238E27FC236}">
                  <a16:creationId xmlns:a16="http://schemas.microsoft.com/office/drawing/2014/main" id="{1C159F0E-7136-496D-94E8-F7426F3390F6}"/>
                </a:ext>
              </a:extLst>
            </p:cNvPr>
            <p:cNvSpPr/>
            <p:nvPr/>
          </p:nvSpPr>
          <p:spPr>
            <a:xfrm>
              <a:off x="4795833" y="42793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7" name="Hexagon 1166">
              <a:extLst>
                <a:ext uri="{FF2B5EF4-FFF2-40B4-BE49-F238E27FC236}">
                  <a16:creationId xmlns:a16="http://schemas.microsoft.com/office/drawing/2014/main" id="{25052191-62E1-4CBB-9B25-E9208E16E0D9}"/>
                </a:ext>
              </a:extLst>
            </p:cNvPr>
            <p:cNvSpPr/>
            <p:nvPr/>
          </p:nvSpPr>
          <p:spPr>
            <a:xfrm>
              <a:off x="4795832" y="40983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8" name="Hexagon 1167">
              <a:extLst>
                <a:ext uri="{FF2B5EF4-FFF2-40B4-BE49-F238E27FC236}">
                  <a16:creationId xmlns:a16="http://schemas.microsoft.com/office/drawing/2014/main" id="{7AFE8DF6-86BA-4ED2-8654-C25D7C86631E}"/>
                </a:ext>
              </a:extLst>
            </p:cNvPr>
            <p:cNvSpPr/>
            <p:nvPr/>
          </p:nvSpPr>
          <p:spPr>
            <a:xfrm>
              <a:off x="4798214" y="46436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69" name="Hexagon 1168">
              <a:extLst>
                <a:ext uri="{FF2B5EF4-FFF2-40B4-BE49-F238E27FC236}">
                  <a16:creationId xmlns:a16="http://schemas.microsoft.com/office/drawing/2014/main" id="{1DBCEE8F-D0F8-4A60-BB6A-623BB1CCE22A}"/>
                </a:ext>
              </a:extLst>
            </p:cNvPr>
            <p:cNvSpPr/>
            <p:nvPr/>
          </p:nvSpPr>
          <p:spPr>
            <a:xfrm>
              <a:off x="4802975" y="44603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73" name="Hexagon 1172">
              <a:extLst>
                <a:ext uri="{FF2B5EF4-FFF2-40B4-BE49-F238E27FC236}">
                  <a16:creationId xmlns:a16="http://schemas.microsoft.com/office/drawing/2014/main" id="{FBF36D5D-CC2C-4DFA-AA12-6EF378BF09B3}"/>
                </a:ext>
              </a:extLst>
            </p:cNvPr>
            <p:cNvSpPr/>
            <p:nvPr/>
          </p:nvSpPr>
          <p:spPr>
            <a:xfrm>
              <a:off x="4793452" y="50032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74" name="Hexagon 1173">
              <a:extLst>
                <a:ext uri="{FF2B5EF4-FFF2-40B4-BE49-F238E27FC236}">
                  <a16:creationId xmlns:a16="http://schemas.microsoft.com/office/drawing/2014/main" id="{59C1201A-BBA9-46C3-BFDB-70ED1992568A}"/>
                </a:ext>
              </a:extLst>
            </p:cNvPr>
            <p:cNvSpPr/>
            <p:nvPr/>
          </p:nvSpPr>
          <p:spPr>
            <a:xfrm>
              <a:off x="4795833" y="48270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75" name="Hexagon 1174">
              <a:extLst>
                <a:ext uri="{FF2B5EF4-FFF2-40B4-BE49-F238E27FC236}">
                  <a16:creationId xmlns:a16="http://schemas.microsoft.com/office/drawing/2014/main" id="{5287A7AA-1FEF-4822-AF01-F9BBC15C427A}"/>
                </a:ext>
              </a:extLst>
            </p:cNvPr>
            <p:cNvSpPr/>
            <p:nvPr/>
          </p:nvSpPr>
          <p:spPr>
            <a:xfrm>
              <a:off x="4786308" y="53532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76" name="Hexagon 1175">
              <a:extLst>
                <a:ext uri="{FF2B5EF4-FFF2-40B4-BE49-F238E27FC236}">
                  <a16:creationId xmlns:a16="http://schemas.microsoft.com/office/drawing/2014/main" id="{2B70D0CE-85A1-4FD5-AAE2-EB1D55A9FCCF}"/>
                </a:ext>
              </a:extLst>
            </p:cNvPr>
            <p:cNvSpPr/>
            <p:nvPr/>
          </p:nvSpPr>
          <p:spPr>
            <a:xfrm>
              <a:off x="4788689" y="51770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83" name="Hexagon 1182">
              <a:extLst>
                <a:ext uri="{FF2B5EF4-FFF2-40B4-BE49-F238E27FC236}">
                  <a16:creationId xmlns:a16="http://schemas.microsoft.com/office/drawing/2014/main" id="{8ABCB650-3313-4BEA-9C3F-318274793A85}"/>
                </a:ext>
              </a:extLst>
            </p:cNvPr>
            <p:cNvSpPr/>
            <p:nvPr/>
          </p:nvSpPr>
          <p:spPr>
            <a:xfrm>
              <a:off x="5029196" y="47413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84" name="Hexagon 1183">
              <a:extLst>
                <a:ext uri="{FF2B5EF4-FFF2-40B4-BE49-F238E27FC236}">
                  <a16:creationId xmlns:a16="http://schemas.microsoft.com/office/drawing/2014/main" id="{65384042-75A4-43F1-9EE6-C15FB32E24E5}"/>
                </a:ext>
              </a:extLst>
            </p:cNvPr>
            <p:cNvSpPr/>
            <p:nvPr/>
          </p:nvSpPr>
          <p:spPr>
            <a:xfrm>
              <a:off x="5024434" y="51008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85" name="Hexagon 1184">
              <a:extLst>
                <a:ext uri="{FF2B5EF4-FFF2-40B4-BE49-F238E27FC236}">
                  <a16:creationId xmlns:a16="http://schemas.microsoft.com/office/drawing/2014/main" id="{54E3BE2B-D433-464E-8AF0-CA898727B3CB}"/>
                </a:ext>
              </a:extLst>
            </p:cNvPr>
            <p:cNvSpPr/>
            <p:nvPr/>
          </p:nvSpPr>
          <p:spPr>
            <a:xfrm>
              <a:off x="5026815" y="49246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86" name="Hexagon 1185">
              <a:extLst>
                <a:ext uri="{FF2B5EF4-FFF2-40B4-BE49-F238E27FC236}">
                  <a16:creationId xmlns:a16="http://schemas.microsoft.com/office/drawing/2014/main" id="{3CB9CDEF-1AE7-4629-8E43-BB52C053671E}"/>
                </a:ext>
              </a:extLst>
            </p:cNvPr>
            <p:cNvSpPr/>
            <p:nvPr/>
          </p:nvSpPr>
          <p:spPr>
            <a:xfrm>
              <a:off x="5017290" y="54509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87" name="Hexagon 1186">
              <a:extLst>
                <a:ext uri="{FF2B5EF4-FFF2-40B4-BE49-F238E27FC236}">
                  <a16:creationId xmlns:a16="http://schemas.microsoft.com/office/drawing/2014/main" id="{91B84970-8362-429F-8626-B6FC306924F4}"/>
                </a:ext>
              </a:extLst>
            </p:cNvPr>
            <p:cNvSpPr/>
            <p:nvPr/>
          </p:nvSpPr>
          <p:spPr>
            <a:xfrm>
              <a:off x="5019671" y="52747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88" name="Hexagon 1187">
              <a:extLst>
                <a:ext uri="{FF2B5EF4-FFF2-40B4-BE49-F238E27FC236}">
                  <a16:creationId xmlns:a16="http://schemas.microsoft.com/office/drawing/2014/main" id="{02ADD0A4-2503-4805-B3E0-AC973112E4C0}"/>
                </a:ext>
              </a:extLst>
            </p:cNvPr>
            <p:cNvSpPr/>
            <p:nvPr/>
          </p:nvSpPr>
          <p:spPr>
            <a:xfrm>
              <a:off x="5260177" y="46412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89" name="Hexagon 1188">
              <a:extLst>
                <a:ext uri="{FF2B5EF4-FFF2-40B4-BE49-F238E27FC236}">
                  <a16:creationId xmlns:a16="http://schemas.microsoft.com/office/drawing/2014/main" id="{A498BE0E-E3CD-4EE1-BDC7-3D80B73825D4}"/>
                </a:ext>
              </a:extLst>
            </p:cNvPr>
            <p:cNvSpPr/>
            <p:nvPr/>
          </p:nvSpPr>
          <p:spPr>
            <a:xfrm>
              <a:off x="5255415" y="50032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0" name="Hexagon 1189">
              <a:extLst>
                <a:ext uri="{FF2B5EF4-FFF2-40B4-BE49-F238E27FC236}">
                  <a16:creationId xmlns:a16="http://schemas.microsoft.com/office/drawing/2014/main" id="{628D556B-352A-4EC3-9D93-DDB0CF0111C6}"/>
                </a:ext>
              </a:extLst>
            </p:cNvPr>
            <p:cNvSpPr/>
            <p:nvPr/>
          </p:nvSpPr>
          <p:spPr>
            <a:xfrm>
              <a:off x="5257796" y="48246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1" name="Hexagon 1190">
              <a:extLst>
                <a:ext uri="{FF2B5EF4-FFF2-40B4-BE49-F238E27FC236}">
                  <a16:creationId xmlns:a16="http://schemas.microsoft.com/office/drawing/2014/main" id="{24597331-8A59-4744-93E7-D7FCC14EF2B7}"/>
                </a:ext>
              </a:extLst>
            </p:cNvPr>
            <p:cNvSpPr/>
            <p:nvPr/>
          </p:nvSpPr>
          <p:spPr>
            <a:xfrm>
              <a:off x="5248271" y="53532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2" name="Hexagon 1191">
              <a:extLst>
                <a:ext uri="{FF2B5EF4-FFF2-40B4-BE49-F238E27FC236}">
                  <a16:creationId xmlns:a16="http://schemas.microsoft.com/office/drawing/2014/main" id="{C361F663-11EB-4299-B9FE-3AD7991091B6}"/>
                </a:ext>
              </a:extLst>
            </p:cNvPr>
            <p:cNvSpPr/>
            <p:nvPr/>
          </p:nvSpPr>
          <p:spPr>
            <a:xfrm>
              <a:off x="5250652" y="51770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3" name="Hexagon 1192">
              <a:extLst>
                <a:ext uri="{FF2B5EF4-FFF2-40B4-BE49-F238E27FC236}">
                  <a16:creationId xmlns:a16="http://schemas.microsoft.com/office/drawing/2014/main" id="{1073E21E-DDE5-43FF-B843-4FBC26D09C26}"/>
                </a:ext>
              </a:extLst>
            </p:cNvPr>
            <p:cNvSpPr/>
            <p:nvPr/>
          </p:nvSpPr>
          <p:spPr>
            <a:xfrm>
              <a:off x="5498302" y="41960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4" name="Hexagon 1193">
              <a:extLst>
                <a:ext uri="{FF2B5EF4-FFF2-40B4-BE49-F238E27FC236}">
                  <a16:creationId xmlns:a16="http://schemas.microsoft.com/office/drawing/2014/main" id="{19258F68-5B74-4ECF-A14B-CF4F24DE5235}"/>
                </a:ext>
              </a:extLst>
            </p:cNvPr>
            <p:cNvSpPr/>
            <p:nvPr/>
          </p:nvSpPr>
          <p:spPr>
            <a:xfrm>
              <a:off x="5493540" y="45555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5" name="Hexagon 1194">
              <a:extLst>
                <a:ext uri="{FF2B5EF4-FFF2-40B4-BE49-F238E27FC236}">
                  <a16:creationId xmlns:a16="http://schemas.microsoft.com/office/drawing/2014/main" id="{66C500B3-8077-4475-A17B-AEDCB6591EE0}"/>
                </a:ext>
              </a:extLst>
            </p:cNvPr>
            <p:cNvSpPr/>
            <p:nvPr/>
          </p:nvSpPr>
          <p:spPr>
            <a:xfrm>
              <a:off x="5495921" y="43793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6" name="Hexagon 1195">
              <a:extLst>
                <a:ext uri="{FF2B5EF4-FFF2-40B4-BE49-F238E27FC236}">
                  <a16:creationId xmlns:a16="http://schemas.microsoft.com/office/drawing/2014/main" id="{B6BA6F8D-016F-4142-A596-334A23DC2066}"/>
                </a:ext>
              </a:extLst>
            </p:cNvPr>
            <p:cNvSpPr/>
            <p:nvPr/>
          </p:nvSpPr>
          <p:spPr>
            <a:xfrm>
              <a:off x="5486396" y="49056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7" name="Hexagon 1196">
              <a:extLst>
                <a:ext uri="{FF2B5EF4-FFF2-40B4-BE49-F238E27FC236}">
                  <a16:creationId xmlns:a16="http://schemas.microsoft.com/office/drawing/2014/main" id="{A9AB0975-90D9-43A7-AD93-A716801372BB}"/>
                </a:ext>
              </a:extLst>
            </p:cNvPr>
            <p:cNvSpPr/>
            <p:nvPr/>
          </p:nvSpPr>
          <p:spPr>
            <a:xfrm>
              <a:off x="5488777" y="47294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8" name="Hexagon 1197">
              <a:extLst>
                <a:ext uri="{FF2B5EF4-FFF2-40B4-BE49-F238E27FC236}">
                  <a16:creationId xmlns:a16="http://schemas.microsoft.com/office/drawing/2014/main" id="{0A677E88-7E6F-4E04-90D4-1DA0F73EBDED}"/>
                </a:ext>
              </a:extLst>
            </p:cNvPr>
            <p:cNvSpPr/>
            <p:nvPr/>
          </p:nvSpPr>
          <p:spPr>
            <a:xfrm>
              <a:off x="5024435" y="3834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199" name="Hexagon 1198">
              <a:extLst>
                <a:ext uri="{FF2B5EF4-FFF2-40B4-BE49-F238E27FC236}">
                  <a16:creationId xmlns:a16="http://schemas.microsoft.com/office/drawing/2014/main" id="{DCD73873-5933-42A4-B535-A9A4B28EAC42}"/>
                </a:ext>
              </a:extLst>
            </p:cNvPr>
            <p:cNvSpPr/>
            <p:nvPr/>
          </p:nvSpPr>
          <p:spPr>
            <a:xfrm>
              <a:off x="5029197" y="42007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0" name="Hexagon 1199">
              <a:extLst>
                <a:ext uri="{FF2B5EF4-FFF2-40B4-BE49-F238E27FC236}">
                  <a16:creationId xmlns:a16="http://schemas.microsoft.com/office/drawing/2014/main" id="{5E4BC378-31F8-42B0-A173-BD8A0453E7EB}"/>
                </a:ext>
              </a:extLst>
            </p:cNvPr>
            <p:cNvSpPr/>
            <p:nvPr/>
          </p:nvSpPr>
          <p:spPr>
            <a:xfrm>
              <a:off x="5022054" y="40174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1" name="Hexagon 1200">
              <a:extLst>
                <a:ext uri="{FF2B5EF4-FFF2-40B4-BE49-F238E27FC236}">
                  <a16:creationId xmlns:a16="http://schemas.microsoft.com/office/drawing/2014/main" id="{80B7125D-FC43-4630-A35C-A0256DF98FFF}"/>
                </a:ext>
              </a:extLst>
            </p:cNvPr>
            <p:cNvSpPr/>
            <p:nvPr/>
          </p:nvSpPr>
          <p:spPr>
            <a:xfrm>
              <a:off x="5024434" y="45579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2" name="Hexagon 1201">
              <a:extLst>
                <a:ext uri="{FF2B5EF4-FFF2-40B4-BE49-F238E27FC236}">
                  <a16:creationId xmlns:a16="http://schemas.microsoft.com/office/drawing/2014/main" id="{6B9E4C5E-15B4-4647-935F-FA38E8C29091}"/>
                </a:ext>
              </a:extLst>
            </p:cNvPr>
            <p:cNvSpPr/>
            <p:nvPr/>
          </p:nvSpPr>
          <p:spPr>
            <a:xfrm>
              <a:off x="5026815" y="43817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3" name="Hexagon 1202">
              <a:extLst>
                <a:ext uri="{FF2B5EF4-FFF2-40B4-BE49-F238E27FC236}">
                  <a16:creationId xmlns:a16="http://schemas.microsoft.com/office/drawing/2014/main" id="{A64CBD2F-400B-4375-9048-119AD4A6118D}"/>
                </a:ext>
              </a:extLst>
            </p:cNvPr>
            <p:cNvSpPr/>
            <p:nvPr/>
          </p:nvSpPr>
          <p:spPr>
            <a:xfrm>
              <a:off x="5262560" y="39245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4" name="Hexagon 1203">
              <a:extLst>
                <a:ext uri="{FF2B5EF4-FFF2-40B4-BE49-F238E27FC236}">
                  <a16:creationId xmlns:a16="http://schemas.microsoft.com/office/drawing/2014/main" id="{C15C152F-3B23-42F6-BE3E-D54260BB87C9}"/>
                </a:ext>
              </a:extLst>
            </p:cNvPr>
            <p:cNvSpPr/>
            <p:nvPr/>
          </p:nvSpPr>
          <p:spPr>
            <a:xfrm>
              <a:off x="5260179" y="41078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5" name="Hexagon 1204">
              <a:extLst>
                <a:ext uri="{FF2B5EF4-FFF2-40B4-BE49-F238E27FC236}">
                  <a16:creationId xmlns:a16="http://schemas.microsoft.com/office/drawing/2014/main" id="{44BDFB16-EAEB-46EF-BEDF-CD6A967F045D}"/>
                </a:ext>
              </a:extLst>
            </p:cNvPr>
            <p:cNvSpPr/>
            <p:nvPr/>
          </p:nvSpPr>
          <p:spPr>
            <a:xfrm>
              <a:off x="5262558" y="44698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6" name="Hexagon 1205">
              <a:extLst>
                <a:ext uri="{FF2B5EF4-FFF2-40B4-BE49-F238E27FC236}">
                  <a16:creationId xmlns:a16="http://schemas.microsoft.com/office/drawing/2014/main" id="{DF42AE51-50A8-4AFE-A76B-21FE3B2E2C5D}"/>
                </a:ext>
              </a:extLst>
            </p:cNvPr>
            <p:cNvSpPr/>
            <p:nvPr/>
          </p:nvSpPr>
          <p:spPr>
            <a:xfrm>
              <a:off x="5036338" y="31149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7" name="Hexagon 1206">
              <a:extLst>
                <a:ext uri="{FF2B5EF4-FFF2-40B4-BE49-F238E27FC236}">
                  <a16:creationId xmlns:a16="http://schemas.microsoft.com/office/drawing/2014/main" id="{A8D42A4D-2B88-4FC5-B2BE-299704F58D18}"/>
                </a:ext>
              </a:extLst>
            </p:cNvPr>
            <p:cNvSpPr/>
            <p:nvPr/>
          </p:nvSpPr>
          <p:spPr>
            <a:xfrm>
              <a:off x="5024432" y="36554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08" name="Hexagon 1207">
              <a:extLst>
                <a:ext uri="{FF2B5EF4-FFF2-40B4-BE49-F238E27FC236}">
                  <a16:creationId xmlns:a16="http://schemas.microsoft.com/office/drawing/2014/main" id="{1E78F3F0-CC0F-45BF-A2ED-6F57990A33F7}"/>
                </a:ext>
              </a:extLst>
            </p:cNvPr>
            <p:cNvSpPr/>
            <p:nvPr/>
          </p:nvSpPr>
          <p:spPr>
            <a:xfrm>
              <a:off x="5029194" y="34697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11" name="Hexagon 1210">
              <a:extLst>
                <a:ext uri="{FF2B5EF4-FFF2-40B4-BE49-F238E27FC236}">
                  <a16:creationId xmlns:a16="http://schemas.microsoft.com/office/drawing/2014/main" id="{002AB8BB-5235-4B84-9E80-35A36DA132EC}"/>
                </a:ext>
              </a:extLst>
            </p:cNvPr>
            <p:cNvSpPr/>
            <p:nvPr/>
          </p:nvSpPr>
          <p:spPr>
            <a:xfrm>
              <a:off x="1040601" y="40936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13" name="Hexagon 1212">
              <a:extLst>
                <a:ext uri="{FF2B5EF4-FFF2-40B4-BE49-F238E27FC236}">
                  <a16:creationId xmlns:a16="http://schemas.microsoft.com/office/drawing/2014/main" id="{2A32C883-95E2-40DD-8748-BF8D625E04DB}"/>
                </a:ext>
              </a:extLst>
            </p:cNvPr>
            <p:cNvSpPr/>
            <p:nvPr/>
          </p:nvSpPr>
          <p:spPr>
            <a:xfrm>
              <a:off x="800095" y="45460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8" name="3级">
            <a:extLst>
              <a:ext uri="{FF2B5EF4-FFF2-40B4-BE49-F238E27FC236}">
                <a16:creationId xmlns:a16="http://schemas.microsoft.com/office/drawing/2014/main" id="{957611EA-3031-42A9-A1F2-2589A3E88D33}"/>
              </a:ext>
            </a:extLst>
          </p:cNvPr>
          <p:cNvGrpSpPr/>
          <p:nvPr/>
        </p:nvGrpSpPr>
        <p:grpSpPr>
          <a:xfrm>
            <a:off x="639080" y="6298970"/>
            <a:ext cx="5927658" cy="4052115"/>
            <a:chOff x="-134667" y="5893857"/>
            <a:chExt cx="5927658" cy="4052115"/>
          </a:xfrm>
        </p:grpSpPr>
        <p:sp>
          <p:nvSpPr>
            <p:cNvPr id="1551" name="Hexagon 1550">
              <a:extLst>
                <a:ext uri="{FF2B5EF4-FFF2-40B4-BE49-F238E27FC236}">
                  <a16:creationId xmlns:a16="http://schemas.microsoft.com/office/drawing/2014/main" id="{AB33384C-E533-48CA-8CDE-11019487BE00}"/>
                </a:ext>
              </a:extLst>
            </p:cNvPr>
            <p:cNvSpPr/>
            <p:nvPr/>
          </p:nvSpPr>
          <p:spPr>
            <a:xfrm>
              <a:off x="5249325" y="75095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6" name="Hexagon 515">
              <a:extLst>
                <a:ext uri="{FF2B5EF4-FFF2-40B4-BE49-F238E27FC236}">
                  <a16:creationId xmlns:a16="http://schemas.microsoft.com/office/drawing/2014/main" id="{B2287B17-D5EF-4471-84C6-DFE8342337E7}"/>
                </a:ext>
              </a:extLst>
            </p:cNvPr>
            <p:cNvSpPr/>
            <p:nvPr/>
          </p:nvSpPr>
          <p:spPr>
            <a:xfrm>
              <a:off x="5488811" y="7233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7" name="Hexagon 516">
              <a:extLst>
                <a:ext uri="{FF2B5EF4-FFF2-40B4-BE49-F238E27FC236}">
                  <a16:creationId xmlns:a16="http://schemas.microsoft.com/office/drawing/2014/main" id="{AE550221-760B-4292-BEFC-6DF2E313C481}"/>
                </a:ext>
              </a:extLst>
            </p:cNvPr>
            <p:cNvSpPr/>
            <p:nvPr/>
          </p:nvSpPr>
          <p:spPr>
            <a:xfrm>
              <a:off x="5486152" y="70535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8" name="Hexagon 517">
              <a:extLst>
                <a:ext uri="{FF2B5EF4-FFF2-40B4-BE49-F238E27FC236}">
                  <a16:creationId xmlns:a16="http://schemas.microsoft.com/office/drawing/2014/main" id="{B3010AB9-5D44-4165-8616-4DC04BDCFE72}"/>
                </a:ext>
              </a:extLst>
            </p:cNvPr>
            <p:cNvSpPr/>
            <p:nvPr/>
          </p:nvSpPr>
          <p:spPr>
            <a:xfrm>
              <a:off x="5253702" y="7871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9" name="Hexagon 518">
              <a:extLst>
                <a:ext uri="{FF2B5EF4-FFF2-40B4-BE49-F238E27FC236}">
                  <a16:creationId xmlns:a16="http://schemas.microsoft.com/office/drawing/2014/main" id="{F7DCEC73-BF8E-481D-B84B-5839F1852CE4}"/>
                </a:ext>
              </a:extLst>
            </p:cNvPr>
            <p:cNvSpPr/>
            <p:nvPr/>
          </p:nvSpPr>
          <p:spPr>
            <a:xfrm>
              <a:off x="5251043" y="76910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0" name="Hexagon 519">
              <a:extLst>
                <a:ext uri="{FF2B5EF4-FFF2-40B4-BE49-F238E27FC236}">
                  <a16:creationId xmlns:a16="http://schemas.microsoft.com/office/drawing/2014/main" id="{6EA916BA-59B0-408D-AB75-3AB8E54B289B}"/>
                </a:ext>
              </a:extLst>
            </p:cNvPr>
            <p:cNvSpPr/>
            <p:nvPr/>
          </p:nvSpPr>
          <p:spPr>
            <a:xfrm>
              <a:off x="5253702" y="80517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1" name="Hexagon 520">
              <a:extLst>
                <a:ext uri="{FF2B5EF4-FFF2-40B4-BE49-F238E27FC236}">
                  <a16:creationId xmlns:a16="http://schemas.microsoft.com/office/drawing/2014/main" id="{5A526927-18A5-46D9-96E5-2AEEC5AF4EE5}"/>
                </a:ext>
              </a:extLst>
            </p:cNvPr>
            <p:cNvSpPr/>
            <p:nvPr/>
          </p:nvSpPr>
          <p:spPr>
            <a:xfrm>
              <a:off x="5246852" y="67881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" name="Hexagon 521">
              <a:extLst>
                <a:ext uri="{FF2B5EF4-FFF2-40B4-BE49-F238E27FC236}">
                  <a16:creationId xmlns:a16="http://schemas.microsoft.com/office/drawing/2014/main" id="{FE11F8F9-67D3-472D-A308-3DAF3589EA25}"/>
                </a:ext>
              </a:extLst>
            </p:cNvPr>
            <p:cNvSpPr/>
            <p:nvPr/>
          </p:nvSpPr>
          <p:spPr>
            <a:xfrm>
              <a:off x="5251229" y="7147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3" name="Hexagon 522">
              <a:extLst>
                <a:ext uri="{FF2B5EF4-FFF2-40B4-BE49-F238E27FC236}">
                  <a16:creationId xmlns:a16="http://schemas.microsoft.com/office/drawing/2014/main" id="{1DDAD337-81CC-4C88-9113-91521FCA8EE3}"/>
                </a:ext>
              </a:extLst>
            </p:cNvPr>
            <p:cNvSpPr/>
            <p:nvPr/>
          </p:nvSpPr>
          <p:spPr>
            <a:xfrm>
              <a:off x="5248570" y="69672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4" name="Hexagon 523">
              <a:extLst>
                <a:ext uri="{FF2B5EF4-FFF2-40B4-BE49-F238E27FC236}">
                  <a16:creationId xmlns:a16="http://schemas.microsoft.com/office/drawing/2014/main" id="{9ABF17CD-3F3E-4E2C-A7C0-D3EC2FDAED5D}"/>
                </a:ext>
              </a:extLst>
            </p:cNvPr>
            <p:cNvSpPr/>
            <p:nvPr/>
          </p:nvSpPr>
          <p:spPr>
            <a:xfrm>
              <a:off x="5251229" y="73280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5" name="Hexagon 524">
              <a:extLst>
                <a:ext uri="{FF2B5EF4-FFF2-40B4-BE49-F238E27FC236}">
                  <a16:creationId xmlns:a16="http://schemas.microsoft.com/office/drawing/2014/main" id="{44AFC8F0-E88E-4DE0-B4B2-2CAB36D8641B}"/>
                </a:ext>
              </a:extLst>
            </p:cNvPr>
            <p:cNvSpPr/>
            <p:nvPr/>
          </p:nvSpPr>
          <p:spPr>
            <a:xfrm>
              <a:off x="5246852" y="66078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6" name="Hexagon 525">
              <a:extLst>
                <a:ext uri="{FF2B5EF4-FFF2-40B4-BE49-F238E27FC236}">
                  <a16:creationId xmlns:a16="http://schemas.microsoft.com/office/drawing/2014/main" id="{F155A234-A3C0-4C5F-8111-34F90ECEEAC7}"/>
                </a:ext>
              </a:extLst>
            </p:cNvPr>
            <p:cNvSpPr/>
            <p:nvPr/>
          </p:nvSpPr>
          <p:spPr>
            <a:xfrm>
              <a:off x="5248940" y="64257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7" name="Hexagon 526">
              <a:extLst>
                <a:ext uri="{FF2B5EF4-FFF2-40B4-BE49-F238E27FC236}">
                  <a16:creationId xmlns:a16="http://schemas.microsoft.com/office/drawing/2014/main" id="{525308FE-8DC4-401D-9459-A6E2804923BB}"/>
                </a:ext>
              </a:extLst>
            </p:cNvPr>
            <p:cNvSpPr/>
            <p:nvPr/>
          </p:nvSpPr>
          <p:spPr>
            <a:xfrm>
              <a:off x="5248940" y="62454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1" name="Hexagon 540">
              <a:extLst>
                <a:ext uri="{FF2B5EF4-FFF2-40B4-BE49-F238E27FC236}">
                  <a16:creationId xmlns:a16="http://schemas.microsoft.com/office/drawing/2014/main" id="{00CD890E-4608-45B5-A55A-B0BC2466E6CD}"/>
                </a:ext>
              </a:extLst>
            </p:cNvPr>
            <p:cNvSpPr/>
            <p:nvPr/>
          </p:nvSpPr>
          <p:spPr>
            <a:xfrm>
              <a:off x="5011901" y="67004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2" name="Hexagon 541">
              <a:extLst>
                <a:ext uri="{FF2B5EF4-FFF2-40B4-BE49-F238E27FC236}">
                  <a16:creationId xmlns:a16="http://schemas.microsoft.com/office/drawing/2014/main" id="{B4B516EE-846F-4270-BBB4-96802606FE49}"/>
                </a:ext>
              </a:extLst>
            </p:cNvPr>
            <p:cNvSpPr/>
            <p:nvPr/>
          </p:nvSpPr>
          <p:spPr>
            <a:xfrm>
              <a:off x="5013619" y="68795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3" name="Hexagon 542">
              <a:extLst>
                <a:ext uri="{FF2B5EF4-FFF2-40B4-BE49-F238E27FC236}">
                  <a16:creationId xmlns:a16="http://schemas.microsoft.com/office/drawing/2014/main" id="{66B0B706-7615-4CA4-AC9F-C25144067D35}"/>
                </a:ext>
              </a:extLst>
            </p:cNvPr>
            <p:cNvSpPr/>
            <p:nvPr/>
          </p:nvSpPr>
          <p:spPr>
            <a:xfrm>
              <a:off x="5011901" y="65201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4" name="Hexagon 543">
              <a:extLst>
                <a:ext uri="{FF2B5EF4-FFF2-40B4-BE49-F238E27FC236}">
                  <a16:creationId xmlns:a16="http://schemas.microsoft.com/office/drawing/2014/main" id="{9001D484-452B-4F7F-B573-6B2489AAB6E5}"/>
                </a:ext>
              </a:extLst>
            </p:cNvPr>
            <p:cNvSpPr/>
            <p:nvPr/>
          </p:nvSpPr>
          <p:spPr>
            <a:xfrm>
              <a:off x="5013989" y="63380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5" name="Hexagon 544">
              <a:extLst>
                <a:ext uri="{FF2B5EF4-FFF2-40B4-BE49-F238E27FC236}">
                  <a16:creationId xmlns:a16="http://schemas.microsoft.com/office/drawing/2014/main" id="{82AE03F9-AF4C-47A3-8CFD-F7129230E709}"/>
                </a:ext>
              </a:extLst>
            </p:cNvPr>
            <p:cNvSpPr/>
            <p:nvPr/>
          </p:nvSpPr>
          <p:spPr>
            <a:xfrm>
              <a:off x="5013989" y="61577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6" name="Hexagon 545">
              <a:extLst>
                <a:ext uri="{FF2B5EF4-FFF2-40B4-BE49-F238E27FC236}">
                  <a16:creationId xmlns:a16="http://schemas.microsoft.com/office/drawing/2014/main" id="{FD9BF856-B24B-49F9-8790-8083799B2899}"/>
                </a:ext>
              </a:extLst>
            </p:cNvPr>
            <p:cNvSpPr/>
            <p:nvPr/>
          </p:nvSpPr>
          <p:spPr>
            <a:xfrm>
              <a:off x="5012781" y="7600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7" name="Hexagon 546">
              <a:extLst>
                <a:ext uri="{FF2B5EF4-FFF2-40B4-BE49-F238E27FC236}">
                  <a16:creationId xmlns:a16="http://schemas.microsoft.com/office/drawing/2014/main" id="{E095CC06-FF47-4C9B-B443-5C28D0BDFE08}"/>
                </a:ext>
              </a:extLst>
            </p:cNvPr>
            <p:cNvSpPr/>
            <p:nvPr/>
          </p:nvSpPr>
          <p:spPr>
            <a:xfrm>
              <a:off x="5014499" y="77797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8" name="Hexagon 547">
              <a:extLst>
                <a:ext uri="{FF2B5EF4-FFF2-40B4-BE49-F238E27FC236}">
                  <a16:creationId xmlns:a16="http://schemas.microsoft.com/office/drawing/2014/main" id="{65B086C7-9BEE-4428-9BF1-2E56DED5580C}"/>
                </a:ext>
              </a:extLst>
            </p:cNvPr>
            <p:cNvSpPr/>
            <p:nvPr/>
          </p:nvSpPr>
          <p:spPr>
            <a:xfrm>
              <a:off x="5012781" y="7420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49" name="Hexagon 548">
              <a:extLst>
                <a:ext uri="{FF2B5EF4-FFF2-40B4-BE49-F238E27FC236}">
                  <a16:creationId xmlns:a16="http://schemas.microsoft.com/office/drawing/2014/main" id="{E5AE8E1E-13F3-4B9E-9088-E0E82C34D950}"/>
                </a:ext>
              </a:extLst>
            </p:cNvPr>
            <p:cNvSpPr/>
            <p:nvPr/>
          </p:nvSpPr>
          <p:spPr>
            <a:xfrm>
              <a:off x="5014869" y="72382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0" name="Hexagon 549">
              <a:extLst>
                <a:ext uri="{FF2B5EF4-FFF2-40B4-BE49-F238E27FC236}">
                  <a16:creationId xmlns:a16="http://schemas.microsoft.com/office/drawing/2014/main" id="{07A7CE9F-4D85-4242-A6C4-EAE0823D93C7}"/>
                </a:ext>
              </a:extLst>
            </p:cNvPr>
            <p:cNvSpPr/>
            <p:nvPr/>
          </p:nvSpPr>
          <p:spPr>
            <a:xfrm>
              <a:off x="5014869" y="70578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1" name="Hexagon 550">
              <a:extLst>
                <a:ext uri="{FF2B5EF4-FFF2-40B4-BE49-F238E27FC236}">
                  <a16:creationId xmlns:a16="http://schemas.microsoft.com/office/drawing/2014/main" id="{85275A19-967E-4461-B1F7-C50141FDD305}"/>
                </a:ext>
              </a:extLst>
            </p:cNvPr>
            <p:cNvSpPr/>
            <p:nvPr/>
          </p:nvSpPr>
          <p:spPr>
            <a:xfrm>
              <a:off x="5016149" y="85000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2" name="Hexagon 551">
              <a:extLst>
                <a:ext uri="{FF2B5EF4-FFF2-40B4-BE49-F238E27FC236}">
                  <a16:creationId xmlns:a16="http://schemas.microsoft.com/office/drawing/2014/main" id="{FEF992B9-7750-4445-8E13-2F5D7AFC5D3C}"/>
                </a:ext>
              </a:extLst>
            </p:cNvPr>
            <p:cNvSpPr/>
            <p:nvPr/>
          </p:nvSpPr>
          <p:spPr>
            <a:xfrm>
              <a:off x="5017867" y="86791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3" name="Hexagon 552">
              <a:extLst>
                <a:ext uri="{FF2B5EF4-FFF2-40B4-BE49-F238E27FC236}">
                  <a16:creationId xmlns:a16="http://schemas.microsoft.com/office/drawing/2014/main" id="{3202C24D-E1B8-4D1B-BF04-C39E71324537}"/>
                </a:ext>
              </a:extLst>
            </p:cNvPr>
            <p:cNvSpPr/>
            <p:nvPr/>
          </p:nvSpPr>
          <p:spPr>
            <a:xfrm>
              <a:off x="5016149" y="83197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4" name="Hexagon 553">
              <a:extLst>
                <a:ext uri="{FF2B5EF4-FFF2-40B4-BE49-F238E27FC236}">
                  <a16:creationId xmlns:a16="http://schemas.microsoft.com/office/drawing/2014/main" id="{58CF40CC-3746-44C2-99BC-2BE4237BB973}"/>
                </a:ext>
              </a:extLst>
            </p:cNvPr>
            <p:cNvSpPr/>
            <p:nvPr/>
          </p:nvSpPr>
          <p:spPr>
            <a:xfrm>
              <a:off x="5018237" y="81376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5" name="Hexagon 554">
              <a:extLst>
                <a:ext uri="{FF2B5EF4-FFF2-40B4-BE49-F238E27FC236}">
                  <a16:creationId xmlns:a16="http://schemas.microsoft.com/office/drawing/2014/main" id="{A2956C2C-10DD-4133-9629-D7F643CBCFF4}"/>
                </a:ext>
              </a:extLst>
            </p:cNvPr>
            <p:cNvSpPr/>
            <p:nvPr/>
          </p:nvSpPr>
          <p:spPr>
            <a:xfrm>
              <a:off x="5018237" y="79572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6" name="Hexagon 555">
              <a:extLst>
                <a:ext uri="{FF2B5EF4-FFF2-40B4-BE49-F238E27FC236}">
                  <a16:creationId xmlns:a16="http://schemas.microsoft.com/office/drawing/2014/main" id="{F6CD0CD8-D9C1-4F70-9678-4688090C6975}"/>
                </a:ext>
              </a:extLst>
            </p:cNvPr>
            <p:cNvSpPr/>
            <p:nvPr/>
          </p:nvSpPr>
          <p:spPr>
            <a:xfrm>
              <a:off x="5022438" y="92253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7" name="Hexagon 556">
              <a:extLst>
                <a:ext uri="{FF2B5EF4-FFF2-40B4-BE49-F238E27FC236}">
                  <a16:creationId xmlns:a16="http://schemas.microsoft.com/office/drawing/2014/main" id="{413617AA-7337-4F9B-8511-E44EAACC5092}"/>
                </a:ext>
              </a:extLst>
            </p:cNvPr>
            <p:cNvSpPr/>
            <p:nvPr/>
          </p:nvSpPr>
          <p:spPr>
            <a:xfrm>
              <a:off x="5024156" y="94044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58" name="Hexagon 557">
              <a:extLst>
                <a:ext uri="{FF2B5EF4-FFF2-40B4-BE49-F238E27FC236}">
                  <a16:creationId xmlns:a16="http://schemas.microsoft.com/office/drawing/2014/main" id="{DEB828D8-8C32-49B9-BF0D-18C264DFECF8}"/>
                </a:ext>
              </a:extLst>
            </p:cNvPr>
            <p:cNvSpPr/>
            <p:nvPr/>
          </p:nvSpPr>
          <p:spPr>
            <a:xfrm>
              <a:off x="5022438" y="90450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66" name="Hexagon 565">
              <a:extLst>
                <a:ext uri="{FF2B5EF4-FFF2-40B4-BE49-F238E27FC236}">
                  <a16:creationId xmlns:a16="http://schemas.microsoft.com/office/drawing/2014/main" id="{9D80F6D1-C6B2-4E69-AA04-5CE276A33AE8}"/>
                </a:ext>
              </a:extLst>
            </p:cNvPr>
            <p:cNvSpPr/>
            <p:nvPr/>
          </p:nvSpPr>
          <p:spPr>
            <a:xfrm>
              <a:off x="4781825" y="84134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67" name="Hexagon 566">
              <a:extLst>
                <a:ext uri="{FF2B5EF4-FFF2-40B4-BE49-F238E27FC236}">
                  <a16:creationId xmlns:a16="http://schemas.microsoft.com/office/drawing/2014/main" id="{0F8E1EB5-B6A5-49B8-A1D0-E4C1265D4BE2}"/>
                </a:ext>
              </a:extLst>
            </p:cNvPr>
            <p:cNvSpPr/>
            <p:nvPr/>
          </p:nvSpPr>
          <p:spPr>
            <a:xfrm>
              <a:off x="4783543" y="85925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69" name="Hexagon 568">
              <a:extLst>
                <a:ext uri="{FF2B5EF4-FFF2-40B4-BE49-F238E27FC236}">
                  <a16:creationId xmlns:a16="http://schemas.microsoft.com/office/drawing/2014/main" id="{07B6B2BA-FAE1-4B60-9828-D58F5E219098}"/>
                </a:ext>
              </a:extLst>
            </p:cNvPr>
            <p:cNvSpPr/>
            <p:nvPr/>
          </p:nvSpPr>
          <p:spPr>
            <a:xfrm>
              <a:off x="4784535" y="93151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0" name="Hexagon 569">
              <a:extLst>
                <a:ext uri="{FF2B5EF4-FFF2-40B4-BE49-F238E27FC236}">
                  <a16:creationId xmlns:a16="http://schemas.microsoft.com/office/drawing/2014/main" id="{E5CCB8FD-AD41-4DA4-9B72-D66F729B9BC7}"/>
                </a:ext>
              </a:extLst>
            </p:cNvPr>
            <p:cNvSpPr/>
            <p:nvPr/>
          </p:nvSpPr>
          <p:spPr>
            <a:xfrm>
              <a:off x="4784531" y="91367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1" name="Hexagon 570">
              <a:extLst>
                <a:ext uri="{FF2B5EF4-FFF2-40B4-BE49-F238E27FC236}">
                  <a16:creationId xmlns:a16="http://schemas.microsoft.com/office/drawing/2014/main" id="{B932FD5C-0AED-41E5-81BA-B7AED1A2C5FA}"/>
                </a:ext>
              </a:extLst>
            </p:cNvPr>
            <p:cNvSpPr/>
            <p:nvPr/>
          </p:nvSpPr>
          <p:spPr>
            <a:xfrm>
              <a:off x="4787281" y="89551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2" name="Hexagon 571">
              <a:extLst>
                <a:ext uri="{FF2B5EF4-FFF2-40B4-BE49-F238E27FC236}">
                  <a16:creationId xmlns:a16="http://schemas.microsoft.com/office/drawing/2014/main" id="{40D1EAF5-7682-4F67-9F67-B4860DE380AB}"/>
                </a:ext>
              </a:extLst>
            </p:cNvPr>
            <p:cNvSpPr/>
            <p:nvPr/>
          </p:nvSpPr>
          <p:spPr>
            <a:xfrm>
              <a:off x="4787281" y="87748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3" name="Hexagon 572">
              <a:extLst>
                <a:ext uri="{FF2B5EF4-FFF2-40B4-BE49-F238E27FC236}">
                  <a16:creationId xmlns:a16="http://schemas.microsoft.com/office/drawing/2014/main" id="{D3C9C057-17C7-4D1F-8B8B-4356E2C9F9BD}"/>
                </a:ext>
              </a:extLst>
            </p:cNvPr>
            <p:cNvSpPr/>
            <p:nvPr/>
          </p:nvSpPr>
          <p:spPr>
            <a:xfrm>
              <a:off x="4776545" y="76920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4" name="Hexagon 573">
              <a:extLst>
                <a:ext uri="{FF2B5EF4-FFF2-40B4-BE49-F238E27FC236}">
                  <a16:creationId xmlns:a16="http://schemas.microsoft.com/office/drawing/2014/main" id="{E0EE94C0-EEE2-4861-84AE-69FA2F72A067}"/>
                </a:ext>
              </a:extLst>
            </p:cNvPr>
            <p:cNvSpPr/>
            <p:nvPr/>
          </p:nvSpPr>
          <p:spPr>
            <a:xfrm>
              <a:off x="4780644" y="78712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5" name="Hexagon 574">
              <a:extLst>
                <a:ext uri="{FF2B5EF4-FFF2-40B4-BE49-F238E27FC236}">
                  <a16:creationId xmlns:a16="http://schemas.microsoft.com/office/drawing/2014/main" id="{ED06EC9E-436E-4743-8355-A1166DD5934A}"/>
                </a:ext>
              </a:extLst>
            </p:cNvPr>
            <p:cNvSpPr/>
            <p:nvPr/>
          </p:nvSpPr>
          <p:spPr>
            <a:xfrm>
              <a:off x="4782001" y="80511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6" name="Hexagon 575">
              <a:extLst>
                <a:ext uri="{FF2B5EF4-FFF2-40B4-BE49-F238E27FC236}">
                  <a16:creationId xmlns:a16="http://schemas.microsoft.com/office/drawing/2014/main" id="{6614B3B6-0D0C-4E95-A3FA-131DAF6713BF}"/>
                </a:ext>
              </a:extLst>
            </p:cNvPr>
            <p:cNvSpPr/>
            <p:nvPr/>
          </p:nvSpPr>
          <p:spPr>
            <a:xfrm>
              <a:off x="4776401" y="66130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7" name="Hexagon 576">
              <a:extLst>
                <a:ext uri="{FF2B5EF4-FFF2-40B4-BE49-F238E27FC236}">
                  <a16:creationId xmlns:a16="http://schemas.microsoft.com/office/drawing/2014/main" id="{BFA785A0-7C80-4F1E-BAC3-811B4AF17ECD}"/>
                </a:ext>
              </a:extLst>
            </p:cNvPr>
            <p:cNvSpPr/>
            <p:nvPr/>
          </p:nvSpPr>
          <p:spPr>
            <a:xfrm>
              <a:off x="4778119" y="67921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8" name="Hexagon 577">
              <a:extLst>
                <a:ext uri="{FF2B5EF4-FFF2-40B4-BE49-F238E27FC236}">
                  <a16:creationId xmlns:a16="http://schemas.microsoft.com/office/drawing/2014/main" id="{71549A1F-4BC1-4866-84BA-A240033882E3}"/>
                </a:ext>
              </a:extLst>
            </p:cNvPr>
            <p:cNvSpPr/>
            <p:nvPr/>
          </p:nvSpPr>
          <p:spPr>
            <a:xfrm>
              <a:off x="4776401" y="64327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79" name="Hexagon 578">
              <a:extLst>
                <a:ext uri="{FF2B5EF4-FFF2-40B4-BE49-F238E27FC236}">
                  <a16:creationId xmlns:a16="http://schemas.microsoft.com/office/drawing/2014/main" id="{06DD2CAD-9B70-4C6B-A54E-8B89A88436F0}"/>
                </a:ext>
              </a:extLst>
            </p:cNvPr>
            <p:cNvSpPr/>
            <p:nvPr/>
          </p:nvSpPr>
          <p:spPr>
            <a:xfrm>
              <a:off x="4782456" y="71488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80" name="Hexagon 579">
              <a:extLst>
                <a:ext uri="{FF2B5EF4-FFF2-40B4-BE49-F238E27FC236}">
                  <a16:creationId xmlns:a16="http://schemas.microsoft.com/office/drawing/2014/main" id="{5E989AA7-0F32-4536-A681-5736A40DEFCF}"/>
                </a:ext>
              </a:extLst>
            </p:cNvPr>
            <p:cNvSpPr/>
            <p:nvPr/>
          </p:nvSpPr>
          <p:spPr>
            <a:xfrm>
              <a:off x="4776401" y="62510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81" name="Hexagon 580">
              <a:extLst>
                <a:ext uri="{FF2B5EF4-FFF2-40B4-BE49-F238E27FC236}">
                  <a16:creationId xmlns:a16="http://schemas.microsoft.com/office/drawing/2014/main" id="{38326D02-85B5-46E8-8DB2-457BF1328D81}"/>
                </a:ext>
              </a:extLst>
            </p:cNvPr>
            <p:cNvSpPr/>
            <p:nvPr/>
          </p:nvSpPr>
          <p:spPr>
            <a:xfrm>
              <a:off x="4781857" y="69696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85" name="Hexagon 584">
              <a:extLst>
                <a:ext uri="{FF2B5EF4-FFF2-40B4-BE49-F238E27FC236}">
                  <a16:creationId xmlns:a16="http://schemas.microsoft.com/office/drawing/2014/main" id="{82C7F135-D19F-4304-9363-D07CB3C7741D}"/>
                </a:ext>
              </a:extLst>
            </p:cNvPr>
            <p:cNvSpPr/>
            <p:nvPr/>
          </p:nvSpPr>
          <p:spPr>
            <a:xfrm>
              <a:off x="4780016" y="82293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86" name="Hexagon 585">
              <a:extLst>
                <a:ext uri="{FF2B5EF4-FFF2-40B4-BE49-F238E27FC236}">
                  <a16:creationId xmlns:a16="http://schemas.microsoft.com/office/drawing/2014/main" id="{CC36F367-D7C6-4128-833D-1CA78225D97B}"/>
                </a:ext>
              </a:extLst>
            </p:cNvPr>
            <p:cNvSpPr/>
            <p:nvPr/>
          </p:nvSpPr>
          <p:spPr>
            <a:xfrm>
              <a:off x="4777278" y="75123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87" name="Hexagon 586">
              <a:extLst>
                <a:ext uri="{FF2B5EF4-FFF2-40B4-BE49-F238E27FC236}">
                  <a16:creationId xmlns:a16="http://schemas.microsoft.com/office/drawing/2014/main" id="{342C8BF7-1B01-4BE8-A5C6-05E3E31305C6}"/>
                </a:ext>
              </a:extLst>
            </p:cNvPr>
            <p:cNvSpPr/>
            <p:nvPr/>
          </p:nvSpPr>
          <p:spPr>
            <a:xfrm>
              <a:off x="4790842" y="96813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88" name="Hexagon 587">
              <a:extLst>
                <a:ext uri="{FF2B5EF4-FFF2-40B4-BE49-F238E27FC236}">
                  <a16:creationId xmlns:a16="http://schemas.microsoft.com/office/drawing/2014/main" id="{7FDEF448-47E4-4F31-ADE4-61553B2E9D18}"/>
                </a:ext>
              </a:extLst>
            </p:cNvPr>
            <p:cNvSpPr/>
            <p:nvPr/>
          </p:nvSpPr>
          <p:spPr>
            <a:xfrm>
              <a:off x="4553851" y="88677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89" name="Hexagon 588">
              <a:extLst>
                <a:ext uri="{FF2B5EF4-FFF2-40B4-BE49-F238E27FC236}">
                  <a16:creationId xmlns:a16="http://schemas.microsoft.com/office/drawing/2014/main" id="{BFEDA79E-A36F-4017-BADA-1997669A2881}"/>
                </a:ext>
              </a:extLst>
            </p:cNvPr>
            <p:cNvSpPr/>
            <p:nvPr/>
          </p:nvSpPr>
          <p:spPr>
            <a:xfrm>
              <a:off x="4555569" y="90468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0" name="Hexagon 589">
              <a:extLst>
                <a:ext uri="{FF2B5EF4-FFF2-40B4-BE49-F238E27FC236}">
                  <a16:creationId xmlns:a16="http://schemas.microsoft.com/office/drawing/2014/main" id="{1FF0DE41-5E9B-479F-AF51-213B5B89A419}"/>
                </a:ext>
              </a:extLst>
            </p:cNvPr>
            <p:cNvSpPr/>
            <p:nvPr/>
          </p:nvSpPr>
          <p:spPr>
            <a:xfrm>
              <a:off x="4556561" y="97695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1" name="Hexagon 590">
              <a:extLst>
                <a:ext uri="{FF2B5EF4-FFF2-40B4-BE49-F238E27FC236}">
                  <a16:creationId xmlns:a16="http://schemas.microsoft.com/office/drawing/2014/main" id="{934A72E3-2AF9-4D2C-98C4-027EFBD0D7B0}"/>
                </a:ext>
              </a:extLst>
            </p:cNvPr>
            <p:cNvSpPr/>
            <p:nvPr/>
          </p:nvSpPr>
          <p:spPr>
            <a:xfrm>
              <a:off x="4556557" y="95911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2" name="Hexagon 591">
              <a:extLst>
                <a:ext uri="{FF2B5EF4-FFF2-40B4-BE49-F238E27FC236}">
                  <a16:creationId xmlns:a16="http://schemas.microsoft.com/office/drawing/2014/main" id="{FFF505E3-F021-48DE-9A0A-DA00F133D3FC}"/>
                </a:ext>
              </a:extLst>
            </p:cNvPr>
            <p:cNvSpPr/>
            <p:nvPr/>
          </p:nvSpPr>
          <p:spPr>
            <a:xfrm>
              <a:off x="4559307" y="94095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3" name="Hexagon 592">
              <a:extLst>
                <a:ext uri="{FF2B5EF4-FFF2-40B4-BE49-F238E27FC236}">
                  <a16:creationId xmlns:a16="http://schemas.microsoft.com/office/drawing/2014/main" id="{20F7E6F0-2180-48B3-B62A-53ADDE8B5E29}"/>
                </a:ext>
              </a:extLst>
            </p:cNvPr>
            <p:cNvSpPr/>
            <p:nvPr/>
          </p:nvSpPr>
          <p:spPr>
            <a:xfrm>
              <a:off x="4559307" y="92291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4" name="Hexagon 593">
              <a:extLst>
                <a:ext uri="{FF2B5EF4-FFF2-40B4-BE49-F238E27FC236}">
                  <a16:creationId xmlns:a16="http://schemas.microsoft.com/office/drawing/2014/main" id="{E3337931-D796-4A9F-85DE-8A08139E14A7}"/>
                </a:ext>
              </a:extLst>
            </p:cNvPr>
            <p:cNvSpPr/>
            <p:nvPr/>
          </p:nvSpPr>
          <p:spPr>
            <a:xfrm>
              <a:off x="4552042" y="86837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5" name="Hexagon 594">
              <a:extLst>
                <a:ext uri="{FF2B5EF4-FFF2-40B4-BE49-F238E27FC236}">
                  <a16:creationId xmlns:a16="http://schemas.microsoft.com/office/drawing/2014/main" id="{4650ACBD-76D7-452E-A863-276F06FA2B96}"/>
                </a:ext>
              </a:extLst>
            </p:cNvPr>
            <p:cNvSpPr/>
            <p:nvPr/>
          </p:nvSpPr>
          <p:spPr>
            <a:xfrm>
              <a:off x="4547126" y="83265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6" name="Hexagon 595">
              <a:extLst>
                <a:ext uri="{FF2B5EF4-FFF2-40B4-BE49-F238E27FC236}">
                  <a16:creationId xmlns:a16="http://schemas.microsoft.com/office/drawing/2014/main" id="{23416797-DBC5-4B7B-9E5B-0B911D03133D}"/>
                </a:ext>
              </a:extLst>
            </p:cNvPr>
            <p:cNvSpPr/>
            <p:nvPr/>
          </p:nvSpPr>
          <p:spPr>
            <a:xfrm>
              <a:off x="4547302" y="79642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7" name="Hexagon 596">
              <a:extLst>
                <a:ext uri="{FF2B5EF4-FFF2-40B4-BE49-F238E27FC236}">
                  <a16:creationId xmlns:a16="http://schemas.microsoft.com/office/drawing/2014/main" id="{14007269-ED97-4CCE-A1F3-9D11754B9DE7}"/>
                </a:ext>
              </a:extLst>
            </p:cNvPr>
            <p:cNvSpPr/>
            <p:nvPr/>
          </p:nvSpPr>
          <p:spPr>
            <a:xfrm>
              <a:off x="4545317" y="81424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8" name="Hexagon 597">
              <a:extLst>
                <a:ext uri="{FF2B5EF4-FFF2-40B4-BE49-F238E27FC236}">
                  <a16:creationId xmlns:a16="http://schemas.microsoft.com/office/drawing/2014/main" id="{96896D2B-9536-4DD1-9085-454F432F7591}"/>
                </a:ext>
              </a:extLst>
            </p:cNvPr>
            <p:cNvSpPr/>
            <p:nvPr/>
          </p:nvSpPr>
          <p:spPr>
            <a:xfrm>
              <a:off x="4542950" y="76034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99" name="Hexagon 598">
              <a:extLst>
                <a:ext uri="{FF2B5EF4-FFF2-40B4-BE49-F238E27FC236}">
                  <a16:creationId xmlns:a16="http://schemas.microsoft.com/office/drawing/2014/main" id="{0822CFEA-7267-42F0-8F51-C1CF2A1EB794}"/>
                </a:ext>
              </a:extLst>
            </p:cNvPr>
            <p:cNvSpPr/>
            <p:nvPr/>
          </p:nvSpPr>
          <p:spPr>
            <a:xfrm>
              <a:off x="4540051" y="68821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0" name="Hexagon 599">
              <a:extLst>
                <a:ext uri="{FF2B5EF4-FFF2-40B4-BE49-F238E27FC236}">
                  <a16:creationId xmlns:a16="http://schemas.microsoft.com/office/drawing/2014/main" id="{9C611BB2-7BC6-4488-9A90-001CAFA55005}"/>
                </a:ext>
              </a:extLst>
            </p:cNvPr>
            <p:cNvSpPr/>
            <p:nvPr/>
          </p:nvSpPr>
          <p:spPr>
            <a:xfrm>
              <a:off x="4544150" y="70612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1" name="Hexagon 600">
              <a:extLst>
                <a:ext uri="{FF2B5EF4-FFF2-40B4-BE49-F238E27FC236}">
                  <a16:creationId xmlns:a16="http://schemas.microsoft.com/office/drawing/2014/main" id="{0CE202C1-B675-45E9-9B6B-FEAAD2D4596F}"/>
                </a:ext>
              </a:extLst>
            </p:cNvPr>
            <p:cNvSpPr/>
            <p:nvPr/>
          </p:nvSpPr>
          <p:spPr>
            <a:xfrm>
              <a:off x="4545507" y="72387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2" name="Hexagon 601">
              <a:extLst>
                <a:ext uri="{FF2B5EF4-FFF2-40B4-BE49-F238E27FC236}">
                  <a16:creationId xmlns:a16="http://schemas.microsoft.com/office/drawing/2014/main" id="{0811974C-F1C7-4A2B-8A97-3C3C54D1C6F8}"/>
                </a:ext>
              </a:extLst>
            </p:cNvPr>
            <p:cNvSpPr/>
            <p:nvPr/>
          </p:nvSpPr>
          <p:spPr>
            <a:xfrm>
              <a:off x="4541141" y="74194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3" name="Hexagon 602">
              <a:extLst>
                <a:ext uri="{FF2B5EF4-FFF2-40B4-BE49-F238E27FC236}">
                  <a16:creationId xmlns:a16="http://schemas.microsoft.com/office/drawing/2014/main" id="{A18842E7-E40B-42D4-8505-1C588A587E00}"/>
                </a:ext>
              </a:extLst>
            </p:cNvPr>
            <p:cNvSpPr/>
            <p:nvPr/>
          </p:nvSpPr>
          <p:spPr>
            <a:xfrm>
              <a:off x="4540784" y="67024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4" name="Hexagon 603">
              <a:extLst>
                <a:ext uri="{FF2B5EF4-FFF2-40B4-BE49-F238E27FC236}">
                  <a16:creationId xmlns:a16="http://schemas.microsoft.com/office/drawing/2014/main" id="{7FFBE5CE-B07B-4AE0-BE8F-EAACC75F2324}"/>
                </a:ext>
              </a:extLst>
            </p:cNvPr>
            <p:cNvSpPr/>
            <p:nvPr/>
          </p:nvSpPr>
          <p:spPr>
            <a:xfrm>
              <a:off x="4538938" y="63418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5" name="Hexagon 604">
              <a:extLst>
                <a:ext uri="{FF2B5EF4-FFF2-40B4-BE49-F238E27FC236}">
                  <a16:creationId xmlns:a16="http://schemas.microsoft.com/office/drawing/2014/main" id="{53A0DD7F-9896-4C3C-9184-26498F578F2A}"/>
                </a:ext>
              </a:extLst>
            </p:cNvPr>
            <p:cNvSpPr/>
            <p:nvPr/>
          </p:nvSpPr>
          <p:spPr>
            <a:xfrm>
              <a:off x="4538938" y="6160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6" name="Hexagon 605">
              <a:extLst>
                <a:ext uri="{FF2B5EF4-FFF2-40B4-BE49-F238E27FC236}">
                  <a16:creationId xmlns:a16="http://schemas.microsoft.com/office/drawing/2014/main" id="{CC643EF7-59C3-40FD-A35F-304E7B3186D8}"/>
                </a:ext>
              </a:extLst>
            </p:cNvPr>
            <p:cNvSpPr/>
            <p:nvPr/>
          </p:nvSpPr>
          <p:spPr>
            <a:xfrm>
              <a:off x="4320576" y="96773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7" name="Hexagon 606">
              <a:extLst>
                <a:ext uri="{FF2B5EF4-FFF2-40B4-BE49-F238E27FC236}">
                  <a16:creationId xmlns:a16="http://schemas.microsoft.com/office/drawing/2014/main" id="{AD2F64CC-EC74-4B4B-ABAB-118A16527FD7}"/>
                </a:ext>
              </a:extLst>
            </p:cNvPr>
            <p:cNvSpPr/>
            <p:nvPr/>
          </p:nvSpPr>
          <p:spPr>
            <a:xfrm>
              <a:off x="4320572" y="94988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08" name="Hexagon 607">
              <a:extLst>
                <a:ext uri="{FF2B5EF4-FFF2-40B4-BE49-F238E27FC236}">
                  <a16:creationId xmlns:a16="http://schemas.microsoft.com/office/drawing/2014/main" id="{1E0A9FCC-9C4E-4FF2-8A71-16627FB9167F}"/>
                </a:ext>
              </a:extLst>
            </p:cNvPr>
            <p:cNvSpPr/>
            <p:nvPr/>
          </p:nvSpPr>
          <p:spPr>
            <a:xfrm>
              <a:off x="4323322" y="93172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0" name="Hexagon 609">
              <a:extLst>
                <a:ext uri="{FF2B5EF4-FFF2-40B4-BE49-F238E27FC236}">
                  <a16:creationId xmlns:a16="http://schemas.microsoft.com/office/drawing/2014/main" id="{FC054072-7ADA-444B-82CD-137527AE5BC6}"/>
                </a:ext>
              </a:extLst>
            </p:cNvPr>
            <p:cNvSpPr/>
            <p:nvPr/>
          </p:nvSpPr>
          <p:spPr>
            <a:xfrm>
              <a:off x="4315021" y="87825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1" name="Hexagon 610">
              <a:extLst>
                <a:ext uri="{FF2B5EF4-FFF2-40B4-BE49-F238E27FC236}">
                  <a16:creationId xmlns:a16="http://schemas.microsoft.com/office/drawing/2014/main" id="{3EC09725-E0E7-4DEC-B8DF-8BD4521FD9B8}"/>
                </a:ext>
              </a:extLst>
            </p:cNvPr>
            <p:cNvSpPr/>
            <p:nvPr/>
          </p:nvSpPr>
          <p:spPr>
            <a:xfrm>
              <a:off x="4316739" y="89616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2" name="Hexagon 611">
              <a:extLst>
                <a:ext uri="{FF2B5EF4-FFF2-40B4-BE49-F238E27FC236}">
                  <a16:creationId xmlns:a16="http://schemas.microsoft.com/office/drawing/2014/main" id="{CA44590F-FB05-46B2-9724-FBEF98457E64}"/>
                </a:ext>
              </a:extLst>
            </p:cNvPr>
            <p:cNvSpPr/>
            <p:nvPr/>
          </p:nvSpPr>
          <p:spPr>
            <a:xfrm>
              <a:off x="4313212" y="85984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3" name="Hexagon 612">
              <a:extLst>
                <a:ext uri="{FF2B5EF4-FFF2-40B4-BE49-F238E27FC236}">
                  <a16:creationId xmlns:a16="http://schemas.microsoft.com/office/drawing/2014/main" id="{1E3D8277-83EF-4DDF-8139-52807C103443}"/>
                </a:ext>
              </a:extLst>
            </p:cNvPr>
            <p:cNvSpPr/>
            <p:nvPr/>
          </p:nvSpPr>
          <p:spPr>
            <a:xfrm>
              <a:off x="4082482" y="95891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4" name="Hexagon 613">
              <a:extLst>
                <a:ext uri="{FF2B5EF4-FFF2-40B4-BE49-F238E27FC236}">
                  <a16:creationId xmlns:a16="http://schemas.microsoft.com/office/drawing/2014/main" id="{AAEDD7F7-E2D0-4A9C-9173-D35187167CAD}"/>
                </a:ext>
              </a:extLst>
            </p:cNvPr>
            <p:cNvSpPr/>
            <p:nvPr/>
          </p:nvSpPr>
          <p:spPr>
            <a:xfrm>
              <a:off x="4082478" y="94107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5" name="Hexagon 614">
              <a:extLst>
                <a:ext uri="{FF2B5EF4-FFF2-40B4-BE49-F238E27FC236}">
                  <a16:creationId xmlns:a16="http://schemas.microsoft.com/office/drawing/2014/main" id="{FD452212-52B0-43C8-AAF3-02AE57246AF1}"/>
                </a:ext>
              </a:extLst>
            </p:cNvPr>
            <p:cNvSpPr/>
            <p:nvPr/>
          </p:nvSpPr>
          <p:spPr>
            <a:xfrm>
              <a:off x="4085228" y="92291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6" name="Hexagon 615">
              <a:extLst>
                <a:ext uri="{FF2B5EF4-FFF2-40B4-BE49-F238E27FC236}">
                  <a16:creationId xmlns:a16="http://schemas.microsoft.com/office/drawing/2014/main" id="{B653ABE7-6053-4141-9A37-7B8FE6D67978}"/>
                </a:ext>
              </a:extLst>
            </p:cNvPr>
            <p:cNvSpPr/>
            <p:nvPr/>
          </p:nvSpPr>
          <p:spPr>
            <a:xfrm>
              <a:off x="4077079" y="90501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7" name="Hexagon 616">
              <a:extLst>
                <a:ext uri="{FF2B5EF4-FFF2-40B4-BE49-F238E27FC236}">
                  <a16:creationId xmlns:a16="http://schemas.microsoft.com/office/drawing/2014/main" id="{296B867F-B78F-4B34-B936-B16267DF6404}"/>
                </a:ext>
              </a:extLst>
            </p:cNvPr>
            <p:cNvSpPr/>
            <p:nvPr/>
          </p:nvSpPr>
          <p:spPr>
            <a:xfrm>
              <a:off x="4077075" y="88717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8" name="Hexagon 617">
              <a:extLst>
                <a:ext uri="{FF2B5EF4-FFF2-40B4-BE49-F238E27FC236}">
                  <a16:creationId xmlns:a16="http://schemas.microsoft.com/office/drawing/2014/main" id="{BA837435-BB0C-46B6-8572-205598DBF955}"/>
                </a:ext>
              </a:extLst>
            </p:cNvPr>
            <p:cNvSpPr/>
            <p:nvPr/>
          </p:nvSpPr>
          <p:spPr>
            <a:xfrm>
              <a:off x="4079825" y="86901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19" name="Hexagon 618">
              <a:extLst>
                <a:ext uri="{FF2B5EF4-FFF2-40B4-BE49-F238E27FC236}">
                  <a16:creationId xmlns:a16="http://schemas.microsoft.com/office/drawing/2014/main" id="{C8BF374A-F68B-434D-AF9E-82BF124C5831}"/>
                </a:ext>
              </a:extLst>
            </p:cNvPr>
            <p:cNvSpPr/>
            <p:nvPr/>
          </p:nvSpPr>
          <p:spPr>
            <a:xfrm>
              <a:off x="3847266" y="96813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0" name="Hexagon 619">
              <a:extLst>
                <a:ext uri="{FF2B5EF4-FFF2-40B4-BE49-F238E27FC236}">
                  <a16:creationId xmlns:a16="http://schemas.microsoft.com/office/drawing/2014/main" id="{45AA06F3-16B6-4A2F-83C9-D7296FD881C6}"/>
                </a:ext>
              </a:extLst>
            </p:cNvPr>
            <p:cNvSpPr/>
            <p:nvPr/>
          </p:nvSpPr>
          <p:spPr>
            <a:xfrm>
              <a:off x="3841863" y="91423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1" name="Hexagon 620">
              <a:extLst>
                <a:ext uri="{FF2B5EF4-FFF2-40B4-BE49-F238E27FC236}">
                  <a16:creationId xmlns:a16="http://schemas.microsoft.com/office/drawing/2014/main" id="{A0F50DBD-4A97-4A86-84BA-4DCC4B7B2447}"/>
                </a:ext>
              </a:extLst>
            </p:cNvPr>
            <p:cNvSpPr/>
            <p:nvPr/>
          </p:nvSpPr>
          <p:spPr>
            <a:xfrm>
              <a:off x="3841859" y="89639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2" name="Hexagon 621">
              <a:extLst>
                <a:ext uri="{FF2B5EF4-FFF2-40B4-BE49-F238E27FC236}">
                  <a16:creationId xmlns:a16="http://schemas.microsoft.com/office/drawing/2014/main" id="{68EEE66B-50E3-409E-92BC-A9571BE48C1A}"/>
                </a:ext>
              </a:extLst>
            </p:cNvPr>
            <p:cNvSpPr/>
            <p:nvPr/>
          </p:nvSpPr>
          <p:spPr>
            <a:xfrm>
              <a:off x="3844609" y="87823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3" name="Hexagon 622">
              <a:extLst>
                <a:ext uri="{FF2B5EF4-FFF2-40B4-BE49-F238E27FC236}">
                  <a16:creationId xmlns:a16="http://schemas.microsoft.com/office/drawing/2014/main" id="{12F34D90-AF5C-4DCF-B71D-8C66F0D40A2C}"/>
                </a:ext>
              </a:extLst>
            </p:cNvPr>
            <p:cNvSpPr/>
            <p:nvPr/>
          </p:nvSpPr>
          <p:spPr>
            <a:xfrm>
              <a:off x="3844092" y="94985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4" name="Hexagon 623">
              <a:extLst>
                <a:ext uri="{FF2B5EF4-FFF2-40B4-BE49-F238E27FC236}">
                  <a16:creationId xmlns:a16="http://schemas.microsoft.com/office/drawing/2014/main" id="{33E03655-321A-43CA-88E7-DA58838D8004}"/>
                </a:ext>
              </a:extLst>
            </p:cNvPr>
            <p:cNvSpPr/>
            <p:nvPr/>
          </p:nvSpPr>
          <p:spPr>
            <a:xfrm>
              <a:off x="3844088" y="93200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5" name="Hexagon 624">
              <a:extLst>
                <a:ext uri="{FF2B5EF4-FFF2-40B4-BE49-F238E27FC236}">
                  <a16:creationId xmlns:a16="http://schemas.microsoft.com/office/drawing/2014/main" id="{0DBF5982-B0D6-4686-B477-3469E207F6F4}"/>
                </a:ext>
              </a:extLst>
            </p:cNvPr>
            <p:cNvSpPr/>
            <p:nvPr/>
          </p:nvSpPr>
          <p:spPr>
            <a:xfrm>
              <a:off x="3607005" y="94068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20A3CA98-8B62-4326-91A8-270F509FF2FE}"/>
                </a:ext>
              </a:extLst>
            </p:cNvPr>
            <p:cNvSpPr/>
            <p:nvPr/>
          </p:nvSpPr>
          <p:spPr>
            <a:xfrm>
              <a:off x="3607001" y="92284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7" name="Hexagon 626">
              <a:extLst>
                <a:ext uri="{FF2B5EF4-FFF2-40B4-BE49-F238E27FC236}">
                  <a16:creationId xmlns:a16="http://schemas.microsoft.com/office/drawing/2014/main" id="{CB8A9F1C-CAEA-47B4-B2E1-FA7728717F40}"/>
                </a:ext>
              </a:extLst>
            </p:cNvPr>
            <p:cNvSpPr/>
            <p:nvPr/>
          </p:nvSpPr>
          <p:spPr>
            <a:xfrm>
              <a:off x="3605199" y="90474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8" name="Hexagon 627">
              <a:extLst>
                <a:ext uri="{FF2B5EF4-FFF2-40B4-BE49-F238E27FC236}">
                  <a16:creationId xmlns:a16="http://schemas.microsoft.com/office/drawing/2014/main" id="{A040EC03-B3E0-491A-BFCF-55AF27FBA843}"/>
                </a:ext>
              </a:extLst>
            </p:cNvPr>
            <p:cNvSpPr/>
            <p:nvPr/>
          </p:nvSpPr>
          <p:spPr>
            <a:xfrm>
              <a:off x="3605195" y="88689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29" name="Hexagon 628">
              <a:extLst>
                <a:ext uri="{FF2B5EF4-FFF2-40B4-BE49-F238E27FC236}">
                  <a16:creationId xmlns:a16="http://schemas.microsoft.com/office/drawing/2014/main" id="{228B2429-5F1A-41F7-9A9B-53A259F1BC42}"/>
                </a:ext>
              </a:extLst>
            </p:cNvPr>
            <p:cNvSpPr/>
            <p:nvPr/>
          </p:nvSpPr>
          <p:spPr>
            <a:xfrm>
              <a:off x="4310227" y="82346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0" name="Hexagon 629">
              <a:extLst>
                <a:ext uri="{FF2B5EF4-FFF2-40B4-BE49-F238E27FC236}">
                  <a16:creationId xmlns:a16="http://schemas.microsoft.com/office/drawing/2014/main" id="{176B1E9F-1CAA-44FF-8FFD-2FF771F24359}"/>
                </a:ext>
              </a:extLst>
            </p:cNvPr>
            <p:cNvSpPr/>
            <p:nvPr/>
          </p:nvSpPr>
          <p:spPr>
            <a:xfrm>
              <a:off x="4310403" y="78723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1" name="Hexagon 630">
              <a:extLst>
                <a:ext uri="{FF2B5EF4-FFF2-40B4-BE49-F238E27FC236}">
                  <a16:creationId xmlns:a16="http://schemas.microsoft.com/office/drawing/2014/main" id="{F621E8B7-A630-43DA-B9ED-083BDFABDA46}"/>
                </a:ext>
              </a:extLst>
            </p:cNvPr>
            <p:cNvSpPr/>
            <p:nvPr/>
          </p:nvSpPr>
          <p:spPr>
            <a:xfrm>
              <a:off x="4308418" y="8050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2" name="Hexagon 631">
              <a:extLst>
                <a:ext uri="{FF2B5EF4-FFF2-40B4-BE49-F238E27FC236}">
                  <a16:creationId xmlns:a16="http://schemas.microsoft.com/office/drawing/2014/main" id="{A92B3F7C-466E-4D66-933C-FF300A6B49B4}"/>
                </a:ext>
              </a:extLst>
            </p:cNvPr>
            <p:cNvSpPr/>
            <p:nvPr/>
          </p:nvSpPr>
          <p:spPr>
            <a:xfrm>
              <a:off x="4310415" y="7694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3" name="Hexagon 632">
              <a:extLst>
                <a:ext uri="{FF2B5EF4-FFF2-40B4-BE49-F238E27FC236}">
                  <a16:creationId xmlns:a16="http://schemas.microsoft.com/office/drawing/2014/main" id="{DB5D9276-9A46-41F7-9202-EBDAD56EA5FA}"/>
                </a:ext>
              </a:extLst>
            </p:cNvPr>
            <p:cNvSpPr/>
            <p:nvPr/>
          </p:nvSpPr>
          <p:spPr>
            <a:xfrm>
              <a:off x="4310591" y="73325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4" name="Hexagon 633">
              <a:extLst>
                <a:ext uri="{FF2B5EF4-FFF2-40B4-BE49-F238E27FC236}">
                  <a16:creationId xmlns:a16="http://schemas.microsoft.com/office/drawing/2014/main" id="{23BCF911-805D-48C0-82ED-3F0831519C82}"/>
                </a:ext>
              </a:extLst>
            </p:cNvPr>
            <p:cNvSpPr/>
            <p:nvPr/>
          </p:nvSpPr>
          <p:spPr>
            <a:xfrm>
              <a:off x="4308606" y="75108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5" name="Hexagon 634">
              <a:extLst>
                <a:ext uri="{FF2B5EF4-FFF2-40B4-BE49-F238E27FC236}">
                  <a16:creationId xmlns:a16="http://schemas.microsoft.com/office/drawing/2014/main" id="{78D8164F-29E9-4468-AB90-C71FB5B07EDF}"/>
                </a:ext>
              </a:extLst>
            </p:cNvPr>
            <p:cNvSpPr/>
            <p:nvPr/>
          </p:nvSpPr>
          <p:spPr>
            <a:xfrm>
              <a:off x="4314542" y="71512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6" name="Hexagon 635">
              <a:extLst>
                <a:ext uri="{FF2B5EF4-FFF2-40B4-BE49-F238E27FC236}">
                  <a16:creationId xmlns:a16="http://schemas.microsoft.com/office/drawing/2014/main" id="{443043B1-8337-45C1-83FB-720CF3A8B1F6}"/>
                </a:ext>
              </a:extLst>
            </p:cNvPr>
            <p:cNvSpPr/>
            <p:nvPr/>
          </p:nvSpPr>
          <p:spPr>
            <a:xfrm>
              <a:off x="4306654" y="67887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7" name="Hexagon 636">
              <a:extLst>
                <a:ext uri="{FF2B5EF4-FFF2-40B4-BE49-F238E27FC236}">
                  <a16:creationId xmlns:a16="http://schemas.microsoft.com/office/drawing/2014/main" id="{C9FB8FAD-C57E-49BF-8813-D7F722BCF45B}"/>
                </a:ext>
              </a:extLst>
            </p:cNvPr>
            <p:cNvSpPr/>
            <p:nvPr/>
          </p:nvSpPr>
          <p:spPr>
            <a:xfrm>
              <a:off x="4303755" y="60673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8" name="Hexagon 637">
              <a:extLst>
                <a:ext uri="{FF2B5EF4-FFF2-40B4-BE49-F238E27FC236}">
                  <a16:creationId xmlns:a16="http://schemas.microsoft.com/office/drawing/2014/main" id="{2D9E351A-C5B6-419C-82E4-18D258816B18}"/>
                </a:ext>
              </a:extLst>
            </p:cNvPr>
            <p:cNvSpPr/>
            <p:nvPr/>
          </p:nvSpPr>
          <p:spPr>
            <a:xfrm>
              <a:off x="4307854" y="62465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39" name="Hexagon 638">
              <a:extLst>
                <a:ext uri="{FF2B5EF4-FFF2-40B4-BE49-F238E27FC236}">
                  <a16:creationId xmlns:a16="http://schemas.microsoft.com/office/drawing/2014/main" id="{55F11C6C-FEB6-4C68-A1D6-B7AEB79DA1F5}"/>
                </a:ext>
              </a:extLst>
            </p:cNvPr>
            <p:cNvSpPr/>
            <p:nvPr/>
          </p:nvSpPr>
          <p:spPr>
            <a:xfrm>
              <a:off x="4309211" y="64240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0" name="Hexagon 639">
              <a:extLst>
                <a:ext uri="{FF2B5EF4-FFF2-40B4-BE49-F238E27FC236}">
                  <a16:creationId xmlns:a16="http://schemas.microsoft.com/office/drawing/2014/main" id="{FB1BCB7E-0FCF-4235-ABDB-E79FD657DEF1}"/>
                </a:ext>
              </a:extLst>
            </p:cNvPr>
            <p:cNvSpPr/>
            <p:nvPr/>
          </p:nvSpPr>
          <p:spPr>
            <a:xfrm>
              <a:off x="4304845" y="66046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1" name="Hexagon 640">
              <a:extLst>
                <a:ext uri="{FF2B5EF4-FFF2-40B4-BE49-F238E27FC236}">
                  <a16:creationId xmlns:a16="http://schemas.microsoft.com/office/drawing/2014/main" id="{CFE5BAC8-FA55-482D-BB20-0C5B6E6903BF}"/>
                </a:ext>
              </a:extLst>
            </p:cNvPr>
            <p:cNvSpPr/>
            <p:nvPr/>
          </p:nvSpPr>
          <p:spPr>
            <a:xfrm>
              <a:off x="4072379" y="77881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2" name="Hexagon 641">
              <a:extLst>
                <a:ext uri="{FF2B5EF4-FFF2-40B4-BE49-F238E27FC236}">
                  <a16:creationId xmlns:a16="http://schemas.microsoft.com/office/drawing/2014/main" id="{78D92E44-293A-472D-A0E8-B4725F736D35}"/>
                </a:ext>
              </a:extLst>
            </p:cNvPr>
            <p:cNvSpPr/>
            <p:nvPr/>
          </p:nvSpPr>
          <p:spPr>
            <a:xfrm>
              <a:off x="4072555" y="74258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3" name="Hexagon 642">
              <a:extLst>
                <a:ext uri="{FF2B5EF4-FFF2-40B4-BE49-F238E27FC236}">
                  <a16:creationId xmlns:a16="http://schemas.microsoft.com/office/drawing/2014/main" id="{49EB786B-49AA-438F-B598-2CECB1864BEB}"/>
                </a:ext>
              </a:extLst>
            </p:cNvPr>
            <p:cNvSpPr/>
            <p:nvPr/>
          </p:nvSpPr>
          <p:spPr>
            <a:xfrm>
              <a:off x="4070570" y="76041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4" name="Hexagon 643">
              <a:extLst>
                <a:ext uri="{FF2B5EF4-FFF2-40B4-BE49-F238E27FC236}">
                  <a16:creationId xmlns:a16="http://schemas.microsoft.com/office/drawing/2014/main" id="{991C4D58-1F3E-4455-AF37-E0E7372FE075}"/>
                </a:ext>
              </a:extLst>
            </p:cNvPr>
            <p:cNvSpPr/>
            <p:nvPr/>
          </p:nvSpPr>
          <p:spPr>
            <a:xfrm>
              <a:off x="4076506" y="72446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5" name="Hexagon 644">
              <a:extLst>
                <a:ext uri="{FF2B5EF4-FFF2-40B4-BE49-F238E27FC236}">
                  <a16:creationId xmlns:a16="http://schemas.microsoft.com/office/drawing/2014/main" id="{6E298B35-D4A9-4F5F-B823-68AD3E9258D1}"/>
                </a:ext>
              </a:extLst>
            </p:cNvPr>
            <p:cNvSpPr/>
            <p:nvPr/>
          </p:nvSpPr>
          <p:spPr>
            <a:xfrm>
              <a:off x="4070517" y="66957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6" name="Hexagon 645">
              <a:extLst>
                <a:ext uri="{FF2B5EF4-FFF2-40B4-BE49-F238E27FC236}">
                  <a16:creationId xmlns:a16="http://schemas.microsoft.com/office/drawing/2014/main" id="{DC9BE346-E825-4D5A-8257-4CEB4B54B6C9}"/>
                </a:ext>
              </a:extLst>
            </p:cNvPr>
            <p:cNvSpPr/>
            <p:nvPr/>
          </p:nvSpPr>
          <p:spPr>
            <a:xfrm>
              <a:off x="4070693" y="63334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7" name="Hexagon 646">
              <a:extLst>
                <a:ext uri="{FF2B5EF4-FFF2-40B4-BE49-F238E27FC236}">
                  <a16:creationId xmlns:a16="http://schemas.microsoft.com/office/drawing/2014/main" id="{F443D68B-C1CD-43EA-BF68-77848C07DD55}"/>
                </a:ext>
              </a:extLst>
            </p:cNvPr>
            <p:cNvSpPr/>
            <p:nvPr/>
          </p:nvSpPr>
          <p:spPr>
            <a:xfrm>
              <a:off x="4068708" y="65117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8" name="Hexagon 647">
              <a:extLst>
                <a:ext uri="{FF2B5EF4-FFF2-40B4-BE49-F238E27FC236}">
                  <a16:creationId xmlns:a16="http://schemas.microsoft.com/office/drawing/2014/main" id="{B519E313-7B18-4DBF-BD37-0147D1A79ACD}"/>
                </a:ext>
              </a:extLst>
            </p:cNvPr>
            <p:cNvSpPr/>
            <p:nvPr/>
          </p:nvSpPr>
          <p:spPr>
            <a:xfrm>
              <a:off x="4074644" y="61522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49" name="Hexagon 648">
              <a:extLst>
                <a:ext uri="{FF2B5EF4-FFF2-40B4-BE49-F238E27FC236}">
                  <a16:creationId xmlns:a16="http://schemas.microsoft.com/office/drawing/2014/main" id="{C976B9DA-34FE-40B8-8A86-94FA5F8CA028}"/>
                </a:ext>
              </a:extLst>
            </p:cNvPr>
            <p:cNvSpPr/>
            <p:nvPr/>
          </p:nvSpPr>
          <p:spPr>
            <a:xfrm>
              <a:off x="3837551" y="67884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0" name="Hexagon 649">
              <a:extLst>
                <a:ext uri="{FF2B5EF4-FFF2-40B4-BE49-F238E27FC236}">
                  <a16:creationId xmlns:a16="http://schemas.microsoft.com/office/drawing/2014/main" id="{630838BA-F911-4BE3-B281-C6FFDD4E3B0F}"/>
                </a:ext>
              </a:extLst>
            </p:cNvPr>
            <p:cNvSpPr/>
            <p:nvPr/>
          </p:nvSpPr>
          <p:spPr>
            <a:xfrm>
              <a:off x="3837727" y="64261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1" name="Hexagon 650">
              <a:extLst>
                <a:ext uri="{FF2B5EF4-FFF2-40B4-BE49-F238E27FC236}">
                  <a16:creationId xmlns:a16="http://schemas.microsoft.com/office/drawing/2014/main" id="{5B6D3929-6F58-4CC2-9305-7B2EC930A683}"/>
                </a:ext>
              </a:extLst>
            </p:cNvPr>
            <p:cNvSpPr/>
            <p:nvPr/>
          </p:nvSpPr>
          <p:spPr>
            <a:xfrm>
              <a:off x="3835742" y="66044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2" name="Hexagon 651">
              <a:extLst>
                <a:ext uri="{FF2B5EF4-FFF2-40B4-BE49-F238E27FC236}">
                  <a16:creationId xmlns:a16="http://schemas.microsoft.com/office/drawing/2014/main" id="{A3A99589-4F1E-49CA-B974-E7C7D8026E70}"/>
                </a:ext>
              </a:extLst>
            </p:cNvPr>
            <p:cNvSpPr/>
            <p:nvPr/>
          </p:nvSpPr>
          <p:spPr>
            <a:xfrm>
              <a:off x="3841678" y="62449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3" name="Hexagon 652">
              <a:extLst>
                <a:ext uri="{FF2B5EF4-FFF2-40B4-BE49-F238E27FC236}">
                  <a16:creationId xmlns:a16="http://schemas.microsoft.com/office/drawing/2014/main" id="{16C215F7-4374-445E-9BCC-A639E94F2FE7}"/>
                </a:ext>
              </a:extLst>
            </p:cNvPr>
            <p:cNvSpPr/>
            <p:nvPr/>
          </p:nvSpPr>
          <p:spPr>
            <a:xfrm>
              <a:off x="3602635" y="72424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4" name="Hexagon 653">
              <a:extLst>
                <a:ext uri="{FF2B5EF4-FFF2-40B4-BE49-F238E27FC236}">
                  <a16:creationId xmlns:a16="http://schemas.microsoft.com/office/drawing/2014/main" id="{A22D48DD-ACF4-4EBD-A0E0-DD2BAB4F1DD5}"/>
                </a:ext>
              </a:extLst>
            </p:cNvPr>
            <p:cNvSpPr/>
            <p:nvPr/>
          </p:nvSpPr>
          <p:spPr>
            <a:xfrm>
              <a:off x="3602811" y="68801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5" name="Hexagon 654">
              <a:extLst>
                <a:ext uri="{FF2B5EF4-FFF2-40B4-BE49-F238E27FC236}">
                  <a16:creationId xmlns:a16="http://schemas.microsoft.com/office/drawing/2014/main" id="{9590214C-3C84-4676-A5FC-F3FEB956F2DA}"/>
                </a:ext>
              </a:extLst>
            </p:cNvPr>
            <p:cNvSpPr/>
            <p:nvPr/>
          </p:nvSpPr>
          <p:spPr>
            <a:xfrm>
              <a:off x="3600826" y="70584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6" name="Hexagon 655">
              <a:extLst>
                <a:ext uri="{FF2B5EF4-FFF2-40B4-BE49-F238E27FC236}">
                  <a16:creationId xmlns:a16="http://schemas.microsoft.com/office/drawing/2014/main" id="{D92C75A6-F11B-4E1C-9268-565BF0B0EDD2}"/>
                </a:ext>
              </a:extLst>
            </p:cNvPr>
            <p:cNvSpPr/>
            <p:nvPr/>
          </p:nvSpPr>
          <p:spPr>
            <a:xfrm>
              <a:off x="3606762" y="66988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7" name="Hexagon 656">
              <a:extLst>
                <a:ext uri="{FF2B5EF4-FFF2-40B4-BE49-F238E27FC236}">
                  <a16:creationId xmlns:a16="http://schemas.microsoft.com/office/drawing/2014/main" id="{2183D2FD-05B3-40B9-B046-D2ACF936A080}"/>
                </a:ext>
              </a:extLst>
            </p:cNvPr>
            <p:cNvSpPr/>
            <p:nvPr/>
          </p:nvSpPr>
          <p:spPr>
            <a:xfrm>
              <a:off x="3372315" y="7154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8" name="Hexagon 657">
              <a:extLst>
                <a:ext uri="{FF2B5EF4-FFF2-40B4-BE49-F238E27FC236}">
                  <a16:creationId xmlns:a16="http://schemas.microsoft.com/office/drawing/2014/main" id="{696DD5A0-8168-44A6-81D5-88BC78E3CD39}"/>
                </a:ext>
              </a:extLst>
            </p:cNvPr>
            <p:cNvSpPr/>
            <p:nvPr/>
          </p:nvSpPr>
          <p:spPr>
            <a:xfrm>
              <a:off x="3372491" y="6791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59" name="Hexagon 658">
              <a:extLst>
                <a:ext uri="{FF2B5EF4-FFF2-40B4-BE49-F238E27FC236}">
                  <a16:creationId xmlns:a16="http://schemas.microsoft.com/office/drawing/2014/main" id="{4439E408-7AD6-4160-9FB0-D3CF2084D12B}"/>
                </a:ext>
              </a:extLst>
            </p:cNvPr>
            <p:cNvSpPr/>
            <p:nvPr/>
          </p:nvSpPr>
          <p:spPr>
            <a:xfrm>
              <a:off x="3370506" y="69702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0" name="Hexagon 659">
              <a:extLst>
                <a:ext uri="{FF2B5EF4-FFF2-40B4-BE49-F238E27FC236}">
                  <a16:creationId xmlns:a16="http://schemas.microsoft.com/office/drawing/2014/main" id="{2E742EF7-CB64-4090-B12A-FA2C453F8B14}"/>
                </a:ext>
              </a:extLst>
            </p:cNvPr>
            <p:cNvSpPr/>
            <p:nvPr/>
          </p:nvSpPr>
          <p:spPr>
            <a:xfrm>
              <a:off x="3376442" y="66106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1" name="Hexagon 660">
              <a:extLst>
                <a:ext uri="{FF2B5EF4-FFF2-40B4-BE49-F238E27FC236}">
                  <a16:creationId xmlns:a16="http://schemas.microsoft.com/office/drawing/2014/main" id="{056C2176-1005-4FC0-B739-CA8E12768614}"/>
                </a:ext>
              </a:extLst>
            </p:cNvPr>
            <p:cNvSpPr/>
            <p:nvPr/>
          </p:nvSpPr>
          <p:spPr>
            <a:xfrm>
              <a:off x="3836498" y="7878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2" name="Hexagon 661">
              <a:extLst>
                <a:ext uri="{FF2B5EF4-FFF2-40B4-BE49-F238E27FC236}">
                  <a16:creationId xmlns:a16="http://schemas.microsoft.com/office/drawing/2014/main" id="{B53F698C-608E-49E2-BC59-748D9137DC6D}"/>
                </a:ext>
              </a:extLst>
            </p:cNvPr>
            <p:cNvSpPr/>
            <p:nvPr/>
          </p:nvSpPr>
          <p:spPr>
            <a:xfrm>
              <a:off x="3836674" y="75166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3" name="Hexagon 662">
              <a:extLst>
                <a:ext uri="{FF2B5EF4-FFF2-40B4-BE49-F238E27FC236}">
                  <a16:creationId xmlns:a16="http://schemas.microsoft.com/office/drawing/2014/main" id="{93708F03-FCAA-4A04-81FC-01F52CE05A5D}"/>
                </a:ext>
              </a:extLst>
            </p:cNvPr>
            <p:cNvSpPr/>
            <p:nvPr/>
          </p:nvSpPr>
          <p:spPr>
            <a:xfrm>
              <a:off x="3834689" y="7694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4" name="Hexagon 663">
              <a:extLst>
                <a:ext uri="{FF2B5EF4-FFF2-40B4-BE49-F238E27FC236}">
                  <a16:creationId xmlns:a16="http://schemas.microsoft.com/office/drawing/2014/main" id="{EC670F9C-9F18-42A3-9973-A96190C39D46}"/>
                </a:ext>
              </a:extLst>
            </p:cNvPr>
            <p:cNvSpPr/>
            <p:nvPr/>
          </p:nvSpPr>
          <p:spPr>
            <a:xfrm>
              <a:off x="3840625" y="73353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5" name="Hexagon 664">
              <a:extLst>
                <a:ext uri="{FF2B5EF4-FFF2-40B4-BE49-F238E27FC236}">
                  <a16:creationId xmlns:a16="http://schemas.microsoft.com/office/drawing/2014/main" id="{BCC0A006-5F0D-4D94-8120-BD90DF0A98A5}"/>
                </a:ext>
              </a:extLst>
            </p:cNvPr>
            <p:cNvSpPr/>
            <p:nvPr/>
          </p:nvSpPr>
          <p:spPr>
            <a:xfrm>
              <a:off x="3602849" y="796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6" name="Hexagon 665">
              <a:extLst>
                <a:ext uri="{FF2B5EF4-FFF2-40B4-BE49-F238E27FC236}">
                  <a16:creationId xmlns:a16="http://schemas.microsoft.com/office/drawing/2014/main" id="{A3F91FF1-ED35-4374-ADCD-FAEEEDF99154}"/>
                </a:ext>
              </a:extLst>
            </p:cNvPr>
            <p:cNvSpPr/>
            <p:nvPr/>
          </p:nvSpPr>
          <p:spPr>
            <a:xfrm>
              <a:off x="3603025" y="76032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7" name="Hexagon 666">
              <a:extLst>
                <a:ext uri="{FF2B5EF4-FFF2-40B4-BE49-F238E27FC236}">
                  <a16:creationId xmlns:a16="http://schemas.microsoft.com/office/drawing/2014/main" id="{4A7BD6B8-4C06-4151-A01C-05D95DBDD77B}"/>
                </a:ext>
              </a:extLst>
            </p:cNvPr>
            <p:cNvSpPr/>
            <p:nvPr/>
          </p:nvSpPr>
          <p:spPr>
            <a:xfrm>
              <a:off x="3601040" y="77815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8" name="Hexagon 667">
              <a:extLst>
                <a:ext uri="{FF2B5EF4-FFF2-40B4-BE49-F238E27FC236}">
                  <a16:creationId xmlns:a16="http://schemas.microsoft.com/office/drawing/2014/main" id="{9A760A9E-9700-4BD7-9F6C-2F2E4FDF7098}"/>
                </a:ext>
              </a:extLst>
            </p:cNvPr>
            <p:cNvSpPr/>
            <p:nvPr/>
          </p:nvSpPr>
          <p:spPr>
            <a:xfrm>
              <a:off x="3606976" y="74219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69" name="Hexagon 668">
              <a:extLst>
                <a:ext uri="{FF2B5EF4-FFF2-40B4-BE49-F238E27FC236}">
                  <a16:creationId xmlns:a16="http://schemas.microsoft.com/office/drawing/2014/main" id="{60FFD321-3714-4B41-9B37-63BABCC7968B}"/>
                </a:ext>
              </a:extLst>
            </p:cNvPr>
            <p:cNvSpPr/>
            <p:nvPr/>
          </p:nvSpPr>
          <p:spPr>
            <a:xfrm>
              <a:off x="3604944" y="86903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0" name="Hexagon 669">
              <a:extLst>
                <a:ext uri="{FF2B5EF4-FFF2-40B4-BE49-F238E27FC236}">
                  <a16:creationId xmlns:a16="http://schemas.microsoft.com/office/drawing/2014/main" id="{7642E9B6-DC76-4D31-A196-69E872031B8C}"/>
                </a:ext>
              </a:extLst>
            </p:cNvPr>
            <p:cNvSpPr/>
            <p:nvPr/>
          </p:nvSpPr>
          <p:spPr>
            <a:xfrm>
              <a:off x="3605120" y="83280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1" name="Hexagon 670">
              <a:extLst>
                <a:ext uri="{FF2B5EF4-FFF2-40B4-BE49-F238E27FC236}">
                  <a16:creationId xmlns:a16="http://schemas.microsoft.com/office/drawing/2014/main" id="{CB559BB7-D8C8-4955-8010-2CF63D65E72B}"/>
                </a:ext>
              </a:extLst>
            </p:cNvPr>
            <p:cNvSpPr/>
            <p:nvPr/>
          </p:nvSpPr>
          <p:spPr>
            <a:xfrm>
              <a:off x="3603135" y="85063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2" name="Hexagon 671">
              <a:extLst>
                <a:ext uri="{FF2B5EF4-FFF2-40B4-BE49-F238E27FC236}">
                  <a16:creationId xmlns:a16="http://schemas.microsoft.com/office/drawing/2014/main" id="{79D8EE95-C80C-49D2-9AFC-EBE4303334F7}"/>
                </a:ext>
              </a:extLst>
            </p:cNvPr>
            <p:cNvSpPr/>
            <p:nvPr/>
          </p:nvSpPr>
          <p:spPr>
            <a:xfrm>
              <a:off x="3609071" y="81468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3" name="Hexagon 672">
              <a:extLst>
                <a:ext uri="{FF2B5EF4-FFF2-40B4-BE49-F238E27FC236}">
                  <a16:creationId xmlns:a16="http://schemas.microsoft.com/office/drawing/2014/main" id="{37D2C31B-B19A-4354-97D8-FBB300104F33}"/>
                </a:ext>
              </a:extLst>
            </p:cNvPr>
            <p:cNvSpPr/>
            <p:nvPr/>
          </p:nvSpPr>
          <p:spPr>
            <a:xfrm>
              <a:off x="3840045" y="86006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4" name="Hexagon 673">
              <a:extLst>
                <a:ext uri="{FF2B5EF4-FFF2-40B4-BE49-F238E27FC236}">
                  <a16:creationId xmlns:a16="http://schemas.microsoft.com/office/drawing/2014/main" id="{0175EBD1-0B1E-4791-B34F-4C7527E4C0BE}"/>
                </a:ext>
              </a:extLst>
            </p:cNvPr>
            <p:cNvSpPr/>
            <p:nvPr/>
          </p:nvSpPr>
          <p:spPr>
            <a:xfrm>
              <a:off x="3840221" y="82383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5" name="Hexagon 674">
              <a:extLst>
                <a:ext uri="{FF2B5EF4-FFF2-40B4-BE49-F238E27FC236}">
                  <a16:creationId xmlns:a16="http://schemas.microsoft.com/office/drawing/2014/main" id="{B3DD9689-4E37-4BDB-8784-5363A71D3BCB}"/>
                </a:ext>
              </a:extLst>
            </p:cNvPr>
            <p:cNvSpPr/>
            <p:nvPr/>
          </p:nvSpPr>
          <p:spPr>
            <a:xfrm>
              <a:off x="3838236" y="84166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6" name="Hexagon 675">
              <a:extLst>
                <a:ext uri="{FF2B5EF4-FFF2-40B4-BE49-F238E27FC236}">
                  <a16:creationId xmlns:a16="http://schemas.microsoft.com/office/drawing/2014/main" id="{EBE664B9-F23D-40EA-9067-3466C5E6AF01}"/>
                </a:ext>
              </a:extLst>
            </p:cNvPr>
            <p:cNvSpPr/>
            <p:nvPr/>
          </p:nvSpPr>
          <p:spPr>
            <a:xfrm>
              <a:off x="3844172" y="80571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7" name="Hexagon 676">
              <a:extLst>
                <a:ext uri="{FF2B5EF4-FFF2-40B4-BE49-F238E27FC236}">
                  <a16:creationId xmlns:a16="http://schemas.microsoft.com/office/drawing/2014/main" id="{2E1DC0B9-4E6B-4CA9-BBD6-7DEB2DAC2E7A}"/>
                </a:ext>
              </a:extLst>
            </p:cNvPr>
            <p:cNvSpPr/>
            <p:nvPr/>
          </p:nvSpPr>
          <p:spPr>
            <a:xfrm>
              <a:off x="3369094" y="91380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8" name="Hexagon 677">
              <a:extLst>
                <a:ext uri="{FF2B5EF4-FFF2-40B4-BE49-F238E27FC236}">
                  <a16:creationId xmlns:a16="http://schemas.microsoft.com/office/drawing/2014/main" id="{C2735D87-91BB-4C06-BCCA-EA41F0AE96D6}"/>
                </a:ext>
              </a:extLst>
            </p:cNvPr>
            <p:cNvSpPr/>
            <p:nvPr/>
          </p:nvSpPr>
          <p:spPr>
            <a:xfrm>
              <a:off x="3369270" y="87757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79" name="Hexagon 678">
              <a:extLst>
                <a:ext uri="{FF2B5EF4-FFF2-40B4-BE49-F238E27FC236}">
                  <a16:creationId xmlns:a16="http://schemas.microsoft.com/office/drawing/2014/main" id="{0CB576A0-3EBC-48A3-BAC4-62A7BD5A5D8B}"/>
                </a:ext>
              </a:extLst>
            </p:cNvPr>
            <p:cNvSpPr/>
            <p:nvPr/>
          </p:nvSpPr>
          <p:spPr>
            <a:xfrm>
              <a:off x="3367285" y="89540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0" name="Hexagon 679">
              <a:extLst>
                <a:ext uri="{FF2B5EF4-FFF2-40B4-BE49-F238E27FC236}">
                  <a16:creationId xmlns:a16="http://schemas.microsoft.com/office/drawing/2014/main" id="{73CDD07A-9A2C-4890-87B2-FD1FBE408E83}"/>
                </a:ext>
              </a:extLst>
            </p:cNvPr>
            <p:cNvSpPr/>
            <p:nvPr/>
          </p:nvSpPr>
          <p:spPr>
            <a:xfrm>
              <a:off x="3373221" y="85944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1" name="Hexagon 680">
              <a:extLst>
                <a:ext uri="{FF2B5EF4-FFF2-40B4-BE49-F238E27FC236}">
                  <a16:creationId xmlns:a16="http://schemas.microsoft.com/office/drawing/2014/main" id="{1B0DA477-E9D2-401F-BCAD-C56802EA0242}"/>
                </a:ext>
              </a:extLst>
            </p:cNvPr>
            <p:cNvSpPr/>
            <p:nvPr/>
          </p:nvSpPr>
          <p:spPr>
            <a:xfrm>
              <a:off x="3133355" y="92318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2" name="Hexagon 681">
              <a:extLst>
                <a:ext uri="{FF2B5EF4-FFF2-40B4-BE49-F238E27FC236}">
                  <a16:creationId xmlns:a16="http://schemas.microsoft.com/office/drawing/2014/main" id="{5FDEE7F8-2469-4ED8-9AFE-FE03ADC5DF83}"/>
                </a:ext>
              </a:extLst>
            </p:cNvPr>
            <p:cNvSpPr/>
            <p:nvPr/>
          </p:nvSpPr>
          <p:spPr>
            <a:xfrm>
              <a:off x="3133531" y="88695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3" name="Hexagon 682">
              <a:extLst>
                <a:ext uri="{FF2B5EF4-FFF2-40B4-BE49-F238E27FC236}">
                  <a16:creationId xmlns:a16="http://schemas.microsoft.com/office/drawing/2014/main" id="{6FF155A2-7136-472D-AD24-D0E7B60626C7}"/>
                </a:ext>
              </a:extLst>
            </p:cNvPr>
            <p:cNvSpPr/>
            <p:nvPr/>
          </p:nvSpPr>
          <p:spPr>
            <a:xfrm>
              <a:off x="3131546" y="90478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4" name="Hexagon 683">
              <a:extLst>
                <a:ext uri="{FF2B5EF4-FFF2-40B4-BE49-F238E27FC236}">
                  <a16:creationId xmlns:a16="http://schemas.microsoft.com/office/drawing/2014/main" id="{CD2727B0-13FE-49BC-8C35-76A6F3AE7658}"/>
                </a:ext>
              </a:extLst>
            </p:cNvPr>
            <p:cNvSpPr/>
            <p:nvPr/>
          </p:nvSpPr>
          <p:spPr>
            <a:xfrm>
              <a:off x="3137482" y="86883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5" name="Hexagon 684">
              <a:extLst>
                <a:ext uri="{FF2B5EF4-FFF2-40B4-BE49-F238E27FC236}">
                  <a16:creationId xmlns:a16="http://schemas.microsoft.com/office/drawing/2014/main" id="{E48C1BBD-1FE8-48BB-ABB2-DDB893CC209B}"/>
                </a:ext>
              </a:extLst>
            </p:cNvPr>
            <p:cNvSpPr/>
            <p:nvPr/>
          </p:nvSpPr>
          <p:spPr>
            <a:xfrm>
              <a:off x="3369090" y="84135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6" name="Hexagon 685">
              <a:extLst>
                <a:ext uri="{FF2B5EF4-FFF2-40B4-BE49-F238E27FC236}">
                  <a16:creationId xmlns:a16="http://schemas.microsoft.com/office/drawing/2014/main" id="{F65E4427-C748-4163-B996-138E8BD0147E}"/>
                </a:ext>
              </a:extLst>
            </p:cNvPr>
            <p:cNvSpPr/>
            <p:nvPr/>
          </p:nvSpPr>
          <p:spPr>
            <a:xfrm>
              <a:off x="3369266" y="80512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7" name="Hexagon 686">
              <a:extLst>
                <a:ext uri="{FF2B5EF4-FFF2-40B4-BE49-F238E27FC236}">
                  <a16:creationId xmlns:a16="http://schemas.microsoft.com/office/drawing/2014/main" id="{27EE5EDD-BB49-4895-A65C-A9E82904A8A0}"/>
                </a:ext>
              </a:extLst>
            </p:cNvPr>
            <p:cNvSpPr/>
            <p:nvPr/>
          </p:nvSpPr>
          <p:spPr>
            <a:xfrm>
              <a:off x="3367281" y="8229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8" name="Hexagon 687">
              <a:extLst>
                <a:ext uri="{FF2B5EF4-FFF2-40B4-BE49-F238E27FC236}">
                  <a16:creationId xmlns:a16="http://schemas.microsoft.com/office/drawing/2014/main" id="{39471E46-CFF0-482C-BCA5-6FE79812E0F9}"/>
                </a:ext>
              </a:extLst>
            </p:cNvPr>
            <p:cNvSpPr/>
            <p:nvPr/>
          </p:nvSpPr>
          <p:spPr>
            <a:xfrm>
              <a:off x="3373217" y="78700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89" name="Hexagon 688">
              <a:extLst>
                <a:ext uri="{FF2B5EF4-FFF2-40B4-BE49-F238E27FC236}">
                  <a16:creationId xmlns:a16="http://schemas.microsoft.com/office/drawing/2014/main" id="{6B0F3C99-7943-4A99-A9B4-CB89E2D410BA}"/>
                </a:ext>
              </a:extLst>
            </p:cNvPr>
            <p:cNvSpPr/>
            <p:nvPr/>
          </p:nvSpPr>
          <p:spPr>
            <a:xfrm>
              <a:off x="2899527" y="91436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0" name="Hexagon 689">
              <a:extLst>
                <a:ext uri="{FF2B5EF4-FFF2-40B4-BE49-F238E27FC236}">
                  <a16:creationId xmlns:a16="http://schemas.microsoft.com/office/drawing/2014/main" id="{8A4D4A26-5954-4631-AE8E-1E43774709F7}"/>
                </a:ext>
              </a:extLst>
            </p:cNvPr>
            <p:cNvSpPr/>
            <p:nvPr/>
          </p:nvSpPr>
          <p:spPr>
            <a:xfrm>
              <a:off x="2899703" y="87813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1" name="Hexagon 690">
              <a:extLst>
                <a:ext uri="{FF2B5EF4-FFF2-40B4-BE49-F238E27FC236}">
                  <a16:creationId xmlns:a16="http://schemas.microsoft.com/office/drawing/2014/main" id="{4931E23A-2ACE-42A4-B2F6-FA4EEC884DFE}"/>
                </a:ext>
              </a:extLst>
            </p:cNvPr>
            <p:cNvSpPr/>
            <p:nvPr/>
          </p:nvSpPr>
          <p:spPr>
            <a:xfrm>
              <a:off x="2897718" y="89596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2" name="Hexagon 691">
              <a:extLst>
                <a:ext uri="{FF2B5EF4-FFF2-40B4-BE49-F238E27FC236}">
                  <a16:creationId xmlns:a16="http://schemas.microsoft.com/office/drawing/2014/main" id="{F8BA9450-53AA-407A-80B3-FEB53728044D}"/>
                </a:ext>
              </a:extLst>
            </p:cNvPr>
            <p:cNvSpPr/>
            <p:nvPr/>
          </p:nvSpPr>
          <p:spPr>
            <a:xfrm>
              <a:off x="2903654" y="86000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3" name="Hexagon 692">
              <a:extLst>
                <a:ext uri="{FF2B5EF4-FFF2-40B4-BE49-F238E27FC236}">
                  <a16:creationId xmlns:a16="http://schemas.microsoft.com/office/drawing/2014/main" id="{4A1E4FE1-7C7D-43A4-8BFA-3F68FFC6C4FA}"/>
                </a:ext>
              </a:extLst>
            </p:cNvPr>
            <p:cNvSpPr/>
            <p:nvPr/>
          </p:nvSpPr>
          <p:spPr>
            <a:xfrm>
              <a:off x="2666527" y="90523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4" name="Hexagon 693">
              <a:extLst>
                <a:ext uri="{FF2B5EF4-FFF2-40B4-BE49-F238E27FC236}">
                  <a16:creationId xmlns:a16="http://schemas.microsoft.com/office/drawing/2014/main" id="{680A87E7-2E9C-41D7-ACBE-BEDA79146D03}"/>
                </a:ext>
              </a:extLst>
            </p:cNvPr>
            <p:cNvSpPr/>
            <p:nvPr/>
          </p:nvSpPr>
          <p:spPr>
            <a:xfrm>
              <a:off x="2666703" y="86900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5" name="Hexagon 694">
              <a:extLst>
                <a:ext uri="{FF2B5EF4-FFF2-40B4-BE49-F238E27FC236}">
                  <a16:creationId xmlns:a16="http://schemas.microsoft.com/office/drawing/2014/main" id="{5A92FBB2-081F-40CE-9968-E127CA7EC31B}"/>
                </a:ext>
              </a:extLst>
            </p:cNvPr>
            <p:cNvSpPr/>
            <p:nvPr/>
          </p:nvSpPr>
          <p:spPr>
            <a:xfrm>
              <a:off x="2664718" y="88682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6" name="Hexagon 695">
              <a:extLst>
                <a:ext uri="{FF2B5EF4-FFF2-40B4-BE49-F238E27FC236}">
                  <a16:creationId xmlns:a16="http://schemas.microsoft.com/office/drawing/2014/main" id="{BA3A862F-317E-417C-9225-FDCC7FDCA221}"/>
                </a:ext>
              </a:extLst>
            </p:cNvPr>
            <p:cNvSpPr/>
            <p:nvPr/>
          </p:nvSpPr>
          <p:spPr>
            <a:xfrm>
              <a:off x="2670654" y="85087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7" name="Hexagon 696">
              <a:extLst>
                <a:ext uri="{FF2B5EF4-FFF2-40B4-BE49-F238E27FC236}">
                  <a16:creationId xmlns:a16="http://schemas.microsoft.com/office/drawing/2014/main" id="{60AAE0B4-B0E9-4155-901A-A50ACF6BBE19}"/>
                </a:ext>
              </a:extLst>
            </p:cNvPr>
            <p:cNvSpPr/>
            <p:nvPr/>
          </p:nvSpPr>
          <p:spPr>
            <a:xfrm>
              <a:off x="3135650" y="8140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8" name="Hexagon 697">
              <a:extLst>
                <a:ext uri="{FF2B5EF4-FFF2-40B4-BE49-F238E27FC236}">
                  <a16:creationId xmlns:a16="http://schemas.microsoft.com/office/drawing/2014/main" id="{5B8105E4-3D2F-4D9F-AD6D-0158C0E84C1D}"/>
                </a:ext>
              </a:extLst>
            </p:cNvPr>
            <p:cNvSpPr/>
            <p:nvPr/>
          </p:nvSpPr>
          <p:spPr>
            <a:xfrm>
              <a:off x="3135826" y="77779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699" name="Hexagon 698">
              <a:extLst>
                <a:ext uri="{FF2B5EF4-FFF2-40B4-BE49-F238E27FC236}">
                  <a16:creationId xmlns:a16="http://schemas.microsoft.com/office/drawing/2014/main" id="{F216957F-64AF-4D9F-B789-5E443D2A9466}"/>
                </a:ext>
              </a:extLst>
            </p:cNvPr>
            <p:cNvSpPr/>
            <p:nvPr/>
          </p:nvSpPr>
          <p:spPr>
            <a:xfrm>
              <a:off x="3133841" y="79562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0" name="Hexagon 699">
              <a:extLst>
                <a:ext uri="{FF2B5EF4-FFF2-40B4-BE49-F238E27FC236}">
                  <a16:creationId xmlns:a16="http://schemas.microsoft.com/office/drawing/2014/main" id="{B5A914C8-AEEA-4706-B334-5D11EF568D55}"/>
                </a:ext>
              </a:extLst>
            </p:cNvPr>
            <p:cNvSpPr/>
            <p:nvPr/>
          </p:nvSpPr>
          <p:spPr>
            <a:xfrm>
              <a:off x="3139777" y="75966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1" name="Hexagon 700">
              <a:extLst>
                <a:ext uri="{FF2B5EF4-FFF2-40B4-BE49-F238E27FC236}">
                  <a16:creationId xmlns:a16="http://schemas.microsoft.com/office/drawing/2014/main" id="{2D3C6ACB-7ED3-4064-A1AD-EFF00CC76F7F}"/>
                </a:ext>
              </a:extLst>
            </p:cNvPr>
            <p:cNvSpPr/>
            <p:nvPr/>
          </p:nvSpPr>
          <p:spPr>
            <a:xfrm>
              <a:off x="3138598" y="7416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2" name="Hexagon 701">
              <a:extLst>
                <a:ext uri="{FF2B5EF4-FFF2-40B4-BE49-F238E27FC236}">
                  <a16:creationId xmlns:a16="http://schemas.microsoft.com/office/drawing/2014/main" id="{1FDA7688-6FCC-42F8-A74B-1FCB526AA181}"/>
                </a:ext>
              </a:extLst>
            </p:cNvPr>
            <p:cNvSpPr/>
            <p:nvPr/>
          </p:nvSpPr>
          <p:spPr>
            <a:xfrm>
              <a:off x="3138774" y="70543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3" name="Hexagon 702">
              <a:extLst>
                <a:ext uri="{FF2B5EF4-FFF2-40B4-BE49-F238E27FC236}">
                  <a16:creationId xmlns:a16="http://schemas.microsoft.com/office/drawing/2014/main" id="{249D2902-8FEE-4562-8B79-57AB65020E14}"/>
                </a:ext>
              </a:extLst>
            </p:cNvPr>
            <p:cNvSpPr/>
            <p:nvPr/>
          </p:nvSpPr>
          <p:spPr>
            <a:xfrm>
              <a:off x="3136789" y="72325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4" name="Hexagon 703">
              <a:extLst>
                <a:ext uri="{FF2B5EF4-FFF2-40B4-BE49-F238E27FC236}">
                  <a16:creationId xmlns:a16="http://schemas.microsoft.com/office/drawing/2014/main" id="{406D6033-E7A2-4FA1-9E3C-44FDB644BF8D}"/>
                </a:ext>
              </a:extLst>
            </p:cNvPr>
            <p:cNvSpPr/>
            <p:nvPr/>
          </p:nvSpPr>
          <p:spPr>
            <a:xfrm>
              <a:off x="3142725" y="68730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5" name="Hexagon 704">
              <a:extLst>
                <a:ext uri="{FF2B5EF4-FFF2-40B4-BE49-F238E27FC236}">
                  <a16:creationId xmlns:a16="http://schemas.microsoft.com/office/drawing/2014/main" id="{7E6782D1-FF85-4E08-90B5-CBD3F035966C}"/>
                </a:ext>
              </a:extLst>
            </p:cNvPr>
            <p:cNvSpPr/>
            <p:nvPr/>
          </p:nvSpPr>
          <p:spPr>
            <a:xfrm>
              <a:off x="2910168" y="7154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6" name="Hexagon 705">
              <a:extLst>
                <a:ext uri="{FF2B5EF4-FFF2-40B4-BE49-F238E27FC236}">
                  <a16:creationId xmlns:a16="http://schemas.microsoft.com/office/drawing/2014/main" id="{5B5FCBF7-3568-4DF5-8F76-E225DDDD54B6}"/>
                </a:ext>
              </a:extLst>
            </p:cNvPr>
            <p:cNvSpPr/>
            <p:nvPr/>
          </p:nvSpPr>
          <p:spPr>
            <a:xfrm>
              <a:off x="2910344" y="6791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7" name="Hexagon 706">
              <a:extLst>
                <a:ext uri="{FF2B5EF4-FFF2-40B4-BE49-F238E27FC236}">
                  <a16:creationId xmlns:a16="http://schemas.microsoft.com/office/drawing/2014/main" id="{953DA458-6B82-4873-BE44-AD0DB3F668D8}"/>
                </a:ext>
              </a:extLst>
            </p:cNvPr>
            <p:cNvSpPr/>
            <p:nvPr/>
          </p:nvSpPr>
          <p:spPr>
            <a:xfrm>
              <a:off x="2908359" y="69702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8" name="Hexagon 707">
              <a:extLst>
                <a:ext uri="{FF2B5EF4-FFF2-40B4-BE49-F238E27FC236}">
                  <a16:creationId xmlns:a16="http://schemas.microsoft.com/office/drawing/2014/main" id="{72B07DBF-850D-4E8D-8F8F-549FC3316377}"/>
                </a:ext>
              </a:extLst>
            </p:cNvPr>
            <p:cNvSpPr/>
            <p:nvPr/>
          </p:nvSpPr>
          <p:spPr>
            <a:xfrm>
              <a:off x="2914295" y="66106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9" name="Hexagon 708">
              <a:extLst>
                <a:ext uri="{FF2B5EF4-FFF2-40B4-BE49-F238E27FC236}">
                  <a16:creationId xmlns:a16="http://schemas.microsoft.com/office/drawing/2014/main" id="{8A521FE0-0556-4A04-A347-848EE314B6D5}"/>
                </a:ext>
              </a:extLst>
            </p:cNvPr>
            <p:cNvSpPr/>
            <p:nvPr/>
          </p:nvSpPr>
          <p:spPr>
            <a:xfrm>
              <a:off x="2904831" y="7870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0" name="Hexagon 709">
              <a:extLst>
                <a:ext uri="{FF2B5EF4-FFF2-40B4-BE49-F238E27FC236}">
                  <a16:creationId xmlns:a16="http://schemas.microsoft.com/office/drawing/2014/main" id="{FEA5B5A6-82B2-4F25-92E5-E29BDAD1E9AD}"/>
                </a:ext>
              </a:extLst>
            </p:cNvPr>
            <p:cNvSpPr/>
            <p:nvPr/>
          </p:nvSpPr>
          <p:spPr>
            <a:xfrm>
              <a:off x="2905007" y="75084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1" name="Hexagon 710">
              <a:extLst>
                <a:ext uri="{FF2B5EF4-FFF2-40B4-BE49-F238E27FC236}">
                  <a16:creationId xmlns:a16="http://schemas.microsoft.com/office/drawing/2014/main" id="{01FA4DA0-C3F2-402A-90E1-AEFAA555B0D3}"/>
                </a:ext>
              </a:extLst>
            </p:cNvPr>
            <p:cNvSpPr/>
            <p:nvPr/>
          </p:nvSpPr>
          <p:spPr>
            <a:xfrm>
              <a:off x="2903022" y="76866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2" name="Hexagon 711">
              <a:extLst>
                <a:ext uri="{FF2B5EF4-FFF2-40B4-BE49-F238E27FC236}">
                  <a16:creationId xmlns:a16="http://schemas.microsoft.com/office/drawing/2014/main" id="{E49FC1C6-1070-4415-B6CD-708FA3531671}"/>
                </a:ext>
              </a:extLst>
            </p:cNvPr>
            <p:cNvSpPr/>
            <p:nvPr/>
          </p:nvSpPr>
          <p:spPr>
            <a:xfrm>
              <a:off x="2908958" y="73271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3" name="Hexagon 712">
              <a:extLst>
                <a:ext uri="{FF2B5EF4-FFF2-40B4-BE49-F238E27FC236}">
                  <a16:creationId xmlns:a16="http://schemas.microsoft.com/office/drawing/2014/main" id="{80769131-BB75-422A-9DB6-7F0BEC43E72B}"/>
                </a:ext>
              </a:extLst>
            </p:cNvPr>
            <p:cNvSpPr/>
            <p:nvPr/>
          </p:nvSpPr>
          <p:spPr>
            <a:xfrm>
              <a:off x="3135976" y="85066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4" name="Hexagon 713">
              <a:extLst>
                <a:ext uri="{FF2B5EF4-FFF2-40B4-BE49-F238E27FC236}">
                  <a16:creationId xmlns:a16="http://schemas.microsoft.com/office/drawing/2014/main" id="{00B216DE-8470-4004-AB55-177073E15BBA}"/>
                </a:ext>
              </a:extLst>
            </p:cNvPr>
            <p:cNvSpPr/>
            <p:nvPr/>
          </p:nvSpPr>
          <p:spPr>
            <a:xfrm>
              <a:off x="4078583" y="81515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5" name="Hexagon 714">
              <a:extLst>
                <a:ext uri="{FF2B5EF4-FFF2-40B4-BE49-F238E27FC236}">
                  <a16:creationId xmlns:a16="http://schemas.microsoft.com/office/drawing/2014/main" id="{6C3D948E-A6C6-493E-8AC8-73DD3967883F}"/>
                </a:ext>
              </a:extLst>
            </p:cNvPr>
            <p:cNvSpPr/>
            <p:nvPr/>
          </p:nvSpPr>
          <p:spPr>
            <a:xfrm>
              <a:off x="4076568" y="8330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6" name="Hexagon 715">
              <a:extLst>
                <a:ext uri="{FF2B5EF4-FFF2-40B4-BE49-F238E27FC236}">
                  <a16:creationId xmlns:a16="http://schemas.microsoft.com/office/drawing/2014/main" id="{E421DE7A-7518-4414-8317-7666555D455F}"/>
                </a:ext>
              </a:extLst>
            </p:cNvPr>
            <p:cNvSpPr/>
            <p:nvPr/>
          </p:nvSpPr>
          <p:spPr>
            <a:xfrm>
              <a:off x="3371827" y="75110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7" name="Hexagon 716">
              <a:extLst>
                <a:ext uri="{FF2B5EF4-FFF2-40B4-BE49-F238E27FC236}">
                  <a16:creationId xmlns:a16="http://schemas.microsoft.com/office/drawing/2014/main" id="{778F6863-F68D-4BBF-9A16-05B8ADD17CDB}"/>
                </a:ext>
              </a:extLst>
            </p:cNvPr>
            <p:cNvSpPr/>
            <p:nvPr/>
          </p:nvSpPr>
          <p:spPr>
            <a:xfrm>
              <a:off x="3141768" y="66941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8" name="Hexagon 717">
              <a:extLst>
                <a:ext uri="{FF2B5EF4-FFF2-40B4-BE49-F238E27FC236}">
                  <a16:creationId xmlns:a16="http://schemas.microsoft.com/office/drawing/2014/main" id="{96306E7D-5904-4FFF-BF0A-DB8B2D94E748}"/>
                </a:ext>
              </a:extLst>
            </p:cNvPr>
            <p:cNvSpPr/>
            <p:nvPr/>
          </p:nvSpPr>
          <p:spPr>
            <a:xfrm>
              <a:off x="3145719" y="65128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9" name="Hexagon 718">
              <a:extLst>
                <a:ext uri="{FF2B5EF4-FFF2-40B4-BE49-F238E27FC236}">
                  <a16:creationId xmlns:a16="http://schemas.microsoft.com/office/drawing/2014/main" id="{83F7567D-46F6-4895-BC56-1608A2A2A9D9}"/>
                </a:ext>
              </a:extLst>
            </p:cNvPr>
            <p:cNvSpPr/>
            <p:nvPr/>
          </p:nvSpPr>
          <p:spPr>
            <a:xfrm>
              <a:off x="2675645" y="68784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0" name="Hexagon 719">
              <a:extLst>
                <a:ext uri="{FF2B5EF4-FFF2-40B4-BE49-F238E27FC236}">
                  <a16:creationId xmlns:a16="http://schemas.microsoft.com/office/drawing/2014/main" id="{8E7D0204-6488-4A50-BE39-FCC769244D22}"/>
                </a:ext>
              </a:extLst>
            </p:cNvPr>
            <p:cNvSpPr/>
            <p:nvPr/>
          </p:nvSpPr>
          <p:spPr>
            <a:xfrm>
              <a:off x="2679596" y="66972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1" name="Hexagon 720">
              <a:extLst>
                <a:ext uri="{FF2B5EF4-FFF2-40B4-BE49-F238E27FC236}">
                  <a16:creationId xmlns:a16="http://schemas.microsoft.com/office/drawing/2014/main" id="{1B8A36CB-A1F0-4048-9591-955531A1DEF1}"/>
                </a:ext>
              </a:extLst>
            </p:cNvPr>
            <p:cNvSpPr/>
            <p:nvPr/>
          </p:nvSpPr>
          <p:spPr>
            <a:xfrm>
              <a:off x="2904315" y="84153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2" name="Hexagon 721">
              <a:extLst>
                <a:ext uri="{FF2B5EF4-FFF2-40B4-BE49-F238E27FC236}">
                  <a16:creationId xmlns:a16="http://schemas.microsoft.com/office/drawing/2014/main" id="{9072AA77-FF44-4A2C-A175-83FA652486B3}"/>
                </a:ext>
              </a:extLst>
            </p:cNvPr>
            <p:cNvSpPr/>
            <p:nvPr/>
          </p:nvSpPr>
          <p:spPr>
            <a:xfrm>
              <a:off x="2904491" y="80530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3" name="Hexagon 722">
              <a:extLst>
                <a:ext uri="{FF2B5EF4-FFF2-40B4-BE49-F238E27FC236}">
                  <a16:creationId xmlns:a16="http://schemas.microsoft.com/office/drawing/2014/main" id="{20E2DFDF-952D-4788-8A1E-7D684B579B68}"/>
                </a:ext>
              </a:extLst>
            </p:cNvPr>
            <p:cNvSpPr/>
            <p:nvPr/>
          </p:nvSpPr>
          <p:spPr>
            <a:xfrm>
              <a:off x="2902506" y="82313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4" name="Hexagon 723">
              <a:extLst>
                <a:ext uri="{FF2B5EF4-FFF2-40B4-BE49-F238E27FC236}">
                  <a16:creationId xmlns:a16="http://schemas.microsoft.com/office/drawing/2014/main" id="{9C2B8122-4991-4146-91E1-48C2DDDE3424}"/>
                </a:ext>
              </a:extLst>
            </p:cNvPr>
            <p:cNvSpPr/>
            <p:nvPr/>
          </p:nvSpPr>
          <p:spPr>
            <a:xfrm>
              <a:off x="2205175" y="9238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5" name="Hexagon 724">
              <a:extLst>
                <a:ext uri="{FF2B5EF4-FFF2-40B4-BE49-F238E27FC236}">
                  <a16:creationId xmlns:a16="http://schemas.microsoft.com/office/drawing/2014/main" id="{F8E79E49-59D8-4A24-8695-9D08E2017239}"/>
                </a:ext>
              </a:extLst>
            </p:cNvPr>
            <p:cNvSpPr/>
            <p:nvPr/>
          </p:nvSpPr>
          <p:spPr>
            <a:xfrm>
              <a:off x="2205351" y="88758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6" name="Hexagon 725">
              <a:extLst>
                <a:ext uri="{FF2B5EF4-FFF2-40B4-BE49-F238E27FC236}">
                  <a16:creationId xmlns:a16="http://schemas.microsoft.com/office/drawing/2014/main" id="{FFBBA800-23FC-4C67-9B72-63D59A951DB5}"/>
                </a:ext>
              </a:extLst>
            </p:cNvPr>
            <p:cNvSpPr/>
            <p:nvPr/>
          </p:nvSpPr>
          <p:spPr>
            <a:xfrm>
              <a:off x="2203366" y="90541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7" name="Hexagon 726">
              <a:extLst>
                <a:ext uri="{FF2B5EF4-FFF2-40B4-BE49-F238E27FC236}">
                  <a16:creationId xmlns:a16="http://schemas.microsoft.com/office/drawing/2014/main" id="{922DC611-AFEF-4454-848D-287592223D79}"/>
                </a:ext>
              </a:extLst>
            </p:cNvPr>
            <p:cNvSpPr/>
            <p:nvPr/>
          </p:nvSpPr>
          <p:spPr>
            <a:xfrm>
              <a:off x="2438535" y="91452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0401D4FF-9373-4796-85F5-45A4E38F2A21}"/>
                </a:ext>
              </a:extLst>
            </p:cNvPr>
            <p:cNvSpPr/>
            <p:nvPr/>
          </p:nvSpPr>
          <p:spPr>
            <a:xfrm>
              <a:off x="2436726" y="89611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9" name="Hexagon 728">
              <a:extLst>
                <a:ext uri="{FF2B5EF4-FFF2-40B4-BE49-F238E27FC236}">
                  <a16:creationId xmlns:a16="http://schemas.microsoft.com/office/drawing/2014/main" id="{94602C93-4CD3-4CE6-844E-1F4957A3CF0E}"/>
                </a:ext>
              </a:extLst>
            </p:cNvPr>
            <p:cNvSpPr/>
            <p:nvPr/>
          </p:nvSpPr>
          <p:spPr>
            <a:xfrm>
              <a:off x="2672907" y="83226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9AFD810B-C258-4ED4-9CAA-EA7643A22057}"/>
                </a:ext>
              </a:extLst>
            </p:cNvPr>
            <p:cNvSpPr/>
            <p:nvPr/>
          </p:nvSpPr>
          <p:spPr>
            <a:xfrm>
              <a:off x="2671098" y="81386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1" name="Hexagon 730">
              <a:extLst>
                <a:ext uri="{FF2B5EF4-FFF2-40B4-BE49-F238E27FC236}">
                  <a16:creationId xmlns:a16="http://schemas.microsoft.com/office/drawing/2014/main" id="{722100A9-1D98-41FE-85E2-58DBA2BF1560}"/>
                </a:ext>
              </a:extLst>
            </p:cNvPr>
            <p:cNvSpPr/>
            <p:nvPr/>
          </p:nvSpPr>
          <p:spPr>
            <a:xfrm>
              <a:off x="2436026" y="85965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6A2AF0CA-18E2-4443-B0D3-4B5EE4D5D40B}"/>
                </a:ext>
              </a:extLst>
            </p:cNvPr>
            <p:cNvSpPr/>
            <p:nvPr/>
          </p:nvSpPr>
          <p:spPr>
            <a:xfrm>
              <a:off x="2434217" y="84125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245730AB-CC96-43A4-8526-C938EAC87F6D}"/>
                </a:ext>
              </a:extLst>
            </p:cNvPr>
            <p:cNvSpPr/>
            <p:nvPr/>
          </p:nvSpPr>
          <p:spPr>
            <a:xfrm>
              <a:off x="2434686" y="82325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8D8C927E-0D7F-4685-83C5-ECB46FA6AA7D}"/>
                </a:ext>
              </a:extLst>
            </p:cNvPr>
            <p:cNvSpPr/>
            <p:nvPr/>
          </p:nvSpPr>
          <p:spPr>
            <a:xfrm>
              <a:off x="2432877" y="80485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83B8869F-FF3E-4CF3-8185-BD22759FF6C3}"/>
                </a:ext>
              </a:extLst>
            </p:cNvPr>
            <p:cNvSpPr/>
            <p:nvPr/>
          </p:nvSpPr>
          <p:spPr>
            <a:xfrm>
              <a:off x="2206262" y="86947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13BA8055-DA85-47D9-A165-61CB020FE24F}"/>
                </a:ext>
              </a:extLst>
            </p:cNvPr>
            <p:cNvSpPr/>
            <p:nvPr/>
          </p:nvSpPr>
          <p:spPr>
            <a:xfrm>
              <a:off x="2204453" y="8510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0D8E347C-88D0-4B74-A333-38DF18F5995D}"/>
                </a:ext>
              </a:extLst>
            </p:cNvPr>
            <p:cNvSpPr/>
            <p:nvPr/>
          </p:nvSpPr>
          <p:spPr>
            <a:xfrm>
              <a:off x="2205922" y="83280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8418D6AD-ACFA-4E6B-951C-37ACD080EB19}"/>
                </a:ext>
              </a:extLst>
            </p:cNvPr>
            <p:cNvSpPr/>
            <p:nvPr/>
          </p:nvSpPr>
          <p:spPr>
            <a:xfrm>
              <a:off x="2204113" y="81439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9A68A23C-AC05-433F-896E-8DF4BB350DD5}"/>
                </a:ext>
              </a:extLst>
            </p:cNvPr>
            <p:cNvSpPr/>
            <p:nvPr/>
          </p:nvSpPr>
          <p:spPr>
            <a:xfrm>
              <a:off x="2678958" y="75975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7C00A43B-C2CB-40AF-B03B-521FF794C543}"/>
                </a:ext>
              </a:extLst>
            </p:cNvPr>
            <p:cNvSpPr/>
            <p:nvPr/>
          </p:nvSpPr>
          <p:spPr>
            <a:xfrm>
              <a:off x="2679427" y="74175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6D13AC9-F7F1-43C7-921C-BBF12821E728}"/>
                </a:ext>
              </a:extLst>
            </p:cNvPr>
            <p:cNvSpPr/>
            <p:nvPr/>
          </p:nvSpPr>
          <p:spPr>
            <a:xfrm>
              <a:off x="2677618" y="72335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0B8083A7-294C-42C7-A733-863652A533B7}"/>
                </a:ext>
              </a:extLst>
            </p:cNvPr>
            <p:cNvSpPr/>
            <p:nvPr/>
          </p:nvSpPr>
          <p:spPr>
            <a:xfrm>
              <a:off x="2440765" y="76881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04F81115-6D59-4B0B-B569-606C6E4A2CC5}"/>
                </a:ext>
              </a:extLst>
            </p:cNvPr>
            <p:cNvSpPr/>
            <p:nvPr/>
          </p:nvSpPr>
          <p:spPr>
            <a:xfrm>
              <a:off x="2441234" y="75081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5BE59150-3FB6-40DE-8B37-BB988FD7DB3F}"/>
                </a:ext>
              </a:extLst>
            </p:cNvPr>
            <p:cNvSpPr/>
            <p:nvPr/>
          </p:nvSpPr>
          <p:spPr>
            <a:xfrm>
              <a:off x="2444187" y="73312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F2E039C-D5C0-4CCB-83CE-5F461338966E}"/>
                </a:ext>
              </a:extLst>
            </p:cNvPr>
            <p:cNvSpPr/>
            <p:nvPr/>
          </p:nvSpPr>
          <p:spPr>
            <a:xfrm>
              <a:off x="2201234" y="79599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6E189CA7-1FEE-4102-B05F-39BD00D19547}"/>
                </a:ext>
              </a:extLst>
            </p:cNvPr>
            <p:cNvSpPr/>
            <p:nvPr/>
          </p:nvSpPr>
          <p:spPr>
            <a:xfrm>
              <a:off x="2201703" y="77799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5B620CEE-5548-471A-A4E0-EAC8D17A5D0E}"/>
                </a:ext>
              </a:extLst>
            </p:cNvPr>
            <p:cNvSpPr/>
            <p:nvPr/>
          </p:nvSpPr>
          <p:spPr>
            <a:xfrm>
              <a:off x="2199894" y="75959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F60F06A3-266E-4CB6-9129-66682FCF0940}"/>
                </a:ext>
              </a:extLst>
            </p:cNvPr>
            <p:cNvSpPr/>
            <p:nvPr/>
          </p:nvSpPr>
          <p:spPr>
            <a:xfrm>
              <a:off x="2443579" y="69728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DE03F803-EABF-4D69-8EBE-DB7847057B5F}"/>
                </a:ext>
              </a:extLst>
            </p:cNvPr>
            <p:cNvSpPr/>
            <p:nvPr/>
          </p:nvSpPr>
          <p:spPr>
            <a:xfrm>
              <a:off x="2443755" y="66105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3F2C8527-83DF-474A-9BD8-408007AD85CC}"/>
                </a:ext>
              </a:extLst>
            </p:cNvPr>
            <p:cNvSpPr/>
            <p:nvPr/>
          </p:nvSpPr>
          <p:spPr>
            <a:xfrm>
              <a:off x="2441770" y="6788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32E05AB5-AAA6-4202-B9D1-BB85C084ED98}"/>
                </a:ext>
              </a:extLst>
            </p:cNvPr>
            <p:cNvSpPr/>
            <p:nvPr/>
          </p:nvSpPr>
          <p:spPr>
            <a:xfrm>
              <a:off x="2442369" y="71457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0F803637-E1BB-42B8-9134-C1BA55EEDBEB}"/>
                </a:ext>
              </a:extLst>
            </p:cNvPr>
            <p:cNvSpPr/>
            <p:nvPr/>
          </p:nvSpPr>
          <p:spPr>
            <a:xfrm>
              <a:off x="2207459" y="70576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B9BF56AE-B555-4BAC-AA95-8081536E86E3}"/>
                </a:ext>
              </a:extLst>
            </p:cNvPr>
            <p:cNvSpPr/>
            <p:nvPr/>
          </p:nvSpPr>
          <p:spPr>
            <a:xfrm>
              <a:off x="2207635" y="67024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7BB6513C-221A-47B3-9A2F-90C019B5DE23}"/>
                </a:ext>
              </a:extLst>
            </p:cNvPr>
            <p:cNvSpPr/>
            <p:nvPr/>
          </p:nvSpPr>
          <p:spPr>
            <a:xfrm>
              <a:off x="2205650" y="68807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E2E5F525-7025-4079-9F10-A615A92A0C91}"/>
                </a:ext>
              </a:extLst>
            </p:cNvPr>
            <p:cNvSpPr/>
            <p:nvPr/>
          </p:nvSpPr>
          <p:spPr>
            <a:xfrm>
              <a:off x="2206249" y="72352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026E80BB-DE01-4395-9F13-D90F843734BD}"/>
                </a:ext>
              </a:extLst>
            </p:cNvPr>
            <p:cNvSpPr/>
            <p:nvPr/>
          </p:nvSpPr>
          <p:spPr>
            <a:xfrm>
              <a:off x="1968895" y="78811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4757CE37-2B6B-4600-BC1C-B44865682ADA}"/>
                </a:ext>
              </a:extLst>
            </p:cNvPr>
            <p:cNvSpPr/>
            <p:nvPr/>
          </p:nvSpPr>
          <p:spPr>
            <a:xfrm>
              <a:off x="1969071" y="75141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57492BD4-53E9-4951-8728-682C14A5D612}"/>
                </a:ext>
              </a:extLst>
            </p:cNvPr>
            <p:cNvSpPr/>
            <p:nvPr/>
          </p:nvSpPr>
          <p:spPr>
            <a:xfrm>
              <a:off x="1967086" y="76971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C7D1B44D-4065-4A51-86B6-73F0F5DCBF72}"/>
                </a:ext>
              </a:extLst>
            </p:cNvPr>
            <p:cNvSpPr/>
            <p:nvPr/>
          </p:nvSpPr>
          <p:spPr>
            <a:xfrm>
              <a:off x="1967685" y="80540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5496A58F-1174-4477-9B5F-CBBE2513F6D2}"/>
                </a:ext>
              </a:extLst>
            </p:cNvPr>
            <p:cNvSpPr/>
            <p:nvPr/>
          </p:nvSpPr>
          <p:spPr>
            <a:xfrm>
              <a:off x="1973926" y="87819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6198B6D9-79A4-4E8B-9E5C-1A6883C28C7D}"/>
                </a:ext>
              </a:extLst>
            </p:cNvPr>
            <p:cNvSpPr/>
            <p:nvPr/>
          </p:nvSpPr>
          <p:spPr>
            <a:xfrm>
              <a:off x="1971721" y="84244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62A7A352-A167-4BAB-B8C8-0F3C28DA499C}"/>
                </a:ext>
              </a:extLst>
            </p:cNvPr>
            <p:cNvSpPr/>
            <p:nvPr/>
          </p:nvSpPr>
          <p:spPr>
            <a:xfrm>
              <a:off x="1969736" y="86026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ED381F2D-2A4E-4F2D-A5C3-4A386F567EAD}"/>
                </a:ext>
              </a:extLst>
            </p:cNvPr>
            <p:cNvSpPr/>
            <p:nvPr/>
          </p:nvSpPr>
          <p:spPr>
            <a:xfrm>
              <a:off x="1972716" y="89596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6E98746B-2C0E-469D-9A76-9AAB673DF8D1}"/>
                </a:ext>
              </a:extLst>
            </p:cNvPr>
            <p:cNvSpPr/>
            <p:nvPr/>
          </p:nvSpPr>
          <p:spPr>
            <a:xfrm>
              <a:off x="1975014" y="91422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0374CBAF-FDE4-4A2D-AEB0-CACE3343DAF8}"/>
                </a:ext>
              </a:extLst>
            </p:cNvPr>
            <p:cNvSpPr/>
            <p:nvPr/>
          </p:nvSpPr>
          <p:spPr>
            <a:xfrm>
              <a:off x="1974856" y="66169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3D891F07-53BF-4337-9EBA-2EB384A855B9}"/>
                </a:ext>
              </a:extLst>
            </p:cNvPr>
            <p:cNvSpPr/>
            <p:nvPr/>
          </p:nvSpPr>
          <p:spPr>
            <a:xfrm>
              <a:off x="1968109" y="67904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7" name="Hexagon 766">
              <a:extLst>
                <a:ext uri="{FF2B5EF4-FFF2-40B4-BE49-F238E27FC236}">
                  <a16:creationId xmlns:a16="http://schemas.microsoft.com/office/drawing/2014/main" id="{9FEF5121-824A-41FE-ABEB-DD3B0A16424E}"/>
                </a:ext>
              </a:extLst>
            </p:cNvPr>
            <p:cNvSpPr/>
            <p:nvPr/>
          </p:nvSpPr>
          <p:spPr>
            <a:xfrm>
              <a:off x="1972632" y="71505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C53D0457-FDA9-497D-8D09-BAA96EEF6B02}"/>
                </a:ext>
              </a:extLst>
            </p:cNvPr>
            <p:cNvSpPr/>
            <p:nvPr/>
          </p:nvSpPr>
          <p:spPr>
            <a:xfrm>
              <a:off x="1970647" y="73288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B17F9F25-BAB2-4AD3-9B29-372D9B29F2F3}"/>
                </a:ext>
              </a:extLst>
            </p:cNvPr>
            <p:cNvSpPr/>
            <p:nvPr/>
          </p:nvSpPr>
          <p:spPr>
            <a:xfrm>
              <a:off x="1743954" y="88741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D687EEBB-E089-4E3A-AA5B-9742C746E5D6}"/>
                </a:ext>
              </a:extLst>
            </p:cNvPr>
            <p:cNvSpPr/>
            <p:nvPr/>
          </p:nvSpPr>
          <p:spPr>
            <a:xfrm>
              <a:off x="1741749" y="85166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E62D764-120B-4C15-B402-C1BEB14CEB8C}"/>
                </a:ext>
              </a:extLst>
            </p:cNvPr>
            <p:cNvSpPr/>
            <p:nvPr/>
          </p:nvSpPr>
          <p:spPr>
            <a:xfrm>
              <a:off x="1739764" y="8694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B0A11C98-CD63-4B95-BA08-4A8B37DD11F3}"/>
                </a:ext>
              </a:extLst>
            </p:cNvPr>
            <p:cNvSpPr/>
            <p:nvPr/>
          </p:nvSpPr>
          <p:spPr>
            <a:xfrm>
              <a:off x="1742744" y="90518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CF36E2C3-2330-402E-B29A-4DA60A71C2CF}"/>
                </a:ext>
              </a:extLst>
            </p:cNvPr>
            <p:cNvSpPr/>
            <p:nvPr/>
          </p:nvSpPr>
          <p:spPr>
            <a:xfrm>
              <a:off x="1745042" y="92345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DF2A2391-15CA-42BF-93D8-0F8B0FD30EF9}"/>
                </a:ext>
              </a:extLst>
            </p:cNvPr>
            <p:cNvSpPr/>
            <p:nvPr/>
          </p:nvSpPr>
          <p:spPr>
            <a:xfrm>
              <a:off x="1736872" y="79713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62190C62-822D-444F-9F60-04E24820CDCD}"/>
                </a:ext>
              </a:extLst>
            </p:cNvPr>
            <p:cNvSpPr/>
            <p:nvPr/>
          </p:nvSpPr>
          <p:spPr>
            <a:xfrm>
              <a:off x="1734667" y="76090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ECE6C25C-7A15-4233-BCCB-537AA3B19684}"/>
                </a:ext>
              </a:extLst>
            </p:cNvPr>
            <p:cNvSpPr/>
            <p:nvPr/>
          </p:nvSpPr>
          <p:spPr>
            <a:xfrm>
              <a:off x="1732682" y="77920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BB3AA35C-3DD1-4BB3-8CC0-FA48288A95A4}"/>
                </a:ext>
              </a:extLst>
            </p:cNvPr>
            <p:cNvSpPr/>
            <p:nvPr/>
          </p:nvSpPr>
          <p:spPr>
            <a:xfrm>
              <a:off x="1735662" y="81490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AA6FCE8A-ECC7-4A97-9406-6704AD613CEA}"/>
                </a:ext>
              </a:extLst>
            </p:cNvPr>
            <p:cNvSpPr/>
            <p:nvPr/>
          </p:nvSpPr>
          <p:spPr>
            <a:xfrm>
              <a:off x="1737960" y="83316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79E19913-0AE7-4124-908C-F07BABDC1893}"/>
                </a:ext>
              </a:extLst>
            </p:cNvPr>
            <p:cNvSpPr/>
            <p:nvPr/>
          </p:nvSpPr>
          <p:spPr>
            <a:xfrm>
              <a:off x="1732843" y="70616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2CB137A3-B0E9-49DE-A739-2A7AE9874BA2}"/>
                </a:ext>
              </a:extLst>
            </p:cNvPr>
            <p:cNvSpPr/>
            <p:nvPr/>
          </p:nvSpPr>
          <p:spPr>
            <a:xfrm>
              <a:off x="1737781" y="67065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0BB2A69A-B519-4CBE-AA0B-9F312C948A51}"/>
                </a:ext>
              </a:extLst>
            </p:cNvPr>
            <p:cNvSpPr/>
            <p:nvPr/>
          </p:nvSpPr>
          <p:spPr>
            <a:xfrm>
              <a:off x="1728653" y="68823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4" name="Hexagon 783">
              <a:extLst>
                <a:ext uri="{FF2B5EF4-FFF2-40B4-BE49-F238E27FC236}">
                  <a16:creationId xmlns:a16="http://schemas.microsoft.com/office/drawing/2014/main" id="{C8563AB3-D783-402E-A6C5-06FBA8090137}"/>
                </a:ext>
              </a:extLst>
            </p:cNvPr>
            <p:cNvSpPr/>
            <p:nvPr/>
          </p:nvSpPr>
          <p:spPr>
            <a:xfrm>
              <a:off x="1731633" y="72441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49D2718B-E0D7-47B7-9CAD-0CD038E237E2}"/>
                </a:ext>
              </a:extLst>
            </p:cNvPr>
            <p:cNvSpPr/>
            <p:nvPr/>
          </p:nvSpPr>
          <p:spPr>
            <a:xfrm>
              <a:off x="1733931" y="74267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65E2F64A-1DFD-4FC5-99D8-0D564660C059}"/>
                </a:ext>
              </a:extLst>
            </p:cNvPr>
            <p:cNvSpPr/>
            <p:nvPr/>
          </p:nvSpPr>
          <p:spPr>
            <a:xfrm>
              <a:off x="1508952" y="8965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AC016580-7601-498C-8291-3F72A5792A93}"/>
                </a:ext>
              </a:extLst>
            </p:cNvPr>
            <p:cNvSpPr/>
            <p:nvPr/>
          </p:nvSpPr>
          <p:spPr>
            <a:xfrm>
              <a:off x="1506747" y="86082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CCE08C7A-76BD-4677-83D5-D7647D7B9331}"/>
                </a:ext>
              </a:extLst>
            </p:cNvPr>
            <p:cNvSpPr/>
            <p:nvPr/>
          </p:nvSpPr>
          <p:spPr>
            <a:xfrm>
              <a:off x="1504762" y="87865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3F82A27B-3268-4E79-84FE-56EA7E0F1679}"/>
                </a:ext>
              </a:extLst>
            </p:cNvPr>
            <p:cNvSpPr/>
            <p:nvPr/>
          </p:nvSpPr>
          <p:spPr>
            <a:xfrm>
              <a:off x="1507742" y="91434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D86B9653-838D-4CBA-9280-9875AFB3FED3}"/>
                </a:ext>
              </a:extLst>
            </p:cNvPr>
            <p:cNvSpPr/>
            <p:nvPr/>
          </p:nvSpPr>
          <p:spPr>
            <a:xfrm>
              <a:off x="1510040" y="93261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193AFF8D-1AB2-4621-A6E6-41EC2A8AB2ED}"/>
                </a:ext>
              </a:extLst>
            </p:cNvPr>
            <p:cNvSpPr/>
            <p:nvPr/>
          </p:nvSpPr>
          <p:spPr>
            <a:xfrm>
              <a:off x="1273654" y="90583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4B7D8089-2B46-47B8-A8CE-9AC7FE03E74F}"/>
                </a:ext>
              </a:extLst>
            </p:cNvPr>
            <p:cNvSpPr/>
            <p:nvPr/>
          </p:nvSpPr>
          <p:spPr>
            <a:xfrm>
              <a:off x="1271449" y="87008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77A00690-2AC4-4563-B6FE-A92AA8A479CC}"/>
                </a:ext>
              </a:extLst>
            </p:cNvPr>
            <p:cNvSpPr/>
            <p:nvPr/>
          </p:nvSpPr>
          <p:spPr>
            <a:xfrm>
              <a:off x="1269464" y="88791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389BC73D-92B7-41F6-B5D6-E5FFD2387185}"/>
                </a:ext>
              </a:extLst>
            </p:cNvPr>
            <p:cNvSpPr/>
            <p:nvPr/>
          </p:nvSpPr>
          <p:spPr>
            <a:xfrm>
              <a:off x="1272444" y="92360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EFA4B0C0-FF8A-4838-A4D8-13E7EF634678}"/>
                </a:ext>
              </a:extLst>
            </p:cNvPr>
            <p:cNvSpPr/>
            <p:nvPr/>
          </p:nvSpPr>
          <p:spPr>
            <a:xfrm>
              <a:off x="1274742" y="94187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6FF65849-1116-436B-9E46-D35A562EF9CB}"/>
                </a:ext>
              </a:extLst>
            </p:cNvPr>
            <p:cNvSpPr/>
            <p:nvPr/>
          </p:nvSpPr>
          <p:spPr>
            <a:xfrm>
              <a:off x="1502721" y="80643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8A3D6D53-378A-4028-8F22-23F94D30098E}"/>
                </a:ext>
              </a:extLst>
            </p:cNvPr>
            <p:cNvSpPr/>
            <p:nvPr/>
          </p:nvSpPr>
          <p:spPr>
            <a:xfrm>
              <a:off x="1500516" y="77068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A053AE0F-602B-4C0C-9BD4-70801EA7B81F}"/>
                </a:ext>
              </a:extLst>
            </p:cNvPr>
            <p:cNvSpPr/>
            <p:nvPr/>
          </p:nvSpPr>
          <p:spPr>
            <a:xfrm>
              <a:off x="1498531" y="78850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B9C348A-EEC0-4924-8138-44C711951189}"/>
                </a:ext>
              </a:extLst>
            </p:cNvPr>
            <p:cNvSpPr/>
            <p:nvPr/>
          </p:nvSpPr>
          <p:spPr>
            <a:xfrm>
              <a:off x="1501511" y="824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0" name="Hexagon 799">
              <a:extLst>
                <a:ext uri="{FF2B5EF4-FFF2-40B4-BE49-F238E27FC236}">
                  <a16:creationId xmlns:a16="http://schemas.microsoft.com/office/drawing/2014/main" id="{90492711-6285-4B7B-BE87-8CD3E622905D}"/>
                </a:ext>
              </a:extLst>
            </p:cNvPr>
            <p:cNvSpPr/>
            <p:nvPr/>
          </p:nvSpPr>
          <p:spPr>
            <a:xfrm>
              <a:off x="1503809" y="84246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70CC49B0-78E6-48A5-9BC8-569E78B76352}"/>
                </a:ext>
              </a:extLst>
            </p:cNvPr>
            <p:cNvSpPr/>
            <p:nvPr/>
          </p:nvSpPr>
          <p:spPr>
            <a:xfrm>
              <a:off x="1503370" y="69751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A7329EAA-4DC9-49A2-9CC3-A4FB4EEA7B6F}"/>
                </a:ext>
              </a:extLst>
            </p:cNvPr>
            <p:cNvSpPr/>
            <p:nvPr/>
          </p:nvSpPr>
          <p:spPr>
            <a:xfrm>
              <a:off x="1501165" y="6617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2210F459-E32A-4BAC-BDDB-C3CD75ABE5CC}"/>
                </a:ext>
              </a:extLst>
            </p:cNvPr>
            <p:cNvSpPr/>
            <p:nvPr/>
          </p:nvSpPr>
          <p:spPr>
            <a:xfrm>
              <a:off x="1499180" y="67958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6239E2EF-5893-49DC-8CDF-83C2C94C7E7B}"/>
                </a:ext>
              </a:extLst>
            </p:cNvPr>
            <p:cNvSpPr/>
            <p:nvPr/>
          </p:nvSpPr>
          <p:spPr>
            <a:xfrm>
              <a:off x="1502160" y="7152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01FADE83-63DA-4BB3-950E-BD9BBEB4AF00}"/>
                </a:ext>
              </a:extLst>
            </p:cNvPr>
            <p:cNvSpPr/>
            <p:nvPr/>
          </p:nvSpPr>
          <p:spPr>
            <a:xfrm>
              <a:off x="1504458" y="73354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5E2C4412-D86C-46D9-A31B-7E2538A1F0CF}"/>
                </a:ext>
              </a:extLst>
            </p:cNvPr>
            <p:cNvSpPr/>
            <p:nvPr/>
          </p:nvSpPr>
          <p:spPr>
            <a:xfrm>
              <a:off x="1045703" y="78734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7" name="Hexagon 806">
              <a:extLst>
                <a:ext uri="{FF2B5EF4-FFF2-40B4-BE49-F238E27FC236}">
                  <a16:creationId xmlns:a16="http://schemas.microsoft.com/office/drawing/2014/main" id="{39F7C5D0-EB60-4D6A-97C9-5BBF10B9A3D6}"/>
                </a:ext>
              </a:extLst>
            </p:cNvPr>
            <p:cNvSpPr/>
            <p:nvPr/>
          </p:nvSpPr>
          <p:spPr>
            <a:xfrm>
              <a:off x="1043498" y="75159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729A4170-FE46-4F94-8B97-1EE9DEE216B1}"/>
                </a:ext>
              </a:extLst>
            </p:cNvPr>
            <p:cNvSpPr/>
            <p:nvPr/>
          </p:nvSpPr>
          <p:spPr>
            <a:xfrm>
              <a:off x="1041513" y="76941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9" name="Hexagon 808">
              <a:extLst>
                <a:ext uri="{FF2B5EF4-FFF2-40B4-BE49-F238E27FC236}">
                  <a16:creationId xmlns:a16="http://schemas.microsoft.com/office/drawing/2014/main" id="{63746624-7A66-499B-A09E-92261150328A}"/>
                </a:ext>
              </a:extLst>
            </p:cNvPr>
            <p:cNvSpPr/>
            <p:nvPr/>
          </p:nvSpPr>
          <p:spPr>
            <a:xfrm>
              <a:off x="1044493" y="80535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1BB61711-9D40-4AD7-B543-72066CF5A2FB}"/>
                </a:ext>
              </a:extLst>
            </p:cNvPr>
            <p:cNvSpPr/>
            <p:nvPr/>
          </p:nvSpPr>
          <p:spPr>
            <a:xfrm>
              <a:off x="1046791" y="82409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6AFE5D27-0513-4A81-A8BF-FFF4F0B0969F}"/>
                </a:ext>
              </a:extLst>
            </p:cNvPr>
            <p:cNvSpPr/>
            <p:nvPr/>
          </p:nvSpPr>
          <p:spPr>
            <a:xfrm>
              <a:off x="808963" y="81433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C41DDFB4-7F67-41B1-B36F-5BADA2DBBAF5}"/>
                </a:ext>
              </a:extLst>
            </p:cNvPr>
            <p:cNvSpPr/>
            <p:nvPr/>
          </p:nvSpPr>
          <p:spPr>
            <a:xfrm>
              <a:off x="806758" y="7785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CABB5F62-1D4C-44CB-8E4B-CF924AF09C78}"/>
                </a:ext>
              </a:extLst>
            </p:cNvPr>
            <p:cNvSpPr/>
            <p:nvPr/>
          </p:nvSpPr>
          <p:spPr>
            <a:xfrm>
              <a:off x="804773" y="79640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C5FC44C-8FF1-4D5F-9912-6317C2756831}"/>
                </a:ext>
              </a:extLst>
            </p:cNvPr>
            <p:cNvSpPr/>
            <p:nvPr/>
          </p:nvSpPr>
          <p:spPr>
            <a:xfrm>
              <a:off x="807753" y="83210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B0E9D725-52C0-4AC8-AFFA-4D9E9B0028AA}"/>
                </a:ext>
              </a:extLst>
            </p:cNvPr>
            <p:cNvSpPr/>
            <p:nvPr/>
          </p:nvSpPr>
          <p:spPr>
            <a:xfrm>
              <a:off x="810051" y="85036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C971F98C-F644-4586-B220-857983725B27}"/>
                </a:ext>
              </a:extLst>
            </p:cNvPr>
            <p:cNvSpPr/>
            <p:nvPr/>
          </p:nvSpPr>
          <p:spPr>
            <a:xfrm>
              <a:off x="573482" y="84115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C66E1763-50A2-4FBC-B53F-69B4F0898792}"/>
                </a:ext>
              </a:extLst>
            </p:cNvPr>
            <p:cNvSpPr/>
            <p:nvPr/>
          </p:nvSpPr>
          <p:spPr>
            <a:xfrm>
              <a:off x="571277" y="80539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9D9959F7-AC0E-4AEB-B54A-E5B12B28CBD4}"/>
                </a:ext>
              </a:extLst>
            </p:cNvPr>
            <p:cNvSpPr/>
            <p:nvPr/>
          </p:nvSpPr>
          <p:spPr>
            <a:xfrm>
              <a:off x="569292" y="82322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03039B45-F75C-4B3B-B914-6CB502FEEFE9}"/>
                </a:ext>
              </a:extLst>
            </p:cNvPr>
            <p:cNvSpPr/>
            <p:nvPr/>
          </p:nvSpPr>
          <p:spPr>
            <a:xfrm>
              <a:off x="572272" y="8589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38C8865C-BFA9-48A2-A3FF-0FCDA94C008A}"/>
                </a:ext>
              </a:extLst>
            </p:cNvPr>
            <p:cNvSpPr/>
            <p:nvPr/>
          </p:nvSpPr>
          <p:spPr>
            <a:xfrm>
              <a:off x="574570" y="87718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46CCB684-CC5B-48BE-B78B-6E5EA44D5180}"/>
                </a:ext>
              </a:extLst>
            </p:cNvPr>
            <p:cNvSpPr/>
            <p:nvPr/>
          </p:nvSpPr>
          <p:spPr>
            <a:xfrm>
              <a:off x="338121" y="88635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9451EDD-F375-4763-AC21-C1D0720ECAC8}"/>
                </a:ext>
              </a:extLst>
            </p:cNvPr>
            <p:cNvSpPr/>
            <p:nvPr/>
          </p:nvSpPr>
          <p:spPr>
            <a:xfrm>
              <a:off x="338297" y="8503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3" name="Hexagon 822">
              <a:extLst>
                <a:ext uri="{FF2B5EF4-FFF2-40B4-BE49-F238E27FC236}">
                  <a16:creationId xmlns:a16="http://schemas.microsoft.com/office/drawing/2014/main" id="{0ADF57BE-A216-46B4-AF72-60D12B5EF96D}"/>
                </a:ext>
              </a:extLst>
            </p:cNvPr>
            <p:cNvSpPr/>
            <p:nvPr/>
          </p:nvSpPr>
          <p:spPr>
            <a:xfrm>
              <a:off x="336312" y="86818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4" name="Hexagon 823">
              <a:extLst>
                <a:ext uri="{FF2B5EF4-FFF2-40B4-BE49-F238E27FC236}">
                  <a16:creationId xmlns:a16="http://schemas.microsoft.com/office/drawing/2014/main" id="{681BC8C0-A2FE-4D8C-B4AE-4DF18CE4075A}"/>
                </a:ext>
              </a:extLst>
            </p:cNvPr>
            <p:cNvSpPr/>
            <p:nvPr/>
          </p:nvSpPr>
          <p:spPr>
            <a:xfrm>
              <a:off x="339292" y="90412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5" name="Hexagon 824">
              <a:extLst>
                <a:ext uri="{FF2B5EF4-FFF2-40B4-BE49-F238E27FC236}">
                  <a16:creationId xmlns:a16="http://schemas.microsoft.com/office/drawing/2014/main" id="{D059B346-9B0D-4303-8570-F9C22135D3F1}"/>
                </a:ext>
              </a:extLst>
            </p:cNvPr>
            <p:cNvSpPr/>
            <p:nvPr/>
          </p:nvSpPr>
          <p:spPr>
            <a:xfrm>
              <a:off x="341590" y="92214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6" name="Hexagon 825">
              <a:extLst>
                <a:ext uri="{FF2B5EF4-FFF2-40B4-BE49-F238E27FC236}">
                  <a16:creationId xmlns:a16="http://schemas.microsoft.com/office/drawing/2014/main" id="{B46E3761-F095-4D17-A1EC-0AC7D3960A66}"/>
                </a:ext>
              </a:extLst>
            </p:cNvPr>
            <p:cNvSpPr/>
            <p:nvPr/>
          </p:nvSpPr>
          <p:spPr>
            <a:xfrm>
              <a:off x="102188" y="89552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7" name="Hexagon 826">
              <a:extLst>
                <a:ext uri="{FF2B5EF4-FFF2-40B4-BE49-F238E27FC236}">
                  <a16:creationId xmlns:a16="http://schemas.microsoft.com/office/drawing/2014/main" id="{9FC4A671-0CB6-437C-B68E-ABEA86677A25}"/>
                </a:ext>
              </a:extLst>
            </p:cNvPr>
            <p:cNvSpPr/>
            <p:nvPr/>
          </p:nvSpPr>
          <p:spPr>
            <a:xfrm>
              <a:off x="99983" y="85977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8" name="Hexagon 827">
              <a:extLst>
                <a:ext uri="{FF2B5EF4-FFF2-40B4-BE49-F238E27FC236}">
                  <a16:creationId xmlns:a16="http://schemas.microsoft.com/office/drawing/2014/main" id="{B5609466-A3C8-46CF-9A2A-E489B5D9E543}"/>
                </a:ext>
              </a:extLst>
            </p:cNvPr>
            <p:cNvSpPr/>
            <p:nvPr/>
          </p:nvSpPr>
          <p:spPr>
            <a:xfrm>
              <a:off x="97998" y="87759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9" name="Hexagon 828">
              <a:extLst>
                <a:ext uri="{FF2B5EF4-FFF2-40B4-BE49-F238E27FC236}">
                  <a16:creationId xmlns:a16="http://schemas.microsoft.com/office/drawing/2014/main" id="{B763D1F4-0089-43C2-96DB-595187C6227B}"/>
                </a:ext>
              </a:extLst>
            </p:cNvPr>
            <p:cNvSpPr/>
            <p:nvPr/>
          </p:nvSpPr>
          <p:spPr>
            <a:xfrm>
              <a:off x="100978" y="91329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0" name="Hexagon 829">
              <a:extLst>
                <a:ext uri="{FF2B5EF4-FFF2-40B4-BE49-F238E27FC236}">
                  <a16:creationId xmlns:a16="http://schemas.microsoft.com/office/drawing/2014/main" id="{8E3624BD-9C6B-4918-930D-8F9DB63B3E0F}"/>
                </a:ext>
              </a:extLst>
            </p:cNvPr>
            <p:cNvSpPr/>
            <p:nvPr/>
          </p:nvSpPr>
          <p:spPr>
            <a:xfrm>
              <a:off x="103276" y="93155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1" name="Hexagon 830">
              <a:extLst>
                <a:ext uri="{FF2B5EF4-FFF2-40B4-BE49-F238E27FC236}">
                  <a16:creationId xmlns:a16="http://schemas.microsoft.com/office/drawing/2014/main" id="{10D75169-B176-483D-9E25-5456A2190331}"/>
                </a:ext>
              </a:extLst>
            </p:cNvPr>
            <p:cNvSpPr/>
            <p:nvPr/>
          </p:nvSpPr>
          <p:spPr>
            <a:xfrm>
              <a:off x="333606" y="79627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2" name="Hexagon 831">
              <a:extLst>
                <a:ext uri="{FF2B5EF4-FFF2-40B4-BE49-F238E27FC236}">
                  <a16:creationId xmlns:a16="http://schemas.microsoft.com/office/drawing/2014/main" id="{14CA1D9B-1E7C-4CB1-9E71-14D8871ABFA0}"/>
                </a:ext>
              </a:extLst>
            </p:cNvPr>
            <p:cNvSpPr/>
            <p:nvPr/>
          </p:nvSpPr>
          <p:spPr>
            <a:xfrm>
              <a:off x="331401" y="76052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3" name="Hexagon 832">
              <a:extLst>
                <a:ext uri="{FF2B5EF4-FFF2-40B4-BE49-F238E27FC236}">
                  <a16:creationId xmlns:a16="http://schemas.microsoft.com/office/drawing/2014/main" id="{C4E98923-BADE-46F0-915F-6BAD75C85ACC}"/>
                </a:ext>
              </a:extLst>
            </p:cNvPr>
            <p:cNvSpPr/>
            <p:nvPr/>
          </p:nvSpPr>
          <p:spPr>
            <a:xfrm>
              <a:off x="329416" y="77834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4" name="Hexagon 833">
              <a:extLst>
                <a:ext uri="{FF2B5EF4-FFF2-40B4-BE49-F238E27FC236}">
                  <a16:creationId xmlns:a16="http://schemas.microsoft.com/office/drawing/2014/main" id="{30547A5F-218A-4352-87E8-19C3B4C6B059}"/>
                </a:ext>
              </a:extLst>
            </p:cNvPr>
            <p:cNvSpPr/>
            <p:nvPr/>
          </p:nvSpPr>
          <p:spPr>
            <a:xfrm>
              <a:off x="332396" y="81404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5" name="Hexagon 834">
              <a:extLst>
                <a:ext uri="{FF2B5EF4-FFF2-40B4-BE49-F238E27FC236}">
                  <a16:creationId xmlns:a16="http://schemas.microsoft.com/office/drawing/2014/main" id="{A6613D2F-A002-428E-B13C-6AC1622FF793}"/>
                </a:ext>
              </a:extLst>
            </p:cNvPr>
            <p:cNvSpPr/>
            <p:nvPr/>
          </p:nvSpPr>
          <p:spPr>
            <a:xfrm>
              <a:off x="334694" y="83230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DA6CB587-2429-435C-96E1-16D0CF4455A3}"/>
                </a:ext>
              </a:extLst>
            </p:cNvPr>
            <p:cNvSpPr/>
            <p:nvPr/>
          </p:nvSpPr>
          <p:spPr>
            <a:xfrm>
              <a:off x="98123" y="80551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7" name="Hexagon 836">
              <a:extLst>
                <a:ext uri="{FF2B5EF4-FFF2-40B4-BE49-F238E27FC236}">
                  <a16:creationId xmlns:a16="http://schemas.microsoft.com/office/drawing/2014/main" id="{84F50B78-5EC3-4497-840B-F348C2170F17}"/>
                </a:ext>
              </a:extLst>
            </p:cNvPr>
            <p:cNvSpPr/>
            <p:nvPr/>
          </p:nvSpPr>
          <p:spPr>
            <a:xfrm>
              <a:off x="95918" y="76976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8" name="Hexagon 837">
              <a:extLst>
                <a:ext uri="{FF2B5EF4-FFF2-40B4-BE49-F238E27FC236}">
                  <a16:creationId xmlns:a16="http://schemas.microsoft.com/office/drawing/2014/main" id="{21168371-E6D7-424A-9EDF-F87FC9B23184}"/>
                </a:ext>
              </a:extLst>
            </p:cNvPr>
            <p:cNvSpPr/>
            <p:nvPr/>
          </p:nvSpPr>
          <p:spPr>
            <a:xfrm>
              <a:off x="93933" y="78759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9" name="Hexagon 838">
              <a:extLst>
                <a:ext uri="{FF2B5EF4-FFF2-40B4-BE49-F238E27FC236}">
                  <a16:creationId xmlns:a16="http://schemas.microsoft.com/office/drawing/2014/main" id="{8CFFB319-E0BD-4CD3-B7C3-6ED566ED7471}"/>
                </a:ext>
              </a:extLst>
            </p:cNvPr>
            <p:cNvSpPr/>
            <p:nvPr/>
          </p:nvSpPr>
          <p:spPr>
            <a:xfrm>
              <a:off x="96913" y="82328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0" name="Hexagon 839">
              <a:extLst>
                <a:ext uri="{FF2B5EF4-FFF2-40B4-BE49-F238E27FC236}">
                  <a16:creationId xmlns:a16="http://schemas.microsoft.com/office/drawing/2014/main" id="{12FBEF2F-B158-416E-8315-A35681E51C57}"/>
                </a:ext>
              </a:extLst>
            </p:cNvPr>
            <p:cNvSpPr/>
            <p:nvPr/>
          </p:nvSpPr>
          <p:spPr>
            <a:xfrm>
              <a:off x="99211" y="84155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1" name="Hexagon 840">
              <a:extLst>
                <a:ext uri="{FF2B5EF4-FFF2-40B4-BE49-F238E27FC236}">
                  <a16:creationId xmlns:a16="http://schemas.microsoft.com/office/drawing/2014/main" id="{A99E3D0F-57A7-4A36-A74A-71EDF5755897}"/>
                </a:ext>
              </a:extLst>
            </p:cNvPr>
            <p:cNvSpPr/>
            <p:nvPr/>
          </p:nvSpPr>
          <p:spPr>
            <a:xfrm>
              <a:off x="336392" y="70596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2" name="Hexagon 841">
              <a:extLst>
                <a:ext uri="{FF2B5EF4-FFF2-40B4-BE49-F238E27FC236}">
                  <a16:creationId xmlns:a16="http://schemas.microsoft.com/office/drawing/2014/main" id="{AB3A9F88-73B1-4827-97DE-9AFE6DDAC685}"/>
                </a:ext>
              </a:extLst>
            </p:cNvPr>
            <p:cNvSpPr/>
            <p:nvPr/>
          </p:nvSpPr>
          <p:spPr>
            <a:xfrm>
              <a:off x="334187" y="67069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3" name="Hexagon 842">
              <a:extLst>
                <a:ext uri="{FF2B5EF4-FFF2-40B4-BE49-F238E27FC236}">
                  <a16:creationId xmlns:a16="http://schemas.microsoft.com/office/drawing/2014/main" id="{AC9CF689-95A8-4C2A-BF50-05BCAE6D9EBB}"/>
                </a:ext>
              </a:extLst>
            </p:cNvPr>
            <p:cNvSpPr/>
            <p:nvPr/>
          </p:nvSpPr>
          <p:spPr>
            <a:xfrm>
              <a:off x="332202" y="68804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4" name="Hexagon 843">
              <a:extLst>
                <a:ext uri="{FF2B5EF4-FFF2-40B4-BE49-F238E27FC236}">
                  <a16:creationId xmlns:a16="http://schemas.microsoft.com/office/drawing/2014/main" id="{5BF8D543-0590-4421-9758-1627336618EC}"/>
                </a:ext>
              </a:extLst>
            </p:cNvPr>
            <p:cNvSpPr/>
            <p:nvPr/>
          </p:nvSpPr>
          <p:spPr>
            <a:xfrm>
              <a:off x="332801" y="72421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5" name="Hexagon 844">
              <a:extLst>
                <a:ext uri="{FF2B5EF4-FFF2-40B4-BE49-F238E27FC236}">
                  <a16:creationId xmlns:a16="http://schemas.microsoft.com/office/drawing/2014/main" id="{42653633-B5DA-4E30-9A34-71CE3A494B19}"/>
                </a:ext>
              </a:extLst>
            </p:cNvPr>
            <p:cNvSpPr/>
            <p:nvPr/>
          </p:nvSpPr>
          <p:spPr>
            <a:xfrm>
              <a:off x="335099" y="74247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6" name="Hexagon 845">
              <a:extLst>
                <a:ext uri="{FF2B5EF4-FFF2-40B4-BE49-F238E27FC236}">
                  <a16:creationId xmlns:a16="http://schemas.microsoft.com/office/drawing/2014/main" id="{57956324-2960-41D7-BC95-3350C292406A}"/>
                </a:ext>
              </a:extLst>
            </p:cNvPr>
            <p:cNvSpPr/>
            <p:nvPr/>
          </p:nvSpPr>
          <p:spPr>
            <a:xfrm>
              <a:off x="572649" y="66109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7" name="Hexagon 846">
              <a:extLst>
                <a:ext uri="{FF2B5EF4-FFF2-40B4-BE49-F238E27FC236}">
                  <a16:creationId xmlns:a16="http://schemas.microsoft.com/office/drawing/2014/main" id="{6005E50C-5E4F-4222-9239-BBC5B72C6EBA}"/>
                </a:ext>
              </a:extLst>
            </p:cNvPr>
            <p:cNvSpPr/>
            <p:nvPr/>
          </p:nvSpPr>
          <p:spPr>
            <a:xfrm>
              <a:off x="570444" y="62534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8" name="Hexagon 847">
              <a:extLst>
                <a:ext uri="{FF2B5EF4-FFF2-40B4-BE49-F238E27FC236}">
                  <a16:creationId xmlns:a16="http://schemas.microsoft.com/office/drawing/2014/main" id="{CD5940A1-8A6F-431B-ACA9-E1F9C2727CEB}"/>
                </a:ext>
              </a:extLst>
            </p:cNvPr>
            <p:cNvSpPr/>
            <p:nvPr/>
          </p:nvSpPr>
          <p:spPr>
            <a:xfrm>
              <a:off x="568459" y="64316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9" name="Hexagon 848">
              <a:extLst>
                <a:ext uri="{FF2B5EF4-FFF2-40B4-BE49-F238E27FC236}">
                  <a16:creationId xmlns:a16="http://schemas.microsoft.com/office/drawing/2014/main" id="{3138886B-6700-4473-AC51-3C49481E8C7A}"/>
                </a:ext>
              </a:extLst>
            </p:cNvPr>
            <p:cNvSpPr/>
            <p:nvPr/>
          </p:nvSpPr>
          <p:spPr>
            <a:xfrm>
              <a:off x="571439" y="67886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0" name="Hexagon 849">
              <a:extLst>
                <a:ext uri="{FF2B5EF4-FFF2-40B4-BE49-F238E27FC236}">
                  <a16:creationId xmlns:a16="http://schemas.microsoft.com/office/drawing/2014/main" id="{91228528-1A0D-40E0-9467-AE5E47AAC2D1}"/>
                </a:ext>
              </a:extLst>
            </p:cNvPr>
            <p:cNvSpPr/>
            <p:nvPr/>
          </p:nvSpPr>
          <p:spPr>
            <a:xfrm>
              <a:off x="573737" y="69712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002409B-EED7-4694-A498-46FD4D8A1B78}"/>
                </a:ext>
              </a:extLst>
            </p:cNvPr>
            <p:cNvSpPr/>
            <p:nvPr/>
          </p:nvSpPr>
          <p:spPr>
            <a:xfrm>
              <a:off x="570443" y="58938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2" name="Hexagon 851">
              <a:extLst>
                <a:ext uri="{FF2B5EF4-FFF2-40B4-BE49-F238E27FC236}">
                  <a16:creationId xmlns:a16="http://schemas.microsoft.com/office/drawing/2014/main" id="{F5CBFE4D-11F7-4232-B8E4-C2A9416C4088}"/>
                </a:ext>
              </a:extLst>
            </p:cNvPr>
            <p:cNvSpPr/>
            <p:nvPr/>
          </p:nvSpPr>
          <p:spPr>
            <a:xfrm>
              <a:off x="568458" y="60721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3" name="Hexagon 852">
              <a:extLst>
                <a:ext uri="{FF2B5EF4-FFF2-40B4-BE49-F238E27FC236}">
                  <a16:creationId xmlns:a16="http://schemas.microsoft.com/office/drawing/2014/main" id="{D54C4F51-AB3C-47DA-A53C-D7BF0D42AFA9}"/>
                </a:ext>
              </a:extLst>
            </p:cNvPr>
            <p:cNvSpPr/>
            <p:nvPr/>
          </p:nvSpPr>
          <p:spPr>
            <a:xfrm>
              <a:off x="803807" y="63391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4" name="Hexagon 853">
              <a:extLst>
                <a:ext uri="{FF2B5EF4-FFF2-40B4-BE49-F238E27FC236}">
                  <a16:creationId xmlns:a16="http://schemas.microsoft.com/office/drawing/2014/main" id="{B900DDEA-EED8-47CF-93C3-C8DE9B60D4A2}"/>
                </a:ext>
              </a:extLst>
            </p:cNvPr>
            <p:cNvSpPr/>
            <p:nvPr/>
          </p:nvSpPr>
          <p:spPr>
            <a:xfrm>
              <a:off x="1032803" y="60697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6" name="Hexagon 855">
              <a:extLst>
                <a:ext uri="{FF2B5EF4-FFF2-40B4-BE49-F238E27FC236}">
                  <a16:creationId xmlns:a16="http://schemas.microsoft.com/office/drawing/2014/main" id="{5029EC7C-A803-4D3A-97F3-7D4E675444DA}"/>
                </a:ext>
              </a:extLst>
            </p:cNvPr>
            <p:cNvSpPr/>
            <p:nvPr/>
          </p:nvSpPr>
          <p:spPr>
            <a:xfrm>
              <a:off x="803807" y="5981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7" name="Hexagon 856">
              <a:extLst>
                <a:ext uri="{FF2B5EF4-FFF2-40B4-BE49-F238E27FC236}">
                  <a16:creationId xmlns:a16="http://schemas.microsoft.com/office/drawing/2014/main" id="{ABF5D473-F775-4DD0-ADA5-98A908AFE63B}"/>
                </a:ext>
              </a:extLst>
            </p:cNvPr>
            <p:cNvSpPr/>
            <p:nvPr/>
          </p:nvSpPr>
          <p:spPr>
            <a:xfrm>
              <a:off x="1037169" y="62462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8" name="Hexagon 857">
              <a:extLst>
                <a:ext uri="{FF2B5EF4-FFF2-40B4-BE49-F238E27FC236}">
                  <a16:creationId xmlns:a16="http://schemas.microsoft.com/office/drawing/2014/main" id="{10CD22C7-2829-43F5-AF70-6DC3F28E1EE5}"/>
                </a:ext>
              </a:extLst>
            </p:cNvPr>
            <p:cNvSpPr/>
            <p:nvPr/>
          </p:nvSpPr>
          <p:spPr>
            <a:xfrm>
              <a:off x="1263040" y="67057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9" name="Hexagon 858">
              <a:extLst>
                <a:ext uri="{FF2B5EF4-FFF2-40B4-BE49-F238E27FC236}">
                  <a16:creationId xmlns:a16="http://schemas.microsoft.com/office/drawing/2014/main" id="{3AF77C54-0359-43D6-BE67-5690AAE6EDE4}"/>
                </a:ext>
              </a:extLst>
            </p:cNvPr>
            <p:cNvSpPr/>
            <p:nvPr/>
          </p:nvSpPr>
          <p:spPr>
            <a:xfrm>
              <a:off x="1261055" y="68839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0" name="Hexagon 859">
              <a:extLst>
                <a:ext uri="{FF2B5EF4-FFF2-40B4-BE49-F238E27FC236}">
                  <a16:creationId xmlns:a16="http://schemas.microsoft.com/office/drawing/2014/main" id="{317F0A1C-701E-4BE7-835D-60DFB7F3A0E4}"/>
                </a:ext>
              </a:extLst>
            </p:cNvPr>
            <p:cNvSpPr/>
            <p:nvPr/>
          </p:nvSpPr>
          <p:spPr>
            <a:xfrm>
              <a:off x="1029677" y="67961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1" name="Hexagon 860">
              <a:extLst>
                <a:ext uri="{FF2B5EF4-FFF2-40B4-BE49-F238E27FC236}">
                  <a16:creationId xmlns:a16="http://schemas.microsoft.com/office/drawing/2014/main" id="{DA3611B7-5B53-4BAB-BF22-2979C3782E59}"/>
                </a:ext>
              </a:extLst>
            </p:cNvPr>
            <p:cNvSpPr/>
            <p:nvPr/>
          </p:nvSpPr>
          <p:spPr>
            <a:xfrm>
              <a:off x="1027692" y="69744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2" name="Hexagon 861">
              <a:extLst>
                <a:ext uri="{FF2B5EF4-FFF2-40B4-BE49-F238E27FC236}">
                  <a16:creationId xmlns:a16="http://schemas.microsoft.com/office/drawing/2014/main" id="{09B2D120-4BFC-4EEB-896D-88D13422C6D6}"/>
                </a:ext>
              </a:extLst>
            </p:cNvPr>
            <p:cNvSpPr/>
            <p:nvPr/>
          </p:nvSpPr>
          <p:spPr>
            <a:xfrm>
              <a:off x="798868" y="67014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3" name="Hexagon 862">
              <a:extLst>
                <a:ext uri="{FF2B5EF4-FFF2-40B4-BE49-F238E27FC236}">
                  <a16:creationId xmlns:a16="http://schemas.microsoft.com/office/drawing/2014/main" id="{104714D3-DD36-42AF-8AD0-B331C004C8FA}"/>
                </a:ext>
              </a:extLst>
            </p:cNvPr>
            <p:cNvSpPr/>
            <p:nvPr/>
          </p:nvSpPr>
          <p:spPr>
            <a:xfrm>
              <a:off x="797658" y="68791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4" name="Hexagon 863">
              <a:extLst>
                <a:ext uri="{FF2B5EF4-FFF2-40B4-BE49-F238E27FC236}">
                  <a16:creationId xmlns:a16="http://schemas.microsoft.com/office/drawing/2014/main" id="{143D8E12-666A-4575-8718-6CB7D081B2B7}"/>
                </a:ext>
              </a:extLst>
            </p:cNvPr>
            <p:cNvSpPr/>
            <p:nvPr/>
          </p:nvSpPr>
          <p:spPr>
            <a:xfrm>
              <a:off x="799956" y="70617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5" name="Hexagon 864">
              <a:extLst>
                <a:ext uri="{FF2B5EF4-FFF2-40B4-BE49-F238E27FC236}">
                  <a16:creationId xmlns:a16="http://schemas.microsoft.com/office/drawing/2014/main" id="{889740B0-798C-496B-8E10-4757917870BA}"/>
                </a:ext>
              </a:extLst>
            </p:cNvPr>
            <p:cNvSpPr/>
            <p:nvPr/>
          </p:nvSpPr>
          <p:spPr>
            <a:xfrm>
              <a:off x="1274121" y="77881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6" name="Hexagon 865">
              <a:extLst>
                <a:ext uri="{FF2B5EF4-FFF2-40B4-BE49-F238E27FC236}">
                  <a16:creationId xmlns:a16="http://schemas.microsoft.com/office/drawing/2014/main" id="{AA3EEE99-A886-46A0-B6AA-0732E012465A}"/>
                </a:ext>
              </a:extLst>
            </p:cNvPr>
            <p:cNvSpPr/>
            <p:nvPr/>
          </p:nvSpPr>
          <p:spPr>
            <a:xfrm>
              <a:off x="1271916" y="74305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7" name="Hexagon 866">
              <a:extLst>
                <a:ext uri="{FF2B5EF4-FFF2-40B4-BE49-F238E27FC236}">
                  <a16:creationId xmlns:a16="http://schemas.microsoft.com/office/drawing/2014/main" id="{99B62B18-9C5B-4467-BE97-4F86BBC36763}"/>
                </a:ext>
              </a:extLst>
            </p:cNvPr>
            <p:cNvSpPr/>
            <p:nvPr/>
          </p:nvSpPr>
          <p:spPr>
            <a:xfrm>
              <a:off x="1269931" y="76088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8" name="Hexagon 867">
              <a:extLst>
                <a:ext uri="{FF2B5EF4-FFF2-40B4-BE49-F238E27FC236}">
                  <a16:creationId xmlns:a16="http://schemas.microsoft.com/office/drawing/2014/main" id="{21B76CEB-0EBE-4EDB-981F-CCA7C3287AAD}"/>
                </a:ext>
              </a:extLst>
            </p:cNvPr>
            <p:cNvSpPr/>
            <p:nvPr/>
          </p:nvSpPr>
          <p:spPr>
            <a:xfrm>
              <a:off x="1272911" y="79705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9" name="Hexagon 868">
              <a:extLst>
                <a:ext uri="{FF2B5EF4-FFF2-40B4-BE49-F238E27FC236}">
                  <a16:creationId xmlns:a16="http://schemas.microsoft.com/office/drawing/2014/main" id="{36BE3277-1978-4DFC-AFDF-A072ED6AC454}"/>
                </a:ext>
              </a:extLst>
            </p:cNvPr>
            <p:cNvSpPr/>
            <p:nvPr/>
          </p:nvSpPr>
          <p:spPr>
            <a:xfrm>
              <a:off x="1275292" y="83349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0" name="Hexagon 869">
              <a:extLst>
                <a:ext uri="{FF2B5EF4-FFF2-40B4-BE49-F238E27FC236}">
                  <a16:creationId xmlns:a16="http://schemas.microsoft.com/office/drawing/2014/main" id="{3AADD292-D1EC-4611-B703-3F0F356C6320}"/>
                </a:ext>
              </a:extLst>
            </p:cNvPr>
            <p:cNvSpPr/>
            <p:nvPr/>
          </p:nvSpPr>
          <p:spPr>
            <a:xfrm>
              <a:off x="1277590" y="85199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1" name="Hexagon 870">
              <a:extLst>
                <a:ext uri="{FF2B5EF4-FFF2-40B4-BE49-F238E27FC236}">
                  <a16:creationId xmlns:a16="http://schemas.microsoft.com/office/drawing/2014/main" id="{B94C9527-7EC0-4F50-99BE-087EBAFE6763}"/>
                </a:ext>
              </a:extLst>
            </p:cNvPr>
            <p:cNvSpPr/>
            <p:nvPr/>
          </p:nvSpPr>
          <p:spPr>
            <a:xfrm>
              <a:off x="1039547" y="8423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2" name="Hexagon 871">
              <a:extLst>
                <a:ext uri="{FF2B5EF4-FFF2-40B4-BE49-F238E27FC236}">
                  <a16:creationId xmlns:a16="http://schemas.microsoft.com/office/drawing/2014/main" id="{765EC084-8E05-4A3E-9FE7-8B4B7DB0596D}"/>
                </a:ext>
              </a:extLst>
            </p:cNvPr>
            <p:cNvSpPr/>
            <p:nvPr/>
          </p:nvSpPr>
          <p:spPr>
            <a:xfrm>
              <a:off x="1037083" y="86056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3" name="Hexagon 872">
              <a:extLst>
                <a:ext uri="{FF2B5EF4-FFF2-40B4-BE49-F238E27FC236}">
                  <a16:creationId xmlns:a16="http://schemas.microsoft.com/office/drawing/2014/main" id="{C07E8333-BD74-4AC7-BF84-E6EDF0BB16BF}"/>
                </a:ext>
              </a:extLst>
            </p:cNvPr>
            <p:cNvSpPr/>
            <p:nvPr/>
          </p:nvSpPr>
          <p:spPr>
            <a:xfrm>
              <a:off x="1033324" y="87841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4" name="Hexagon 873">
              <a:extLst>
                <a:ext uri="{FF2B5EF4-FFF2-40B4-BE49-F238E27FC236}">
                  <a16:creationId xmlns:a16="http://schemas.microsoft.com/office/drawing/2014/main" id="{077D89B6-08CD-4747-B775-44F6774BE64D}"/>
                </a:ext>
              </a:extLst>
            </p:cNvPr>
            <p:cNvSpPr/>
            <p:nvPr/>
          </p:nvSpPr>
          <p:spPr>
            <a:xfrm>
              <a:off x="1037909" y="91464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5" name="Hexagon 874">
              <a:extLst>
                <a:ext uri="{FF2B5EF4-FFF2-40B4-BE49-F238E27FC236}">
                  <a16:creationId xmlns:a16="http://schemas.microsoft.com/office/drawing/2014/main" id="{D9B93619-73F3-444E-A4A8-E718E27B5F8B}"/>
                </a:ext>
              </a:extLst>
            </p:cNvPr>
            <p:cNvSpPr/>
            <p:nvPr/>
          </p:nvSpPr>
          <p:spPr>
            <a:xfrm>
              <a:off x="1036699" y="93241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6" name="Hexagon 875">
              <a:extLst>
                <a:ext uri="{FF2B5EF4-FFF2-40B4-BE49-F238E27FC236}">
                  <a16:creationId xmlns:a16="http://schemas.microsoft.com/office/drawing/2014/main" id="{87C4E060-76E5-41B6-9623-5B324BB27D7F}"/>
                </a:ext>
              </a:extLst>
            </p:cNvPr>
            <p:cNvSpPr/>
            <p:nvPr/>
          </p:nvSpPr>
          <p:spPr>
            <a:xfrm>
              <a:off x="1038997" y="95068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7" name="Hexagon 876">
              <a:extLst>
                <a:ext uri="{FF2B5EF4-FFF2-40B4-BE49-F238E27FC236}">
                  <a16:creationId xmlns:a16="http://schemas.microsoft.com/office/drawing/2014/main" id="{9413EAC9-7F5D-4C01-B8FC-EC96E1E7DBE7}"/>
                </a:ext>
              </a:extLst>
            </p:cNvPr>
            <p:cNvSpPr/>
            <p:nvPr/>
          </p:nvSpPr>
          <p:spPr>
            <a:xfrm>
              <a:off x="573327" y="91393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8" name="Hexagon 877">
              <a:extLst>
                <a:ext uri="{FF2B5EF4-FFF2-40B4-BE49-F238E27FC236}">
                  <a16:creationId xmlns:a16="http://schemas.microsoft.com/office/drawing/2014/main" id="{3AB65847-1880-4327-9709-F90043DED215}"/>
                </a:ext>
              </a:extLst>
            </p:cNvPr>
            <p:cNvSpPr/>
            <p:nvPr/>
          </p:nvSpPr>
          <p:spPr>
            <a:xfrm>
              <a:off x="569736" y="93170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9" name="Hexagon 878">
              <a:extLst>
                <a:ext uri="{FF2B5EF4-FFF2-40B4-BE49-F238E27FC236}">
                  <a16:creationId xmlns:a16="http://schemas.microsoft.com/office/drawing/2014/main" id="{FD5856D3-0089-4C0E-9548-9E38B69DF0F5}"/>
                </a:ext>
              </a:extLst>
            </p:cNvPr>
            <p:cNvSpPr/>
            <p:nvPr/>
          </p:nvSpPr>
          <p:spPr>
            <a:xfrm>
              <a:off x="574415" y="94949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0" name="Hexagon 879">
              <a:extLst>
                <a:ext uri="{FF2B5EF4-FFF2-40B4-BE49-F238E27FC236}">
                  <a16:creationId xmlns:a16="http://schemas.microsoft.com/office/drawing/2014/main" id="{34FFBC5A-2F86-4143-9D25-0E6B660C89F3}"/>
                </a:ext>
              </a:extLst>
            </p:cNvPr>
            <p:cNvSpPr/>
            <p:nvPr/>
          </p:nvSpPr>
          <p:spPr>
            <a:xfrm>
              <a:off x="806928" y="92345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1" name="Hexagon 880">
              <a:extLst>
                <a:ext uri="{FF2B5EF4-FFF2-40B4-BE49-F238E27FC236}">
                  <a16:creationId xmlns:a16="http://schemas.microsoft.com/office/drawing/2014/main" id="{D27D72C9-BC04-48E7-9A31-5CF450DFFDFA}"/>
                </a:ext>
              </a:extLst>
            </p:cNvPr>
            <p:cNvSpPr/>
            <p:nvPr/>
          </p:nvSpPr>
          <p:spPr>
            <a:xfrm>
              <a:off x="805718" y="94122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2" name="Hexagon 881">
              <a:extLst>
                <a:ext uri="{FF2B5EF4-FFF2-40B4-BE49-F238E27FC236}">
                  <a16:creationId xmlns:a16="http://schemas.microsoft.com/office/drawing/2014/main" id="{9A4511AB-6FA7-4FA4-B082-F9C1357C30A4}"/>
                </a:ext>
              </a:extLst>
            </p:cNvPr>
            <p:cNvSpPr/>
            <p:nvPr/>
          </p:nvSpPr>
          <p:spPr>
            <a:xfrm>
              <a:off x="-130477" y="81456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3" name="Hexagon 882">
              <a:extLst>
                <a:ext uri="{FF2B5EF4-FFF2-40B4-BE49-F238E27FC236}">
                  <a16:creationId xmlns:a16="http://schemas.microsoft.com/office/drawing/2014/main" id="{E59E4493-4F91-43C7-9B23-39AD116CEB93}"/>
                </a:ext>
              </a:extLst>
            </p:cNvPr>
            <p:cNvSpPr/>
            <p:nvPr/>
          </p:nvSpPr>
          <p:spPr>
            <a:xfrm>
              <a:off x="-134667" y="79663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4" name="Hexagon 883">
              <a:extLst>
                <a:ext uri="{FF2B5EF4-FFF2-40B4-BE49-F238E27FC236}">
                  <a16:creationId xmlns:a16="http://schemas.microsoft.com/office/drawing/2014/main" id="{1402DE04-152E-4C70-B95F-DEAA578D814F}"/>
                </a:ext>
              </a:extLst>
            </p:cNvPr>
            <p:cNvSpPr/>
            <p:nvPr/>
          </p:nvSpPr>
          <p:spPr>
            <a:xfrm>
              <a:off x="-131687" y="83233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5" name="Hexagon 884">
              <a:extLst>
                <a:ext uri="{FF2B5EF4-FFF2-40B4-BE49-F238E27FC236}">
                  <a16:creationId xmlns:a16="http://schemas.microsoft.com/office/drawing/2014/main" id="{F576BF38-0AC2-4872-A673-CF90FAE5728D}"/>
                </a:ext>
              </a:extLst>
            </p:cNvPr>
            <p:cNvSpPr/>
            <p:nvPr/>
          </p:nvSpPr>
          <p:spPr>
            <a:xfrm>
              <a:off x="567230" y="7516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6" name="Hexagon 885">
              <a:extLst>
                <a:ext uri="{FF2B5EF4-FFF2-40B4-BE49-F238E27FC236}">
                  <a16:creationId xmlns:a16="http://schemas.microsoft.com/office/drawing/2014/main" id="{4F6310E6-926E-4E58-B17A-09D2E16486E3}"/>
                </a:ext>
              </a:extLst>
            </p:cNvPr>
            <p:cNvSpPr/>
            <p:nvPr/>
          </p:nvSpPr>
          <p:spPr>
            <a:xfrm>
              <a:off x="563040" y="73373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7" name="Hexagon 886">
              <a:extLst>
                <a:ext uri="{FF2B5EF4-FFF2-40B4-BE49-F238E27FC236}">
                  <a16:creationId xmlns:a16="http://schemas.microsoft.com/office/drawing/2014/main" id="{79286C91-64B3-4B98-8B55-24E2FF76FC54}"/>
                </a:ext>
              </a:extLst>
            </p:cNvPr>
            <p:cNvSpPr/>
            <p:nvPr/>
          </p:nvSpPr>
          <p:spPr>
            <a:xfrm>
              <a:off x="566020" y="7694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8" name="Hexagon 887">
              <a:extLst>
                <a:ext uri="{FF2B5EF4-FFF2-40B4-BE49-F238E27FC236}">
                  <a16:creationId xmlns:a16="http://schemas.microsoft.com/office/drawing/2014/main" id="{A04DF27C-3D10-4E00-A546-87F923638D5D}"/>
                </a:ext>
              </a:extLst>
            </p:cNvPr>
            <p:cNvSpPr/>
            <p:nvPr/>
          </p:nvSpPr>
          <p:spPr>
            <a:xfrm>
              <a:off x="804377" y="74286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9" name="Hexagon 888">
              <a:extLst>
                <a:ext uri="{FF2B5EF4-FFF2-40B4-BE49-F238E27FC236}">
                  <a16:creationId xmlns:a16="http://schemas.microsoft.com/office/drawing/2014/main" id="{563CA517-7746-4BF5-8A25-777D0DF36748}"/>
                </a:ext>
              </a:extLst>
            </p:cNvPr>
            <p:cNvSpPr/>
            <p:nvPr/>
          </p:nvSpPr>
          <p:spPr>
            <a:xfrm>
              <a:off x="802392" y="76068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0" name="Hexagon 889">
              <a:extLst>
                <a:ext uri="{FF2B5EF4-FFF2-40B4-BE49-F238E27FC236}">
                  <a16:creationId xmlns:a16="http://schemas.microsoft.com/office/drawing/2014/main" id="{43901B6B-BA05-40A5-93A0-36679D30260D}"/>
                </a:ext>
              </a:extLst>
            </p:cNvPr>
            <p:cNvSpPr/>
            <p:nvPr/>
          </p:nvSpPr>
          <p:spPr>
            <a:xfrm>
              <a:off x="100523" y="73397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1" name="Hexagon 890">
              <a:extLst>
                <a:ext uri="{FF2B5EF4-FFF2-40B4-BE49-F238E27FC236}">
                  <a16:creationId xmlns:a16="http://schemas.microsoft.com/office/drawing/2014/main" id="{3A3D3C22-AE3C-4D37-9B5E-9FB497AADB76}"/>
                </a:ext>
              </a:extLst>
            </p:cNvPr>
            <p:cNvSpPr/>
            <p:nvPr/>
          </p:nvSpPr>
          <p:spPr>
            <a:xfrm>
              <a:off x="98538" y="75179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7" name="Hexagon 926">
              <a:extLst>
                <a:ext uri="{FF2B5EF4-FFF2-40B4-BE49-F238E27FC236}">
                  <a16:creationId xmlns:a16="http://schemas.microsoft.com/office/drawing/2014/main" id="{0A4780C2-D30A-439F-BAB9-90760EF424C4}"/>
                </a:ext>
              </a:extLst>
            </p:cNvPr>
            <p:cNvSpPr/>
            <p:nvPr/>
          </p:nvSpPr>
          <p:spPr>
            <a:xfrm>
              <a:off x="-127705" y="94060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2级">
            <a:extLst>
              <a:ext uri="{FF2B5EF4-FFF2-40B4-BE49-F238E27FC236}">
                <a16:creationId xmlns:a16="http://schemas.microsoft.com/office/drawing/2014/main" id="{F4C326ED-DC44-4CF2-B6A4-9649CAE62D4A}"/>
              </a:ext>
            </a:extLst>
          </p:cNvPr>
          <p:cNvGrpSpPr/>
          <p:nvPr/>
        </p:nvGrpSpPr>
        <p:grpSpPr>
          <a:xfrm>
            <a:off x="6958247" y="6353295"/>
            <a:ext cx="4024459" cy="4040266"/>
            <a:chOff x="6188951" y="5940337"/>
            <a:chExt cx="4024459" cy="4040266"/>
          </a:xfrm>
        </p:grpSpPr>
        <p:sp>
          <p:nvSpPr>
            <p:cNvPr id="1550" name="Hexagon 1549">
              <a:extLst>
                <a:ext uri="{FF2B5EF4-FFF2-40B4-BE49-F238E27FC236}">
                  <a16:creationId xmlns:a16="http://schemas.microsoft.com/office/drawing/2014/main" id="{EFDEB2E2-6723-4EC6-A248-15F07C758496}"/>
                </a:ext>
              </a:extLst>
            </p:cNvPr>
            <p:cNvSpPr/>
            <p:nvPr/>
          </p:nvSpPr>
          <p:spPr>
            <a:xfrm>
              <a:off x="9673759" y="64948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95" name="Hexagon 294">
              <a:extLst>
                <a:ext uri="{FF2B5EF4-FFF2-40B4-BE49-F238E27FC236}">
                  <a16:creationId xmlns:a16="http://schemas.microsoft.com/office/drawing/2014/main" id="{6140AE59-4B3E-4737-B633-4282DA4C207B}"/>
                </a:ext>
              </a:extLst>
            </p:cNvPr>
            <p:cNvSpPr/>
            <p:nvPr/>
          </p:nvSpPr>
          <p:spPr>
            <a:xfrm>
              <a:off x="9441675" y="64027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96" name="Hexagon 295">
              <a:extLst>
                <a:ext uri="{FF2B5EF4-FFF2-40B4-BE49-F238E27FC236}">
                  <a16:creationId xmlns:a16="http://schemas.microsoft.com/office/drawing/2014/main" id="{3522A840-DE3B-4D2E-9854-1D3ED7E27C3C}"/>
                </a:ext>
              </a:extLst>
            </p:cNvPr>
            <p:cNvSpPr/>
            <p:nvPr/>
          </p:nvSpPr>
          <p:spPr>
            <a:xfrm>
              <a:off x="9442677" y="65921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97" name="Hexagon 296">
              <a:extLst>
                <a:ext uri="{FF2B5EF4-FFF2-40B4-BE49-F238E27FC236}">
                  <a16:creationId xmlns:a16="http://schemas.microsoft.com/office/drawing/2014/main" id="{BA2CE076-8298-4E17-9262-640179EF88CB}"/>
                </a:ext>
              </a:extLst>
            </p:cNvPr>
            <p:cNvSpPr/>
            <p:nvPr/>
          </p:nvSpPr>
          <p:spPr>
            <a:xfrm>
              <a:off x="9210593" y="65000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98" name="Hexagon 297">
              <a:extLst>
                <a:ext uri="{FF2B5EF4-FFF2-40B4-BE49-F238E27FC236}">
                  <a16:creationId xmlns:a16="http://schemas.microsoft.com/office/drawing/2014/main" id="{E79B66C6-2AB9-4A1A-8393-568736938FEE}"/>
                </a:ext>
              </a:extLst>
            </p:cNvPr>
            <p:cNvSpPr/>
            <p:nvPr/>
          </p:nvSpPr>
          <p:spPr>
            <a:xfrm>
              <a:off x="9207669" y="66801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99" name="Hexagon 298">
              <a:extLst>
                <a:ext uri="{FF2B5EF4-FFF2-40B4-BE49-F238E27FC236}">
                  <a16:creationId xmlns:a16="http://schemas.microsoft.com/office/drawing/2014/main" id="{2F9FF6D5-6A4C-4EB5-9CD3-32620BF86E12}"/>
                </a:ext>
              </a:extLst>
            </p:cNvPr>
            <p:cNvSpPr/>
            <p:nvPr/>
          </p:nvSpPr>
          <p:spPr>
            <a:xfrm>
              <a:off x="8975585" y="65944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0" name="Hexagon 299">
              <a:extLst>
                <a:ext uri="{FF2B5EF4-FFF2-40B4-BE49-F238E27FC236}">
                  <a16:creationId xmlns:a16="http://schemas.microsoft.com/office/drawing/2014/main" id="{226C00F0-CBBB-4981-B756-1B5EC5576211}"/>
                </a:ext>
              </a:extLst>
            </p:cNvPr>
            <p:cNvSpPr/>
            <p:nvPr/>
          </p:nvSpPr>
          <p:spPr>
            <a:xfrm>
              <a:off x="9210593" y="68607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1" name="Hexagon 300">
              <a:extLst>
                <a:ext uri="{FF2B5EF4-FFF2-40B4-BE49-F238E27FC236}">
                  <a16:creationId xmlns:a16="http://schemas.microsoft.com/office/drawing/2014/main" id="{41D9C6D7-8700-42A3-A793-C5E5BF83F7EB}"/>
                </a:ext>
              </a:extLst>
            </p:cNvPr>
            <p:cNvSpPr/>
            <p:nvPr/>
          </p:nvSpPr>
          <p:spPr>
            <a:xfrm>
              <a:off x="8976036" y="67754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2" name="Hexagon 301">
              <a:extLst>
                <a:ext uri="{FF2B5EF4-FFF2-40B4-BE49-F238E27FC236}">
                  <a16:creationId xmlns:a16="http://schemas.microsoft.com/office/drawing/2014/main" id="{D0BFD5A0-AC1D-423A-A837-B9E928348368}"/>
                </a:ext>
              </a:extLst>
            </p:cNvPr>
            <p:cNvSpPr/>
            <p:nvPr/>
          </p:nvSpPr>
          <p:spPr>
            <a:xfrm>
              <a:off x="8975585" y="64113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4" name="Hexagon 303">
              <a:extLst>
                <a:ext uri="{FF2B5EF4-FFF2-40B4-BE49-F238E27FC236}">
                  <a16:creationId xmlns:a16="http://schemas.microsoft.com/office/drawing/2014/main" id="{1EA3F068-EC88-4934-9242-6022B97CEAE4}"/>
                </a:ext>
              </a:extLst>
            </p:cNvPr>
            <p:cNvSpPr/>
            <p:nvPr/>
          </p:nvSpPr>
          <p:spPr>
            <a:xfrm>
              <a:off x="9205118" y="59403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5" name="Hexagon 304">
              <a:extLst>
                <a:ext uri="{FF2B5EF4-FFF2-40B4-BE49-F238E27FC236}">
                  <a16:creationId xmlns:a16="http://schemas.microsoft.com/office/drawing/2014/main" id="{C08A8581-5D9C-4ACB-9511-09FD6F7B4C1A}"/>
                </a:ext>
              </a:extLst>
            </p:cNvPr>
            <p:cNvSpPr/>
            <p:nvPr/>
          </p:nvSpPr>
          <p:spPr>
            <a:xfrm>
              <a:off x="8969273" y="60376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6" name="Hexagon 305">
              <a:extLst>
                <a:ext uri="{FF2B5EF4-FFF2-40B4-BE49-F238E27FC236}">
                  <a16:creationId xmlns:a16="http://schemas.microsoft.com/office/drawing/2014/main" id="{DBFA3D99-5BAE-47C4-A6F8-9BAC7AE42E00}"/>
                </a:ext>
              </a:extLst>
            </p:cNvPr>
            <p:cNvSpPr/>
            <p:nvPr/>
          </p:nvSpPr>
          <p:spPr>
            <a:xfrm>
              <a:off x="8734265" y="61320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7" name="Hexagon 306">
              <a:extLst>
                <a:ext uri="{FF2B5EF4-FFF2-40B4-BE49-F238E27FC236}">
                  <a16:creationId xmlns:a16="http://schemas.microsoft.com/office/drawing/2014/main" id="{861CF150-D343-4BAD-BD03-7EF032D4B3A2}"/>
                </a:ext>
              </a:extLst>
            </p:cNvPr>
            <p:cNvSpPr/>
            <p:nvPr/>
          </p:nvSpPr>
          <p:spPr>
            <a:xfrm>
              <a:off x="8743437" y="64971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8" name="Hexagon 307">
              <a:extLst>
                <a:ext uri="{FF2B5EF4-FFF2-40B4-BE49-F238E27FC236}">
                  <a16:creationId xmlns:a16="http://schemas.microsoft.com/office/drawing/2014/main" id="{2CB05DF9-D3DF-45B5-B127-2FE97656E572}"/>
                </a:ext>
              </a:extLst>
            </p:cNvPr>
            <p:cNvSpPr/>
            <p:nvPr/>
          </p:nvSpPr>
          <p:spPr>
            <a:xfrm>
              <a:off x="8743437" y="63140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09" name="Hexagon 308">
              <a:extLst>
                <a:ext uri="{FF2B5EF4-FFF2-40B4-BE49-F238E27FC236}">
                  <a16:creationId xmlns:a16="http://schemas.microsoft.com/office/drawing/2014/main" id="{0988C97C-708B-4D82-8830-AD6338F88328}"/>
                </a:ext>
              </a:extLst>
            </p:cNvPr>
            <p:cNvSpPr/>
            <p:nvPr/>
          </p:nvSpPr>
          <p:spPr>
            <a:xfrm>
              <a:off x="8978434" y="69559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0" name="Hexagon 309">
              <a:extLst>
                <a:ext uri="{FF2B5EF4-FFF2-40B4-BE49-F238E27FC236}">
                  <a16:creationId xmlns:a16="http://schemas.microsoft.com/office/drawing/2014/main" id="{93D0E9AA-94A4-4AE5-AD5D-8437F0DD4DDB}"/>
                </a:ext>
              </a:extLst>
            </p:cNvPr>
            <p:cNvSpPr/>
            <p:nvPr/>
          </p:nvSpPr>
          <p:spPr>
            <a:xfrm>
              <a:off x="8743877" y="68659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1" name="Hexagon 310">
              <a:extLst>
                <a:ext uri="{FF2B5EF4-FFF2-40B4-BE49-F238E27FC236}">
                  <a16:creationId xmlns:a16="http://schemas.microsoft.com/office/drawing/2014/main" id="{7FA6AFF8-7B3D-4241-ABF2-48E63F028DFB}"/>
                </a:ext>
              </a:extLst>
            </p:cNvPr>
            <p:cNvSpPr/>
            <p:nvPr/>
          </p:nvSpPr>
          <p:spPr>
            <a:xfrm>
              <a:off x="9446248" y="71333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2" name="Hexagon 311">
              <a:extLst>
                <a:ext uri="{FF2B5EF4-FFF2-40B4-BE49-F238E27FC236}">
                  <a16:creationId xmlns:a16="http://schemas.microsoft.com/office/drawing/2014/main" id="{A659D793-45FF-4119-9D39-6F79169A66D1}"/>
                </a:ext>
              </a:extLst>
            </p:cNvPr>
            <p:cNvSpPr/>
            <p:nvPr/>
          </p:nvSpPr>
          <p:spPr>
            <a:xfrm>
              <a:off x="9211691" y="70480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3" name="Hexagon 312">
              <a:extLst>
                <a:ext uri="{FF2B5EF4-FFF2-40B4-BE49-F238E27FC236}">
                  <a16:creationId xmlns:a16="http://schemas.microsoft.com/office/drawing/2014/main" id="{42045983-4B39-4030-8390-75314EEFC7A0}"/>
                </a:ext>
              </a:extLst>
            </p:cNvPr>
            <p:cNvSpPr/>
            <p:nvPr/>
          </p:nvSpPr>
          <p:spPr>
            <a:xfrm>
              <a:off x="9670835" y="72225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4" name="Hexagon 313">
              <a:extLst>
                <a:ext uri="{FF2B5EF4-FFF2-40B4-BE49-F238E27FC236}">
                  <a16:creationId xmlns:a16="http://schemas.microsoft.com/office/drawing/2014/main" id="{77D5CAA1-8197-4D38-B5DD-B353F281538F}"/>
                </a:ext>
              </a:extLst>
            </p:cNvPr>
            <p:cNvSpPr/>
            <p:nvPr/>
          </p:nvSpPr>
          <p:spPr>
            <a:xfrm>
              <a:off x="9911658" y="749149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5" name="Hexagon 314">
              <a:extLst>
                <a:ext uri="{FF2B5EF4-FFF2-40B4-BE49-F238E27FC236}">
                  <a16:creationId xmlns:a16="http://schemas.microsoft.com/office/drawing/2014/main" id="{258EE901-5485-46D3-AF62-DF8674F3C8B9}"/>
                </a:ext>
              </a:extLst>
            </p:cNvPr>
            <p:cNvSpPr/>
            <p:nvPr/>
          </p:nvSpPr>
          <p:spPr>
            <a:xfrm>
              <a:off x="8982530" y="71401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6" name="Hexagon 315">
              <a:extLst>
                <a:ext uri="{FF2B5EF4-FFF2-40B4-BE49-F238E27FC236}">
                  <a16:creationId xmlns:a16="http://schemas.microsoft.com/office/drawing/2014/main" id="{478CBA53-E9EC-443B-B746-134DEB072C6D}"/>
                </a:ext>
              </a:extLst>
            </p:cNvPr>
            <p:cNvSpPr/>
            <p:nvPr/>
          </p:nvSpPr>
          <p:spPr>
            <a:xfrm>
              <a:off x="9450344" y="73175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7" name="Hexagon 316">
              <a:extLst>
                <a:ext uri="{FF2B5EF4-FFF2-40B4-BE49-F238E27FC236}">
                  <a16:creationId xmlns:a16="http://schemas.microsoft.com/office/drawing/2014/main" id="{398D77B8-F730-43C4-92AC-053255279EAB}"/>
                </a:ext>
              </a:extLst>
            </p:cNvPr>
            <p:cNvSpPr/>
            <p:nvPr/>
          </p:nvSpPr>
          <p:spPr>
            <a:xfrm>
              <a:off x="9215787" y="723223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8" name="Hexagon 317">
              <a:extLst>
                <a:ext uri="{FF2B5EF4-FFF2-40B4-BE49-F238E27FC236}">
                  <a16:creationId xmlns:a16="http://schemas.microsoft.com/office/drawing/2014/main" id="{0CE19719-15C4-4B4F-894C-34A40CF66775}"/>
                </a:ext>
              </a:extLst>
            </p:cNvPr>
            <p:cNvSpPr/>
            <p:nvPr/>
          </p:nvSpPr>
          <p:spPr>
            <a:xfrm>
              <a:off x="9674931" y="74067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19" name="Hexagon 318">
              <a:extLst>
                <a:ext uri="{FF2B5EF4-FFF2-40B4-BE49-F238E27FC236}">
                  <a16:creationId xmlns:a16="http://schemas.microsoft.com/office/drawing/2014/main" id="{BFEF40F8-FEB6-4F6D-8C94-435482C8B806}"/>
                </a:ext>
              </a:extLst>
            </p:cNvPr>
            <p:cNvSpPr/>
            <p:nvPr/>
          </p:nvSpPr>
          <p:spPr>
            <a:xfrm>
              <a:off x="8982235" y="73215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0" name="Hexagon 319">
              <a:extLst>
                <a:ext uri="{FF2B5EF4-FFF2-40B4-BE49-F238E27FC236}">
                  <a16:creationId xmlns:a16="http://schemas.microsoft.com/office/drawing/2014/main" id="{70687579-83B0-4DEB-BF68-48029DC2832E}"/>
                </a:ext>
              </a:extLst>
            </p:cNvPr>
            <p:cNvSpPr/>
            <p:nvPr/>
          </p:nvSpPr>
          <p:spPr>
            <a:xfrm>
              <a:off x="9447231" y="74976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1" name="Hexagon 320">
              <a:extLst>
                <a:ext uri="{FF2B5EF4-FFF2-40B4-BE49-F238E27FC236}">
                  <a16:creationId xmlns:a16="http://schemas.microsoft.com/office/drawing/2014/main" id="{248ABF5D-6295-4A60-A968-59696F0796EB}"/>
                </a:ext>
              </a:extLst>
            </p:cNvPr>
            <p:cNvSpPr/>
            <p:nvPr/>
          </p:nvSpPr>
          <p:spPr>
            <a:xfrm>
              <a:off x="8756371" y="74188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2" name="Hexagon 321">
              <a:extLst>
                <a:ext uri="{FF2B5EF4-FFF2-40B4-BE49-F238E27FC236}">
                  <a16:creationId xmlns:a16="http://schemas.microsoft.com/office/drawing/2014/main" id="{D2CE80F9-4519-42F5-A9E1-7440265B1206}"/>
                </a:ext>
              </a:extLst>
            </p:cNvPr>
            <p:cNvSpPr/>
            <p:nvPr/>
          </p:nvSpPr>
          <p:spPr>
            <a:xfrm>
              <a:off x="9217042" y="75914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3" name="Hexagon 322">
              <a:extLst>
                <a:ext uri="{FF2B5EF4-FFF2-40B4-BE49-F238E27FC236}">
                  <a16:creationId xmlns:a16="http://schemas.microsoft.com/office/drawing/2014/main" id="{4A520CE9-7849-4790-B5AF-35B46B036942}"/>
                </a:ext>
              </a:extLst>
            </p:cNvPr>
            <p:cNvSpPr/>
            <p:nvPr/>
          </p:nvSpPr>
          <p:spPr>
            <a:xfrm>
              <a:off x="8982485" y="75062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5" name="Hexagon 324">
              <a:extLst>
                <a:ext uri="{FF2B5EF4-FFF2-40B4-BE49-F238E27FC236}">
                  <a16:creationId xmlns:a16="http://schemas.microsoft.com/office/drawing/2014/main" id="{A8E6809A-755E-4836-8B7D-819EFD847425}"/>
                </a:ext>
              </a:extLst>
            </p:cNvPr>
            <p:cNvSpPr/>
            <p:nvPr/>
          </p:nvSpPr>
          <p:spPr>
            <a:xfrm>
              <a:off x="8292092" y="72295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6" name="Hexagon 325">
              <a:extLst>
                <a:ext uri="{FF2B5EF4-FFF2-40B4-BE49-F238E27FC236}">
                  <a16:creationId xmlns:a16="http://schemas.microsoft.com/office/drawing/2014/main" id="{D2B3EC39-61D9-4386-BDF8-6CA8059F2398}"/>
                </a:ext>
              </a:extLst>
            </p:cNvPr>
            <p:cNvSpPr/>
            <p:nvPr/>
          </p:nvSpPr>
          <p:spPr>
            <a:xfrm>
              <a:off x="8514559" y="695371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7" name="Hexagon 326">
              <a:extLst>
                <a:ext uri="{FF2B5EF4-FFF2-40B4-BE49-F238E27FC236}">
                  <a16:creationId xmlns:a16="http://schemas.microsoft.com/office/drawing/2014/main" id="{BE16D0EC-D6CA-4995-8E36-CEB221109BED}"/>
                </a:ext>
              </a:extLst>
            </p:cNvPr>
            <p:cNvSpPr/>
            <p:nvPr/>
          </p:nvSpPr>
          <p:spPr>
            <a:xfrm>
              <a:off x="8504899" y="60453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8" name="Hexagon 327">
              <a:extLst>
                <a:ext uri="{FF2B5EF4-FFF2-40B4-BE49-F238E27FC236}">
                  <a16:creationId xmlns:a16="http://schemas.microsoft.com/office/drawing/2014/main" id="{A8E33419-37DF-41FA-B000-4E04C198C21D}"/>
                </a:ext>
              </a:extLst>
            </p:cNvPr>
            <p:cNvSpPr/>
            <p:nvPr/>
          </p:nvSpPr>
          <p:spPr>
            <a:xfrm>
              <a:off x="8507297" y="62258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29" name="Hexagon 328">
              <a:extLst>
                <a:ext uri="{FF2B5EF4-FFF2-40B4-BE49-F238E27FC236}">
                  <a16:creationId xmlns:a16="http://schemas.microsoft.com/office/drawing/2014/main" id="{4702CAEC-3FB2-4CF8-B118-B857C7080B74}"/>
                </a:ext>
              </a:extLst>
            </p:cNvPr>
            <p:cNvSpPr/>
            <p:nvPr/>
          </p:nvSpPr>
          <p:spPr>
            <a:xfrm>
              <a:off x="8511393" y="64100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0" name="Hexagon 329">
              <a:extLst>
                <a:ext uri="{FF2B5EF4-FFF2-40B4-BE49-F238E27FC236}">
                  <a16:creationId xmlns:a16="http://schemas.microsoft.com/office/drawing/2014/main" id="{890345A7-D0E3-427C-95EB-CF4AA84CB6A1}"/>
                </a:ext>
              </a:extLst>
            </p:cNvPr>
            <p:cNvSpPr/>
            <p:nvPr/>
          </p:nvSpPr>
          <p:spPr>
            <a:xfrm>
              <a:off x="8511098" y="65914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1" name="Hexagon 330">
              <a:extLst>
                <a:ext uri="{FF2B5EF4-FFF2-40B4-BE49-F238E27FC236}">
                  <a16:creationId xmlns:a16="http://schemas.microsoft.com/office/drawing/2014/main" id="{912E2E21-45A3-4C23-AFF5-ADFAF910427E}"/>
                </a:ext>
              </a:extLst>
            </p:cNvPr>
            <p:cNvSpPr/>
            <p:nvPr/>
          </p:nvSpPr>
          <p:spPr>
            <a:xfrm>
              <a:off x="8511348" y="67761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2" name="Hexagon 331">
              <a:extLst>
                <a:ext uri="{FF2B5EF4-FFF2-40B4-BE49-F238E27FC236}">
                  <a16:creationId xmlns:a16="http://schemas.microsoft.com/office/drawing/2014/main" id="{0F99110F-B546-40D3-B3B1-30964478BA43}"/>
                </a:ext>
              </a:extLst>
            </p:cNvPr>
            <p:cNvSpPr/>
            <p:nvPr/>
          </p:nvSpPr>
          <p:spPr>
            <a:xfrm>
              <a:off x="8736836" y="595048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3" name="Hexagon 332">
              <a:extLst>
                <a:ext uri="{FF2B5EF4-FFF2-40B4-BE49-F238E27FC236}">
                  <a16:creationId xmlns:a16="http://schemas.microsoft.com/office/drawing/2014/main" id="{86ED2617-258E-48AF-9853-58F395E3742A}"/>
                </a:ext>
              </a:extLst>
            </p:cNvPr>
            <p:cNvSpPr/>
            <p:nvPr/>
          </p:nvSpPr>
          <p:spPr>
            <a:xfrm>
              <a:off x="8283586" y="68653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4" name="Hexagon 333">
              <a:extLst>
                <a:ext uri="{FF2B5EF4-FFF2-40B4-BE49-F238E27FC236}">
                  <a16:creationId xmlns:a16="http://schemas.microsoft.com/office/drawing/2014/main" id="{3B23B381-C04C-4B28-9947-606421B1DCE9}"/>
                </a:ext>
              </a:extLst>
            </p:cNvPr>
            <p:cNvSpPr/>
            <p:nvPr/>
          </p:nvSpPr>
          <p:spPr>
            <a:xfrm>
              <a:off x="8280125" y="65030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5" name="Hexagon 334">
              <a:extLst>
                <a:ext uri="{FF2B5EF4-FFF2-40B4-BE49-F238E27FC236}">
                  <a16:creationId xmlns:a16="http://schemas.microsoft.com/office/drawing/2014/main" id="{823AFD0F-598B-47BB-8388-599C2310204E}"/>
                </a:ext>
              </a:extLst>
            </p:cNvPr>
            <p:cNvSpPr/>
            <p:nvPr/>
          </p:nvSpPr>
          <p:spPr>
            <a:xfrm>
              <a:off x="8280375" y="66877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6" name="Hexagon 335">
              <a:extLst>
                <a:ext uri="{FF2B5EF4-FFF2-40B4-BE49-F238E27FC236}">
                  <a16:creationId xmlns:a16="http://schemas.microsoft.com/office/drawing/2014/main" id="{653908ED-1B75-4C00-9D30-8F39A4B137DB}"/>
                </a:ext>
              </a:extLst>
            </p:cNvPr>
            <p:cNvSpPr/>
            <p:nvPr/>
          </p:nvSpPr>
          <p:spPr>
            <a:xfrm>
              <a:off x="8278880" y="61333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7" name="Hexagon 336">
              <a:extLst>
                <a:ext uri="{FF2B5EF4-FFF2-40B4-BE49-F238E27FC236}">
                  <a16:creationId xmlns:a16="http://schemas.microsoft.com/office/drawing/2014/main" id="{1A2CFF07-C091-49F9-9893-2C853A66695E}"/>
                </a:ext>
              </a:extLst>
            </p:cNvPr>
            <p:cNvSpPr/>
            <p:nvPr/>
          </p:nvSpPr>
          <p:spPr>
            <a:xfrm>
              <a:off x="8055408" y="71322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8" name="Hexagon 337">
              <a:extLst>
                <a:ext uri="{FF2B5EF4-FFF2-40B4-BE49-F238E27FC236}">
                  <a16:creationId xmlns:a16="http://schemas.microsoft.com/office/drawing/2014/main" id="{DD8767BD-83D5-4D81-8470-65199819E68A}"/>
                </a:ext>
              </a:extLst>
            </p:cNvPr>
            <p:cNvSpPr/>
            <p:nvPr/>
          </p:nvSpPr>
          <p:spPr>
            <a:xfrm>
              <a:off x="8055652" y="69474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39" name="Hexagon 338">
              <a:extLst>
                <a:ext uri="{FF2B5EF4-FFF2-40B4-BE49-F238E27FC236}">
                  <a16:creationId xmlns:a16="http://schemas.microsoft.com/office/drawing/2014/main" id="{F2B287E9-56E1-4EE8-B477-59D08299E5A2}"/>
                </a:ext>
              </a:extLst>
            </p:cNvPr>
            <p:cNvSpPr/>
            <p:nvPr/>
          </p:nvSpPr>
          <p:spPr>
            <a:xfrm>
              <a:off x="8045992" y="60391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0" name="Hexagon 339">
              <a:extLst>
                <a:ext uri="{FF2B5EF4-FFF2-40B4-BE49-F238E27FC236}">
                  <a16:creationId xmlns:a16="http://schemas.microsoft.com/office/drawing/2014/main" id="{FE735B19-8BC8-4537-B547-8BB5A8705335}"/>
                </a:ext>
              </a:extLst>
            </p:cNvPr>
            <p:cNvSpPr/>
            <p:nvPr/>
          </p:nvSpPr>
          <p:spPr>
            <a:xfrm>
              <a:off x="8048390" y="62196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1" name="Hexagon 340">
              <a:extLst>
                <a:ext uri="{FF2B5EF4-FFF2-40B4-BE49-F238E27FC236}">
                  <a16:creationId xmlns:a16="http://schemas.microsoft.com/office/drawing/2014/main" id="{0BA8B658-72BB-44AF-9D49-958BDC90D929}"/>
                </a:ext>
              </a:extLst>
            </p:cNvPr>
            <p:cNvSpPr/>
            <p:nvPr/>
          </p:nvSpPr>
          <p:spPr>
            <a:xfrm>
              <a:off x="8052486" y="64037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2" name="Hexagon 341">
              <a:extLst>
                <a:ext uri="{FF2B5EF4-FFF2-40B4-BE49-F238E27FC236}">
                  <a16:creationId xmlns:a16="http://schemas.microsoft.com/office/drawing/2014/main" id="{AB312463-F7C4-4519-9115-F96CA0061B95}"/>
                </a:ext>
              </a:extLst>
            </p:cNvPr>
            <p:cNvSpPr/>
            <p:nvPr/>
          </p:nvSpPr>
          <p:spPr>
            <a:xfrm>
              <a:off x="8052191" y="65851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3" name="Hexagon 342">
              <a:extLst>
                <a:ext uri="{FF2B5EF4-FFF2-40B4-BE49-F238E27FC236}">
                  <a16:creationId xmlns:a16="http://schemas.microsoft.com/office/drawing/2014/main" id="{E0C940F8-C048-4E88-A3C7-15904086A1F2}"/>
                </a:ext>
              </a:extLst>
            </p:cNvPr>
            <p:cNvSpPr/>
            <p:nvPr/>
          </p:nvSpPr>
          <p:spPr>
            <a:xfrm>
              <a:off x="8052441" y="67698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4" name="Hexagon 343">
              <a:extLst>
                <a:ext uri="{FF2B5EF4-FFF2-40B4-BE49-F238E27FC236}">
                  <a16:creationId xmlns:a16="http://schemas.microsoft.com/office/drawing/2014/main" id="{AC4D933E-F13D-4D3C-84E9-EB8215FFF7A7}"/>
                </a:ext>
              </a:extLst>
            </p:cNvPr>
            <p:cNvSpPr/>
            <p:nvPr/>
          </p:nvSpPr>
          <p:spPr>
            <a:xfrm>
              <a:off x="7817568" y="66801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6" name="Hexagon 345">
              <a:extLst>
                <a:ext uri="{FF2B5EF4-FFF2-40B4-BE49-F238E27FC236}">
                  <a16:creationId xmlns:a16="http://schemas.microsoft.com/office/drawing/2014/main" id="{E0CD499C-A450-4528-A6DB-989F8BA6292A}"/>
                </a:ext>
              </a:extLst>
            </p:cNvPr>
            <p:cNvSpPr/>
            <p:nvPr/>
          </p:nvSpPr>
          <p:spPr>
            <a:xfrm>
              <a:off x="7819199" y="63123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7" name="Hexagon 346">
              <a:extLst>
                <a:ext uri="{FF2B5EF4-FFF2-40B4-BE49-F238E27FC236}">
                  <a16:creationId xmlns:a16="http://schemas.microsoft.com/office/drawing/2014/main" id="{93FD6A8C-1A57-4DBB-92BF-60BBB8ADCF15}"/>
                </a:ext>
              </a:extLst>
            </p:cNvPr>
            <p:cNvSpPr/>
            <p:nvPr/>
          </p:nvSpPr>
          <p:spPr>
            <a:xfrm>
              <a:off x="7586636" y="676984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8" name="Hexagon 347">
              <a:extLst>
                <a:ext uri="{FF2B5EF4-FFF2-40B4-BE49-F238E27FC236}">
                  <a16:creationId xmlns:a16="http://schemas.microsoft.com/office/drawing/2014/main" id="{50E912AA-3063-4AA3-BCD0-80BF9430875C}"/>
                </a:ext>
              </a:extLst>
            </p:cNvPr>
            <p:cNvSpPr/>
            <p:nvPr/>
          </p:nvSpPr>
          <p:spPr>
            <a:xfrm>
              <a:off x="7583175" y="64075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49" name="Hexagon 348">
              <a:extLst>
                <a:ext uri="{FF2B5EF4-FFF2-40B4-BE49-F238E27FC236}">
                  <a16:creationId xmlns:a16="http://schemas.microsoft.com/office/drawing/2014/main" id="{4C407446-24ED-435D-AFC5-400BBB3FE973}"/>
                </a:ext>
              </a:extLst>
            </p:cNvPr>
            <p:cNvSpPr/>
            <p:nvPr/>
          </p:nvSpPr>
          <p:spPr>
            <a:xfrm>
              <a:off x="7583425" y="659224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50" name="Hexagon 349">
              <a:extLst>
                <a:ext uri="{FF2B5EF4-FFF2-40B4-BE49-F238E27FC236}">
                  <a16:creationId xmlns:a16="http://schemas.microsoft.com/office/drawing/2014/main" id="{A47B7799-7543-4E7F-A8AA-F4CE883943E5}"/>
                </a:ext>
              </a:extLst>
            </p:cNvPr>
            <p:cNvSpPr/>
            <p:nvPr/>
          </p:nvSpPr>
          <p:spPr>
            <a:xfrm>
              <a:off x="7823611" y="70469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51" name="Hexagon 350">
              <a:extLst>
                <a:ext uri="{FF2B5EF4-FFF2-40B4-BE49-F238E27FC236}">
                  <a16:creationId xmlns:a16="http://schemas.microsoft.com/office/drawing/2014/main" id="{F300340E-0A86-471C-ACFA-965F9CE9BEE8}"/>
                </a:ext>
              </a:extLst>
            </p:cNvPr>
            <p:cNvSpPr/>
            <p:nvPr/>
          </p:nvSpPr>
          <p:spPr>
            <a:xfrm>
              <a:off x="7586673" y="695451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52" name="Hexagon 351">
              <a:extLst>
                <a:ext uri="{FF2B5EF4-FFF2-40B4-BE49-F238E27FC236}">
                  <a16:creationId xmlns:a16="http://schemas.microsoft.com/office/drawing/2014/main" id="{D8224DCE-78EA-4500-BFC4-6C7D7A6AD9D0}"/>
                </a:ext>
              </a:extLst>
            </p:cNvPr>
            <p:cNvSpPr/>
            <p:nvPr/>
          </p:nvSpPr>
          <p:spPr>
            <a:xfrm>
              <a:off x="7354144" y="68647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53" name="Hexagon 352">
              <a:extLst>
                <a:ext uri="{FF2B5EF4-FFF2-40B4-BE49-F238E27FC236}">
                  <a16:creationId xmlns:a16="http://schemas.microsoft.com/office/drawing/2014/main" id="{F045E5E3-EE99-45BB-9803-49323A8AB2E3}"/>
                </a:ext>
              </a:extLst>
            </p:cNvPr>
            <p:cNvSpPr/>
            <p:nvPr/>
          </p:nvSpPr>
          <p:spPr>
            <a:xfrm>
              <a:off x="7123171" y="67763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F68ECA58-8ECC-4D6E-8831-B884EF73D1CD}"/>
                </a:ext>
              </a:extLst>
            </p:cNvPr>
            <p:cNvSpPr/>
            <p:nvPr/>
          </p:nvSpPr>
          <p:spPr>
            <a:xfrm>
              <a:off x="6892606" y="66809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0" name="Hexagon 359">
              <a:extLst>
                <a:ext uri="{FF2B5EF4-FFF2-40B4-BE49-F238E27FC236}">
                  <a16:creationId xmlns:a16="http://schemas.microsoft.com/office/drawing/2014/main" id="{EDA5C293-77C0-4AEC-8EC7-735987A72937}"/>
                </a:ext>
              </a:extLst>
            </p:cNvPr>
            <p:cNvSpPr/>
            <p:nvPr/>
          </p:nvSpPr>
          <p:spPr>
            <a:xfrm>
              <a:off x="9455129" y="82318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1" name="Hexagon 360">
              <a:extLst>
                <a:ext uri="{FF2B5EF4-FFF2-40B4-BE49-F238E27FC236}">
                  <a16:creationId xmlns:a16="http://schemas.microsoft.com/office/drawing/2014/main" id="{7591FC40-EB0C-4D62-BB2E-223C109B932D}"/>
                </a:ext>
              </a:extLst>
            </p:cNvPr>
            <p:cNvSpPr/>
            <p:nvPr/>
          </p:nvSpPr>
          <p:spPr>
            <a:xfrm>
              <a:off x="9221572" y="77726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2" name="Hexagon 361">
              <a:extLst>
                <a:ext uri="{FF2B5EF4-FFF2-40B4-BE49-F238E27FC236}">
                  <a16:creationId xmlns:a16="http://schemas.microsoft.com/office/drawing/2014/main" id="{66DF9F82-B893-460F-9984-FE9F90273933}"/>
                </a:ext>
              </a:extLst>
            </p:cNvPr>
            <p:cNvSpPr/>
            <p:nvPr/>
          </p:nvSpPr>
          <p:spPr>
            <a:xfrm>
              <a:off x="9220781" y="81448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3" name="Hexagon 362">
              <a:extLst>
                <a:ext uri="{FF2B5EF4-FFF2-40B4-BE49-F238E27FC236}">
                  <a16:creationId xmlns:a16="http://schemas.microsoft.com/office/drawing/2014/main" id="{DAA60927-A871-4396-BF5E-2F162FE07F2F}"/>
                </a:ext>
              </a:extLst>
            </p:cNvPr>
            <p:cNvSpPr/>
            <p:nvPr/>
          </p:nvSpPr>
          <p:spPr>
            <a:xfrm>
              <a:off x="9225311" y="832599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4" name="Hexagon 363">
              <a:extLst>
                <a:ext uri="{FF2B5EF4-FFF2-40B4-BE49-F238E27FC236}">
                  <a16:creationId xmlns:a16="http://schemas.microsoft.com/office/drawing/2014/main" id="{F3D9BB4A-117C-4A48-843D-346B5EC84A39}"/>
                </a:ext>
              </a:extLst>
            </p:cNvPr>
            <p:cNvSpPr/>
            <p:nvPr/>
          </p:nvSpPr>
          <p:spPr>
            <a:xfrm>
              <a:off x="9455364" y="84174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5" name="Hexagon 364">
              <a:extLst>
                <a:ext uri="{FF2B5EF4-FFF2-40B4-BE49-F238E27FC236}">
                  <a16:creationId xmlns:a16="http://schemas.microsoft.com/office/drawing/2014/main" id="{4ED987D4-7787-4E80-A126-577B74E8052C}"/>
                </a:ext>
              </a:extLst>
            </p:cNvPr>
            <p:cNvSpPr/>
            <p:nvPr/>
          </p:nvSpPr>
          <p:spPr>
            <a:xfrm>
              <a:off x="9453427" y="860356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6" name="Hexagon 365">
              <a:extLst>
                <a:ext uri="{FF2B5EF4-FFF2-40B4-BE49-F238E27FC236}">
                  <a16:creationId xmlns:a16="http://schemas.microsoft.com/office/drawing/2014/main" id="{29F917DD-6BD7-4E97-820E-C226C4B7EDF5}"/>
                </a:ext>
              </a:extLst>
            </p:cNvPr>
            <p:cNvSpPr/>
            <p:nvPr/>
          </p:nvSpPr>
          <p:spPr>
            <a:xfrm>
              <a:off x="9451936" y="87876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7" name="Hexagon 366">
              <a:extLst>
                <a:ext uri="{FF2B5EF4-FFF2-40B4-BE49-F238E27FC236}">
                  <a16:creationId xmlns:a16="http://schemas.microsoft.com/office/drawing/2014/main" id="{7447D59E-3127-41D8-8CBF-4598785CF125}"/>
                </a:ext>
              </a:extLst>
            </p:cNvPr>
            <p:cNvSpPr/>
            <p:nvPr/>
          </p:nvSpPr>
          <p:spPr>
            <a:xfrm>
              <a:off x="9684370" y="88767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8" name="Hexagon 367">
              <a:extLst>
                <a:ext uri="{FF2B5EF4-FFF2-40B4-BE49-F238E27FC236}">
                  <a16:creationId xmlns:a16="http://schemas.microsoft.com/office/drawing/2014/main" id="{0B1DC6DB-F5D7-4512-BC34-F2277835E065}"/>
                </a:ext>
              </a:extLst>
            </p:cNvPr>
            <p:cNvSpPr/>
            <p:nvPr/>
          </p:nvSpPr>
          <p:spPr>
            <a:xfrm>
              <a:off x="9910665" y="89736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9" name="Hexagon 368">
              <a:extLst>
                <a:ext uri="{FF2B5EF4-FFF2-40B4-BE49-F238E27FC236}">
                  <a16:creationId xmlns:a16="http://schemas.microsoft.com/office/drawing/2014/main" id="{39E263AA-AE91-484D-BC59-C7E956077C51}"/>
                </a:ext>
              </a:extLst>
            </p:cNvPr>
            <p:cNvSpPr/>
            <p:nvPr/>
          </p:nvSpPr>
          <p:spPr>
            <a:xfrm>
              <a:off x="9686076" y="90633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0" name="Hexagon 369">
              <a:extLst>
                <a:ext uri="{FF2B5EF4-FFF2-40B4-BE49-F238E27FC236}">
                  <a16:creationId xmlns:a16="http://schemas.microsoft.com/office/drawing/2014/main" id="{5FAD8674-5B53-43CF-BD51-76A6BEC9B2C4}"/>
                </a:ext>
              </a:extLst>
            </p:cNvPr>
            <p:cNvSpPr/>
            <p:nvPr/>
          </p:nvSpPr>
          <p:spPr>
            <a:xfrm>
              <a:off x="9684585" y="92475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1" name="Hexagon 370">
              <a:extLst>
                <a:ext uri="{FF2B5EF4-FFF2-40B4-BE49-F238E27FC236}">
                  <a16:creationId xmlns:a16="http://schemas.microsoft.com/office/drawing/2014/main" id="{DF808638-A99C-4304-B066-A59DAE4066F4}"/>
                </a:ext>
              </a:extLst>
            </p:cNvPr>
            <p:cNvSpPr/>
            <p:nvPr/>
          </p:nvSpPr>
          <p:spPr>
            <a:xfrm>
              <a:off x="9221617" y="869445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2" name="Hexagon 371">
              <a:extLst>
                <a:ext uri="{FF2B5EF4-FFF2-40B4-BE49-F238E27FC236}">
                  <a16:creationId xmlns:a16="http://schemas.microsoft.com/office/drawing/2014/main" id="{7ED5157D-AC8A-458A-9B01-DDC0E061C894}"/>
                </a:ext>
              </a:extLst>
            </p:cNvPr>
            <p:cNvSpPr/>
            <p:nvPr/>
          </p:nvSpPr>
          <p:spPr>
            <a:xfrm>
              <a:off x="8993248" y="85995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3" name="Hexagon 372">
              <a:extLst>
                <a:ext uri="{FF2B5EF4-FFF2-40B4-BE49-F238E27FC236}">
                  <a16:creationId xmlns:a16="http://schemas.microsoft.com/office/drawing/2014/main" id="{D0AE5E0F-7C88-47AE-8145-3C85258D4991}"/>
                </a:ext>
              </a:extLst>
            </p:cNvPr>
            <p:cNvSpPr/>
            <p:nvPr/>
          </p:nvSpPr>
          <p:spPr>
            <a:xfrm>
              <a:off x="8757295" y="81431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4" name="Hexagon 373">
              <a:extLst>
                <a:ext uri="{FF2B5EF4-FFF2-40B4-BE49-F238E27FC236}">
                  <a16:creationId xmlns:a16="http://schemas.microsoft.com/office/drawing/2014/main" id="{08ADFF57-ECD3-4F29-9627-EEFC702D91BC}"/>
                </a:ext>
              </a:extLst>
            </p:cNvPr>
            <p:cNvSpPr/>
            <p:nvPr/>
          </p:nvSpPr>
          <p:spPr>
            <a:xfrm>
              <a:off x="8759693" y="83237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5" name="Hexagon 374">
              <a:extLst>
                <a:ext uri="{FF2B5EF4-FFF2-40B4-BE49-F238E27FC236}">
                  <a16:creationId xmlns:a16="http://schemas.microsoft.com/office/drawing/2014/main" id="{4B1B6FD5-9505-47C7-A1F0-0AB250267F07}"/>
                </a:ext>
              </a:extLst>
            </p:cNvPr>
            <p:cNvSpPr/>
            <p:nvPr/>
          </p:nvSpPr>
          <p:spPr>
            <a:xfrm>
              <a:off x="8763789" y="85078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6" name="Hexagon 375">
              <a:extLst>
                <a:ext uri="{FF2B5EF4-FFF2-40B4-BE49-F238E27FC236}">
                  <a16:creationId xmlns:a16="http://schemas.microsoft.com/office/drawing/2014/main" id="{B967F4B1-5A69-4230-A09E-928923C1815D}"/>
                </a:ext>
              </a:extLst>
            </p:cNvPr>
            <p:cNvSpPr/>
            <p:nvPr/>
          </p:nvSpPr>
          <p:spPr>
            <a:xfrm>
              <a:off x="8763494" y="868926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8" name="Hexagon 377">
              <a:extLst>
                <a:ext uri="{FF2B5EF4-FFF2-40B4-BE49-F238E27FC236}">
                  <a16:creationId xmlns:a16="http://schemas.microsoft.com/office/drawing/2014/main" id="{962011B9-2DD0-4A37-B621-2E360D9BC97C}"/>
                </a:ext>
              </a:extLst>
            </p:cNvPr>
            <p:cNvSpPr/>
            <p:nvPr/>
          </p:nvSpPr>
          <p:spPr>
            <a:xfrm>
              <a:off x="8987876" y="76877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79" name="Hexagon 378">
              <a:extLst>
                <a:ext uri="{FF2B5EF4-FFF2-40B4-BE49-F238E27FC236}">
                  <a16:creationId xmlns:a16="http://schemas.microsoft.com/office/drawing/2014/main" id="{3D680CD6-A7E0-418B-A1D3-2E8BB9CD7ED5}"/>
                </a:ext>
              </a:extLst>
            </p:cNvPr>
            <p:cNvSpPr/>
            <p:nvPr/>
          </p:nvSpPr>
          <p:spPr>
            <a:xfrm>
              <a:off x="8990274" y="78682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0" name="Hexagon 379">
              <a:extLst>
                <a:ext uri="{FF2B5EF4-FFF2-40B4-BE49-F238E27FC236}">
                  <a16:creationId xmlns:a16="http://schemas.microsoft.com/office/drawing/2014/main" id="{E82B9209-620F-4DDC-9F0D-5F4B52BAF5EB}"/>
                </a:ext>
              </a:extLst>
            </p:cNvPr>
            <p:cNvSpPr/>
            <p:nvPr/>
          </p:nvSpPr>
          <p:spPr>
            <a:xfrm>
              <a:off x="8994370" y="80524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1" name="Hexagon 380">
              <a:extLst>
                <a:ext uri="{FF2B5EF4-FFF2-40B4-BE49-F238E27FC236}">
                  <a16:creationId xmlns:a16="http://schemas.microsoft.com/office/drawing/2014/main" id="{D977A818-157C-4F23-BC59-2C34D3016F31}"/>
                </a:ext>
              </a:extLst>
            </p:cNvPr>
            <p:cNvSpPr/>
            <p:nvPr/>
          </p:nvSpPr>
          <p:spPr>
            <a:xfrm>
              <a:off x="8994075" y="82338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2" name="Hexagon 381">
              <a:extLst>
                <a:ext uri="{FF2B5EF4-FFF2-40B4-BE49-F238E27FC236}">
                  <a16:creationId xmlns:a16="http://schemas.microsoft.com/office/drawing/2014/main" id="{5CCCAFCF-52DD-4473-9BC2-9E0224B86F02}"/>
                </a:ext>
              </a:extLst>
            </p:cNvPr>
            <p:cNvSpPr/>
            <p:nvPr/>
          </p:nvSpPr>
          <p:spPr>
            <a:xfrm>
              <a:off x="8756290" y="76035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3" name="Hexagon 382">
              <a:extLst>
                <a:ext uri="{FF2B5EF4-FFF2-40B4-BE49-F238E27FC236}">
                  <a16:creationId xmlns:a16="http://schemas.microsoft.com/office/drawing/2014/main" id="{7BBE2BE0-51B2-43D4-9A99-613C40BCEB77}"/>
                </a:ext>
              </a:extLst>
            </p:cNvPr>
            <p:cNvSpPr/>
            <p:nvPr/>
          </p:nvSpPr>
          <p:spPr>
            <a:xfrm>
              <a:off x="8761681" y="778510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4" name="Hexagon 383">
              <a:extLst>
                <a:ext uri="{FF2B5EF4-FFF2-40B4-BE49-F238E27FC236}">
                  <a16:creationId xmlns:a16="http://schemas.microsoft.com/office/drawing/2014/main" id="{54AA5BFD-B213-4B18-BB35-94D7BBFF5787}"/>
                </a:ext>
              </a:extLst>
            </p:cNvPr>
            <p:cNvSpPr/>
            <p:nvPr/>
          </p:nvSpPr>
          <p:spPr>
            <a:xfrm>
              <a:off x="8764079" y="79656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5" name="Hexagon 384">
              <a:extLst>
                <a:ext uri="{FF2B5EF4-FFF2-40B4-BE49-F238E27FC236}">
                  <a16:creationId xmlns:a16="http://schemas.microsoft.com/office/drawing/2014/main" id="{3FA249B6-102D-420F-B210-EF3925096BD7}"/>
                </a:ext>
              </a:extLst>
            </p:cNvPr>
            <p:cNvSpPr/>
            <p:nvPr/>
          </p:nvSpPr>
          <p:spPr>
            <a:xfrm>
              <a:off x="8522118" y="89678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6" name="Hexagon 385">
              <a:extLst>
                <a:ext uri="{FF2B5EF4-FFF2-40B4-BE49-F238E27FC236}">
                  <a16:creationId xmlns:a16="http://schemas.microsoft.com/office/drawing/2014/main" id="{E35A5746-5FF3-456D-94D6-254BF0541DC9}"/>
                </a:ext>
              </a:extLst>
            </p:cNvPr>
            <p:cNvSpPr/>
            <p:nvPr/>
          </p:nvSpPr>
          <p:spPr>
            <a:xfrm>
              <a:off x="8526684" y="82380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7" name="Hexagon 386">
              <a:extLst>
                <a:ext uri="{FF2B5EF4-FFF2-40B4-BE49-F238E27FC236}">
                  <a16:creationId xmlns:a16="http://schemas.microsoft.com/office/drawing/2014/main" id="{66AA1CE1-F581-42B8-8040-945308AB02FE}"/>
                </a:ext>
              </a:extLst>
            </p:cNvPr>
            <p:cNvSpPr/>
            <p:nvPr/>
          </p:nvSpPr>
          <p:spPr>
            <a:xfrm>
              <a:off x="8530780" y="84221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" name="Hexagon 387">
              <a:extLst>
                <a:ext uri="{FF2B5EF4-FFF2-40B4-BE49-F238E27FC236}">
                  <a16:creationId xmlns:a16="http://schemas.microsoft.com/office/drawing/2014/main" id="{A157FE80-35C4-41FF-A7FE-0E5E1307CB9F}"/>
                </a:ext>
              </a:extLst>
            </p:cNvPr>
            <p:cNvSpPr/>
            <p:nvPr/>
          </p:nvSpPr>
          <p:spPr>
            <a:xfrm>
              <a:off x="8530485" y="860356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" name="Hexagon 389">
              <a:extLst>
                <a:ext uri="{FF2B5EF4-FFF2-40B4-BE49-F238E27FC236}">
                  <a16:creationId xmlns:a16="http://schemas.microsoft.com/office/drawing/2014/main" id="{E26BDF4E-D894-437D-AA8C-5FFE3CFC6980}"/>
                </a:ext>
              </a:extLst>
            </p:cNvPr>
            <p:cNvSpPr/>
            <p:nvPr/>
          </p:nvSpPr>
          <p:spPr>
            <a:xfrm>
              <a:off x="8524601" y="75112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" name="Hexagon 390">
              <a:extLst>
                <a:ext uri="{FF2B5EF4-FFF2-40B4-BE49-F238E27FC236}">
                  <a16:creationId xmlns:a16="http://schemas.microsoft.com/office/drawing/2014/main" id="{06B261A7-C3CD-447A-9AE3-844DC806E5A8}"/>
                </a:ext>
              </a:extLst>
            </p:cNvPr>
            <p:cNvSpPr/>
            <p:nvPr/>
          </p:nvSpPr>
          <p:spPr>
            <a:xfrm>
              <a:off x="8526901" y="76983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" name="Hexagon 391">
              <a:extLst>
                <a:ext uri="{FF2B5EF4-FFF2-40B4-BE49-F238E27FC236}">
                  <a16:creationId xmlns:a16="http://schemas.microsoft.com/office/drawing/2014/main" id="{37FD17EC-50F3-44E1-9DE8-E5D84323AA40}"/>
                </a:ext>
              </a:extLst>
            </p:cNvPr>
            <p:cNvSpPr/>
            <p:nvPr/>
          </p:nvSpPr>
          <p:spPr>
            <a:xfrm>
              <a:off x="8532292" y="78799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" name="Hexagon 392">
              <a:extLst>
                <a:ext uri="{FF2B5EF4-FFF2-40B4-BE49-F238E27FC236}">
                  <a16:creationId xmlns:a16="http://schemas.microsoft.com/office/drawing/2014/main" id="{355CF1CD-A3F6-4656-BFD0-A09379EA0DBD}"/>
                </a:ext>
              </a:extLst>
            </p:cNvPr>
            <p:cNvSpPr/>
            <p:nvPr/>
          </p:nvSpPr>
          <p:spPr>
            <a:xfrm>
              <a:off x="8292272" y="88766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" name="Hexagon 393">
              <a:extLst>
                <a:ext uri="{FF2B5EF4-FFF2-40B4-BE49-F238E27FC236}">
                  <a16:creationId xmlns:a16="http://schemas.microsoft.com/office/drawing/2014/main" id="{5C183D72-508F-422E-B6DC-3821CA1B7B5D}"/>
                </a:ext>
              </a:extLst>
            </p:cNvPr>
            <p:cNvSpPr/>
            <p:nvPr/>
          </p:nvSpPr>
          <p:spPr>
            <a:xfrm>
              <a:off x="8291606" y="90584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" name="Hexagon 394">
              <a:extLst>
                <a:ext uri="{FF2B5EF4-FFF2-40B4-BE49-F238E27FC236}">
                  <a16:creationId xmlns:a16="http://schemas.microsoft.com/office/drawing/2014/main" id="{75CA0A33-FE40-4E46-9BE7-1A67DC3E3073}"/>
                </a:ext>
              </a:extLst>
            </p:cNvPr>
            <p:cNvSpPr/>
            <p:nvPr/>
          </p:nvSpPr>
          <p:spPr>
            <a:xfrm>
              <a:off x="8291311" y="92397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" name="Hexagon 395">
              <a:extLst>
                <a:ext uri="{FF2B5EF4-FFF2-40B4-BE49-F238E27FC236}">
                  <a16:creationId xmlns:a16="http://schemas.microsoft.com/office/drawing/2014/main" id="{F86D1C34-6AB5-4AA0-BDCB-64BDF316582F}"/>
                </a:ext>
              </a:extLst>
            </p:cNvPr>
            <p:cNvSpPr/>
            <p:nvPr/>
          </p:nvSpPr>
          <p:spPr>
            <a:xfrm>
              <a:off x="8295575" y="779215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" name="Hexagon 396">
              <a:extLst>
                <a:ext uri="{FF2B5EF4-FFF2-40B4-BE49-F238E27FC236}">
                  <a16:creationId xmlns:a16="http://schemas.microsoft.com/office/drawing/2014/main" id="{DB1F8F2C-2F8F-4AA8-A2EF-FEA9FA43A8B1}"/>
                </a:ext>
              </a:extLst>
            </p:cNvPr>
            <p:cNvSpPr/>
            <p:nvPr/>
          </p:nvSpPr>
          <p:spPr>
            <a:xfrm>
              <a:off x="8294118" y="85141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" name="Hexagon 397">
              <a:extLst>
                <a:ext uri="{FF2B5EF4-FFF2-40B4-BE49-F238E27FC236}">
                  <a16:creationId xmlns:a16="http://schemas.microsoft.com/office/drawing/2014/main" id="{1EEBD03F-5D3C-4E27-9A5C-1098DFACDBC8}"/>
                </a:ext>
              </a:extLst>
            </p:cNvPr>
            <p:cNvSpPr/>
            <p:nvPr/>
          </p:nvSpPr>
          <p:spPr>
            <a:xfrm>
              <a:off x="8291754" y="86922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" name="Hexagon 398">
              <a:extLst>
                <a:ext uri="{FF2B5EF4-FFF2-40B4-BE49-F238E27FC236}">
                  <a16:creationId xmlns:a16="http://schemas.microsoft.com/office/drawing/2014/main" id="{4CDECE74-DE9F-4D5B-BE09-6175683C86D8}"/>
                </a:ext>
              </a:extLst>
            </p:cNvPr>
            <p:cNvSpPr/>
            <p:nvPr/>
          </p:nvSpPr>
          <p:spPr>
            <a:xfrm>
              <a:off x="8293113" y="79720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" name="Hexagon 399">
              <a:extLst>
                <a:ext uri="{FF2B5EF4-FFF2-40B4-BE49-F238E27FC236}">
                  <a16:creationId xmlns:a16="http://schemas.microsoft.com/office/drawing/2014/main" id="{2A730519-955E-4E60-B188-873519A73187}"/>
                </a:ext>
              </a:extLst>
            </p:cNvPr>
            <p:cNvSpPr/>
            <p:nvPr/>
          </p:nvSpPr>
          <p:spPr>
            <a:xfrm>
              <a:off x="8300885" y="81536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" name="Hexagon 400">
              <a:extLst>
                <a:ext uri="{FF2B5EF4-FFF2-40B4-BE49-F238E27FC236}">
                  <a16:creationId xmlns:a16="http://schemas.microsoft.com/office/drawing/2014/main" id="{1AF5732D-882F-4DD1-8AF6-958FDD8E52EB}"/>
                </a:ext>
              </a:extLst>
            </p:cNvPr>
            <p:cNvSpPr/>
            <p:nvPr/>
          </p:nvSpPr>
          <p:spPr>
            <a:xfrm>
              <a:off x="8298521" y="83365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" name="Hexagon 401">
              <a:extLst>
                <a:ext uri="{FF2B5EF4-FFF2-40B4-BE49-F238E27FC236}">
                  <a16:creationId xmlns:a16="http://schemas.microsoft.com/office/drawing/2014/main" id="{71472D6D-110A-4BFC-B741-AEC27E12AFBD}"/>
                </a:ext>
              </a:extLst>
            </p:cNvPr>
            <p:cNvSpPr/>
            <p:nvPr/>
          </p:nvSpPr>
          <p:spPr>
            <a:xfrm>
              <a:off x="8291855" y="74215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" name="Hexagon 402">
              <a:extLst>
                <a:ext uri="{FF2B5EF4-FFF2-40B4-BE49-F238E27FC236}">
                  <a16:creationId xmlns:a16="http://schemas.microsoft.com/office/drawing/2014/main" id="{562B79F3-1A15-46E4-9461-9BD6D9B71A46}"/>
                </a:ext>
              </a:extLst>
            </p:cNvPr>
            <p:cNvSpPr/>
            <p:nvPr/>
          </p:nvSpPr>
          <p:spPr>
            <a:xfrm>
              <a:off x="8062551" y="93375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" name="Hexagon 403">
              <a:extLst>
                <a:ext uri="{FF2B5EF4-FFF2-40B4-BE49-F238E27FC236}">
                  <a16:creationId xmlns:a16="http://schemas.microsoft.com/office/drawing/2014/main" id="{A815B983-220F-4E6C-A11F-627FBFAD3721}"/>
                </a:ext>
              </a:extLst>
            </p:cNvPr>
            <p:cNvSpPr/>
            <p:nvPr/>
          </p:nvSpPr>
          <p:spPr>
            <a:xfrm>
              <a:off x="8060742" y="86040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" name="Hexagon 404">
              <a:extLst>
                <a:ext uri="{FF2B5EF4-FFF2-40B4-BE49-F238E27FC236}">
                  <a16:creationId xmlns:a16="http://schemas.microsoft.com/office/drawing/2014/main" id="{3BE7EFFF-DE12-411B-8DE9-3E620DCAFC15}"/>
                </a:ext>
              </a:extLst>
            </p:cNvPr>
            <p:cNvSpPr/>
            <p:nvPr/>
          </p:nvSpPr>
          <p:spPr>
            <a:xfrm>
              <a:off x="8060076" y="87858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" name="Hexagon 405">
              <a:extLst>
                <a:ext uri="{FF2B5EF4-FFF2-40B4-BE49-F238E27FC236}">
                  <a16:creationId xmlns:a16="http://schemas.microsoft.com/office/drawing/2014/main" id="{27041B8A-B4D1-4F01-A874-69EAE2F01262}"/>
                </a:ext>
              </a:extLst>
            </p:cNvPr>
            <p:cNvSpPr/>
            <p:nvPr/>
          </p:nvSpPr>
          <p:spPr>
            <a:xfrm>
              <a:off x="8059781" y="89672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" name="Hexagon 406">
              <a:extLst>
                <a:ext uri="{FF2B5EF4-FFF2-40B4-BE49-F238E27FC236}">
                  <a16:creationId xmlns:a16="http://schemas.microsoft.com/office/drawing/2014/main" id="{16942E63-2103-40DD-8CBF-BA44AC457B5B}"/>
                </a:ext>
              </a:extLst>
            </p:cNvPr>
            <p:cNvSpPr/>
            <p:nvPr/>
          </p:nvSpPr>
          <p:spPr>
            <a:xfrm>
              <a:off x="8060207" y="82439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" name="Hexagon 407">
              <a:extLst>
                <a:ext uri="{FF2B5EF4-FFF2-40B4-BE49-F238E27FC236}">
                  <a16:creationId xmlns:a16="http://schemas.microsoft.com/office/drawing/2014/main" id="{691FBCEB-C97A-47C7-BFDE-D73F792C3DF8}"/>
                </a:ext>
              </a:extLst>
            </p:cNvPr>
            <p:cNvSpPr/>
            <p:nvPr/>
          </p:nvSpPr>
          <p:spPr>
            <a:xfrm>
              <a:off x="8060224" y="84196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" name="Hexagon 408">
              <a:extLst>
                <a:ext uri="{FF2B5EF4-FFF2-40B4-BE49-F238E27FC236}">
                  <a16:creationId xmlns:a16="http://schemas.microsoft.com/office/drawing/2014/main" id="{97AAF2EA-2F08-40F8-847A-F0383379C76D}"/>
                </a:ext>
              </a:extLst>
            </p:cNvPr>
            <p:cNvSpPr/>
            <p:nvPr/>
          </p:nvSpPr>
          <p:spPr>
            <a:xfrm>
              <a:off x="8061583" y="76994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" name="Hexagon 409">
              <a:extLst>
                <a:ext uri="{FF2B5EF4-FFF2-40B4-BE49-F238E27FC236}">
                  <a16:creationId xmlns:a16="http://schemas.microsoft.com/office/drawing/2014/main" id="{FAE7A52D-B9BE-4654-84C9-B2D8DA644CD1}"/>
                </a:ext>
              </a:extLst>
            </p:cNvPr>
            <p:cNvSpPr/>
            <p:nvPr/>
          </p:nvSpPr>
          <p:spPr>
            <a:xfrm>
              <a:off x="8062212" y="7885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1" name="Hexagon 410">
              <a:extLst>
                <a:ext uri="{FF2B5EF4-FFF2-40B4-BE49-F238E27FC236}">
                  <a16:creationId xmlns:a16="http://schemas.microsoft.com/office/drawing/2014/main" id="{6037A32C-B892-4674-915F-A75BA560FEBC}"/>
                </a:ext>
              </a:extLst>
            </p:cNvPr>
            <p:cNvSpPr/>
            <p:nvPr/>
          </p:nvSpPr>
          <p:spPr>
            <a:xfrm>
              <a:off x="8064610" y="80687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2" name="Hexagon 411">
              <a:extLst>
                <a:ext uri="{FF2B5EF4-FFF2-40B4-BE49-F238E27FC236}">
                  <a16:creationId xmlns:a16="http://schemas.microsoft.com/office/drawing/2014/main" id="{ABFB4AF9-3286-40C5-B801-40EF4C0C0B45}"/>
                </a:ext>
              </a:extLst>
            </p:cNvPr>
            <p:cNvSpPr/>
            <p:nvPr/>
          </p:nvSpPr>
          <p:spPr>
            <a:xfrm>
              <a:off x="8062161" y="73233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3" name="Hexagon 412">
              <a:extLst>
                <a:ext uri="{FF2B5EF4-FFF2-40B4-BE49-F238E27FC236}">
                  <a16:creationId xmlns:a16="http://schemas.microsoft.com/office/drawing/2014/main" id="{34AC1B39-5385-44ED-9012-CDFEEFBD7442}"/>
                </a:ext>
              </a:extLst>
            </p:cNvPr>
            <p:cNvSpPr/>
            <p:nvPr/>
          </p:nvSpPr>
          <p:spPr>
            <a:xfrm>
              <a:off x="8065171" y="75097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4" name="Hexagon 413">
              <a:extLst>
                <a:ext uri="{FF2B5EF4-FFF2-40B4-BE49-F238E27FC236}">
                  <a16:creationId xmlns:a16="http://schemas.microsoft.com/office/drawing/2014/main" id="{85ECA8D8-66C0-4D45-8ADF-9E9AC8925422}"/>
                </a:ext>
              </a:extLst>
            </p:cNvPr>
            <p:cNvSpPr/>
            <p:nvPr/>
          </p:nvSpPr>
          <p:spPr>
            <a:xfrm>
              <a:off x="7829288" y="72339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5" name="Hexagon 414">
              <a:extLst>
                <a:ext uri="{FF2B5EF4-FFF2-40B4-BE49-F238E27FC236}">
                  <a16:creationId xmlns:a16="http://schemas.microsoft.com/office/drawing/2014/main" id="{F879F992-2ADE-4823-8BC7-A1AA0BE404E5}"/>
                </a:ext>
              </a:extLst>
            </p:cNvPr>
            <p:cNvSpPr/>
            <p:nvPr/>
          </p:nvSpPr>
          <p:spPr>
            <a:xfrm>
              <a:off x="7828898" y="74203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6" name="Hexagon 415">
              <a:extLst>
                <a:ext uri="{FF2B5EF4-FFF2-40B4-BE49-F238E27FC236}">
                  <a16:creationId xmlns:a16="http://schemas.microsoft.com/office/drawing/2014/main" id="{F65364DD-5111-4753-8B89-50B522AE5A35}"/>
                </a:ext>
              </a:extLst>
            </p:cNvPr>
            <p:cNvSpPr/>
            <p:nvPr/>
          </p:nvSpPr>
          <p:spPr>
            <a:xfrm>
              <a:off x="7827219" y="88837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7" name="Hexagon 416">
              <a:extLst>
                <a:ext uri="{FF2B5EF4-FFF2-40B4-BE49-F238E27FC236}">
                  <a16:creationId xmlns:a16="http://schemas.microsoft.com/office/drawing/2014/main" id="{126F511E-E68A-47DC-8D5D-CB5B6AA57CFD}"/>
                </a:ext>
              </a:extLst>
            </p:cNvPr>
            <p:cNvSpPr/>
            <p:nvPr/>
          </p:nvSpPr>
          <p:spPr>
            <a:xfrm>
              <a:off x="7826553" y="90655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8" name="Hexagon 417">
              <a:extLst>
                <a:ext uri="{FF2B5EF4-FFF2-40B4-BE49-F238E27FC236}">
                  <a16:creationId xmlns:a16="http://schemas.microsoft.com/office/drawing/2014/main" id="{82ACB765-D9E9-4072-BE03-BD3C6ECD5F97}"/>
                </a:ext>
              </a:extLst>
            </p:cNvPr>
            <p:cNvSpPr/>
            <p:nvPr/>
          </p:nvSpPr>
          <p:spPr>
            <a:xfrm>
              <a:off x="7826258" y="924689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9" name="Hexagon 418">
              <a:extLst>
                <a:ext uri="{FF2B5EF4-FFF2-40B4-BE49-F238E27FC236}">
                  <a16:creationId xmlns:a16="http://schemas.microsoft.com/office/drawing/2014/main" id="{E5049F5C-3808-480E-BD6A-12626876545B}"/>
                </a:ext>
              </a:extLst>
            </p:cNvPr>
            <p:cNvSpPr/>
            <p:nvPr/>
          </p:nvSpPr>
          <p:spPr>
            <a:xfrm>
              <a:off x="7826684" y="851646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0" name="Hexagon 419">
              <a:extLst>
                <a:ext uri="{FF2B5EF4-FFF2-40B4-BE49-F238E27FC236}">
                  <a16:creationId xmlns:a16="http://schemas.microsoft.com/office/drawing/2014/main" id="{94548557-E835-4E86-A61D-E6AFE0183D96}"/>
                </a:ext>
              </a:extLst>
            </p:cNvPr>
            <p:cNvSpPr/>
            <p:nvPr/>
          </p:nvSpPr>
          <p:spPr>
            <a:xfrm>
              <a:off x="7826701" y="86993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1" name="Hexagon 420">
              <a:extLst>
                <a:ext uri="{FF2B5EF4-FFF2-40B4-BE49-F238E27FC236}">
                  <a16:creationId xmlns:a16="http://schemas.microsoft.com/office/drawing/2014/main" id="{55F251AE-0C4A-4D7E-AC47-ED9051590A6C}"/>
                </a:ext>
              </a:extLst>
            </p:cNvPr>
            <p:cNvSpPr/>
            <p:nvPr/>
          </p:nvSpPr>
          <p:spPr>
            <a:xfrm>
              <a:off x="7828060" y="797679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2" name="Hexagon 421">
              <a:extLst>
                <a:ext uri="{FF2B5EF4-FFF2-40B4-BE49-F238E27FC236}">
                  <a16:creationId xmlns:a16="http://schemas.microsoft.com/office/drawing/2014/main" id="{7A3678B7-9102-4347-A6CE-F502621FD1FA}"/>
                </a:ext>
              </a:extLst>
            </p:cNvPr>
            <p:cNvSpPr/>
            <p:nvPr/>
          </p:nvSpPr>
          <p:spPr>
            <a:xfrm>
              <a:off x="7828689" y="81607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3" name="Hexagon 422">
              <a:extLst>
                <a:ext uri="{FF2B5EF4-FFF2-40B4-BE49-F238E27FC236}">
                  <a16:creationId xmlns:a16="http://schemas.microsoft.com/office/drawing/2014/main" id="{414F3A03-023D-433D-9737-BD4B40D070F5}"/>
                </a:ext>
              </a:extLst>
            </p:cNvPr>
            <p:cNvSpPr/>
            <p:nvPr/>
          </p:nvSpPr>
          <p:spPr>
            <a:xfrm>
              <a:off x="7831087" y="83412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4" name="Hexagon 423">
              <a:extLst>
                <a:ext uri="{FF2B5EF4-FFF2-40B4-BE49-F238E27FC236}">
                  <a16:creationId xmlns:a16="http://schemas.microsoft.com/office/drawing/2014/main" id="{0C0964B9-CB23-463E-AE15-70659A4AAFB4}"/>
                </a:ext>
              </a:extLst>
            </p:cNvPr>
            <p:cNvSpPr/>
            <p:nvPr/>
          </p:nvSpPr>
          <p:spPr>
            <a:xfrm>
              <a:off x="7831648" y="77893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5" name="Hexagon 424">
              <a:extLst>
                <a:ext uri="{FF2B5EF4-FFF2-40B4-BE49-F238E27FC236}">
                  <a16:creationId xmlns:a16="http://schemas.microsoft.com/office/drawing/2014/main" id="{D02A721D-6015-4876-B346-637E183729EA}"/>
                </a:ext>
              </a:extLst>
            </p:cNvPr>
            <p:cNvSpPr/>
            <p:nvPr/>
          </p:nvSpPr>
          <p:spPr>
            <a:xfrm>
              <a:off x="7591209" y="93417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6" name="Hexagon 425">
              <a:extLst>
                <a:ext uri="{FF2B5EF4-FFF2-40B4-BE49-F238E27FC236}">
                  <a16:creationId xmlns:a16="http://schemas.microsoft.com/office/drawing/2014/main" id="{7721D803-E9FB-4A5F-AEC2-49C98139E4D8}"/>
                </a:ext>
              </a:extLst>
            </p:cNvPr>
            <p:cNvSpPr/>
            <p:nvPr/>
          </p:nvSpPr>
          <p:spPr>
            <a:xfrm>
              <a:off x="7590543" y="95235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" name="Hexagon 426">
              <a:extLst>
                <a:ext uri="{FF2B5EF4-FFF2-40B4-BE49-F238E27FC236}">
                  <a16:creationId xmlns:a16="http://schemas.microsoft.com/office/drawing/2014/main" id="{0D46E8A1-BC58-4B20-A1F9-78F9EEE02B4F}"/>
                </a:ext>
              </a:extLst>
            </p:cNvPr>
            <p:cNvSpPr/>
            <p:nvPr/>
          </p:nvSpPr>
          <p:spPr>
            <a:xfrm>
              <a:off x="7590248" y="97049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" name="Hexagon 428">
              <a:extLst>
                <a:ext uri="{FF2B5EF4-FFF2-40B4-BE49-F238E27FC236}">
                  <a16:creationId xmlns:a16="http://schemas.microsoft.com/office/drawing/2014/main" id="{4D3B98CD-AECB-47A5-BA22-6A22C62B7D8E}"/>
                </a:ext>
              </a:extLst>
            </p:cNvPr>
            <p:cNvSpPr/>
            <p:nvPr/>
          </p:nvSpPr>
          <p:spPr>
            <a:xfrm>
              <a:off x="7595478" y="87925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" name="Hexagon 429">
              <a:extLst>
                <a:ext uri="{FF2B5EF4-FFF2-40B4-BE49-F238E27FC236}">
                  <a16:creationId xmlns:a16="http://schemas.microsoft.com/office/drawing/2014/main" id="{02FF409D-498E-4F13-A648-A0F279449251}"/>
                </a:ext>
              </a:extLst>
            </p:cNvPr>
            <p:cNvSpPr/>
            <p:nvPr/>
          </p:nvSpPr>
          <p:spPr>
            <a:xfrm>
              <a:off x="7594812" y="89742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" name="Hexagon 430">
              <a:extLst>
                <a:ext uri="{FF2B5EF4-FFF2-40B4-BE49-F238E27FC236}">
                  <a16:creationId xmlns:a16="http://schemas.microsoft.com/office/drawing/2014/main" id="{222BF959-C124-4C0E-9822-011500CA948D}"/>
                </a:ext>
              </a:extLst>
            </p:cNvPr>
            <p:cNvSpPr/>
            <p:nvPr/>
          </p:nvSpPr>
          <p:spPr>
            <a:xfrm>
              <a:off x="7594098" y="80636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" name="Hexagon 431">
              <a:extLst>
                <a:ext uri="{FF2B5EF4-FFF2-40B4-BE49-F238E27FC236}">
                  <a16:creationId xmlns:a16="http://schemas.microsoft.com/office/drawing/2014/main" id="{8109C9FF-4EA0-4A9C-BBE0-AAC9A72C6319}"/>
                </a:ext>
              </a:extLst>
            </p:cNvPr>
            <p:cNvSpPr/>
            <p:nvPr/>
          </p:nvSpPr>
          <p:spPr>
            <a:xfrm>
              <a:off x="7594727" y="82475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" name="Hexagon 432">
              <a:extLst>
                <a:ext uri="{FF2B5EF4-FFF2-40B4-BE49-F238E27FC236}">
                  <a16:creationId xmlns:a16="http://schemas.microsoft.com/office/drawing/2014/main" id="{EA09B9D6-A793-47E1-9318-7F535A0E7EF1}"/>
                </a:ext>
              </a:extLst>
            </p:cNvPr>
            <p:cNvSpPr/>
            <p:nvPr/>
          </p:nvSpPr>
          <p:spPr>
            <a:xfrm>
              <a:off x="7597125" y="84280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" name="Hexagon 433">
              <a:extLst>
                <a:ext uri="{FF2B5EF4-FFF2-40B4-BE49-F238E27FC236}">
                  <a16:creationId xmlns:a16="http://schemas.microsoft.com/office/drawing/2014/main" id="{ABA834BF-F31F-4664-B9B5-F10BC392CE00}"/>
                </a:ext>
              </a:extLst>
            </p:cNvPr>
            <p:cNvSpPr/>
            <p:nvPr/>
          </p:nvSpPr>
          <p:spPr>
            <a:xfrm>
              <a:off x="7597686" y="78762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" name="Hexagon 434">
              <a:extLst>
                <a:ext uri="{FF2B5EF4-FFF2-40B4-BE49-F238E27FC236}">
                  <a16:creationId xmlns:a16="http://schemas.microsoft.com/office/drawing/2014/main" id="{F5569A47-D773-4DB5-AC58-AB6A8AA786F8}"/>
                </a:ext>
              </a:extLst>
            </p:cNvPr>
            <p:cNvSpPr/>
            <p:nvPr/>
          </p:nvSpPr>
          <p:spPr>
            <a:xfrm>
              <a:off x="7594219" y="732979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" name="Hexagon 435">
              <a:extLst>
                <a:ext uri="{FF2B5EF4-FFF2-40B4-BE49-F238E27FC236}">
                  <a16:creationId xmlns:a16="http://schemas.microsoft.com/office/drawing/2014/main" id="{84E5FA34-2C58-4AC5-B2E9-99B385AA9031}"/>
                </a:ext>
              </a:extLst>
            </p:cNvPr>
            <p:cNvSpPr/>
            <p:nvPr/>
          </p:nvSpPr>
          <p:spPr>
            <a:xfrm>
              <a:off x="7594848" y="75137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" name="Hexagon 436">
              <a:extLst>
                <a:ext uri="{FF2B5EF4-FFF2-40B4-BE49-F238E27FC236}">
                  <a16:creationId xmlns:a16="http://schemas.microsoft.com/office/drawing/2014/main" id="{4F29683F-481F-4FA5-BC4F-660579ECFAFC}"/>
                </a:ext>
              </a:extLst>
            </p:cNvPr>
            <p:cNvSpPr/>
            <p:nvPr/>
          </p:nvSpPr>
          <p:spPr>
            <a:xfrm>
              <a:off x="7597246" y="76942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" name="Hexagon 437">
              <a:extLst>
                <a:ext uri="{FF2B5EF4-FFF2-40B4-BE49-F238E27FC236}">
                  <a16:creationId xmlns:a16="http://schemas.microsoft.com/office/drawing/2014/main" id="{D4E0FD93-D61D-4E9F-8E97-A7BDF2E85EB1}"/>
                </a:ext>
              </a:extLst>
            </p:cNvPr>
            <p:cNvSpPr/>
            <p:nvPr/>
          </p:nvSpPr>
          <p:spPr>
            <a:xfrm>
              <a:off x="7597807" y="71423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" name="Hexagon 438">
              <a:extLst>
                <a:ext uri="{FF2B5EF4-FFF2-40B4-BE49-F238E27FC236}">
                  <a16:creationId xmlns:a16="http://schemas.microsoft.com/office/drawing/2014/main" id="{515EE782-65E4-40D8-9FB8-1179C4F45417}"/>
                </a:ext>
              </a:extLst>
            </p:cNvPr>
            <p:cNvSpPr/>
            <p:nvPr/>
          </p:nvSpPr>
          <p:spPr>
            <a:xfrm>
              <a:off x="7357646" y="94351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" name="Hexagon 439">
              <a:extLst>
                <a:ext uri="{FF2B5EF4-FFF2-40B4-BE49-F238E27FC236}">
                  <a16:creationId xmlns:a16="http://schemas.microsoft.com/office/drawing/2014/main" id="{EE46BF18-0145-46C0-89E7-A15428DBCC56}"/>
                </a:ext>
              </a:extLst>
            </p:cNvPr>
            <p:cNvSpPr/>
            <p:nvPr/>
          </p:nvSpPr>
          <p:spPr>
            <a:xfrm>
              <a:off x="7356980" y="96169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" name="Hexagon 440">
              <a:extLst>
                <a:ext uri="{FF2B5EF4-FFF2-40B4-BE49-F238E27FC236}">
                  <a16:creationId xmlns:a16="http://schemas.microsoft.com/office/drawing/2014/main" id="{E609C7E1-7E01-4558-A001-9B1BC1FC9B20}"/>
                </a:ext>
              </a:extLst>
            </p:cNvPr>
            <p:cNvSpPr/>
            <p:nvPr/>
          </p:nvSpPr>
          <p:spPr>
            <a:xfrm>
              <a:off x="7359492" y="90655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2" name="Hexagon 441">
              <a:extLst>
                <a:ext uri="{FF2B5EF4-FFF2-40B4-BE49-F238E27FC236}">
                  <a16:creationId xmlns:a16="http://schemas.microsoft.com/office/drawing/2014/main" id="{2AF578DC-6B79-4ED0-A637-D08B1D1C4E3B}"/>
                </a:ext>
              </a:extLst>
            </p:cNvPr>
            <p:cNvSpPr/>
            <p:nvPr/>
          </p:nvSpPr>
          <p:spPr>
            <a:xfrm>
              <a:off x="7357128" y="92507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3" name="Hexagon 442">
              <a:extLst>
                <a:ext uri="{FF2B5EF4-FFF2-40B4-BE49-F238E27FC236}">
                  <a16:creationId xmlns:a16="http://schemas.microsoft.com/office/drawing/2014/main" id="{F372EB97-912A-460B-86C6-D5BF81D15AF1}"/>
                </a:ext>
              </a:extLst>
            </p:cNvPr>
            <p:cNvSpPr/>
            <p:nvPr/>
          </p:nvSpPr>
          <p:spPr>
            <a:xfrm>
              <a:off x="7358487" y="852345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4" name="Hexagon 443">
              <a:extLst>
                <a:ext uri="{FF2B5EF4-FFF2-40B4-BE49-F238E27FC236}">
                  <a16:creationId xmlns:a16="http://schemas.microsoft.com/office/drawing/2014/main" id="{E1FF713B-BECF-498D-8855-07028F46379F}"/>
                </a:ext>
              </a:extLst>
            </p:cNvPr>
            <p:cNvSpPr/>
            <p:nvPr/>
          </p:nvSpPr>
          <p:spPr>
            <a:xfrm>
              <a:off x="7359116" y="87074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5" name="Hexagon 444">
              <a:extLst>
                <a:ext uri="{FF2B5EF4-FFF2-40B4-BE49-F238E27FC236}">
                  <a16:creationId xmlns:a16="http://schemas.microsoft.com/office/drawing/2014/main" id="{37DB2263-229B-424A-B7CE-CEFC6EDF98A1}"/>
                </a:ext>
              </a:extLst>
            </p:cNvPr>
            <p:cNvSpPr/>
            <p:nvPr/>
          </p:nvSpPr>
          <p:spPr>
            <a:xfrm>
              <a:off x="7361514" y="88831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6" name="Hexagon 445">
              <a:extLst>
                <a:ext uri="{FF2B5EF4-FFF2-40B4-BE49-F238E27FC236}">
                  <a16:creationId xmlns:a16="http://schemas.microsoft.com/office/drawing/2014/main" id="{4C2C438B-1E71-49E3-A79F-917E0E97C7FC}"/>
                </a:ext>
              </a:extLst>
            </p:cNvPr>
            <p:cNvSpPr/>
            <p:nvPr/>
          </p:nvSpPr>
          <p:spPr>
            <a:xfrm>
              <a:off x="7359694" y="83408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7" name="Hexagon 446">
              <a:extLst>
                <a:ext uri="{FF2B5EF4-FFF2-40B4-BE49-F238E27FC236}">
                  <a16:creationId xmlns:a16="http://schemas.microsoft.com/office/drawing/2014/main" id="{25C2237E-F664-4A7B-A59C-057607230296}"/>
                </a:ext>
              </a:extLst>
            </p:cNvPr>
            <p:cNvSpPr/>
            <p:nvPr/>
          </p:nvSpPr>
          <p:spPr>
            <a:xfrm>
              <a:off x="7359891" y="76026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8" name="Hexagon 447">
              <a:extLst>
                <a:ext uri="{FF2B5EF4-FFF2-40B4-BE49-F238E27FC236}">
                  <a16:creationId xmlns:a16="http://schemas.microsoft.com/office/drawing/2014/main" id="{95C36B58-900F-4084-A118-57B00B427C44}"/>
                </a:ext>
              </a:extLst>
            </p:cNvPr>
            <p:cNvSpPr/>
            <p:nvPr/>
          </p:nvSpPr>
          <p:spPr>
            <a:xfrm>
              <a:off x="7359451" y="74206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0" name="Hexagon 449">
              <a:extLst>
                <a:ext uri="{FF2B5EF4-FFF2-40B4-BE49-F238E27FC236}">
                  <a16:creationId xmlns:a16="http://schemas.microsoft.com/office/drawing/2014/main" id="{00A43045-8349-4B94-84E2-2BA0037C92C8}"/>
                </a:ext>
              </a:extLst>
            </p:cNvPr>
            <p:cNvSpPr/>
            <p:nvPr/>
          </p:nvSpPr>
          <p:spPr>
            <a:xfrm>
              <a:off x="7365248" y="70474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1" name="Hexagon 450">
              <a:extLst>
                <a:ext uri="{FF2B5EF4-FFF2-40B4-BE49-F238E27FC236}">
                  <a16:creationId xmlns:a16="http://schemas.microsoft.com/office/drawing/2014/main" id="{953720BB-8CA9-4747-A065-E7CCEDF8C3B0}"/>
                </a:ext>
              </a:extLst>
            </p:cNvPr>
            <p:cNvSpPr/>
            <p:nvPr/>
          </p:nvSpPr>
          <p:spPr>
            <a:xfrm>
              <a:off x="7122626" y="95213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2" name="Hexagon 451">
              <a:extLst>
                <a:ext uri="{FF2B5EF4-FFF2-40B4-BE49-F238E27FC236}">
                  <a16:creationId xmlns:a16="http://schemas.microsoft.com/office/drawing/2014/main" id="{29363193-47F7-4F4C-A454-C7706A862014}"/>
                </a:ext>
              </a:extLst>
            </p:cNvPr>
            <p:cNvSpPr/>
            <p:nvPr/>
          </p:nvSpPr>
          <p:spPr>
            <a:xfrm>
              <a:off x="7121960" y="97031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" name="Hexagon 453">
              <a:extLst>
                <a:ext uri="{FF2B5EF4-FFF2-40B4-BE49-F238E27FC236}">
                  <a16:creationId xmlns:a16="http://schemas.microsoft.com/office/drawing/2014/main" id="{0025BA7D-B70D-4616-BAC2-2E7476860AEF}"/>
                </a:ext>
              </a:extLst>
            </p:cNvPr>
            <p:cNvSpPr/>
            <p:nvPr/>
          </p:nvSpPr>
          <p:spPr>
            <a:xfrm>
              <a:off x="7128422" y="897039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" name="Hexagon 454">
              <a:extLst>
                <a:ext uri="{FF2B5EF4-FFF2-40B4-BE49-F238E27FC236}">
                  <a16:creationId xmlns:a16="http://schemas.microsoft.com/office/drawing/2014/main" id="{F9816FBE-A6A3-4CAB-B433-2416702F5478}"/>
                </a:ext>
              </a:extLst>
            </p:cNvPr>
            <p:cNvSpPr/>
            <p:nvPr/>
          </p:nvSpPr>
          <p:spPr>
            <a:xfrm>
              <a:off x="7126058" y="91556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" name="Hexagon 455">
              <a:extLst>
                <a:ext uri="{FF2B5EF4-FFF2-40B4-BE49-F238E27FC236}">
                  <a16:creationId xmlns:a16="http://schemas.microsoft.com/office/drawing/2014/main" id="{7017D76F-891D-41E1-9464-B672F8E071BA}"/>
                </a:ext>
              </a:extLst>
            </p:cNvPr>
            <p:cNvSpPr/>
            <p:nvPr/>
          </p:nvSpPr>
          <p:spPr>
            <a:xfrm>
              <a:off x="7124324" y="84299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" name="Hexagon 456">
              <a:extLst>
                <a:ext uri="{FF2B5EF4-FFF2-40B4-BE49-F238E27FC236}">
                  <a16:creationId xmlns:a16="http://schemas.microsoft.com/office/drawing/2014/main" id="{EDC8CD47-AE7F-4AAD-9787-183BA124D164}"/>
                </a:ext>
              </a:extLst>
            </p:cNvPr>
            <p:cNvSpPr/>
            <p:nvPr/>
          </p:nvSpPr>
          <p:spPr>
            <a:xfrm>
              <a:off x="7121960" y="86152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" name="Hexagon 457">
              <a:extLst>
                <a:ext uri="{FF2B5EF4-FFF2-40B4-BE49-F238E27FC236}">
                  <a16:creationId xmlns:a16="http://schemas.microsoft.com/office/drawing/2014/main" id="{02AA5E6B-7DB7-433D-A769-09A697A2C724}"/>
                </a:ext>
              </a:extLst>
            </p:cNvPr>
            <p:cNvSpPr/>
            <p:nvPr/>
          </p:nvSpPr>
          <p:spPr>
            <a:xfrm>
              <a:off x="7123948" y="80718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" name="Hexagon 458">
              <a:extLst>
                <a:ext uri="{FF2B5EF4-FFF2-40B4-BE49-F238E27FC236}">
                  <a16:creationId xmlns:a16="http://schemas.microsoft.com/office/drawing/2014/main" id="{CDE5263A-F372-42B0-B830-3DF03D1D1351}"/>
                </a:ext>
              </a:extLst>
            </p:cNvPr>
            <p:cNvSpPr/>
            <p:nvPr/>
          </p:nvSpPr>
          <p:spPr>
            <a:xfrm>
              <a:off x="7126346" y="82475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" name="Hexagon 460">
              <a:extLst>
                <a:ext uri="{FF2B5EF4-FFF2-40B4-BE49-F238E27FC236}">
                  <a16:creationId xmlns:a16="http://schemas.microsoft.com/office/drawing/2014/main" id="{D000D179-F3C1-4713-B61D-4D559DD7FBB6}"/>
                </a:ext>
              </a:extLst>
            </p:cNvPr>
            <p:cNvSpPr/>
            <p:nvPr/>
          </p:nvSpPr>
          <p:spPr>
            <a:xfrm>
              <a:off x="7123148" y="73291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" name="Hexagon 461">
              <a:extLst>
                <a:ext uri="{FF2B5EF4-FFF2-40B4-BE49-F238E27FC236}">
                  <a16:creationId xmlns:a16="http://schemas.microsoft.com/office/drawing/2014/main" id="{C0651AB3-A62D-4393-BCE4-6BA4D49E3223}"/>
                </a:ext>
              </a:extLst>
            </p:cNvPr>
            <p:cNvSpPr/>
            <p:nvPr/>
          </p:nvSpPr>
          <p:spPr>
            <a:xfrm>
              <a:off x="7123777" y="75131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" name="Hexagon 462">
              <a:extLst>
                <a:ext uri="{FF2B5EF4-FFF2-40B4-BE49-F238E27FC236}">
                  <a16:creationId xmlns:a16="http://schemas.microsoft.com/office/drawing/2014/main" id="{01E92CF6-14C1-4F16-B56D-F0901F6706F1}"/>
                </a:ext>
              </a:extLst>
            </p:cNvPr>
            <p:cNvSpPr/>
            <p:nvPr/>
          </p:nvSpPr>
          <p:spPr>
            <a:xfrm>
              <a:off x="7126736" y="71417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" name="Hexagon 463">
              <a:extLst>
                <a:ext uri="{FF2B5EF4-FFF2-40B4-BE49-F238E27FC236}">
                  <a16:creationId xmlns:a16="http://schemas.microsoft.com/office/drawing/2014/main" id="{E4191D91-C20A-4CCA-9D8E-51AB33DD9948}"/>
                </a:ext>
              </a:extLst>
            </p:cNvPr>
            <p:cNvSpPr/>
            <p:nvPr/>
          </p:nvSpPr>
          <p:spPr>
            <a:xfrm>
              <a:off x="7123898" y="67792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" name="Hexagon 464">
              <a:extLst>
                <a:ext uri="{FF2B5EF4-FFF2-40B4-BE49-F238E27FC236}">
                  <a16:creationId xmlns:a16="http://schemas.microsoft.com/office/drawing/2014/main" id="{C8B2EDC3-B4D3-4FA3-8F9C-557A5FDA2187}"/>
                </a:ext>
              </a:extLst>
            </p:cNvPr>
            <p:cNvSpPr/>
            <p:nvPr/>
          </p:nvSpPr>
          <p:spPr>
            <a:xfrm>
              <a:off x="7126296" y="69597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" name="Hexagon 465">
              <a:extLst>
                <a:ext uri="{FF2B5EF4-FFF2-40B4-BE49-F238E27FC236}">
                  <a16:creationId xmlns:a16="http://schemas.microsoft.com/office/drawing/2014/main" id="{59A1C571-1A7A-4E80-802D-866119E7E9E3}"/>
                </a:ext>
              </a:extLst>
            </p:cNvPr>
            <p:cNvSpPr/>
            <p:nvPr/>
          </p:nvSpPr>
          <p:spPr>
            <a:xfrm>
              <a:off x="6892060" y="72302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" name="Hexagon 466">
              <a:extLst>
                <a:ext uri="{FF2B5EF4-FFF2-40B4-BE49-F238E27FC236}">
                  <a16:creationId xmlns:a16="http://schemas.microsoft.com/office/drawing/2014/main" id="{AE84AA10-A90E-477E-BEC2-7685F19745B9}"/>
                </a:ext>
              </a:extLst>
            </p:cNvPr>
            <p:cNvSpPr/>
            <p:nvPr/>
          </p:nvSpPr>
          <p:spPr>
            <a:xfrm>
              <a:off x="6889222" y="68678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" name="Hexagon 467">
              <a:extLst>
                <a:ext uri="{FF2B5EF4-FFF2-40B4-BE49-F238E27FC236}">
                  <a16:creationId xmlns:a16="http://schemas.microsoft.com/office/drawing/2014/main" id="{E2C49F56-2331-4B04-A5CC-B54B2352BCCB}"/>
                </a:ext>
              </a:extLst>
            </p:cNvPr>
            <p:cNvSpPr/>
            <p:nvPr/>
          </p:nvSpPr>
          <p:spPr>
            <a:xfrm>
              <a:off x="6891620" y="70483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" name="Hexagon 468">
              <a:extLst>
                <a:ext uri="{FF2B5EF4-FFF2-40B4-BE49-F238E27FC236}">
                  <a16:creationId xmlns:a16="http://schemas.microsoft.com/office/drawing/2014/main" id="{36962210-083C-4BDB-B2C5-AC958A54C39E}"/>
                </a:ext>
              </a:extLst>
            </p:cNvPr>
            <p:cNvSpPr/>
            <p:nvPr/>
          </p:nvSpPr>
          <p:spPr>
            <a:xfrm>
              <a:off x="6889752" y="74188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" name="Hexagon 469">
              <a:extLst>
                <a:ext uri="{FF2B5EF4-FFF2-40B4-BE49-F238E27FC236}">
                  <a16:creationId xmlns:a16="http://schemas.microsoft.com/office/drawing/2014/main" id="{AF800EA2-6FE6-4750-BCC1-FEE2EC8F0C41}"/>
                </a:ext>
              </a:extLst>
            </p:cNvPr>
            <p:cNvSpPr/>
            <p:nvPr/>
          </p:nvSpPr>
          <p:spPr>
            <a:xfrm>
              <a:off x="6883650" y="79785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" name="Hexagon 470">
              <a:extLst>
                <a:ext uri="{FF2B5EF4-FFF2-40B4-BE49-F238E27FC236}">
                  <a16:creationId xmlns:a16="http://schemas.microsoft.com/office/drawing/2014/main" id="{7F641165-0073-472A-88D0-1076ACDAE68C}"/>
                </a:ext>
              </a:extLst>
            </p:cNvPr>
            <p:cNvSpPr/>
            <p:nvPr/>
          </p:nvSpPr>
          <p:spPr>
            <a:xfrm>
              <a:off x="6887162" y="760651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" name="Hexagon 471">
              <a:extLst>
                <a:ext uri="{FF2B5EF4-FFF2-40B4-BE49-F238E27FC236}">
                  <a16:creationId xmlns:a16="http://schemas.microsoft.com/office/drawing/2014/main" id="{7F52D353-4C00-4292-B20A-492A467FE96D}"/>
                </a:ext>
              </a:extLst>
            </p:cNvPr>
            <p:cNvSpPr/>
            <p:nvPr/>
          </p:nvSpPr>
          <p:spPr>
            <a:xfrm>
              <a:off x="6886385" y="77902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" name="Hexagon 472">
              <a:extLst>
                <a:ext uri="{FF2B5EF4-FFF2-40B4-BE49-F238E27FC236}">
                  <a16:creationId xmlns:a16="http://schemas.microsoft.com/office/drawing/2014/main" id="{C7116D8A-12C7-49A5-B933-7AB1D0E558CB}"/>
                </a:ext>
              </a:extLst>
            </p:cNvPr>
            <p:cNvSpPr/>
            <p:nvPr/>
          </p:nvSpPr>
          <p:spPr>
            <a:xfrm>
              <a:off x="6893052" y="816169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" name="Hexagon 473">
              <a:extLst>
                <a:ext uri="{FF2B5EF4-FFF2-40B4-BE49-F238E27FC236}">
                  <a16:creationId xmlns:a16="http://schemas.microsoft.com/office/drawing/2014/main" id="{7D34F3DF-7DA3-4C42-8F04-1D6325A725C9}"/>
                </a:ext>
              </a:extLst>
            </p:cNvPr>
            <p:cNvSpPr/>
            <p:nvPr/>
          </p:nvSpPr>
          <p:spPr>
            <a:xfrm>
              <a:off x="6886950" y="87055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" name="Hexagon 474">
              <a:extLst>
                <a:ext uri="{FF2B5EF4-FFF2-40B4-BE49-F238E27FC236}">
                  <a16:creationId xmlns:a16="http://schemas.microsoft.com/office/drawing/2014/main" id="{5E5F35CA-6012-4F04-A06C-ED4C8B56E9B6}"/>
                </a:ext>
              </a:extLst>
            </p:cNvPr>
            <p:cNvSpPr/>
            <p:nvPr/>
          </p:nvSpPr>
          <p:spPr>
            <a:xfrm>
              <a:off x="6890462" y="83398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" name="Hexagon 475">
              <a:extLst>
                <a:ext uri="{FF2B5EF4-FFF2-40B4-BE49-F238E27FC236}">
                  <a16:creationId xmlns:a16="http://schemas.microsoft.com/office/drawing/2014/main" id="{A21757CD-DE9D-445F-8285-515CD711B9F7}"/>
                </a:ext>
              </a:extLst>
            </p:cNvPr>
            <p:cNvSpPr/>
            <p:nvPr/>
          </p:nvSpPr>
          <p:spPr>
            <a:xfrm>
              <a:off x="6889685" y="85235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" name="Hexagon 476">
              <a:extLst>
                <a:ext uri="{FF2B5EF4-FFF2-40B4-BE49-F238E27FC236}">
                  <a16:creationId xmlns:a16="http://schemas.microsoft.com/office/drawing/2014/main" id="{6C3FED3E-2F96-4D5C-9557-AF6C9E3F88A0}"/>
                </a:ext>
              </a:extLst>
            </p:cNvPr>
            <p:cNvSpPr/>
            <p:nvPr/>
          </p:nvSpPr>
          <p:spPr>
            <a:xfrm>
              <a:off x="6894433" y="90655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" name="Hexagon 477">
              <a:extLst>
                <a:ext uri="{FF2B5EF4-FFF2-40B4-BE49-F238E27FC236}">
                  <a16:creationId xmlns:a16="http://schemas.microsoft.com/office/drawing/2014/main" id="{ECE620B9-12B0-4CD0-A44A-7C7CFAF5EBF1}"/>
                </a:ext>
              </a:extLst>
            </p:cNvPr>
            <p:cNvSpPr/>
            <p:nvPr/>
          </p:nvSpPr>
          <p:spPr>
            <a:xfrm>
              <a:off x="6892069" y="92507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" name="Hexagon 478">
              <a:extLst>
                <a:ext uri="{FF2B5EF4-FFF2-40B4-BE49-F238E27FC236}">
                  <a16:creationId xmlns:a16="http://schemas.microsoft.com/office/drawing/2014/main" id="{B15F636C-184D-4C83-BC1E-CF62113822B6}"/>
                </a:ext>
              </a:extLst>
            </p:cNvPr>
            <p:cNvSpPr/>
            <p:nvPr/>
          </p:nvSpPr>
          <p:spPr>
            <a:xfrm>
              <a:off x="6892678" y="94361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" name="Hexagon 479">
              <a:extLst>
                <a:ext uri="{FF2B5EF4-FFF2-40B4-BE49-F238E27FC236}">
                  <a16:creationId xmlns:a16="http://schemas.microsoft.com/office/drawing/2014/main" id="{25005069-2BDB-4177-9E24-7F0D13858377}"/>
                </a:ext>
              </a:extLst>
            </p:cNvPr>
            <p:cNvSpPr/>
            <p:nvPr/>
          </p:nvSpPr>
          <p:spPr>
            <a:xfrm>
              <a:off x="6892012" y="96179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" name="Hexagon 480">
              <a:extLst>
                <a:ext uri="{FF2B5EF4-FFF2-40B4-BE49-F238E27FC236}">
                  <a16:creationId xmlns:a16="http://schemas.microsoft.com/office/drawing/2014/main" id="{8AC099E2-6CC7-4731-8CA3-14D53DC31DC9}"/>
                </a:ext>
              </a:extLst>
            </p:cNvPr>
            <p:cNvSpPr/>
            <p:nvPr/>
          </p:nvSpPr>
          <p:spPr>
            <a:xfrm>
              <a:off x="6891571" y="98017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" name="Hexagon 481">
              <a:extLst>
                <a:ext uri="{FF2B5EF4-FFF2-40B4-BE49-F238E27FC236}">
                  <a16:creationId xmlns:a16="http://schemas.microsoft.com/office/drawing/2014/main" id="{74F4D8D1-F2E1-473F-961B-15BC7767FA4F}"/>
                </a:ext>
              </a:extLst>
            </p:cNvPr>
            <p:cNvSpPr/>
            <p:nvPr/>
          </p:nvSpPr>
          <p:spPr>
            <a:xfrm>
              <a:off x="6659363" y="91600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" name="Hexagon 482">
              <a:extLst>
                <a:ext uri="{FF2B5EF4-FFF2-40B4-BE49-F238E27FC236}">
                  <a16:creationId xmlns:a16="http://schemas.microsoft.com/office/drawing/2014/main" id="{48E8EAE1-F5B7-47E1-8D55-7C059A31FB2A}"/>
                </a:ext>
              </a:extLst>
            </p:cNvPr>
            <p:cNvSpPr/>
            <p:nvPr/>
          </p:nvSpPr>
          <p:spPr>
            <a:xfrm>
              <a:off x="6658697" y="93418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" name="Hexagon 483">
              <a:extLst>
                <a:ext uri="{FF2B5EF4-FFF2-40B4-BE49-F238E27FC236}">
                  <a16:creationId xmlns:a16="http://schemas.microsoft.com/office/drawing/2014/main" id="{AE1DFE2E-58DE-4B65-A54B-ACBE3E9B7DF0}"/>
                </a:ext>
              </a:extLst>
            </p:cNvPr>
            <p:cNvSpPr/>
            <p:nvPr/>
          </p:nvSpPr>
          <p:spPr>
            <a:xfrm>
              <a:off x="6658256" y="95256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" name="Hexagon 484">
              <a:extLst>
                <a:ext uri="{FF2B5EF4-FFF2-40B4-BE49-F238E27FC236}">
                  <a16:creationId xmlns:a16="http://schemas.microsoft.com/office/drawing/2014/main" id="{57671A84-10AF-42B9-BA8E-80C0CE2829AD}"/>
                </a:ext>
              </a:extLst>
            </p:cNvPr>
            <p:cNvSpPr/>
            <p:nvPr/>
          </p:nvSpPr>
          <p:spPr>
            <a:xfrm>
              <a:off x="6652572" y="86120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" name="Hexagon 486">
              <a:extLst>
                <a:ext uri="{FF2B5EF4-FFF2-40B4-BE49-F238E27FC236}">
                  <a16:creationId xmlns:a16="http://schemas.microsoft.com/office/drawing/2014/main" id="{540B5F0D-6410-4749-AC29-704235CC607E}"/>
                </a:ext>
              </a:extLst>
            </p:cNvPr>
            <p:cNvSpPr/>
            <p:nvPr/>
          </p:nvSpPr>
          <p:spPr>
            <a:xfrm>
              <a:off x="6655696" y="82494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" name="Hexagon 487">
              <a:extLst>
                <a:ext uri="{FF2B5EF4-FFF2-40B4-BE49-F238E27FC236}">
                  <a16:creationId xmlns:a16="http://schemas.microsoft.com/office/drawing/2014/main" id="{CA16A7D4-AD15-46A2-9838-6C7307EB7437}"/>
                </a:ext>
              </a:extLst>
            </p:cNvPr>
            <p:cNvSpPr/>
            <p:nvPr/>
          </p:nvSpPr>
          <p:spPr>
            <a:xfrm>
              <a:off x="6654446" y="78814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" name="Hexagon 488">
              <a:extLst>
                <a:ext uri="{FF2B5EF4-FFF2-40B4-BE49-F238E27FC236}">
                  <a16:creationId xmlns:a16="http://schemas.microsoft.com/office/drawing/2014/main" id="{25493BF7-CF1C-4558-8092-DAE40420EBF0}"/>
                </a:ext>
              </a:extLst>
            </p:cNvPr>
            <p:cNvSpPr/>
            <p:nvPr/>
          </p:nvSpPr>
          <p:spPr>
            <a:xfrm>
              <a:off x="6658431" y="80675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" name="Hexagon 490">
              <a:extLst>
                <a:ext uri="{FF2B5EF4-FFF2-40B4-BE49-F238E27FC236}">
                  <a16:creationId xmlns:a16="http://schemas.microsoft.com/office/drawing/2014/main" id="{1E951464-602A-4D27-B00C-05807732F30E}"/>
                </a:ext>
              </a:extLst>
            </p:cNvPr>
            <p:cNvSpPr/>
            <p:nvPr/>
          </p:nvSpPr>
          <p:spPr>
            <a:xfrm>
              <a:off x="6657542" y="71413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" name="Hexagon 491">
              <a:extLst>
                <a:ext uri="{FF2B5EF4-FFF2-40B4-BE49-F238E27FC236}">
                  <a16:creationId xmlns:a16="http://schemas.microsoft.com/office/drawing/2014/main" id="{39AAB420-FC4A-4160-A136-B991FFE08A59}"/>
                </a:ext>
              </a:extLst>
            </p:cNvPr>
            <p:cNvSpPr/>
            <p:nvPr/>
          </p:nvSpPr>
          <p:spPr>
            <a:xfrm>
              <a:off x="6657102" y="69593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" name="Hexagon 492">
              <a:extLst>
                <a:ext uri="{FF2B5EF4-FFF2-40B4-BE49-F238E27FC236}">
                  <a16:creationId xmlns:a16="http://schemas.microsoft.com/office/drawing/2014/main" id="{A09FF1B3-C188-4872-BF55-2FA7431C0802}"/>
                </a:ext>
              </a:extLst>
            </p:cNvPr>
            <p:cNvSpPr/>
            <p:nvPr/>
          </p:nvSpPr>
          <p:spPr>
            <a:xfrm>
              <a:off x="6655234" y="73274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" name="Hexagon 493">
              <a:extLst>
                <a:ext uri="{FF2B5EF4-FFF2-40B4-BE49-F238E27FC236}">
                  <a16:creationId xmlns:a16="http://schemas.microsoft.com/office/drawing/2014/main" id="{7E5DD169-895B-4AB4-A489-1C801AA98D39}"/>
                </a:ext>
              </a:extLst>
            </p:cNvPr>
            <p:cNvSpPr/>
            <p:nvPr/>
          </p:nvSpPr>
          <p:spPr>
            <a:xfrm>
              <a:off x="6655025" y="751517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" name="Hexagon 494">
              <a:extLst>
                <a:ext uri="{FF2B5EF4-FFF2-40B4-BE49-F238E27FC236}">
                  <a16:creationId xmlns:a16="http://schemas.microsoft.com/office/drawing/2014/main" id="{9C90A2D4-34AC-494A-BDEE-364F20803C55}"/>
                </a:ext>
              </a:extLst>
            </p:cNvPr>
            <p:cNvSpPr/>
            <p:nvPr/>
          </p:nvSpPr>
          <p:spPr>
            <a:xfrm>
              <a:off x="6423396" y="74146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6" name="Hexagon 495">
              <a:extLst>
                <a:ext uri="{FF2B5EF4-FFF2-40B4-BE49-F238E27FC236}">
                  <a16:creationId xmlns:a16="http://schemas.microsoft.com/office/drawing/2014/main" id="{5EC171CB-5678-4115-849F-9D3B286E9D71}"/>
                </a:ext>
              </a:extLst>
            </p:cNvPr>
            <p:cNvSpPr/>
            <p:nvPr/>
          </p:nvSpPr>
          <p:spPr>
            <a:xfrm>
              <a:off x="6422956" y="72327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7" name="Hexagon 496">
              <a:extLst>
                <a:ext uri="{FF2B5EF4-FFF2-40B4-BE49-F238E27FC236}">
                  <a16:creationId xmlns:a16="http://schemas.microsoft.com/office/drawing/2014/main" id="{A3B9D51F-6BBA-4FD2-B296-42DBD4F81C2B}"/>
                </a:ext>
              </a:extLst>
            </p:cNvPr>
            <p:cNvSpPr/>
            <p:nvPr/>
          </p:nvSpPr>
          <p:spPr>
            <a:xfrm>
              <a:off x="6421088" y="76032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8" name="Hexagon 497">
              <a:extLst>
                <a:ext uri="{FF2B5EF4-FFF2-40B4-BE49-F238E27FC236}">
                  <a16:creationId xmlns:a16="http://schemas.microsoft.com/office/drawing/2014/main" id="{0877BAD1-1642-48AC-97F7-635A30093EAF}"/>
                </a:ext>
              </a:extLst>
            </p:cNvPr>
            <p:cNvSpPr/>
            <p:nvPr/>
          </p:nvSpPr>
          <p:spPr>
            <a:xfrm>
              <a:off x="6418498" y="77909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9" name="Hexagon 498">
              <a:extLst>
                <a:ext uri="{FF2B5EF4-FFF2-40B4-BE49-F238E27FC236}">
                  <a16:creationId xmlns:a16="http://schemas.microsoft.com/office/drawing/2014/main" id="{17835426-BB6F-4E04-A38B-0A29A1F8DE78}"/>
                </a:ext>
              </a:extLst>
            </p:cNvPr>
            <p:cNvSpPr/>
            <p:nvPr/>
          </p:nvSpPr>
          <p:spPr>
            <a:xfrm>
              <a:off x="6425611" y="797635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1" name="Hexagon 500">
              <a:extLst>
                <a:ext uri="{FF2B5EF4-FFF2-40B4-BE49-F238E27FC236}">
                  <a16:creationId xmlns:a16="http://schemas.microsoft.com/office/drawing/2014/main" id="{E89CC936-3C2F-4074-99A8-889C59936903}"/>
                </a:ext>
              </a:extLst>
            </p:cNvPr>
            <p:cNvSpPr/>
            <p:nvPr/>
          </p:nvSpPr>
          <p:spPr>
            <a:xfrm>
              <a:off x="6418178" y="87087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2" name="Hexagon 501">
              <a:extLst>
                <a:ext uri="{FF2B5EF4-FFF2-40B4-BE49-F238E27FC236}">
                  <a16:creationId xmlns:a16="http://schemas.microsoft.com/office/drawing/2014/main" id="{7AEE1040-0936-408C-8C5C-C22158AAB6F6}"/>
                </a:ext>
              </a:extLst>
            </p:cNvPr>
            <p:cNvSpPr/>
            <p:nvPr/>
          </p:nvSpPr>
          <p:spPr>
            <a:xfrm>
              <a:off x="6417512" y="889055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3" name="Hexagon 502">
              <a:extLst>
                <a:ext uri="{FF2B5EF4-FFF2-40B4-BE49-F238E27FC236}">
                  <a16:creationId xmlns:a16="http://schemas.microsoft.com/office/drawing/2014/main" id="{77397894-40FD-43C4-8C7D-B514D731C09F}"/>
                </a:ext>
              </a:extLst>
            </p:cNvPr>
            <p:cNvSpPr/>
            <p:nvPr/>
          </p:nvSpPr>
          <p:spPr>
            <a:xfrm>
              <a:off x="6421833" y="90696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4" name="Hexagon 503">
              <a:extLst>
                <a:ext uri="{FF2B5EF4-FFF2-40B4-BE49-F238E27FC236}">
                  <a16:creationId xmlns:a16="http://schemas.microsoft.com/office/drawing/2014/main" id="{F0369FD7-629D-4816-9005-209CC4E9E6BA}"/>
                </a:ext>
              </a:extLst>
            </p:cNvPr>
            <p:cNvSpPr/>
            <p:nvPr/>
          </p:nvSpPr>
          <p:spPr>
            <a:xfrm>
              <a:off x="6190819" y="732335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5" name="Hexagon 504">
              <a:extLst>
                <a:ext uri="{FF2B5EF4-FFF2-40B4-BE49-F238E27FC236}">
                  <a16:creationId xmlns:a16="http://schemas.microsoft.com/office/drawing/2014/main" id="{07C780A7-1310-401B-992A-2F2F893DF13A}"/>
                </a:ext>
              </a:extLst>
            </p:cNvPr>
            <p:cNvSpPr/>
            <p:nvPr/>
          </p:nvSpPr>
          <p:spPr>
            <a:xfrm>
              <a:off x="6188951" y="76938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3" name="1级">
            <a:extLst>
              <a:ext uri="{FF2B5EF4-FFF2-40B4-BE49-F238E27FC236}">
                <a16:creationId xmlns:a16="http://schemas.microsoft.com/office/drawing/2014/main" id="{71D5B4CD-DB00-4746-A1CE-41A418E0BDBE}"/>
              </a:ext>
            </a:extLst>
          </p:cNvPr>
          <p:cNvGrpSpPr/>
          <p:nvPr/>
        </p:nvGrpSpPr>
        <p:grpSpPr>
          <a:xfrm>
            <a:off x="10223811" y="5992268"/>
            <a:ext cx="2401278" cy="4124178"/>
            <a:chOff x="9450818" y="5580265"/>
            <a:chExt cx="2401278" cy="4124178"/>
          </a:xfrm>
        </p:grpSpPr>
        <p:sp>
          <p:nvSpPr>
            <p:cNvPr id="1549" name="Hexagon 1548">
              <a:extLst>
                <a:ext uri="{FF2B5EF4-FFF2-40B4-BE49-F238E27FC236}">
                  <a16:creationId xmlns:a16="http://schemas.microsoft.com/office/drawing/2014/main" id="{3B2F522A-04A7-445E-9A4C-E232DC845DDE}"/>
                </a:ext>
              </a:extLst>
            </p:cNvPr>
            <p:cNvSpPr/>
            <p:nvPr/>
          </p:nvSpPr>
          <p:spPr>
            <a:xfrm>
              <a:off x="10847749" y="56720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" name="Hexagon 170">
              <a:extLst>
                <a:ext uri="{FF2B5EF4-FFF2-40B4-BE49-F238E27FC236}">
                  <a16:creationId xmlns:a16="http://schemas.microsoft.com/office/drawing/2014/main" id="{0B16AE19-53BA-4DB9-BCCC-EE9AD3F1F6C7}"/>
                </a:ext>
              </a:extLst>
            </p:cNvPr>
            <p:cNvSpPr/>
            <p:nvPr/>
          </p:nvSpPr>
          <p:spPr>
            <a:xfrm>
              <a:off x="10611803" y="558026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" name="Hexagon 171">
              <a:extLst>
                <a:ext uri="{FF2B5EF4-FFF2-40B4-BE49-F238E27FC236}">
                  <a16:creationId xmlns:a16="http://schemas.microsoft.com/office/drawing/2014/main" id="{63949805-EC65-4C19-B9D6-C70CDEC61AC8}"/>
                </a:ext>
              </a:extLst>
            </p:cNvPr>
            <p:cNvSpPr/>
            <p:nvPr/>
          </p:nvSpPr>
          <p:spPr>
            <a:xfrm>
              <a:off x="11083695" y="576374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" name="Hexagon 173">
              <a:extLst>
                <a:ext uri="{FF2B5EF4-FFF2-40B4-BE49-F238E27FC236}">
                  <a16:creationId xmlns:a16="http://schemas.microsoft.com/office/drawing/2014/main" id="{4940B6BC-3A76-4C40-8C77-FE8144E582CA}"/>
                </a:ext>
              </a:extLst>
            </p:cNvPr>
            <p:cNvSpPr/>
            <p:nvPr/>
          </p:nvSpPr>
          <p:spPr>
            <a:xfrm>
              <a:off x="11318618" y="585247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" name="Hexagon 174">
              <a:extLst>
                <a:ext uri="{FF2B5EF4-FFF2-40B4-BE49-F238E27FC236}">
                  <a16:creationId xmlns:a16="http://schemas.microsoft.com/office/drawing/2014/main" id="{A3934F78-8379-4436-8B09-74AC4919C458}"/>
                </a:ext>
              </a:extLst>
            </p:cNvPr>
            <p:cNvSpPr/>
            <p:nvPr/>
          </p:nvSpPr>
          <p:spPr>
            <a:xfrm>
              <a:off x="10847171" y="585724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" name="Hexagon 175">
              <a:extLst>
                <a:ext uri="{FF2B5EF4-FFF2-40B4-BE49-F238E27FC236}">
                  <a16:creationId xmlns:a16="http://schemas.microsoft.com/office/drawing/2014/main" id="{76A1CF99-C1D2-40CA-9504-96A0AA27D0E0}"/>
                </a:ext>
              </a:extLst>
            </p:cNvPr>
            <p:cNvSpPr/>
            <p:nvPr/>
          </p:nvSpPr>
          <p:spPr>
            <a:xfrm>
              <a:off x="10611225" y="576550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" name="Hexagon 176">
              <a:extLst>
                <a:ext uri="{FF2B5EF4-FFF2-40B4-BE49-F238E27FC236}">
                  <a16:creationId xmlns:a16="http://schemas.microsoft.com/office/drawing/2014/main" id="{BE78A3DE-5E9D-4549-A134-706D1F3FCE31}"/>
                </a:ext>
              </a:extLst>
            </p:cNvPr>
            <p:cNvSpPr/>
            <p:nvPr/>
          </p:nvSpPr>
          <p:spPr>
            <a:xfrm>
              <a:off x="11083117" y="59489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" name="Hexagon 177">
              <a:extLst>
                <a:ext uri="{FF2B5EF4-FFF2-40B4-BE49-F238E27FC236}">
                  <a16:creationId xmlns:a16="http://schemas.microsoft.com/office/drawing/2014/main" id="{E27D4CA3-37DE-494B-B5AB-7FDFD8E1E0E2}"/>
                </a:ext>
              </a:extLst>
            </p:cNvPr>
            <p:cNvSpPr/>
            <p:nvPr/>
          </p:nvSpPr>
          <p:spPr>
            <a:xfrm>
              <a:off x="11318040" y="603770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" name="Hexagon 178">
              <a:extLst>
                <a:ext uri="{FF2B5EF4-FFF2-40B4-BE49-F238E27FC236}">
                  <a16:creationId xmlns:a16="http://schemas.microsoft.com/office/drawing/2014/main" id="{0616B30A-3DC2-462B-A4B0-FB3E7B41483A}"/>
                </a:ext>
              </a:extLst>
            </p:cNvPr>
            <p:cNvSpPr/>
            <p:nvPr/>
          </p:nvSpPr>
          <p:spPr>
            <a:xfrm>
              <a:off x="10375296" y="585769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" name="Hexagon 179">
              <a:extLst>
                <a:ext uri="{FF2B5EF4-FFF2-40B4-BE49-F238E27FC236}">
                  <a16:creationId xmlns:a16="http://schemas.microsoft.com/office/drawing/2014/main" id="{0B8DB9BC-CE7E-4DD8-84AD-32C833F7923A}"/>
                </a:ext>
              </a:extLst>
            </p:cNvPr>
            <p:cNvSpPr/>
            <p:nvPr/>
          </p:nvSpPr>
          <p:spPr>
            <a:xfrm>
              <a:off x="10846165" y="60383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" name="Hexagon 180">
              <a:extLst>
                <a:ext uri="{FF2B5EF4-FFF2-40B4-BE49-F238E27FC236}">
                  <a16:creationId xmlns:a16="http://schemas.microsoft.com/office/drawing/2014/main" id="{BCF60612-04BD-4DF6-8EE5-59553F5F898A}"/>
                </a:ext>
              </a:extLst>
            </p:cNvPr>
            <p:cNvSpPr/>
            <p:nvPr/>
          </p:nvSpPr>
          <p:spPr>
            <a:xfrm>
              <a:off x="10610219" y="59465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" name="Hexagon 181">
              <a:extLst>
                <a:ext uri="{FF2B5EF4-FFF2-40B4-BE49-F238E27FC236}">
                  <a16:creationId xmlns:a16="http://schemas.microsoft.com/office/drawing/2014/main" id="{A1DE99F1-38BE-4108-9598-7338FDCB16F7}"/>
                </a:ext>
              </a:extLst>
            </p:cNvPr>
            <p:cNvSpPr/>
            <p:nvPr/>
          </p:nvSpPr>
          <p:spPr>
            <a:xfrm>
              <a:off x="11082111" y="61300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F1B36D41-3922-40ED-ACDE-547268B2298B}"/>
                </a:ext>
              </a:extLst>
            </p:cNvPr>
            <p:cNvSpPr/>
            <p:nvPr/>
          </p:nvSpPr>
          <p:spPr>
            <a:xfrm>
              <a:off x="11317034" y="621880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BF24B797-595F-41F7-9B13-5508503210B7}"/>
                </a:ext>
              </a:extLst>
            </p:cNvPr>
            <p:cNvSpPr/>
            <p:nvPr/>
          </p:nvSpPr>
          <p:spPr>
            <a:xfrm>
              <a:off x="10374140" y="604017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7917DD85-9F10-4457-A7E7-7152B372B7F0}"/>
                </a:ext>
              </a:extLst>
            </p:cNvPr>
            <p:cNvSpPr/>
            <p:nvPr/>
          </p:nvSpPr>
          <p:spPr>
            <a:xfrm>
              <a:off x="10842523" y="622050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536F06CD-BD48-4083-991F-A559C0B1CD1D}"/>
                </a:ext>
              </a:extLst>
            </p:cNvPr>
            <p:cNvSpPr/>
            <p:nvPr/>
          </p:nvSpPr>
          <p:spPr>
            <a:xfrm>
              <a:off x="10606577" y="612876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7538EB56-3C09-4C5A-8D93-74E8B0628FDE}"/>
                </a:ext>
              </a:extLst>
            </p:cNvPr>
            <p:cNvSpPr/>
            <p:nvPr/>
          </p:nvSpPr>
          <p:spPr>
            <a:xfrm>
              <a:off x="11078469" y="631224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C499CCE7-7FC2-42F4-BB55-D837945CEEB6}"/>
                </a:ext>
              </a:extLst>
            </p:cNvPr>
            <p:cNvSpPr/>
            <p:nvPr/>
          </p:nvSpPr>
          <p:spPr>
            <a:xfrm>
              <a:off x="11313392" y="64009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6700829F-B5C3-45F9-9C91-AF6C449F4671}"/>
                </a:ext>
              </a:extLst>
            </p:cNvPr>
            <p:cNvSpPr/>
            <p:nvPr/>
          </p:nvSpPr>
          <p:spPr>
            <a:xfrm>
              <a:off x="11543175" y="648992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5151913D-D54B-4AB2-9129-D89A279C8219}"/>
                </a:ext>
              </a:extLst>
            </p:cNvPr>
            <p:cNvSpPr/>
            <p:nvPr/>
          </p:nvSpPr>
          <p:spPr>
            <a:xfrm>
              <a:off x="10139460" y="613632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A49A47DF-1800-4342-8BA1-10A40DF39BBE}"/>
                </a:ext>
              </a:extLst>
            </p:cNvPr>
            <p:cNvSpPr/>
            <p:nvPr/>
          </p:nvSpPr>
          <p:spPr>
            <a:xfrm>
              <a:off x="10375295" y="622514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985B4495-0734-4568-91AC-B6AD60260BDD}"/>
                </a:ext>
              </a:extLst>
            </p:cNvPr>
            <p:cNvSpPr/>
            <p:nvPr/>
          </p:nvSpPr>
          <p:spPr>
            <a:xfrm>
              <a:off x="10844790" y="640637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229540E7-5376-43C1-B21A-A0D5BD89DEC3}"/>
                </a:ext>
              </a:extLst>
            </p:cNvPr>
            <p:cNvSpPr/>
            <p:nvPr/>
          </p:nvSpPr>
          <p:spPr>
            <a:xfrm>
              <a:off x="11082111" y="649712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2A226EDF-34B5-4542-8287-BE7990B40ACC}"/>
                </a:ext>
              </a:extLst>
            </p:cNvPr>
            <p:cNvSpPr/>
            <p:nvPr/>
          </p:nvSpPr>
          <p:spPr>
            <a:xfrm>
              <a:off x="11317034" y="658585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" name="Hexagon 194">
              <a:extLst>
                <a:ext uri="{FF2B5EF4-FFF2-40B4-BE49-F238E27FC236}">
                  <a16:creationId xmlns:a16="http://schemas.microsoft.com/office/drawing/2014/main" id="{FC9C9DED-B6A9-40EC-B1DA-3D3A7A606F60}"/>
                </a:ext>
              </a:extLst>
            </p:cNvPr>
            <p:cNvSpPr/>
            <p:nvPr/>
          </p:nvSpPr>
          <p:spPr>
            <a:xfrm>
              <a:off x="11546817" y="667480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F86F4020-C9B7-4353-B162-EFD71EB3E31C}"/>
                </a:ext>
              </a:extLst>
            </p:cNvPr>
            <p:cNvSpPr/>
            <p:nvPr/>
          </p:nvSpPr>
          <p:spPr>
            <a:xfrm>
              <a:off x="11083609" y="66818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347053F9-561B-4EAC-A141-AA5833A20B59}"/>
                </a:ext>
              </a:extLst>
            </p:cNvPr>
            <p:cNvSpPr/>
            <p:nvPr/>
          </p:nvSpPr>
          <p:spPr>
            <a:xfrm>
              <a:off x="11313392" y="677078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" name="Hexagon 197">
              <a:extLst>
                <a:ext uri="{FF2B5EF4-FFF2-40B4-BE49-F238E27FC236}">
                  <a16:creationId xmlns:a16="http://schemas.microsoft.com/office/drawing/2014/main" id="{D0AB036D-1E2B-4F9A-B539-7FB04BB6DB22}"/>
                </a:ext>
              </a:extLst>
            </p:cNvPr>
            <p:cNvSpPr/>
            <p:nvPr/>
          </p:nvSpPr>
          <p:spPr>
            <a:xfrm>
              <a:off x="10375295" y="64103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CC8DD013-8946-4042-95E9-6257490FF098}"/>
                </a:ext>
              </a:extLst>
            </p:cNvPr>
            <p:cNvSpPr/>
            <p:nvPr/>
          </p:nvSpPr>
          <p:spPr>
            <a:xfrm>
              <a:off x="10605078" y="649928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" name="Hexagon 199">
              <a:extLst>
                <a:ext uri="{FF2B5EF4-FFF2-40B4-BE49-F238E27FC236}">
                  <a16:creationId xmlns:a16="http://schemas.microsoft.com/office/drawing/2014/main" id="{7779D6FC-1816-43CE-8479-3962D099CE76}"/>
                </a:ext>
              </a:extLst>
            </p:cNvPr>
            <p:cNvSpPr/>
            <p:nvPr/>
          </p:nvSpPr>
          <p:spPr>
            <a:xfrm>
              <a:off x="10137180" y="631914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19212193-81C0-4F8E-B00E-F524FE9090D5}"/>
                </a:ext>
              </a:extLst>
            </p:cNvPr>
            <p:cNvSpPr/>
            <p:nvPr/>
          </p:nvSpPr>
          <p:spPr>
            <a:xfrm>
              <a:off x="10375223" y="658942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" name="Hexagon 201">
              <a:extLst>
                <a:ext uri="{FF2B5EF4-FFF2-40B4-BE49-F238E27FC236}">
                  <a16:creationId xmlns:a16="http://schemas.microsoft.com/office/drawing/2014/main" id="{30471E60-6136-48DA-B8ED-475AC682CB3B}"/>
                </a:ext>
              </a:extLst>
            </p:cNvPr>
            <p:cNvSpPr/>
            <p:nvPr/>
          </p:nvSpPr>
          <p:spPr>
            <a:xfrm>
              <a:off x="10141870" y="649822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B04BA088-852C-48FE-B584-CE1B2C3D9C8B}"/>
                </a:ext>
              </a:extLst>
            </p:cNvPr>
            <p:cNvSpPr/>
            <p:nvPr/>
          </p:nvSpPr>
          <p:spPr>
            <a:xfrm>
              <a:off x="10850660" y="677451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" name="Hexagon 203">
              <a:extLst>
                <a:ext uri="{FF2B5EF4-FFF2-40B4-BE49-F238E27FC236}">
                  <a16:creationId xmlns:a16="http://schemas.microsoft.com/office/drawing/2014/main" id="{8E8DE316-58BC-4E3C-9818-EBFE1FDC910E}"/>
                </a:ext>
              </a:extLst>
            </p:cNvPr>
            <p:cNvSpPr/>
            <p:nvPr/>
          </p:nvSpPr>
          <p:spPr>
            <a:xfrm>
              <a:off x="11078469" y="686778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" name="Hexagon 204">
              <a:extLst>
                <a:ext uri="{FF2B5EF4-FFF2-40B4-BE49-F238E27FC236}">
                  <a16:creationId xmlns:a16="http://schemas.microsoft.com/office/drawing/2014/main" id="{A6B96F90-EF1C-4C0F-8199-7E6B5B4DB92F}"/>
                </a:ext>
              </a:extLst>
            </p:cNvPr>
            <p:cNvSpPr/>
            <p:nvPr/>
          </p:nvSpPr>
          <p:spPr>
            <a:xfrm>
              <a:off x="11308252" y="69567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CC69456F-EA6E-4CF6-97E3-C6109A8A72B2}"/>
                </a:ext>
              </a:extLst>
            </p:cNvPr>
            <p:cNvSpPr/>
            <p:nvPr/>
          </p:nvSpPr>
          <p:spPr>
            <a:xfrm>
              <a:off x="9904258" y="659180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64BF7198-9756-4033-86EE-FCAF0CE0AD2A}"/>
                </a:ext>
              </a:extLst>
            </p:cNvPr>
            <p:cNvSpPr/>
            <p:nvPr/>
          </p:nvSpPr>
          <p:spPr>
            <a:xfrm>
              <a:off x="10375498" y="677303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3FC90491-7C7B-4BE7-AE28-5E7FCB105ED9}"/>
                </a:ext>
              </a:extLst>
            </p:cNvPr>
            <p:cNvSpPr/>
            <p:nvPr/>
          </p:nvSpPr>
          <p:spPr>
            <a:xfrm>
              <a:off x="10137383" y="66818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3510C6DC-E56E-4BCC-A1DD-6AE6EB6F5F45}"/>
                </a:ext>
              </a:extLst>
            </p:cNvPr>
            <p:cNvSpPr/>
            <p:nvPr/>
          </p:nvSpPr>
          <p:spPr>
            <a:xfrm>
              <a:off x="11083609" y="704811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74051922-5A18-492E-B042-59D5391B73F5}"/>
                </a:ext>
              </a:extLst>
            </p:cNvPr>
            <p:cNvSpPr/>
            <p:nvPr/>
          </p:nvSpPr>
          <p:spPr>
            <a:xfrm>
              <a:off x="11313392" y="71370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5B1D2354-6A43-4AE8-B649-87FC548B229E}"/>
                </a:ext>
              </a:extLst>
            </p:cNvPr>
            <p:cNvSpPr/>
            <p:nvPr/>
          </p:nvSpPr>
          <p:spPr>
            <a:xfrm>
              <a:off x="10847029" y="713868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" name="Hexagon 218">
              <a:extLst>
                <a:ext uri="{FF2B5EF4-FFF2-40B4-BE49-F238E27FC236}">
                  <a16:creationId xmlns:a16="http://schemas.microsoft.com/office/drawing/2014/main" id="{41CBD261-0545-47BD-82AD-CD115630561A}"/>
                </a:ext>
              </a:extLst>
            </p:cNvPr>
            <p:cNvSpPr/>
            <p:nvPr/>
          </p:nvSpPr>
          <p:spPr>
            <a:xfrm>
              <a:off x="11076812" y="722763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" name="Hexagon 219">
              <a:extLst>
                <a:ext uri="{FF2B5EF4-FFF2-40B4-BE49-F238E27FC236}">
                  <a16:creationId xmlns:a16="http://schemas.microsoft.com/office/drawing/2014/main" id="{77C7EC71-E231-4C4F-BDB0-5F72E40D69BD}"/>
                </a:ext>
              </a:extLst>
            </p:cNvPr>
            <p:cNvSpPr/>
            <p:nvPr/>
          </p:nvSpPr>
          <p:spPr>
            <a:xfrm>
              <a:off x="10845166" y="732081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" name="Hexagon 220">
              <a:extLst>
                <a:ext uri="{FF2B5EF4-FFF2-40B4-BE49-F238E27FC236}">
                  <a16:creationId xmlns:a16="http://schemas.microsoft.com/office/drawing/2014/main" id="{2F65B78C-ED62-484C-8F8C-03DAB91E82C8}"/>
                </a:ext>
              </a:extLst>
            </p:cNvPr>
            <p:cNvSpPr/>
            <p:nvPr/>
          </p:nvSpPr>
          <p:spPr>
            <a:xfrm>
              <a:off x="11074949" y="740976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" name="Hexagon 221">
              <a:extLst>
                <a:ext uri="{FF2B5EF4-FFF2-40B4-BE49-F238E27FC236}">
                  <a16:creationId xmlns:a16="http://schemas.microsoft.com/office/drawing/2014/main" id="{66DB79DD-9390-4840-B5C4-CAAAD9375727}"/>
                </a:ext>
              </a:extLst>
            </p:cNvPr>
            <p:cNvSpPr/>
            <p:nvPr/>
          </p:nvSpPr>
          <p:spPr>
            <a:xfrm>
              <a:off x="10605077" y="722283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" name="Hexagon 222">
              <a:extLst>
                <a:ext uri="{FF2B5EF4-FFF2-40B4-BE49-F238E27FC236}">
                  <a16:creationId xmlns:a16="http://schemas.microsoft.com/office/drawing/2014/main" id="{FF44FDE5-5EF8-4515-9BA6-E909CAFB7172}"/>
                </a:ext>
              </a:extLst>
            </p:cNvPr>
            <p:cNvSpPr/>
            <p:nvPr/>
          </p:nvSpPr>
          <p:spPr>
            <a:xfrm>
              <a:off x="10378344" y="71315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" name="Hexagon 224">
              <a:extLst>
                <a:ext uri="{FF2B5EF4-FFF2-40B4-BE49-F238E27FC236}">
                  <a16:creationId xmlns:a16="http://schemas.microsoft.com/office/drawing/2014/main" id="{AE75D089-E3ED-4029-95A8-307605D2827B}"/>
                </a:ext>
              </a:extLst>
            </p:cNvPr>
            <p:cNvSpPr/>
            <p:nvPr/>
          </p:nvSpPr>
          <p:spPr>
            <a:xfrm>
              <a:off x="10133105" y="686163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" name="Hexagon 225">
              <a:extLst>
                <a:ext uri="{FF2B5EF4-FFF2-40B4-BE49-F238E27FC236}">
                  <a16:creationId xmlns:a16="http://schemas.microsoft.com/office/drawing/2014/main" id="{95BC4B06-E326-4085-8B66-32ACE8A0A955}"/>
                </a:ext>
              </a:extLst>
            </p:cNvPr>
            <p:cNvSpPr/>
            <p:nvPr/>
          </p:nvSpPr>
          <p:spPr>
            <a:xfrm>
              <a:off x="10137180" y="704581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" name="Hexagon 226">
              <a:extLst>
                <a:ext uri="{FF2B5EF4-FFF2-40B4-BE49-F238E27FC236}">
                  <a16:creationId xmlns:a16="http://schemas.microsoft.com/office/drawing/2014/main" id="{BD742F3E-3910-477A-8758-0CB37395E981}"/>
                </a:ext>
              </a:extLst>
            </p:cNvPr>
            <p:cNvSpPr/>
            <p:nvPr/>
          </p:nvSpPr>
          <p:spPr>
            <a:xfrm>
              <a:off x="9896653" y="676417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" name="Hexagon 227">
              <a:extLst>
                <a:ext uri="{FF2B5EF4-FFF2-40B4-BE49-F238E27FC236}">
                  <a16:creationId xmlns:a16="http://schemas.microsoft.com/office/drawing/2014/main" id="{A46E01E9-22BC-465F-B8E3-66B28D75548E}"/>
                </a:ext>
              </a:extLst>
            </p:cNvPr>
            <p:cNvSpPr/>
            <p:nvPr/>
          </p:nvSpPr>
          <p:spPr>
            <a:xfrm>
              <a:off x="9896861" y="694801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" name="Hexagon 228">
              <a:extLst>
                <a:ext uri="{FF2B5EF4-FFF2-40B4-BE49-F238E27FC236}">
                  <a16:creationId xmlns:a16="http://schemas.microsoft.com/office/drawing/2014/main" id="{600D86B4-2D62-4DE5-9941-BC627DA3B96E}"/>
                </a:ext>
              </a:extLst>
            </p:cNvPr>
            <p:cNvSpPr/>
            <p:nvPr/>
          </p:nvSpPr>
          <p:spPr>
            <a:xfrm>
              <a:off x="9898076" y="713147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" name="Hexagon 229">
              <a:extLst>
                <a:ext uri="{FF2B5EF4-FFF2-40B4-BE49-F238E27FC236}">
                  <a16:creationId xmlns:a16="http://schemas.microsoft.com/office/drawing/2014/main" id="{7DFA31A1-9ECC-4350-8409-FDCB3478C033}"/>
                </a:ext>
              </a:extLst>
            </p:cNvPr>
            <p:cNvSpPr/>
            <p:nvPr/>
          </p:nvSpPr>
          <p:spPr>
            <a:xfrm>
              <a:off x="10845166" y="749602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" name="Hexagon 230">
              <a:extLst>
                <a:ext uri="{FF2B5EF4-FFF2-40B4-BE49-F238E27FC236}">
                  <a16:creationId xmlns:a16="http://schemas.microsoft.com/office/drawing/2014/main" id="{2B28A078-4BCC-470B-978A-81C7528BBD95}"/>
                </a:ext>
              </a:extLst>
            </p:cNvPr>
            <p:cNvSpPr/>
            <p:nvPr/>
          </p:nvSpPr>
          <p:spPr>
            <a:xfrm>
              <a:off x="11074949" y="758497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" name="Hexagon 231">
              <a:extLst>
                <a:ext uri="{FF2B5EF4-FFF2-40B4-BE49-F238E27FC236}">
                  <a16:creationId xmlns:a16="http://schemas.microsoft.com/office/drawing/2014/main" id="{59CAC8B7-2989-4B26-9D3A-8A55513CA8EE}"/>
                </a:ext>
              </a:extLst>
            </p:cNvPr>
            <p:cNvSpPr/>
            <p:nvPr/>
          </p:nvSpPr>
          <p:spPr>
            <a:xfrm>
              <a:off x="10605077" y="739805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" name="Hexagon 232">
              <a:extLst>
                <a:ext uri="{FF2B5EF4-FFF2-40B4-BE49-F238E27FC236}">
                  <a16:creationId xmlns:a16="http://schemas.microsoft.com/office/drawing/2014/main" id="{444D1248-F923-45AD-9ED4-6202FF2492D0}"/>
                </a:ext>
              </a:extLst>
            </p:cNvPr>
            <p:cNvSpPr/>
            <p:nvPr/>
          </p:nvSpPr>
          <p:spPr>
            <a:xfrm>
              <a:off x="10378344" y="73067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" name="Hexagon 233">
              <a:extLst>
                <a:ext uri="{FF2B5EF4-FFF2-40B4-BE49-F238E27FC236}">
                  <a16:creationId xmlns:a16="http://schemas.microsoft.com/office/drawing/2014/main" id="{75B57FA0-0279-4B0E-833D-357EDF388546}"/>
                </a:ext>
              </a:extLst>
            </p:cNvPr>
            <p:cNvSpPr/>
            <p:nvPr/>
          </p:nvSpPr>
          <p:spPr>
            <a:xfrm>
              <a:off x="10137180" y="722102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" name="Hexagon 234">
              <a:extLst>
                <a:ext uri="{FF2B5EF4-FFF2-40B4-BE49-F238E27FC236}">
                  <a16:creationId xmlns:a16="http://schemas.microsoft.com/office/drawing/2014/main" id="{BF259701-A8DC-45FA-A162-D9929983DAEF}"/>
                </a:ext>
              </a:extLst>
            </p:cNvPr>
            <p:cNvSpPr/>
            <p:nvPr/>
          </p:nvSpPr>
          <p:spPr>
            <a:xfrm>
              <a:off x="9665174" y="704120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" name="Hexagon 236">
              <a:extLst>
                <a:ext uri="{FF2B5EF4-FFF2-40B4-BE49-F238E27FC236}">
                  <a16:creationId xmlns:a16="http://schemas.microsoft.com/office/drawing/2014/main" id="{0ED8B054-D18E-41F4-B10A-245123CBFA3B}"/>
                </a:ext>
              </a:extLst>
            </p:cNvPr>
            <p:cNvSpPr/>
            <p:nvPr/>
          </p:nvSpPr>
          <p:spPr>
            <a:xfrm>
              <a:off x="10143868" y="740232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" name="Hexagon 237">
              <a:extLst>
                <a:ext uri="{FF2B5EF4-FFF2-40B4-BE49-F238E27FC236}">
                  <a16:creationId xmlns:a16="http://schemas.microsoft.com/office/drawing/2014/main" id="{5ED998CD-F4F4-4575-BA48-CA9E4FAFBD48}"/>
                </a:ext>
              </a:extLst>
            </p:cNvPr>
            <p:cNvSpPr/>
            <p:nvPr/>
          </p:nvSpPr>
          <p:spPr>
            <a:xfrm>
              <a:off x="10846702" y="768111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" name="Hexagon 238">
              <a:extLst>
                <a:ext uri="{FF2B5EF4-FFF2-40B4-BE49-F238E27FC236}">
                  <a16:creationId xmlns:a16="http://schemas.microsoft.com/office/drawing/2014/main" id="{588D2034-7E32-44D5-AAD4-8CF4CB2C7A7D}"/>
                </a:ext>
              </a:extLst>
            </p:cNvPr>
            <p:cNvSpPr/>
            <p:nvPr/>
          </p:nvSpPr>
          <p:spPr>
            <a:xfrm>
              <a:off x="10606613" y="758314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" name="Hexagon 239">
              <a:extLst>
                <a:ext uri="{FF2B5EF4-FFF2-40B4-BE49-F238E27FC236}">
                  <a16:creationId xmlns:a16="http://schemas.microsoft.com/office/drawing/2014/main" id="{9908ACDF-7E17-44F4-8743-25B67093311D}"/>
                </a:ext>
              </a:extLst>
            </p:cNvPr>
            <p:cNvSpPr/>
            <p:nvPr/>
          </p:nvSpPr>
          <p:spPr>
            <a:xfrm>
              <a:off x="10379880" y="749182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" name="Hexagon 240">
              <a:extLst>
                <a:ext uri="{FF2B5EF4-FFF2-40B4-BE49-F238E27FC236}">
                  <a16:creationId xmlns:a16="http://schemas.microsoft.com/office/drawing/2014/main" id="{AB32EE27-5E09-47E2-B7AF-6662824E824C}"/>
                </a:ext>
              </a:extLst>
            </p:cNvPr>
            <p:cNvSpPr/>
            <p:nvPr/>
          </p:nvSpPr>
          <p:spPr>
            <a:xfrm>
              <a:off x="10146138" y="758552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" name="Hexagon 241">
              <a:extLst>
                <a:ext uri="{FF2B5EF4-FFF2-40B4-BE49-F238E27FC236}">
                  <a16:creationId xmlns:a16="http://schemas.microsoft.com/office/drawing/2014/main" id="{A86AD68C-0A03-4053-B5DD-FFB4507EFA8E}"/>
                </a:ext>
              </a:extLst>
            </p:cNvPr>
            <p:cNvSpPr/>
            <p:nvPr/>
          </p:nvSpPr>
          <p:spPr>
            <a:xfrm>
              <a:off x="10382150" y="767502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" name="Hexagon 242">
              <a:extLst>
                <a:ext uri="{FF2B5EF4-FFF2-40B4-BE49-F238E27FC236}">
                  <a16:creationId xmlns:a16="http://schemas.microsoft.com/office/drawing/2014/main" id="{1513F5B3-75F4-4F71-9DC3-CF9D067DF55B}"/>
                </a:ext>
              </a:extLst>
            </p:cNvPr>
            <p:cNvSpPr/>
            <p:nvPr/>
          </p:nvSpPr>
          <p:spPr>
            <a:xfrm>
              <a:off x="10850660" y="786952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" name="Hexagon 243">
              <a:extLst>
                <a:ext uri="{FF2B5EF4-FFF2-40B4-BE49-F238E27FC236}">
                  <a16:creationId xmlns:a16="http://schemas.microsoft.com/office/drawing/2014/main" id="{315E846F-1009-4916-AAF2-944A97D5B200}"/>
                </a:ext>
              </a:extLst>
            </p:cNvPr>
            <p:cNvSpPr/>
            <p:nvPr/>
          </p:nvSpPr>
          <p:spPr>
            <a:xfrm>
              <a:off x="10619650" y="795828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" name="Hexagon 244">
              <a:extLst>
                <a:ext uri="{FF2B5EF4-FFF2-40B4-BE49-F238E27FC236}">
                  <a16:creationId xmlns:a16="http://schemas.microsoft.com/office/drawing/2014/main" id="{95B87385-F97C-462E-AD5F-DCD542234F7E}"/>
                </a:ext>
              </a:extLst>
            </p:cNvPr>
            <p:cNvSpPr/>
            <p:nvPr/>
          </p:nvSpPr>
          <p:spPr>
            <a:xfrm>
              <a:off x="10856326" y="805023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" name="Hexagon 245">
              <a:extLst>
                <a:ext uri="{FF2B5EF4-FFF2-40B4-BE49-F238E27FC236}">
                  <a16:creationId xmlns:a16="http://schemas.microsoft.com/office/drawing/2014/main" id="{C37F21A9-1646-4291-894E-08BA50628C73}"/>
                </a:ext>
              </a:extLst>
            </p:cNvPr>
            <p:cNvSpPr/>
            <p:nvPr/>
          </p:nvSpPr>
          <p:spPr>
            <a:xfrm>
              <a:off x="10388640" y="78632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" name="Hexagon 246">
              <a:extLst>
                <a:ext uri="{FF2B5EF4-FFF2-40B4-BE49-F238E27FC236}">
                  <a16:creationId xmlns:a16="http://schemas.microsoft.com/office/drawing/2014/main" id="{07D9E984-D2A7-4526-B1AD-A97319A02DA7}"/>
                </a:ext>
              </a:extLst>
            </p:cNvPr>
            <p:cNvSpPr/>
            <p:nvPr/>
          </p:nvSpPr>
          <p:spPr>
            <a:xfrm>
              <a:off x="9910008" y="767534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" name="Hexagon 247">
              <a:extLst>
                <a:ext uri="{FF2B5EF4-FFF2-40B4-BE49-F238E27FC236}">
                  <a16:creationId xmlns:a16="http://schemas.microsoft.com/office/drawing/2014/main" id="{8826DC62-9BAA-43A8-987A-9E0D2CC72981}"/>
                </a:ext>
              </a:extLst>
            </p:cNvPr>
            <p:cNvSpPr/>
            <p:nvPr/>
          </p:nvSpPr>
          <p:spPr>
            <a:xfrm>
              <a:off x="9678998" y="75802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" name="Hexagon 248">
              <a:extLst>
                <a:ext uri="{FF2B5EF4-FFF2-40B4-BE49-F238E27FC236}">
                  <a16:creationId xmlns:a16="http://schemas.microsoft.com/office/drawing/2014/main" id="{723E081C-7FB1-4875-AF16-598F2CA5039E}"/>
                </a:ext>
              </a:extLst>
            </p:cNvPr>
            <p:cNvSpPr/>
            <p:nvPr/>
          </p:nvSpPr>
          <p:spPr>
            <a:xfrm>
              <a:off x="9684209" y="77684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" name="Hexagon 249">
              <a:extLst>
                <a:ext uri="{FF2B5EF4-FFF2-40B4-BE49-F238E27FC236}">
                  <a16:creationId xmlns:a16="http://schemas.microsoft.com/office/drawing/2014/main" id="{F3A4C1D3-C3A9-4002-AD88-05F132A85A4E}"/>
                </a:ext>
              </a:extLst>
            </p:cNvPr>
            <p:cNvSpPr/>
            <p:nvPr/>
          </p:nvSpPr>
          <p:spPr>
            <a:xfrm>
              <a:off x="9450818" y="768295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" name="Hexagon 250">
              <a:extLst>
                <a:ext uri="{FF2B5EF4-FFF2-40B4-BE49-F238E27FC236}">
                  <a16:creationId xmlns:a16="http://schemas.microsoft.com/office/drawing/2014/main" id="{E91C61EC-06E4-4B6C-8E76-E3B980D60BF9}"/>
                </a:ext>
              </a:extLst>
            </p:cNvPr>
            <p:cNvSpPr/>
            <p:nvPr/>
          </p:nvSpPr>
          <p:spPr>
            <a:xfrm>
              <a:off x="10150885" y="79567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" name="Hexagon 251">
              <a:extLst>
                <a:ext uri="{FF2B5EF4-FFF2-40B4-BE49-F238E27FC236}">
                  <a16:creationId xmlns:a16="http://schemas.microsoft.com/office/drawing/2014/main" id="{7F225CA5-9D44-4FAD-AC63-941775BE09FA}"/>
                </a:ext>
              </a:extLst>
            </p:cNvPr>
            <p:cNvSpPr/>
            <p:nvPr/>
          </p:nvSpPr>
          <p:spPr>
            <a:xfrm>
              <a:off x="9919875" y="786171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" name="Hexagon 252">
              <a:extLst>
                <a:ext uri="{FF2B5EF4-FFF2-40B4-BE49-F238E27FC236}">
                  <a16:creationId xmlns:a16="http://schemas.microsoft.com/office/drawing/2014/main" id="{B96A9204-25F4-471E-857F-553B15872F11}"/>
                </a:ext>
              </a:extLst>
            </p:cNvPr>
            <p:cNvSpPr/>
            <p:nvPr/>
          </p:nvSpPr>
          <p:spPr>
            <a:xfrm>
              <a:off x="10622483" y="814393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" name="Hexagon 253">
              <a:extLst>
                <a:ext uri="{FF2B5EF4-FFF2-40B4-BE49-F238E27FC236}">
                  <a16:creationId xmlns:a16="http://schemas.microsoft.com/office/drawing/2014/main" id="{D5C6CB46-BBD3-41F7-81FC-5F7FEF512E33}"/>
                </a:ext>
              </a:extLst>
            </p:cNvPr>
            <p:cNvSpPr/>
            <p:nvPr/>
          </p:nvSpPr>
          <p:spPr>
            <a:xfrm>
              <a:off x="10856326" y="823863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" name="Hexagon 254">
              <a:extLst>
                <a:ext uri="{FF2B5EF4-FFF2-40B4-BE49-F238E27FC236}">
                  <a16:creationId xmlns:a16="http://schemas.microsoft.com/office/drawing/2014/main" id="{15DFAF84-310F-4841-9FC3-29578D76F286}"/>
                </a:ext>
              </a:extLst>
            </p:cNvPr>
            <p:cNvSpPr/>
            <p:nvPr/>
          </p:nvSpPr>
          <p:spPr>
            <a:xfrm>
              <a:off x="11086873" y="832971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" name="Hexagon 255">
              <a:extLst>
                <a:ext uri="{FF2B5EF4-FFF2-40B4-BE49-F238E27FC236}">
                  <a16:creationId xmlns:a16="http://schemas.microsoft.com/office/drawing/2014/main" id="{D6FBDF46-53AF-406B-A159-17475BC0C3C3}"/>
                </a:ext>
              </a:extLst>
            </p:cNvPr>
            <p:cNvSpPr/>
            <p:nvPr/>
          </p:nvSpPr>
          <p:spPr>
            <a:xfrm>
              <a:off x="10627583" y="832956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" name="Hexagon 256">
              <a:extLst>
                <a:ext uri="{FF2B5EF4-FFF2-40B4-BE49-F238E27FC236}">
                  <a16:creationId xmlns:a16="http://schemas.microsoft.com/office/drawing/2014/main" id="{CC384E58-4384-4AE9-816E-B5757C3BCF2A}"/>
                </a:ext>
              </a:extLst>
            </p:cNvPr>
            <p:cNvSpPr/>
            <p:nvPr/>
          </p:nvSpPr>
          <p:spPr>
            <a:xfrm>
              <a:off x="10861426" y="842426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" name="Hexagon 257">
              <a:extLst>
                <a:ext uri="{FF2B5EF4-FFF2-40B4-BE49-F238E27FC236}">
                  <a16:creationId xmlns:a16="http://schemas.microsoft.com/office/drawing/2014/main" id="{62D10312-E2BF-474F-A376-6837DAB9DA24}"/>
                </a:ext>
              </a:extLst>
            </p:cNvPr>
            <p:cNvSpPr/>
            <p:nvPr/>
          </p:nvSpPr>
          <p:spPr>
            <a:xfrm>
              <a:off x="11091973" y="85153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" name="Hexagon 258">
              <a:extLst>
                <a:ext uri="{FF2B5EF4-FFF2-40B4-BE49-F238E27FC236}">
                  <a16:creationId xmlns:a16="http://schemas.microsoft.com/office/drawing/2014/main" id="{910A3C91-B109-474E-8883-D363271671F9}"/>
                </a:ext>
              </a:extLst>
            </p:cNvPr>
            <p:cNvSpPr/>
            <p:nvPr/>
          </p:nvSpPr>
          <p:spPr>
            <a:xfrm>
              <a:off x="10391021" y="84221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" name="Hexagon 259">
              <a:extLst>
                <a:ext uri="{FF2B5EF4-FFF2-40B4-BE49-F238E27FC236}">
                  <a16:creationId xmlns:a16="http://schemas.microsoft.com/office/drawing/2014/main" id="{CE97F33F-9153-487A-B051-41605A36E883}"/>
                </a:ext>
              </a:extLst>
            </p:cNvPr>
            <p:cNvSpPr/>
            <p:nvPr/>
          </p:nvSpPr>
          <p:spPr>
            <a:xfrm>
              <a:off x="10624864" y="85168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" name="Hexagon 262">
              <a:extLst>
                <a:ext uri="{FF2B5EF4-FFF2-40B4-BE49-F238E27FC236}">
                  <a16:creationId xmlns:a16="http://schemas.microsoft.com/office/drawing/2014/main" id="{5486C06D-2DCA-419F-A0E8-4661965C3DDD}"/>
                </a:ext>
              </a:extLst>
            </p:cNvPr>
            <p:cNvSpPr/>
            <p:nvPr/>
          </p:nvSpPr>
          <p:spPr>
            <a:xfrm>
              <a:off x="11091973" y="87017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" name="Hexagon 263">
              <a:extLst>
                <a:ext uri="{FF2B5EF4-FFF2-40B4-BE49-F238E27FC236}">
                  <a16:creationId xmlns:a16="http://schemas.microsoft.com/office/drawing/2014/main" id="{E14271AB-E7B7-4500-9C24-5794012852CE}"/>
                </a:ext>
              </a:extLst>
            </p:cNvPr>
            <p:cNvSpPr/>
            <p:nvPr/>
          </p:nvSpPr>
          <p:spPr>
            <a:xfrm>
              <a:off x="11325816" y="87964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" name="Hexagon 265">
              <a:extLst>
                <a:ext uri="{FF2B5EF4-FFF2-40B4-BE49-F238E27FC236}">
                  <a16:creationId xmlns:a16="http://schemas.microsoft.com/office/drawing/2014/main" id="{9175FCC8-924C-4643-BE66-3F12674E80F1}"/>
                </a:ext>
              </a:extLst>
            </p:cNvPr>
            <p:cNvSpPr/>
            <p:nvPr/>
          </p:nvSpPr>
          <p:spPr>
            <a:xfrm>
              <a:off x="9686018" y="833259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" name="Hexagon 266">
              <a:extLst>
                <a:ext uri="{FF2B5EF4-FFF2-40B4-BE49-F238E27FC236}">
                  <a16:creationId xmlns:a16="http://schemas.microsoft.com/office/drawing/2014/main" id="{5871B99B-A5E4-4189-A4AB-474FE474DF04}"/>
                </a:ext>
              </a:extLst>
            </p:cNvPr>
            <p:cNvSpPr/>
            <p:nvPr/>
          </p:nvSpPr>
          <p:spPr>
            <a:xfrm>
              <a:off x="9919861" y="842729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" name="Hexagon 267">
              <a:extLst>
                <a:ext uri="{FF2B5EF4-FFF2-40B4-BE49-F238E27FC236}">
                  <a16:creationId xmlns:a16="http://schemas.microsoft.com/office/drawing/2014/main" id="{219C8984-FB68-44C9-90AA-570E497EEDEC}"/>
                </a:ext>
              </a:extLst>
            </p:cNvPr>
            <p:cNvSpPr/>
            <p:nvPr/>
          </p:nvSpPr>
          <p:spPr>
            <a:xfrm>
              <a:off x="10153165" y="851690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" name="Hexagon 268">
              <a:extLst>
                <a:ext uri="{FF2B5EF4-FFF2-40B4-BE49-F238E27FC236}">
                  <a16:creationId xmlns:a16="http://schemas.microsoft.com/office/drawing/2014/main" id="{03741B11-2BD3-4BF7-9F36-5DDFA5C3D441}"/>
                </a:ext>
              </a:extLst>
            </p:cNvPr>
            <p:cNvSpPr/>
            <p:nvPr/>
          </p:nvSpPr>
          <p:spPr>
            <a:xfrm>
              <a:off x="10387008" y="861160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" name="Hexagon 269">
              <a:extLst>
                <a:ext uri="{FF2B5EF4-FFF2-40B4-BE49-F238E27FC236}">
                  <a16:creationId xmlns:a16="http://schemas.microsoft.com/office/drawing/2014/main" id="{2432E758-1D88-4593-ABEA-FF54164B356B}"/>
                </a:ext>
              </a:extLst>
            </p:cNvPr>
            <p:cNvSpPr/>
            <p:nvPr/>
          </p:nvSpPr>
          <p:spPr>
            <a:xfrm>
              <a:off x="10626668" y="87038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" name="Hexagon 270">
              <a:extLst>
                <a:ext uri="{FF2B5EF4-FFF2-40B4-BE49-F238E27FC236}">
                  <a16:creationId xmlns:a16="http://schemas.microsoft.com/office/drawing/2014/main" id="{67187C86-4C8C-4A21-A529-3696D56E9CA7}"/>
                </a:ext>
              </a:extLst>
            </p:cNvPr>
            <p:cNvSpPr/>
            <p:nvPr/>
          </p:nvSpPr>
          <p:spPr>
            <a:xfrm>
              <a:off x="10860511" y="87985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" name="Hexagon 271">
              <a:extLst>
                <a:ext uri="{FF2B5EF4-FFF2-40B4-BE49-F238E27FC236}">
                  <a16:creationId xmlns:a16="http://schemas.microsoft.com/office/drawing/2014/main" id="{6938E3AA-FD5E-438B-8DD1-EA02A8B1D3BF}"/>
                </a:ext>
              </a:extLst>
            </p:cNvPr>
            <p:cNvSpPr/>
            <p:nvPr/>
          </p:nvSpPr>
          <p:spPr>
            <a:xfrm>
              <a:off x="11091919" y="88865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" name="Hexagon 272">
              <a:extLst>
                <a:ext uri="{FF2B5EF4-FFF2-40B4-BE49-F238E27FC236}">
                  <a16:creationId xmlns:a16="http://schemas.microsoft.com/office/drawing/2014/main" id="{2927E0A7-91D9-4F1F-94C4-788C52DD1105}"/>
                </a:ext>
              </a:extLst>
            </p:cNvPr>
            <p:cNvSpPr/>
            <p:nvPr/>
          </p:nvSpPr>
          <p:spPr>
            <a:xfrm>
              <a:off x="11325762" y="89812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" name="Hexagon 273">
              <a:extLst>
                <a:ext uri="{FF2B5EF4-FFF2-40B4-BE49-F238E27FC236}">
                  <a16:creationId xmlns:a16="http://schemas.microsoft.com/office/drawing/2014/main" id="{462F36D5-DF88-41F2-85A0-FC3FB6088AB4}"/>
                </a:ext>
              </a:extLst>
            </p:cNvPr>
            <p:cNvSpPr/>
            <p:nvPr/>
          </p:nvSpPr>
          <p:spPr>
            <a:xfrm>
              <a:off x="10155600" y="869506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" name="Hexagon 274">
              <a:extLst>
                <a:ext uri="{FF2B5EF4-FFF2-40B4-BE49-F238E27FC236}">
                  <a16:creationId xmlns:a16="http://schemas.microsoft.com/office/drawing/2014/main" id="{25D1E6C9-3975-4F14-B1B4-AD54765E5101}"/>
                </a:ext>
              </a:extLst>
            </p:cNvPr>
            <p:cNvSpPr/>
            <p:nvPr/>
          </p:nvSpPr>
          <p:spPr>
            <a:xfrm>
              <a:off x="10389443" y="878976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" name="Hexagon 275">
              <a:extLst>
                <a:ext uri="{FF2B5EF4-FFF2-40B4-BE49-F238E27FC236}">
                  <a16:creationId xmlns:a16="http://schemas.microsoft.com/office/drawing/2014/main" id="{A871CA27-1C5B-455D-A3E6-44EF7EFC4319}"/>
                </a:ext>
              </a:extLst>
            </p:cNvPr>
            <p:cNvSpPr/>
            <p:nvPr/>
          </p:nvSpPr>
          <p:spPr>
            <a:xfrm>
              <a:off x="10629103" y="888204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" name="Hexagon 276">
              <a:extLst>
                <a:ext uri="{FF2B5EF4-FFF2-40B4-BE49-F238E27FC236}">
                  <a16:creationId xmlns:a16="http://schemas.microsoft.com/office/drawing/2014/main" id="{7142527A-2723-4BD0-9F53-85987B63F4CD}"/>
                </a:ext>
              </a:extLst>
            </p:cNvPr>
            <p:cNvSpPr/>
            <p:nvPr/>
          </p:nvSpPr>
          <p:spPr>
            <a:xfrm>
              <a:off x="10862946" y="897674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" name="Hexagon 277">
              <a:extLst>
                <a:ext uri="{FF2B5EF4-FFF2-40B4-BE49-F238E27FC236}">
                  <a16:creationId xmlns:a16="http://schemas.microsoft.com/office/drawing/2014/main" id="{8B4A8996-F8D9-442B-A7B8-89C34D5D14E5}"/>
                </a:ext>
              </a:extLst>
            </p:cNvPr>
            <p:cNvSpPr/>
            <p:nvPr/>
          </p:nvSpPr>
          <p:spPr>
            <a:xfrm>
              <a:off x="11094354" y="90646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" name="Hexagon 279">
              <a:extLst>
                <a:ext uri="{FF2B5EF4-FFF2-40B4-BE49-F238E27FC236}">
                  <a16:creationId xmlns:a16="http://schemas.microsoft.com/office/drawing/2014/main" id="{FB3EFB30-4DD6-4314-B3B4-EBB9A72DF941}"/>
                </a:ext>
              </a:extLst>
            </p:cNvPr>
            <p:cNvSpPr/>
            <p:nvPr/>
          </p:nvSpPr>
          <p:spPr>
            <a:xfrm>
              <a:off x="10629159" y="90649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" name="Hexagon 280">
              <a:extLst>
                <a:ext uri="{FF2B5EF4-FFF2-40B4-BE49-F238E27FC236}">
                  <a16:creationId xmlns:a16="http://schemas.microsoft.com/office/drawing/2014/main" id="{6426F951-EFD1-49D0-8AE2-F7CC8A08FD94}"/>
                </a:ext>
              </a:extLst>
            </p:cNvPr>
            <p:cNvSpPr/>
            <p:nvPr/>
          </p:nvSpPr>
          <p:spPr>
            <a:xfrm>
              <a:off x="10388640" y="915720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" name="Hexagon 281">
              <a:extLst>
                <a:ext uri="{FF2B5EF4-FFF2-40B4-BE49-F238E27FC236}">
                  <a16:creationId xmlns:a16="http://schemas.microsoft.com/office/drawing/2014/main" id="{5F608C5D-D54B-4DBF-988E-9ED45C50F684}"/>
                </a:ext>
              </a:extLst>
            </p:cNvPr>
            <p:cNvSpPr/>
            <p:nvPr/>
          </p:nvSpPr>
          <p:spPr>
            <a:xfrm>
              <a:off x="10627245" y="925190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" name="Hexagon 282">
              <a:extLst>
                <a:ext uri="{FF2B5EF4-FFF2-40B4-BE49-F238E27FC236}">
                  <a16:creationId xmlns:a16="http://schemas.microsoft.com/office/drawing/2014/main" id="{E4DEE6BA-2225-44A9-ACF8-BB36A6E13070}"/>
                </a:ext>
              </a:extLst>
            </p:cNvPr>
            <p:cNvSpPr/>
            <p:nvPr/>
          </p:nvSpPr>
          <p:spPr>
            <a:xfrm>
              <a:off x="10858653" y="93398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" name="Hexagon 284">
              <a:extLst>
                <a:ext uri="{FF2B5EF4-FFF2-40B4-BE49-F238E27FC236}">
                  <a16:creationId xmlns:a16="http://schemas.microsoft.com/office/drawing/2014/main" id="{007A1134-5C2F-4BC9-BC8B-D9A864464813}"/>
                </a:ext>
              </a:extLst>
            </p:cNvPr>
            <p:cNvSpPr/>
            <p:nvPr/>
          </p:nvSpPr>
          <p:spPr>
            <a:xfrm>
              <a:off x="9916830" y="915458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" name="Hexagon 285">
              <a:extLst>
                <a:ext uri="{FF2B5EF4-FFF2-40B4-BE49-F238E27FC236}">
                  <a16:creationId xmlns:a16="http://schemas.microsoft.com/office/drawing/2014/main" id="{C308892B-7ACA-4840-B916-17BC6B9F4265}"/>
                </a:ext>
              </a:extLst>
            </p:cNvPr>
            <p:cNvSpPr/>
            <p:nvPr/>
          </p:nvSpPr>
          <p:spPr>
            <a:xfrm>
              <a:off x="10153054" y="924928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" name="Hexagon 286">
              <a:extLst>
                <a:ext uri="{FF2B5EF4-FFF2-40B4-BE49-F238E27FC236}">
                  <a16:creationId xmlns:a16="http://schemas.microsoft.com/office/drawing/2014/main" id="{4372F58A-6A55-4923-8742-7D69F9FD2794}"/>
                </a:ext>
              </a:extLst>
            </p:cNvPr>
            <p:cNvSpPr/>
            <p:nvPr/>
          </p:nvSpPr>
          <p:spPr>
            <a:xfrm>
              <a:off x="10392714" y="934156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" name="Hexagon 287">
              <a:extLst>
                <a:ext uri="{FF2B5EF4-FFF2-40B4-BE49-F238E27FC236}">
                  <a16:creationId xmlns:a16="http://schemas.microsoft.com/office/drawing/2014/main" id="{0D6E0107-8C62-4366-B953-396AF904EDF2}"/>
                </a:ext>
              </a:extLst>
            </p:cNvPr>
            <p:cNvSpPr/>
            <p:nvPr/>
          </p:nvSpPr>
          <p:spPr>
            <a:xfrm>
              <a:off x="10631319" y="943626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" name="Hexagon 288">
              <a:extLst>
                <a:ext uri="{FF2B5EF4-FFF2-40B4-BE49-F238E27FC236}">
                  <a16:creationId xmlns:a16="http://schemas.microsoft.com/office/drawing/2014/main" id="{720C2223-587A-42B2-9576-0BD54EECE468}"/>
                </a:ext>
              </a:extLst>
            </p:cNvPr>
            <p:cNvSpPr/>
            <p:nvPr/>
          </p:nvSpPr>
          <p:spPr>
            <a:xfrm>
              <a:off x="9916902" y="93398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" name="Hexagon 289">
              <a:extLst>
                <a:ext uri="{FF2B5EF4-FFF2-40B4-BE49-F238E27FC236}">
                  <a16:creationId xmlns:a16="http://schemas.microsoft.com/office/drawing/2014/main" id="{909FF861-B397-4D38-835E-39A23E034A2F}"/>
                </a:ext>
              </a:extLst>
            </p:cNvPr>
            <p:cNvSpPr/>
            <p:nvPr/>
          </p:nvSpPr>
          <p:spPr>
            <a:xfrm>
              <a:off x="10150745" y="94345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" name="Hexagon 290">
              <a:extLst>
                <a:ext uri="{FF2B5EF4-FFF2-40B4-BE49-F238E27FC236}">
                  <a16:creationId xmlns:a16="http://schemas.microsoft.com/office/drawing/2014/main" id="{9CE65032-C13A-4A6A-A97D-2948CA8C311D}"/>
                </a:ext>
              </a:extLst>
            </p:cNvPr>
            <p:cNvSpPr/>
            <p:nvPr/>
          </p:nvSpPr>
          <p:spPr>
            <a:xfrm>
              <a:off x="10390405" y="952681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" name="Hexagon 292">
              <a:extLst>
                <a:ext uri="{FF2B5EF4-FFF2-40B4-BE49-F238E27FC236}">
                  <a16:creationId xmlns:a16="http://schemas.microsoft.com/office/drawing/2014/main" id="{2028F406-354A-4B31-B7CD-0F8E7009C6C7}"/>
                </a:ext>
              </a:extLst>
            </p:cNvPr>
            <p:cNvSpPr/>
            <p:nvPr/>
          </p:nvSpPr>
          <p:spPr>
            <a:xfrm>
              <a:off x="9686018" y="851844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" name="Hexagon 355">
              <a:extLst>
                <a:ext uri="{FF2B5EF4-FFF2-40B4-BE49-F238E27FC236}">
                  <a16:creationId xmlns:a16="http://schemas.microsoft.com/office/drawing/2014/main" id="{E0AC5A15-4FDD-4219-828B-76AECFBF3152}"/>
                </a:ext>
              </a:extLst>
            </p:cNvPr>
            <p:cNvSpPr/>
            <p:nvPr/>
          </p:nvSpPr>
          <p:spPr>
            <a:xfrm>
              <a:off x="9917796" y="804819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" name="Hexagon 356">
              <a:extLst>
                <a:ext uri="{FF2B5EF4-FFF2-40B4-BE49-F238E27FC236}">
                  <a16:creationId xmlns:a16="http://schemas.microsoft.com/office/drawing/2014/main" id="{D76EA3DE-B470-4997-8605-3D22F41D24D2}"/>
                </a:ext>
              </a:extLst>
            </p:cNvPr>
            <p:cNvSpPr/>
            <p:nvPr/>
          </p:nvSpPr>
          <p:spPr>
            <a:xfrm>
              <a:off x="9686018" y="795621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" name="Hexagon 357">
              <a:extLst>
                <a:ext uri="{FF2B5EF4-FFF2-40B4-BE49-F238E27FC236}">
                  <a16:creationId xmlns:a16="http://schemas.microsoft.com/office/drawing/2014/main" id="{4420C653-BB8B-4E6F-A272-7EA6A68441E2}"/>
                </a:ext>
              </a:extLst>
            </p:cNvPr>
            <p:cNvSpPr/>
            <p:nvPr/>
          </p:nvSpPr>
          <p:spPr>
            <a:xfrm>
              <a:off x="9453199" y="786502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" name="Hexagon 358">
              <a:extLst>
                <a:ext uri="{FF2B5EF4-FFF2-40B4-BE49-F238E27FC236}">
                  <a16:creationId xmlns:a16="http://schemas.microsoft.com/office/drawing/2014/main" id="{011026D0-2BBC-4A5C-A090-6773F9018C37}"/>
                </a:ext>
              </a:extLst>
            </p:cNvPr>
            <p:cNvSpPr/>
            <p:nvPr/>
          </p:nvSpPr>
          <p:spPr>
            <a:xfrm>
              <a:off x="9451014" y="805063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2" name="八卦">
            <a:extLst>
              <a:ext uri="{FF2B5EF4-FFF2-40B4-BE49-F238E27FC236}">
                <a16:creationId xmlns:a16="http://schemas.microsoft.com/office/drawing/2014/main" id="{A8025F99-A814-4DCD-8F56-641528EF5580}"/>
              </a:ext>
            </a:extLst>
          </p:cNvPr>
          <p:cNvGrpSpPr/>
          <p:nvPr/>
        </p:nvGrpSpPr>
        <p:grpSpPr>
          <a:xfrm>
            <a:off x="1351756" y="6561967"/>
            <a:ext cx="4264921" cy="3162260"/>
            <a:chOff x="584841" y="6149009"/>
            <a:chExt cx="4264921" cy="3162260"/>
          </a:xfrm>
        </p:grpSpPr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C10D9CA5-B4E0-4568-B1D7-1F7EB629C84D}"/>
                </a:ext>
              </a:extLst>
            </p:cNvPr>
            <p:cNvSpPr/>
            <p:nvPr/>
          </p:nvSpPr>
          <p:spPr>
            <a:xfrm>
              <a:off x="4328203" y="91283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3FE0BD3B-AC09-4F99-B5CF-219CE1DE9AC8}"/>
                </a:ext>
              </a:extLst>
            </p:cNvPr>
            <p:cNvSpPr/>
            <p:nvPr/>
          </p:nvSpPr>
          <p:spPr>
            <a:xfrm>
              <a:off x="2443851" y="87706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FAE30633-9116-48E4-8314-AD7BE8BF2FF1}"/>
                </a:ext>
              </a:extLst>
            </p:cNvPr>
            <p:cNvSpPr/>
            <p:nvPr/>
          </p:nvSpPr>
          <p:spPr>
            <a:xfrm>
              <a:off x="2685469" y="70449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B722D9D6-B004-4F8D-BA69-52CBDFB1A66F}"/>
                </a:ext>
              </a:extLst>
            </p:cNvPr>
            <p:cNvSpPr/>
            <p:nvPr/>
          </p:nvSpPr>
          <p:spPr>
            <a:xfrm>
              <a:off x="4546982" y="7772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B16755A6-3F88-4F6F-9ED6-083584B562AC}"/>
                </a:ext>
              </a:extLst>
            </p:cNvPr>
            <p:cNvSpPr/>
            <p:nvPr/>
          </p:nvSpPr>
          <p:spPr>
            <a:xfrm>
              <a:off x="1040653" y="73183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28" name="Hexagon 3627">
              <a:extLst>
                <a:ext uri="{FF2B5EF4-FFF2-40B4-BE49-F238E27FC236}">
                  <a16:creationId xmlns:a16="http://schemas.microsoft.com/office/drawing/2014/main" id="{A5ECF442-ED33-4B30-9F62-090D247194AD}"/>
                </a:ext>
              </a:extLst>
            </p:cNvPr>
            <p:cNvSpPr/>
            <p:nvPr/>
          </p:nvSpPr>
          <p:spPr>
            <a:xfrm>
              <a:off x="584841" y="8940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9" name="Hexagon 3628">
              <a:extLst>
                <a:ext uri="{FF2B5EF4-FFF2-40B4-BE49-F238E27FC236}">
                  <a16:creationId xmlns:a16="http://schemas.microsoft.com/office/drawing/2014/main" id="{FFF25826-421E-4CCA-B086-6D6C1F829996}"/>
                </a:ext>
              </a:extLst>
            </p:cNvPr>
            <p:cNvSpPr/>
            <p:nvPr/>
          </p:nvSpPr>
          <p:spPr>
            <a:xfrm>
              <a:off x="808243" y="61490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0" name="Hexagon 3629">
              <a:extLst>
                <a:ext uri="{FF2B5EF4-FFF2-40B4-BE49-F238E27FC236}">
                  <a16:creationId xmlns:a16="http://schemas.microsoft.com/office/drawing/2014/main" id="{1899170C-97A6-4E3D-9F75-2A7739533B79}"/>
                </a:ext>
              </a:extLst>
            </p:cNvPr>
            <p:cNvSpPr/>
            <p:nvPr/>
          </p:nvSpPr>
          <p:spPr>
            <a:xfrm>
              <a:off x="4548010" y="65066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1" name="商人">
            <a:extLst>
              <a:ext uri="{FF2B5EF4-FFF2-40B4-BE49-F238E27FC236}">
                <a16:creationId xmlns:a16="http://schemas.microsoft.com/office/drawing/2014/main" id="{35CF9E13-5040-4811-BDF1-CA550EA735DD}"/>
              </a:ext>
            </a:extLst>
          </p:cNvPr>
          <p:cNvGrpSpPr/>
          <p:nvPr/>
        </p:nvGrpSpPr>
        <p:grpSpPr>
          <a:xfrm>
            <a:off x="623900" y="1358562"/>
            <a:ext cx="11533610" cy="9031811"/>
            <a:chOff x="-135872" y="943223"/>
            <a:chExt cx="11533610" cy="9031811"/>
          </a:xfrm>
        </p:grpSpPr>
        <p:sp>
          <p:nvSpPr>
            <p:cNvPr id="5247" name="Hexagon 5246">
              <a:extLst>
                <a:ext uri="{FF2B5EF4-FFF2-40B4-BE49-F238E27FC236}">
                  <a16:creationId xmlns:a16="http://schemas.microsoft.com/office/drawing/2014/main" id="{22D6FC2C-80B0-4170-A7C4-B1AEB640426D}"/>
                </a:ext>
              </a:extLst>
            </p:cNvPr>
            <p:cNvSpPr/>
            <p:nvPr/>
          </p:nvSpPr>
          <p:spPr>
            <a:xfrm>
              <a:off x="3619560" y="94322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5" name="Hexagon 5254">
              <a:extLst>
                <a:ext uri="{FF2B5EF4-FFF2-40B4-BE49-F238E27FC236}">
                  <a16:creationId xmlns:a16="http://schemas.microsoft.com/office/drawing/2014/main" id="{1D143A66-D6A1-4731-8128-7186E5545034}"/>
                </a:ext>
              </a:extLst>
            </p:cNvPr>
            <p:cNvSpPr/>
            <p:nvPr/>
          </p:nvSpPr>
          <p:spPr>
            <a:xfrm>
              <a:off x="2448086" y="30093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6" name="Hexagon 5255">
              <a:extLst>
                <a:ext uri="{FF2B5EF4-FFF2-40B4-BE49-F238E27FC236}">
                  <a16:creationId xmlns:a16="http://schemas.microsoft.com/office/drawing/2014/main" id="{8766680F-F713-4960-8056-31905071E393}"/>
                </a:ext>
              </a:extLst>
            </p:cNvPr>
            <p:cNvSpPr/>
            <p:nvPr/>
          </p:nvSpPr>
          <p:spPr>
            <a:xfrm>
              <a:off x="5264311" y="42896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2" name="Hexagon 5261">
              <a:extLst>
                <a:ext uri="{FF2B5EF4-FFF2-40B4-BE49-F238E27FC236}">
                  <a16:creationId xmlns:a16="http://schemas.microsoft.com/office/drawing/2014/main" id="{597052EB-FE67-4D51-BB89-6EDE01E2E1E3}"/>
                </a:ext>
              </a:extLst>
            </p:cNvPr>
            <p:cNvSpPr/>
            <p:nvPr/>
          </p:nvSpPr>
          <p:spPr>
            <a:xfrm>
              <a:off x="5485187" y="68827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5" name="Hexagon 5264">
              <a:extLst>
                <a:ext uri="{FF2B5EF4-FFF2-40B4-BE49-F238E27FC236}">
                  <a16:creationId xmlns:a16="http://schemas.microsoft.com/office/drawing/2014/main" id="{45037B38-2983-4939-8EE1-8338C80A871B}"/>
                </a:ext>
              </a:extLst>
            </p:cNvPr>
            <p:cNvSpPr/>
            <p:nvPr/>
          </p:nvSpPr>
          <p:spPr>
            <a:xfrm>
              <a:off x="6415581" y="705542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1" name="Hexagon 5270">
              <a:extLst>
                <a:ext uri="{FF2B5EF4-FFF2-40B4-BE49-F238E27FC236}">
                  <a16:creationId xmlns:a16="http://schemas.microsoft.com/office/drawing/2014/main" id="{1428CBD5-34C3-4BCC-AB5A-469DC89BCBE3}"/>
                </a:ext>
              </a:extLst>
            </p:cNvPr>
            <p:cNvSpPr/>
            <p:nvPr/>
          </p:nvSpPr>
          <p:spPr>
            <a:xfrm>
              <a:off x="8740236" y="6687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3" name="Hexagon 5272">
              <a:extLst>
                <a:ext uri="{FF2B5EF4-FFF2-40B4-BE49-F238E27FC236}">
                  <a16:creationId xmlns:a16="http://schemas.microsoft.com/office/drawing/2014/main" id="{C5C2A151-15CA-46A5-ADF9-5309F764DAF1}"/>
                </a:ext>
              </a:extLst>
            </p:cNvPr>
            <p:cNvSpPr/>
            <p:nvPr/>
          </p:nvSpPr>
          <p:spPr>
            <a:xfrm>
              <a:off x="9898590" y="641643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4" name="Hexagon 5273">
              <a:extLst>
                <a:ext uri="{FF2B5EF4-FFF2-40B4-BE49-F238E27FC236}">
                  <a16:creationId xmlns:a16="http://schemas.microsoft.com/office/drawing/2014/main" id="{7C17170D-B031-4D3E-B553-BE022579CA5B}"/>
                </a:ext>
              </a:extLst>
            </p:cNvPr>
            <p:cNvSpPr/>
            <p:nvPr/>
          </p:nvSpPr>
          <p:spPr>
            <a:xfrm>
              <a:off x="10150789" y="777402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5" name="Hexagon 5274">
              <a:extLst>
                <a:ext uri="{FF2B5EF4-FFF2-40B4-BE49-F238E27FC236}">
                  <a16:creationId xmlns:a16="http://schemas.microsoft.com/office/drawing/2014/main" id="{784265E2-8F35-4808-BC6E-6A25D8DC91FE}"/>
                </a:ext>
              </a:extLst>
            </p:cNvPr>
            <p:cNvSpPr/>
            <p:nvPr/>
          </p:nvSpPr>
          <p:spPr>
            <a:xfrm>
              <a:off x="8961192" y="58563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6" name="Hexagon 5275">
              <a:extLst>
                <a:ext uri="{FF2B5EF4-FFF2-40B4-BE49-F238E27FC236}">
                  <a16:creationId xmlns:a16="http://schemas.microsoft.com/office/drawing/2014/main" id="{8CDFD062-17BD-4DF9-BC6D-D506812A8F18}"/>
                </a:ext>
              </a:extLst>
            </p:cNvPr>
            <p:cNvSpPr/>
            <p:nvPr/>
          </p:nvSpPr>
          <p:spPr>
            <a:xfrm>
              <a:off x="8994119" y="842251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7" name="Hexagon 5276">
              <a:extLst>
                <a:ext uri="{FF2B5EF4-FFF2-40B4-BE49-F238E27FC236}">
                  <a16:creationId xmlns:a16="http://schemas.microsoft.com/office/drawing/2014/main" id="{128CF8B9-A536-4A19-938F-D1E8D3D23188}"/>
                </a:ext>
              </a:extLst>
            </p:cNvPr>
            <p:cNvSpPr/>
            <p:nvPr/>
          </p:nvSpPr>
          <p:spPr>
            <a:xfrm>
              <a:off x="7353314" y="98050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8" name="Hexagon 5277">
              <a:extLst>
                <a:ext uri="{FF2B5EF4-FFF2-40B4-BE49-F238E27FC236}">
                  <a16:creationId xmlns:a16="http://schemas.microsoft.com/office/drawing/2014/main" id="{5833C669-2260-4F62-80DF-CFD38D4B4CE8}"/>
                </a:ext>
              </a:extLst>
            </p:cNvPr>
            <p:cNvSpPr/>
            <p:nvPr/>
          </p:nvSpPr>
          <p:spPr>
            <a:xfrm>
              <a:off x="7831106" y="76108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9" name="Hexagon 5278">
              <a:extLst>
                <a:ext uri="{FF2B5EF4-FFF2-40B4-BE49-F238E27FC236}">
                  <a16:creationId xmlns:a16="http://schemas.microsoft.com/office/drawing/2014/main" id="{CEB8A888-E667-42C8-841D-1B632AA44CE3}"/>
                </a:ext>
              </a:extLst>
            </p:cNvPr>
            <p:cNvSpPr/>
            <p:nvPr/>
          </p:nvSpPr>
          <p:spPr>
            <a:xfrm>
              <a:off x="6417551" y="816354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0" name="Hexagon 5279">
              <a:extLst>
                <a:ext uri="{FF2B5EF4-FFF2-40B4-BE49-F238E27FC236}">
                  <a16:creationId xmlns:a16="http://schemas.microsoft.com/office/drawing/2014/main" id="{211D9958-181B-4C81-92E5-19B8EE01582A}"/>
                </a:ext>
              </a:extLst>
            </p:cNvPr>
            <p:cNvSpPr/>
            <p:nvPr/>
          </p:nvSpPr>
          <p:spPr>
            <a:xfrm>
              <a:off x="5252981" y="823313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1" name="Hexagon 5280">
              <a:extLst>
                <a:ext uri="{FF2B5EF4-FFF2-40B4-BE49-F238E27FC236}">
                  <a16:creationId xmlns:a16="http://schemas.microsoft.com/office/drawing/2014/main" id="{86757D91-A83B-4569-BCE1-1986CBF58D27}"/>
                </a:ext>
              </a:extLst>
            </p:cNvPr>
            <p:cNvSpPr/>
            <p:nvPr/>
          </p:nvSpPr>
          <p:spPr>
            <a:xfrm>
              <a:off x="7593211" y="86155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2" name="Hexagon 5281">
              <a:extLst>
                <a:ext uri="{FF2B5EF4-FFF2-40B4-BE49-F238E27FC236}">
                  <a16:creationId xmlns:a16="http://schemas.microsoft.com/office/drawing/2014/main" id="{BDA0D752-8AAE-402C-A335-FC1D3D114DCE}"/>
                </a:ext>
              </a:extLst>
            </p:cNvPr>
            <p:cNvSpPr/>
            <p:nvPr/>
          </p:nvSpPr>
          <p:spPr>
            <a:xfrm>
              <a:off x="9215421" y="741334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83" name="Hexagon 5282">
              <a:extLst>
                <a:ext uri="{FF2B5EF4-FFF2-40B4-BE49-F238E27FC236}">
                  <a16:creationId xmlns:a16="http://schemas.microsoft.com/office/drawing/2014/main" id="{2D402C34-ADAC-409A-9B6F-E251B02FB1E2}"/>
                </a:ext>
              </a:extLst>
            </p:cNvPr>
            <p:cNvSpPr/>
            <p:nvPr/>
          </p:nvSpPr>
          <p:spPr>
            <a:xfrm>
              <a:off x="11087898" y="81508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4" name="Hexagon 5283">
              <a:extLst>
                <a:ext uri="{FF2B5EF4-FFF2-40B4-BE49-F238E27FC236}">
                  <a16:creationId xmlns:a16="http://schemas.microsoft.com/office/drawing/2014/main" id="{668E62BD-7602-46B1-957E-1C70E42C6694}"/>
                </a:ext>
              </a:extLst>
            </p:cNvPr>
            <p:cNvSpPr/>
            <p:nvPr/>
          </p:nvSpPr>
          <p:spPr>
            <a:xfrm>
              <a:off x="10843718" y="696155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" name="Hexagon 283">
              <a:extLst>
                <a:ext uri="{FF2B5EF4-FFF2-40B4-BE49-F238E27FC236}">
                  <a16:creationId xmlns:a16="http://schemas.microsoft.com/office/drawing/2014/main" id="{84908ADE-5025-48D7-BD3B-F742016EBB60}"/>
                </a:ext>
              </a:extLst>
            </p:cNvPr>
            <p:cNvSpPr/>
            <p:nvPr/>
          </p:nvSpPr>
          <p:spPr>
            <a:xfrm>
              <a:off x="10147450" y="90700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" name="Hexagon 499">
              <a:extLst>
                <a:ext uri="{FF2B5EF4-FFF2-40B4-BE49-F238E27FC236}">
                  <a16:creationId xmlns:a16="http://schemas.microsoft.com/office/drawing/2014/main" id="{335496F4-D13F-4D6D-85AE-ADE18FC4D76C}"/>
                </a:ext>
              </a:extLst>
            </p:cNvPr>
            <p:cNvSpPr/>
            <p:nvPr/>
          </p:nvSpPr>
          <p:spPr>
            <a:xfrm>
              <a:off x="6420191" y="9254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0" name="Hexagon 5259">
              <a:extLst>
                <a:ext uri="{FF2B5EF4-FFF2-40B4-BE49-F238E27FC236}">
                  <a16:creationId xmlns:a16="http://schemas.microsoft.com/office/drawing/2014/main" id="{10D00169-615B-4F90-890E-C7D4808EFA7C}"/>
                </a:ext>
              </a:extLst>
            </p:cNvPr>
            <p:cNvSpPr/>
            <p:nvPr/>
          </p:nvSpPr>
          <p:spPr>
            <a:xfrm>
              <a:off x="2434946" y="536322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9" name="Hexagon 908">
              <a:extLst>
                <a:ext uri="{FF2B5EF4-FFF2-40B4-BE49-F238E27FC236}">
                  <a16:creationId xmlns:a16="http://schemas.microsoft.com/office/drawing/2014/main" id="{A2AEEDE1-04DB-4ECA-882A-0C041CB38932}"/>
                </a:ext>
              </a:extLst>
            </p:cNvPr>
            <p:cNvSpPr/>
            <p:nvPr/>
          </p:nvSpPr>
          <p:spPr>
            <a:xfrm>
              <a:off x="3371793" y="93142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1" name="Hexagon 910">
              <a:extLst>
                <a:ext uri="{FF2B5EF4-FFF2-40B4-BE49-F238E27FC236}">
                  <a16:creationId xmlns:a16="http://schemas.microsoft.com/office/drawing/2014/main" id="{AFC8C29B-36BE-4C1E-BA6C-1DDCBFFF8C36}"/>
                </a:ext>
              </a:extLst>
            </p:cNvPr>
            <p:cNvSpPr/>
            <p:nvPr/>
          </p:nvSpPr>
          <p:spPr>
            <a:xfrm>
              <a:off x="1271530" y="814740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2" name="Hexagon 911">
              <a:extLst>
                <a:ext uri="{FF2B5EF4-FFF2-40B4-BE49-F238E27FC236}">
                  <a16:creationId xmlns:a16="http://schemas.microsoft.com/office/drawing/2014/main" id="{05844C50-3D5D-4781-931B-FCFD76558BC7}"/>
                </a:ext>
              </a:extLst>
            </p:cNvPr>
            <p:cNvSpPr/>
            <p:nvPr/>
          </p:nvSpPr>
          <p:spPr>
            <a:xfrm>
              <a:off x="3138429" y="83212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3" name="Hexagon 912">
              <a:extLst>
                <a:ext uri="{FF2B5EF4-FFF2-40B4-BE49-F238E27FC236}">
                  <a16:creationId xmlns:a16="http://schemas.microsoft.com/office/drawing/2014/main" id="{390EA848-468E-4AC5-A57B-FB1F1EBD0284}"/>
                </a:ext>
              </a:extLst>
            </p:cNvPr>
            <p:cNvSpPr/>
            <p:nvPr/>
          </p:nvSpPr>
          <p:spPr>
            <a:xfrm>
              <a:off x="3378935" y="73247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9" name="Hexagon 918">
              <a:extLst>
                <a:ext uri="{FF2B5EF4-FFF2-40B4-BE49-F238E27FC236}">
                  <a16:creationId xmlns:a16="http://schemas.microsoft.com/office/drawing/2014/main" id="{E3C7542E-1E37-4097-8C38-A92E23394A32}"/>
                </a:ext>
              </a:extLst>
            </p:cNvPr>
            <p:cNvSpPr/>
            <p:nvPr/>
          </p:nvSpPr>
          <p:spPr>
            <a:xfrm>
              <a:off x="1973997" y="69651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0" name="Hexagon 919">
              <a:extLst>
                <a:ext uri="{FF2B5EF4-FFF2-40B4-BE49-F238E27FC236}">
                  <a16:creationId xmlns:a16="http://schemas.microsoft.com/office/drawing/2014/main" id="{8D603EB3-2F37-4C6E-BFAD-80A0D96DDE1B}"/>
                </a:ext>
              </a:extLst>
            </p:cNvPr>
            <p:cNvSpPr/>
            <p:nvPr/>
          </p:nvSpPr>
          <p:spPr>
            <a:xfrm>
              <a:off x="807185" y="58007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1" name="Hexagon 920">
              <a:extLst>
                <a:ext uri="{FF2B5EF4-FFF2-40B4-BE49-F238E27FC236}">
                  <a16:creationId xmlns:a16="http://schemas.microsoft.com/office/drawing/2014/main" id="{8EB8EAF4-1CE5-4288-841D-6CBF108C526B}"/>
                </a:ext>
              </a:extLst>
            </p:cNvPr>
            <p:cNvSpPr/>
            <p:nvPr/>
          </p:nvSpPr>
          <p:spPr>
            <a:xfrm>
              <a:off x="335698" y="651986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4" name="Hexagon 923">
              <a:extLst>
                <a:ext uri="{FF2B5EF4-FFF2-40B4-BE49-F238E27FC236}">
                  <a16:creationId xmlns:a16="http://schemas.microsoft.com/office/drawing/2014/main" id="{44A05144-F993-4D93-BEFE-FD2F6C6C6B86}"/>
                </a:ext>
              </a:extLst>
            </p:cNvPr>
            <p:cNvSpPr/>
            <p:nvPr/>
          </p:nvSpPr>
          <p:spPr>
            <a:xfrm>
              <a:off x="-135872" y="77819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8" name="Hexagon 927">
              <a:extLst>
                <a:ext uri="{FF2B5EF4-FFF2-40B4-BE49-F238E27FC236}">
                  <a16:creationId xmlns:a16="http://schemas.microsoft.com/office/drawing/2014/main" id="{98734037-93C4-44CA-B003-5BC2A8A56614}"/>
                </a:ext>
              </a:extLst>
            </p:cNvPr>
            <p:cNvSpPr/>
            <p:nvPr/>
          </p:nvSpPr>
          <p:spPr>
            <a:xfrm>
              <a:off x="-133491" y="92201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1" name="Hexagon 930">
              <a:extLst>
                <a:ext uri="{FF2B5EF4-FFF2-40B4-BE49-F238E27FC236}">
                  <a16:creationId xmlns:a16="http://schemas.microsoft.com/office/drawing/2014/main" id="{0481E52D-A06F-4209-9CB0-E935F5376697}"/>
                </a:ext>
              </a:extLst>
            </p:cNvPr>
            <p:cNvSpPr/>
            <p:nvPr/>
          </p:nvSpPr>
          <p:spPr>
            <a:xfrm>
              <a:off x="3845660" y="60555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4" name="Hexagon 1063">
              <a:extLst>
                <a:ext uri="{FF2B5EF4-FFF2-40B4-BE49-F238E27FC236}">
                  <a16:creationId xmlns:a16="http://schemas.microsoft.com/office/drawing/2014/main" id="{FBCAD607-CD6F-42F9-B7CA-B69475265F3D}"/>
                </a:ext>
              </a:extLst>
            </p:cNvPr>
            <p:cNvSpPr/>
            <p:nvPr/>
          </p:nvSpPr>
          <p:spPr>
            <a:xfrm>
              <a:off x="3157698" y="43642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1" name="Hexagon 1140">
              <a:extLst>
                <a:ext uri="{FF2B5EF4-FFF2-40B4-BE49-F238E27FC236}">
                  <a16:creationId xmlns:a16="http://schemas.microsoft.com/office/drawing/2014/main" id="{91FB6FCB-BFFB-4C82-BDDF-FF89BCCD5524}"/>
                </a:ext>
              </a:extLst>
            </p:cNvPr>
            <p:cNvSpPr/>
            <p:nvPr/>
          </p:nvSpPr>
          <p:spPr>
            <a:xfrm>
              <a:off x="3629185" y="346893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3" name="Hexagon 1142">
              <a:extLst>
                <a:ext uri="{FF2B5EF4-FFF2-40B4-BE49-F238E27FC236}">
                  <a16:creationId xmlns:a16="http://schemas.microsoft.com/office/drawing/2014/main" id="{92D4D745-411E-4ABA-B1FE-47369FB1CE5F}"/>
                </a:ext>
              </a:extLst>
            </p:cNvPr>
            <p:cNvSpPr/>
            <p:nvPr/>
          </p:nvSpPr>
          <p:spPr>
            <a:xfrm>
              <a:off x="4324510" y="284028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7" name="Hexagon 1176">
              <a:extLst>
                <a:ext uri="{FF2B5EF4-FFF2-40B4-BE49-F238E27FC236}">
                  <a16:creationId xmlns:a16="http://schemas.microsoft.com/office/drawing/2014/main" id="{E9B9CA9B-F0B9-4A4F-88F2-D1C65B533794}"/>
                </a:ext>
              </a:extLst>
            </p:cNvPr>
            <p:cNvSpPr/>
            <p:nvPr/>
          </p:nvSpPr>
          <p:spPr>
            <a:xfrm>
              <a:off x="4086385" y="526916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2" name="Hexagon 1181">
              <a:extLst>
                <a:ext uri="{FF2B5EF4-FFF2-40B4-BE49-F238E27FC236}">
                  <a16:creationId xmlns:a16="http://schemas.microsoft.com/office/drawing/2014/main" id="{6F080605-A26D-44C0-B93F-192CAA924720}"/>
                </a:ext>
              </a:extLst>
            </p:cNvPr>
            <p:cNvSpPr/>
            <p:nvPr/>
          </p:nvSpPr>
          <p:spPr>
            <a:xfrm>
              <a:off x="1986123" y="40975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5" name="Hexagon 1214">
              <a:extLst>
                <a:ext uri="{FF2B5EF4-FFF2-40B4-BE49-F238E27FC236}">
                  <a16:creationId xmlns:a16="http://schemas.microsoft.com/office/drawing/2014/main" id="{A9C9BC84-9FD0-4AB3-8DB3-C707A7870A34}"/>
                </a:ext>
              </a:extLst>
            </p:cNvPr>
            <p:cNvSpPr/>
            <p:nvPr/>
          </p:nvSpPr>
          <p:spPr>
            <a:xfrm>
              <a:off x="805023" y="43642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3" name="Hexagon 1282">
              <a:extLst>
                <a:ext uri="{FF2B5EF4-FFF2-40B4-BE49-F238E27FC236}">
                  <a16:creationId xmlns:a16="http://schemas.microsoft.com/office/drawing/2014/main" id="{10637F29-C7E5-4B57-9C0F-0D974ADE8F53}"/>
                </a:ext>
              </a:extLst>
            </p:cNvPr>
            <p:cNvSpPr/>
            <p:nvPr/>
          </p:nvSpPr>
          <p:spPr>
            <a:xfrm>
              <a:off x="-123664" y="38308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4" name="Hexagon 1283">
              <a:extLst>
                <a:ext uri="{FF2B5EF4-FFF2-40B4-BE49-F238E27FC236}">
                  <a16:creationId xmlns:a16="http://schemas.microsoft.com/office/drawing/2014/main" id="{52DAC458-2239-42FB-96A5-39651E299E7A}"/>
                </a:ext>
              </a:extLst>
            </p:cNvPr>
            <p:cNvSpPr/>
            <p:nvPr/>
          </p:nvSpPr>
          <p:spPr>
            <a:xfrm>
              <a:off x="576424" y="228783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9" name="Hexagon 1368">
              <a:extLst>
                <a:ext uri="{FF2B5EF4-FFF2-40B4-BE49-F238E27FC236}">
                  <a16:creationId xmlns:a16="http://schemas.microsoft.com/office/drawing/2014/main" id="{D6CF53A2-559B-4758-BF51-2623E888F5B3}"/>
                </a:ext>
              </a:extLst>
            </p:cNvPr>
            <p:cNvSpPr/>
            <p:nvPr/>
          </p:nvSpPr>
          <p:spPr>
            <a:xfrm>
              <a:off x="4322028" y="2305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遗迹">
            <a:extLst>
              <a:ext uri="{FF2B5EF4-FFF2-40B4-BE49-F238E27FC236}">
                <a16:creationId xmlns:a16="http://schemas.microsoft.com/office/drawing/2014/main" id="{D8EA2353-A4BA-456E-8AB8-F0246494B933}"/>
              </a:ext>
            </a:extLst>
          </p:cNvPr>
          <p:cNvGrpSpPr/>
          <p:nvPr/>
        </p:nvGrpSpPr>
        <p:grpSpPr>
          <a:xfrm>
            <a:off x="637981" y="3151055"/>
            <a:ext cx="11764589" cy="7150676"/>
            <a:chOff x="-138458" y="2733578"/>
            <a:chExt cx="11764589" cy="7150676"/>
          </a:xfrm>
        </p:grpSpPr>
        <p:sp>
          <p:nvSpPr>
            <p:cNvPr id="5193" name="Hexagon 5192">
              <a:extLst>
                <a:ext uri="{FF2B5EF4-FFF2-40B4-BE49-F238E27FC236}">
                  <a16:creationId xmlns:a16="http://schemas.microsoft.com/office/drawing/2014/main" id="{D820780C-A376-4831-A858-D66D7C8DF2B1}"/>
                </a:ext>
              </a:extLst>
            </p:cNvPr>
            <p:cNvSpPr/>
            <p:nvPr/>
          </p:nvSpPr>
          <p:spPr>
            <a:xfrm>
              <a:off x="5019896" y="32844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7" name="Hexagon 5196">
              <a:extLst>
                <a:ext uri="{FF2B5EF4-FFF2-40B4-BE49-F238E27FC236}">
                  <a16:creationId xmlns:a16="http://schemas.microsoft.com/office/drawing/2014/main" id="{1E1AAAD1-550F-48B8-8D43-FFEB3D8F86E6}"/>
                </a:ext>
              </a:extLst>
            </p:cNvPr>
            <p:cNvSpPr/>
            <p:nvPr/>
          </p:nvSpPr>
          <p:spPr>
            <a:xfrm>
              <a:off x="5243734" y="37344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8" name="Hexagon 5197">
              <a:extLst>
                <a:ext uri="{FF2B5EF4-FFF2-40B4-BE49-F238E27FC236}">
                  <a16:creationId xmlns:a16="http://schemas.microsoft.com/office/drawing/2014/main" id="{04478FA5-E7BA-422F-94B3-55232550AF82}"/>
                </a:ext>
              </a:extLst>
            </p:cNvPr>
            <p:cNvSpPr/>
            <p:nvPr/>
          </p:nvSpPr>
          <p:spPr>
            <a:xfrm>
              <a:off x="4784151" y="283438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9" name="Hexagon 5198">
              <a:extLst>
                <a:ext uri="{FF2B5EF4-FFF2-40B4-BE49-F238E27FC236}">
                  <a16:creationId xmlns:a16="http://schemas.microsoft.com/office/drawing/2014/main" id="{C111B379-0901-4ED2-84DE-473B2AEB80F1}"/>
                </a:ext>
              </a:extLst>
            </p:cNvPr>
            <p:cNvSpPr/>
            <p:nvPr/>
          </p:nvSpPr>
          <p:spPr>
            <a:xfrm>
              <a:off x="2433859" y="408454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0" name="Hexagon 5199">
              <a:extLst>
                <a:ext uri="{FF2B5EF4-FFF2-40B4-BE49-F238E27FC236}">
                  <a16:creationId xmlns:a16="http://schemas.microsoft.com/office/drawing/2014/main" id="{9272CB1E-DE41-4E0A-AB8A-1BCF46420ED5}"/>
                </a:ext>
              </a:extLst>
            </p:cNvPr>
            <p:cNvSpPr/>
            <p:nvPr/>
          </p:nvSpPr>
          <p:spPr>
            <a:xfrm>
              <a:off x="6640080" y="677252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3" name="Hexagon 5202">
              <a:extLst>
                <a:ext uri="{FF2B5EF4-FFF2-40B4-BE49-F238E27FC236}">
                  <a16:creationId xmlns:a16="http://schemas.microsoft.com/office/drawing/2014/main" id="{6458A04D-0988-4B3D-8A5C-88C668623D2B}"/>
                </a:ext>
              </a:extLst>
            </p:cNvPr>
            <p:cNvSpPr/>
            <p:nvPr/>
          </p:nvSpPr>
          <p:spPr>
            <a:xfrm>
              <a:off x="8517154" y="87848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1" name="Hexagon 5210">
              <a:extLst>
                <a:ext uri="{FF2B5EF4-FFF2-40B4-BE49-F238E27FC236}">
                  <a16:creationId xmlns:a16="http://schemas.microsoft.com/office/drawing/2014/main" id="{0D8D9AD3-4077-4A1C-B1A0-10BDB1FD8A90}"/>
                </a:ext>
              </a:extLst>
            </p:cNvPr>
            <p:cNvSpPr/>
            <p:nvPr/>
          </p:nvSpPr>
          <p:spPr>
            <a:xfrm>
              <a:off x="4769299" y="605432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6" name="Hexagon 5215">
              <a:extLst>
                <a:ext uri="{FF2B5EF4-FFF2-40B4-BE49-F238E27FC236}">
                  <a16:creationId xmlns:a16="http://schemas.microsoft.com/office/drawing/2014/main" id="{083FEB40-8C1E-4CA4-A0C5-038A937CD4CD}"/>
                </a:ext>
              </a:extLst>
            </p:cNvPr>
            <p:cNvSpPr/>
            <p:nvPr/>
          </p:nvSpPr>
          <p:spPr>
            <a:xfrm>
              <a:off x="4771974" y="731739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9" name="Hexagon 5218">
              <a:extLst>
                <a:ext uri="{FF2B5EF4-FFF2-40B4-BE49-F238E27FC236}">
                  <a16:creationId xmlns:a16="http://schemas.microsoft.com/office/drawing/2014/main" id="{D0CA19ED-F291-4925-8BA2-F3A74B1F14C4}"/>
                </a:ext>
              </a:extLst>
            </p:cNvPr>
            <p:cNvSpPr/>
            <p:nvPr/>
          </p:nvSpPr>
          <p:spPr>
            <a:xfrm>
              <a:off x="2211609" y="273357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8" name="Hexagon 5227">
              <a:extLst>
                <a:ext uri="{FF2B5EF4-FFF2-40B4-BE49-F238E27FC236}">
                  <a16:creationId xmlns:a16="http://schemas.microsoft.com/office/drawing/2014/main" id="{BFE9337E-F1EA-44EA-B37C-107425E97EDB}"/>
                </a:ext>
              </a:extLst>
            </p:cNvPr>
            <p:cNvSpPr/>
            <p:nvPr/>
          </p:nvSpPr>
          <p:spPr>
            <a:xfrm>
              <a:off x="10139307" y="59527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9" name="Hexagon 5228">
              <a:extLst>
                <a:ext uri="{FF2B5EF4-FFF2-40B4-BE49-F238E27FC236}">
                  <a16:creationId xmlns:a16="http://schemas.microsoft.com/office/drawing/2014/main" id="{2BF21F1A-1F96-4555-A7F6-8181EBF4F314}"/>
                </a:ext>
              </a:extLst>
            </p:cNvPr>
            <p:cNvSpPr/>
            <p:nvPr/>
          </p:nvSpPr>
          <p:spPr>
            <a:xfrm>
              <a:off x="8960353" y="62240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1" name="Hexagon 5230">
              <a:extLst>
                <a:ext uri="{FF2B5EF4-FFF2-40B4-BE49-F238E27FC236}">
                  <a16:creationId xmlns:a16="http://schemas.microsoft.com/office/drawing/2014/main" id="{98751447-AC56-46E6-B009-9BA9DE0A34BD}"/>
                </a:ext>
              </a:extLst>
            </p:cNvPr>
            <p:cNvSpPr/>
            <p:nvPr/>
          </p:nvSpPr>
          <p:spPr>
            <a:xfrm>
              <a:off x="7339373" y="66797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2" name="Hexagon 5231">
              <a:extLst>
                <a:ext uri="{FF2B5EF4-FFF2-40B4-BE49-F238E27FC236}">
                  <a16:creationId xmlns:a16="http://schemas.microsoft.com/office/drawing/2014/main" id="{94F760E2-2A12-47EC-8100-94E523DE9DB7}"/>
                </a:ext>
              </a:extLst>
            </p:cNvPr>
            <p:cNvSpPr/>
            <p:nvPr/>
          </p:nvSpPr>
          <p:spPr>
            <a:xfrm>
              <a:off x="10605761" y="630954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3" name="Hexagon 5232">
              <a:extLst>
                <a:ext uri="{FF2B5EF4-FFF2-40B4-BE49-F238E27FC236}">
                  <a16:creationId xmlns:a16="http://schemas.microsoft.com/office/drawing/2014/main" id="{45CD6400-16AA-4763-9B8A-0B5F7F1CD3CA}"/>
                </a:ext>
              </a:extLst>
            </p:cNvPr>
            <p:cNvSpPr/>
            <p:nvPr/>
          </p:nvSpPr>
          <p:spPr>
            <a:xfrm>
              <a:off x="10605761" y="777040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4" name="Hexagon 5233">
              <a:extLst>
                <a:ext uri="{FF2B5EF4-FFF2-40B4-BE49-F238E27FC236}">
                  <a16:creationId xmlns:a16="http://schemas.microsoft.com/office/drawing/2014/main" id="{75F40576-177B-4F89-BEF8-0C5DE56E5D3F}"/>
                </a:ext>
              </a:extLst>
            </p:cNvPr>
            <p:cNvSpPr/>
            <p:nvPr/>
          </p:nvSpPr>
          <p:spPr>
            <a:xfrm>
              <a:off x="8732051" y="704611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6" name="Hexagon 5235">
              <a:extLst>
                <a:ext uri="{FF2B5EF4-FFF2-40B4-BE49-F238E27FC236}">
                  <a16:creationId xmlns:a16="http://schemas.microsoft.com/office/drawing/2014/main" id="{445694B5-EBDF-4660-BFEE-2CB3775EA8F1}"/>
                </a:ext>
              </a:extLst>
            </p:cNvPr>
            <p:cNvSpPr/>
            <p:nvPr/>
          </p:nvSpPr>
          <p:spPr>
            <a:xfrm>
              <a:off x="8279005" y="7602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7" name="Hexagon 5236">
              <a:extLst>
                <a:ext uri="{FF2B5EF4-FFF2-40B4-BE49-F238E27FC236}">
                  <a16:creationId xmlns:a16="http://schemas.microsoft.com/office/drawing/2014/main" id="{BAE71EFA-B100-40EE-BAE0-0F37F41EB15A}"/>
                </a:ext>
              </a:extLst>
            </p:cNvPr>
            <p:cNvSpPr/>
            <p:nvPr/>
          </p:nvSpPr>
          <p:spPr>
            <a:xfrm>
              <a:off x="8264151" y="595085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8" name="Hexagon 5237">
              <a:extLst>
                <a:ext uri="{FF2B5EF4-FFF2-40B4-BE49-F238E27FC236}">
                  <a16:creationId xmlns:a16="http://schemas.microsoft.com/office/drawing/2014/main" id="{B2D04D82-CB41-41B1-840F-1BDAA999F830}"/>
                </a:ext>
              </a:extLst>
            </p:cNvPr>
            <p:cNvSpPr/>
            <p:nvPr/>
          </p:nvSpPr>
          <p:spPr>
            <a:xfrm>
              <a:off x="9217819" y="79526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9" name="Hexagon 5238">
              <a:extLst>
                <a:ext uri="{FF2B5EF4-FFF2-40B4-BE49-F238E27FC236}">
                  <a16:creationId xmlns:a16="http://schemas.microsoft.com/office/drawing/2014/main" id="{EDE1D1B0-29CB-4AAE-A457-B2E84D447818}"/>
                </a:ext>
              </a:extLst>
            </p:cNvPr>
            <p:cNvSpPr/>
            <p:nvPr/>
          </p:nvSpPr>
          <p:spPr>
            <a:xfrm>
              <a:off x="7350971" y="815213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0" name="Hexagon 5239">
              <a:extLst>
                <a:ext uri="{FF2B5EF4-FFF2-40B4-BE49-F238E27FC236}">
                  <a16:creationId xmlns:a16="http://schemas.microsoft.com/office/drawing/2014/main" id="{1AF6F956-5A9E-462F-B67E-C597111789B2}"/>
                </a:ext>
              </a:extLst>
            </p:cNvPr>
            <p:cNvSpPr/>
            <p:nvPr/>
          </p:nvSpPr>
          <p:spPr>
            <a:xfrm>
              <a:off x="5008129" y="885550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1" name="Hexagon 5240">
              <a:extLst>
                <a:ext uri="{FF2B5EF4-FFF2-40B4-BE49-F238E27FC236}">
                  <a16:creationId xmlns:a16="http://schemas.microsoft.com/office/drawing/2014/main" id="{7D721DDA-0664-4959-93A0-F3230506EE8B}"/>
                </a:ext>
              </a:extLst>
            </p:cNvPr>
            <p:cNvSpPr/>
            <p:nvPr/>
          </p:nvSpPr>
          <p:spPr>
            <a:xfrm>
              <a:off x="6643127" y="97046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2" name="Hexagon 5241">
              <a:extLst>
                <a:ext uri="{FF2B5EF4-FFF2-40B4-BE49-F238E27FC236}">
                  <a16:creationId xmlns:a16="http://schemas.microsoft.com/office/drawing/2014/main" id="{B6911039-4546-4BA0-B252-965F291C3078}"/>
                </a:ext>
              </a:extLst>
            </p:cNvPr>
            <p:cNvSpPr/>
            <p:nvPr/>
          </p:nvSpPr>
          <p:spPr>
            <a:xfrm>
              <a:off x="7820582" y="943229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3" name="Hexagon 5242">
              <a:extLst>
                <a:ext uri="{FF2B5EF4-FFF2-40B4-BE49-F238E27FC236}">
                  <a16:creationId xmlns:a16="http://schemas.microsoft.com/office/drawing/2014/main" id="{E573CAE4-CE28-4521-948E-866A62E5FC78}"/>
                </a:ext>
              </a:extLst>
            </p:cNvPr>
            <p:cNvSpPr/>
            <p:nvPr/>
          </p:nvSpPr>
          <p:spPr>
            <a:xfrm>
              <a:off x="7114308" y="878951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4" name="Hexagon 5243">
              <a:extLst>
                <a:ext uri="{FF2B5EF4-FFF2-40B4-BE49-F238E27FC236}">
                  <a16:creationId xmlns:a16="http://schemas.microsoft.com/office/drawing/2014/main" id="{0F50648D-44B3-418B-B9AA-3286F6839DD0}"/>
                </a:ext>
              </a:extLst>
            </p:cNvPr>
            <p:cNvSpPr/>
            <p:nvPr/>
          </p:nvSpPr>
          <p:spPr>
            <a:xfrm>
              <a:off x="4781310" y="948298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" name="Hexagon 223">
              <a:extLst>
                <a:ext uri="{FF2B5EF4-FFF2-40B4-BE49-F238E27FC236}">
                  <a16:creationId xmlns:a16="http://schemas.microsoft.com/office/drawing/2014/main" id="{CE8DF685-2738-4CAA-9D3F-9899027283FE}"/>
                </a:ext>
              </a:extLst>
            </p:cNvPr>
            <p:cNvSpPr/>
            <p:nvPr/>
          </p:nvSpPr>
          <p:spPr>
            <a:xfrm>
              <a:off x="10363414" y="69505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61" name="Hexagon 260">
              <a:extLst>
                <a:ext uri="{FF2B5EF4-FFF2-40B4-BE49-F238E27FC236}">
                  <a16:creationId xmlns:a16="http://schemas.microsoft.com/office/drawing/2014/main" id="{787C9F4B-E8B0-47C9-8593-E5AEB3F09007}"/>
                </a:ext>
              </a:extLst>
            </p:cNvPr>
            <p:cNvSpPr/>
            <p:nvPr/>
          </p:nvSpPr>
          <p:spPr>
            <a:xfrm>
              <a:off x="10143841" y="833017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" name="Hexagon 264">
              <a:extLst>
                <a:ext uri="{FF2B5EF4-FFF2-40B4-BE49-F238E27FC236}">
                  <a16:creationId xmlns:a16="http://schemas.microsoft.com/office/drawing/2014/main" id="{E36202FF-4760-4826-BB9D-4A6754840A8E}"/>
                </a:ext>
              </a:extLst>
            </p:cNvPr>
            <p:cNvSpPr/>
            <p:nvPr/>
          </p:nvSpPr>
          <p:spPr>
            <a:xfrm>
              <a:off x="11316291" y="860859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" name="Hexagon 278">
              <a:extLst>
                <a:ext uri="{FF2B5EF4-FFF2-40B4-BE49-F238E27FC236}">
                  <a16:creationId xmlns:a16="http://schemas.microsoft.com/office/drawing/2014/main" id="{061931FF-517B-4480-B645-1AD33E7E302A}"/>
                </a:ext>
              </a:extLst>
            </p:cNvPr>
            <p:cNvSpPr/>
            <p:nvPr/>
          </p:nvSpPr>
          <p:spPr>
            <a:xfrm>
              <a:off x="10853421" y="915376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" name="Hexagon 291">
              <a:extLst>
                <a:ext uri="{FF2B5EF4-FFF2-40B4-BE49-F238E27FC236}">
                  <a16:creationId xmlns:a16="http://schemas.microsoft.com/office/drawing/2014/main" id="{BBD50DB1-30D7-41DE-A1C6-6644DE7520C1}"/>
                </a:ext>
              </a:extLst>
            </p:cNvPr>
            <p:cNvSpPr/>
            <p:nvPr/>
          </p:nvSpPr>
          <p:spPr>
            <a:xfrm>
              <a:off x="10150772" y="961394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" name="Hexagon 293">
              <a:extLst>
                <a:ext uri="{FF2B5EF4-FFF2-40B4-BE49-F238E27FC236}">
                  <a16:creationId xmlns:a16="http://schemas.microsoft.com/office/drawing/2014/main" id="{B76A5363-B720-4814-9BF6-8FE5B75FA2BB}"/>
                </a:ext>
              </a:extLst>
            </p:cNvPr>
            <p:cNvSpPr/>
            <p:nvPr/>
          </p:nvSpPr>
          <p:spPr>
            <a:xfrm>
              <a:off x="9678874" y="870316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6" name="Hexagon 485">
              <a:extLst>
                <a:ext uri="{FF2B5EF4-FFF2-40B4-BE49-F238E27FC236}">
                  <a16:creationId xmlns:a16="http://schemas.microsoft.com/office/drawing/2014/main" id="{037F0DE5-35FE-4947-B4C4-B3B3B3F60C54}"/>
                </a:ext>
              </a:extLst>
            </p:cNvPr>
            <p:cNvSpPr/>
            <p:nvPr/>
          </p:nvSpPr>
          <p:spPr>
            <a:xfrm>
              <a:off x="6643671" y="84219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0" name="Hexagon 489">
              <a:extLst>
                <a:ext uri="{FF2B5EF4-FFF2-40B4-BE49-F238E27FC236}">
                  <a16:creationId xmlns:a16="http://schemas.microsoft.com/office/drawing/2014/main" id="{D4276829-76F5-49DA-A1BD-6AD6EE0D1953}"/>
                </a:ext>
              </a:extLst>
            </p:cNvPr>
            <p:cNvSpPr/>
            <p:nvPr/>
          </p:nvSpPr>
          <p:spPr>
            <a:xfrm>
              <a:off x="6642112" y="769554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4" name="Hexagon 903">
              <a:extLst>
                <a:ext uri="{FF2B5EF4-FFF2-40B4-BE49-F238E27FC236}">
                  <a16:creationId xmlns:a16="http://schemas.microsoft.com/office/drawing/2014/main" id="{8E642A85-4494-49B5-BA5B-894467D09BE7}"/>
                </a:ext>
              </a:extLst>
            </p:cNvPr>
            <p:cNvSpPr/>
            <p:nvPr/>
          </p:nvSpPr>
          <p:spPr>
            <a:xfrm>
              <a:off x="4302574" y="69568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5" name="Hexagon 904">
              <a:extLst>
                <a:ext uri="{FF2B5EF4-FFF2-40B4-BE49-F238E27FC236}">
                  <a16:creationId xmlns:a16="http://schemas.microsoft.com/office/drawing/2014/main" id="{CC8B2994-2461-411D-839F-CF7D073EFFEE}"/>
                </a:ext>
              </a:extLst>
            </p:cNvPr>
            <p:cNvSpPr/>
            <p:nvPr/>
          </p:nvSpPr>
          <p:spPr>
            <a:xfrm>
              <a:off x="3602487" y="650199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6" name="Hexagon 905">
              <a:extLst>
                <a:ext uri="{FF2B5EF4-FFF2-40B4-BE49-F238E27FC236}">
                  <a16:creationId xmlns:a16="http://schemas.microsoft.com/office/drawing/2014/main" id="{6749B134-E025-423A-9B2D-B48BE2A2E903}"/>
                </a:ext>
              </a:extLst>
            </p:cNvPr>
            <p:cNvSpPr/>
            <p:nvPr/>
          </p:nvSpPr>
          <p:spPr>
            <a:xfrm>
              <a:off x="3364361" y="76807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7" name="Hexagon 906">
              <a:extLst>
                <a:ext uri="{FF2B5EF4-FFF2-40B4-BE49-F238E27FC236}">
                  <a16:creationId xmlns:a16="http://schemas.microsoft.com/office/drawing/2014/main" id="{72E52AEA-33EE-497F-BAF3-3D0F56573932}"/>
                </a:ext>
              </a:extLst>
            </p:cNvPr>
            <p:cNvSpPr/>
            <p:nvPr/>
          </p:nvSpPr>
          <p:spPr>
            <a:xfrm>
              <a:off x="4069211" y="849272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8" name="Hexagon 907">
              <a:extLst>
                <a:ext uri="{FF2B5EF4-FFF2-40B4-BE49-F238E27FC236}">
                  <a16:creationId xmlns:a16="http://schemas.microsoft.com/office/drawing/2014/main" id="{8A0B8EE6-2375-4484-BD5D-53103B77CE6A}"/>
                </a:ext>
              </a:extLst>
            </p:cNvPr>
            <p:cNvSpPr/>
            <p:nvPr/>
          </p:nvSpPr>
          <p:spPr>
            <a:xfrm>
              <a:off x="3602486" y="95738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0" name="Hexagon 909">
              <a:extLst>
                <a:ext uri="{FF2B5EF4-FFF2-40B4-BE49-F238E27FC236}">
                  <a16:creationId xmlns:a16="http://schemas.microsoft.com/office/drawing/2014/main" id="{A7A761E9-D735-46BB-A467-28839C300EF3}"/>
                </a:ext>
              </a:extLst>
            </p:cNvPr>
            <p:cNvSpPr/>
            <p:nvPr/>
          </p:nvSpPr>
          <p:spPr>
            <a:xfrm>
              <a:off x="1504605" y="949284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4" name="Hexagon 913">
              <a:extLst>
                <a:ext uri="{FF2B5EF4-FFF2-40B4-BE49-F238E27FC236}">
                  <a16:creationId xmlns:a16="http://schemas.microsoft.com/office/drawing/2014/main" id="{B9868BC0-6D6D-4FE9-BEE7-CE02D4C755E4}"/>
                </a:ext>
              </a:extLst>
            </p:cNvPr>
            <p:cNvSpPr/>
            <p:nvPr/>
          </p:nvSpPr>
          <p:spPr>
            <a:xfrm>
              <a:off x="2199929" y="740568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5" name="Hexagon 914">
              <a:extLst>
                <a:ext uri="{FF2B5EF4-FFF2-40B4-BE49-F238E27FC236}">
                  <a16:creationId xmlns:a16="http://schemas.microsoft.com/office/drawing/2014/main" id="{B29F5B16-7EBE-4F23-89CE-D6B5898DBB97}"/>
                </a:ext>
              </a:extLst>
            </p:cNvPr>
            <p:cNvSpPr/>
            <p:nvPr/>
          </p:nvSpPr>
          <p:spPr>
            <a:xfrm>
              <a:off x="1259335" y="705326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6" name="Hexagon 915">
              <a:extLst>
                <a:ext uri="{FF2B5EF4-FFF2-40B4-BE49-F238E27FC236}">
                  <a16:creationId xmlns:a16="http://schemas.microsoft.com/office/drawing/2014/main" id="{A3E8AFD4-938A-4E0A-B48B-D6324D861551}"/>
                </a:ext>
              </a:extLst>
            </p:cNvPr>
            <p:cNvSpPr/>
            <p:nvPr/>
          </p:nvSpPr>
          <p:spPr>
            <a:xfrm>
              <a:off x="1728441" y="65127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7" name="Hexagon 916">
              <a:extLst>
                <a:ext uri="{FF2B5EF4-FFF2-40B4-BE49-F238E27FC236}">
                  <a16:creationId xmlns:a16="http://schemas.microsoft.com/office/drawing/2014/main" id="{BDB10E29-9292-4260-9983-8F2ACBAEBA63}"/>
                </a:ext>
              </a:extLst>
            </p:cNvPr>
            <p:cNvSpPr/>
            <p:nvPr/>
          </p:nvSpPr>
          <p:spPr>
            <a:xfrm>
              <a:off x="2676179" y="65031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8" name="Hexagon 917">
              <a:extLst>
                <a:ext uri="{FF2B5EF4-FFF2-40B4-BE49-F238E27FC236}">
                  <a16:creationId xmlns:a16="http://schemas.microsoft.com/office/drawing/2014/main" id="{602826D5-A349-4CD3-96DA-F3DB3E50CE4B}"/>
                </a:ext>
              </a:extLst>
            </p:cNvPr>
            <p:cNvSpPr/>
            <p:nvPr/>
          </p:nvSpPr>
          <p:spPr>
            <a:xfrm>
              <a:off x="1261716" y="57816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2" name="Hexagon 921">
              <a:extLst>
                <a:ext uri="{FF2B5EF4-FFF2-40B4-BE49-F238E27FC236}">
                  <a16:creationId xmlns:a16="http://schemas.microsoft.com/office/drawing/2014/main" id="{D8921B56-D11C-4BF7-AFE9-D5B3203A089F}"/>
                </a:ext>
              </a:extLst>
            </p:cNvPr>
            <p:cNvSpPr/>
            <p:nvPr/>
          </p:nvSpPr>
          <p:spPr>
            <a:xfrm>
              <a:off x="87761" y="71382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3" name="Hexagon 922">
              <a:extLst>
                <a:ext uri="{FF2B5EF4-FFF2-40B4-BE49-F238E27FC236}">
                  <a16:creationId xmlns:a16="http://schemas.microsoft.com/office/drawing/2014/main" id="{01E59DDB-E586-4501-943A-1CC1D100B503}"/>
                </a:ext>
              </a:extLst>
            </p:cNvPr>
            <p:cNvSpPr/>
            <p:nvPr/>
          </p:nvSpPr>
          <p:spPr>
            <a:xfrm>
              <a:off x="561629" y="78573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5" name="Hexagon 924">
              <a:extLst>
                <a:ext uri="{FF2B5EF4-FFF2-40B4-BE49-F238E27FC236}">
                  <a16:creationId xmlns:a16="http://schemas.microsoft.com/office/drawing/2014/main" id="{6BC926FB-5F61-4088-AA90-F0538FAB0633}"/>
                </a:ext>
              </a:extLst>
            </p:cNvPr>
            <p:cNvSpPr/>
            <p:nvPr/>
          </p:nvSpPr>
          <p:spPr>
            <a:xfrm>
              <a:off x="-138458" y="84907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6" name="Hexagon 925">
              <a:extLst>
                <a:ext uri="{FF2B5EF4-FFF2-40B4-BE49-F238E27FC236}">
                  <a16:creationId xmlns:a16="http://schemas.microsoft.com/office/drawing/2014/main" id="{98CAC412-18B5-45B2-ABF9-EFD345D6BEF7}"/>
                </a:ext>
              </a:extLst>
            </p:cNvPr>
            <p:cNvSpPr/>
            <p:nvPr/>
          </p:nvSpPr>
          <p:spPr>
            <a:xfrm>
              <a:off x="794992" y="867176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9" name="Hexagon 928">
              <a:extLst>
                <a:ext uri="{FF2B5EF4-FFF2-40B4-BE49-F238E27FC236}">
                  <a16:creationId xmlns:a16="http://schemas.microsoft.com/office/drawing/2014/main" id="{809555AC-766A-442B-A893-3F2F7DC821FA}"/>
                </a:ext>
              </a:extLst>
            </p:cNvPr>
            <p:cNvSpPr/>
            <p:nvPr/>
          </p:nvSpPr>
          <p:spPr>
            <a:xfrm>
              <a:off x="333030" y="93885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0" name="Hexagon 929">
              <a:extLst>
                <a:ext uri="{FF2B5EF4-FFF2-40B4-BE49-F238E27FC236}">
                  <a16:creationId xmlns:a16="http://schemas.microsoft.com/office/drawing/2014/main" id="{59B0C8C4-F129-4517-8A05-064C38417F4A}"/>
                </a:ext>
              </a:extLst>
            </p:cNvPr>
            <p:cNvSpPr/>
            <p:nvPr/>
          </p:nvSpPr>
          <p:spPr>
            <a:xfrm>
              <a:off x="2671418" y="922376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9" name="Hexagon 968">
              <a:extLst>
                <a:ext uri="{FF2B5EF4-FFF2-40B4-BE49-F238E27FC236}">
                  <a16:creationId xmlns:a16="http://schemas.microsoft.com/office/drawing/2014/main" id="{0553CEBC-67D3-4338-977B-F82BF7221E30}"/>
                </a:ext>
              </a:extLst>
            </p:cNvPr>
            <p:cNvSpPr/>
            <p:nvPr/>
          </p:nvSpPr>
          <p:spPr>
            <a:xfrm>
              <a:off x="2435672" y="49982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8" name="Hexagon 1057">
              <a:extLst>
                <a:ext uri="{FF2B5EF4-FFF2-40B4-BE49-F238E27FC236}">
                  <a16:creationId xmlns:a16="http://schemas.microsoft.com/office/drawing/2014/main" id="{EF2E2545-88B8-4A2E-BA44-44B962F4EFA2}"/>
                </a:ext>
              </a:extLst>
            </p:cNvPr>
            <p:cNvSpPr/>
            <p:nvPr/>
          </p:nvSpPr>
          <p:spPr>
            <a:xfrm>
              <a:off x="3380803" y="318839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5" name="Hexagon 1064">
              <a:extLst>
                <a:ext uri="{FF2B5EF4-FFF2-40B4-BE49-F238E27FC236}">
                  <a16:creationId xmlns:a16="http://schemas.microsoft.com/office/drawing/2014/main" id="{7AF54D94-35AF-4DB4-8C57-9709D616517E}"/>
                </a:ext>
              </a:extLst>
            </p:cNvPr>
            <p:cNvSpPr/>
            <p:nvPr/>
          </p:nvSpPr>
          <p:spPr>
            <a:xfrm>
              <a:off x="3372071" y="37344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0" name="Hexagon 1139">
              <a:extLst>
                <a:ext uri="{FF2B5EF4-FFF2-40B4-BE49-F238E27FC236}">
                  <a16:creationId xmlns:a16="http://schemas.microsoft.com/office/drawing/2014/main" id="{D419BDE4-A23B-467E-8EF1-361FA7929550}"/>
                </a:ext>
              </a:extLst>
            </p:cNvPr>
            <p:cNvSpPr/>
            <p:nvPr/>
          </p:nvSpPr>
          <p:spPr>
            <a:xfrm>
              <a:off x="4076921" y="437029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8" name="Hexagon 1177">
              <a:extLst>
                <a:ext uri="{FF2B5EF4-FFF2-40B4-BE49-F238E27FC236}">
                  <a16:creationId xmlns:a16="http://schemas.microsoft.com/office/drawing/2014/main" id="{053E5638-3998-4FA5-A174-40F88DB8F321}"/>
                </a:ext>
              </a:extLst>
            </p:cNvPr>
            <p:cNvSpPr/>
            <p:nvPr/>
          </p:nvSpPr>
          <p:spPr>
            <a:xfrm>
              <a:off x="2898202" y="53442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9" name="Hexagon 1178">
              <a:extLst>
                <a:ext uri="{FF2B5EF4-FFF2-40B4-BE49-F238E27FC236}">
                  <a16:creationId xmlns:a16="http://schemas.microsoft.com/office/drawing/2014/main" id="{94F09141-A000-4E93-9079-67A0F405E745}"/>
                </a:ext>
              </a:extLst>
            </p:cNvPr>
            <p:cNvSpPr/>
            <p:nvPr/>
          </p:nvSpPr>
          <p:spPr>
            <a:xfrm>
              <a:off x="4767926" y="552995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9" name="Hexagon 1208">
              <a:extLst>
                <a:ext uri="{FF2B5EF4-FFF2-40B4-BE49-F238E27FC236}">
                  <a16:creationId xmlns:a16="http://schemas.microsoft.com/office/drawing/2014/main" id="{E5C29D9E-4624-4E88-AB6B-7E56D8C372E5}"/>
                </a:ext>
              </a:extLst>
            </p:cNvPr>
            <p:cNvSpPr/>
            <p:nvPr/>
          </p:nvSpPr>
          <p:spPr>
            <a:xfrm>
              <a:off x="5482301" y="50820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0" name="Hexagon 1209">
              <a:extLst>
                <a:ext uri="{FF2B5EF4-FFF2-40B4-BE49-F238E27FC236}">
                  <a16:creationId xmlns:a16="http://schemas.microsoft.com/office/drawing/2014/main" id="{D5CD024C-1A60-42BC-A0E2-642810226608}"/>
                </a:ext>
              </a:extLst>
            </p:cNvPr>
            <p:cNvSpPr/>
            <p:nvPr/>
          </p:nvSpPr>
          <p:spPr>
            <a:xfrm>
              <a:off x="1035272" y="30074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2" name="Hexagon 1211">
              <a:extLst>
                <a:ext uri="{FF2B5EF4-FFF2-40B4-BE49-F238E27FC236}">
                  <a16:creationId xmlns:a16="http://schemas.microsoft.com/office/drawing/2014/main" id="{A464DDFD-6B06-40E7-82DC-CED03D1CEE75}"/>
                </a:ext>
              </a:extLst>
            </p:cNvPr>
            <p:cNvSpPr/>
            <p:nvPr/>
          </p:nvSpPr>
          <p:spPr>
            <a:xfrm>
              <a:off x="1028129" y="390515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4" name="Hexagon 1213">
              <a:extLst>
                <a:ext uri="{FF2B5EF4-FFF2-40B4-BE49-F238E27FC236}">
                  <a16:creationId xmlns:a16="http://schemas.microsoft.com/office/drawing/2014/main" id="{977B3C47-EC56-403E-B046-06E904BF4889}"/>
                </a:ext>
              </a:extLst>
            </p:cNvPr>
            <p:cNvSpPr/>
            <p:nvPr/>
          </p:nvSpPr>
          <p:spPr>
            <a:xfrm>
              <a:off x="785241" y="4726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6" name="Hexagon 1215">
              <a:extLst>
                <a:ext uri="{FF2B5EF4-FFF2-40B4-BE49-F238E27FC236}">
                  <a16:creationId xmlns:a16="http://schemas.microsoft.com/office/drawing/2014/main" id="{FFE428F0-55FC-40FA-BDB0-C906FFAAC0AD}"/>
                </a:ext>
              </a:extLst>
            </p:cNvPr>
            <p:cNvSpPr/>
            <p:nvPr/>
          </p:nvSpPr>
          <p:spPr>
            <a:xfrm>
              <a:off x="1490091" y="517197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2" name="boss">
            <a:extLst>
              <a:ext uri="{FF2B5EF4-FFF2-40B4-BE49-F238E27FC236}">
                <a16:creationId xmlns:a16="http://schemas.microsoft.com/office/drawing/2014/main" id="{672ABA08-DF53-4AF4-83B4-939F5F973E3E}"/>
              </a:ext>
            </a:extLst>
          </p:cNvPr>
          <p:cNvGrpSpPr/>
          <p:nvPr/>
        </p:nvGrpSpPr>
        <p:grpSpPr>
          <a:xfrm>
            <a:off x="1103640" y="1541187"/>
            <a:ext cx="10095630" cy="2790064"/>
            <a:chOff x="-2170463" y="676272"/>
            <a:chExt cx="10095630" cy="2790064"/>
          </a:xfrm>
        </p:grpSpPr>
        <p:sp>
          <p:nvSpPr>
            <p:cNvPr id="2364" name="Hexagon 2363">
              <a:extLst>
                <a:ext uri="{FF2B5EF4-FFF2-40B4-BE49-F238E27FC236}">
                  <a16:creationId xmlns:a16="http://schemas.microsoft.com/office/drawing/2014/main" id="{06006AE1-ADFD-4112-8E5B-C1CF02ED91D0}"/>
                </a:ext>
              </a:extLst>
            </p:cNvPr>
            <p:cNvSpPr/>
            <p:nvPr/>
          </p:nvSpPr>
          <p:spPr>
            <a:xfrm>
              <a:off x="-2170463" y="3015330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7" name="Hexagon 2286">
              <a:extLst>
                <a:ext uri="{FF2B5EF4-FFF2-40B4-BE49-F238E27FC236}">
                  <a16:creationId xmlns:a16="http://schemas.microsoft.com/office/drawing/2014/main" id="{E36D47DF-6142-4549-92DF-985D381C4674}"/>
                </a:ext>
              </a:extLst>
            </p:cNvPr>
            <p:cNvSpPr/>
            <p:nvPr/>
          </p:nvSpPr>
          <p:spPr>
            <a:xfrm>
              <a:off x="7619465" y="676272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6" name="Hexagon 2155">
              <a:extLst>
                <a:ext uri="{FF2B5EF4-FFF2-40B4-BE49-F238E27FC236}">
                  <a16:creationId xmlns:a16="http://schemas.microsoft.com/office/drawing/2014/main" id="{D2B27C3B-ECE2-4D50-A602-4CEA362DC323}"/>
                </a:ext>
              </a:extLst>
            </p:cNvPr>
            <p:cNvSpPr/>
            <p:nvPr/>
          </p:nvSpPr>
          <p:spPr>
            <a:xfrm>
              <a:off x="5528922" y="3296329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5" name="Hexagon 2134">
              <a:extLst>
                <a:ext uri="{FF2B5EF4-FFF2-40B4-BE49-F238E27FC236}">
                  <a16:creationId xmlns:a16="http://schemas.microsoft.com/office/drawing/2014/main" id="{0B8BCDD7-45A3-4C92-9FBD-EB0C180E4F25}"/>
                </a:ext>
              </a:extLst>
            </p:cNvPr>
            <p:cNvSpPr/>
            <p:nvPr/>
          </p:nvSpPr>
          <p:spPr>
            <a:xfrm>
              <a:off x="175292" y="682751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" name="塔">
            <a:extLst>
              <a:ext uri="{FF2B5EF4-FFF2-40B4-BE49-F238E27FC236}">
                <a16:creationId xmlns:a16="http://schemas.microsoft.com/office/drawing/2014/main" id="{916310A9-F56C-4E88-8AB1-A26F0E5AE1D6}"/>
              </a:ext>
            </a:extLst>
          </p:cNvPr>
          <p:cNvGrpSpPr/>
          <p:nvPr/>
        </p:nvGrpSpPr>
        <p:grpSpPr>
          <a:xfrm>
            <a:off x="1808579" y="1898627"/>
            <a:ext cx="10125040" cy="8037209"/>
            <a:chOff x="1041664" y="1485669"/>
            <a:chExt cx="10125040" cy="8037209"/>
          </a:xfrm>
        </p:grpSpPr>
        <p:sp>
          <p:nvSpPr>
            <p:cNvPr id="506" name="Hexagon 505">
              <a:extLst>
                <a:ext uri="{FF2B5EF4-FFF2-40B4-BE49-F238E27FC236}">
                  <a16:creationId xmlns:a16="http://schemas.microsoft.com/office/drawing/2014/main" id="{7E10AAA9-C9DD-4F70-AD93-FD93E103083B}"/>
                </a:ext>
              </a:extLst>
            </p:cNvPr>
            <p:cNvSpPr/>
            <p:nvPr/>
          </p:nvSpPr>
          <p:spPr>
            <a:xfrm>
              <a:off x="10847171" y="658894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" name="Hexagon 506">
              <a:extLst>
                <a:ext uri="{FF2B5EF4-FFF2-40B4-BE49-F238E27FC236}">
                  <a16:creationId xmlns:a16="http://schemas.microsoft.com/office/drawing/2014/main" id="{574D773C-2357-4E9D-98C8-BFB608A8E806}"/>
                </a:ext>
              </a:extLst>
            </p:cNvPr>
            <p:cNvSpPr/>
            <p:nvPr/>
          </p:nvSpPr>
          <p:spPr>
            <a:xfrm>
              <a:off x="10861425" y="861063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" name="Hexagon 507">
              <a:extLst>
                <a:ext uri="{FF2B5EF4-FFF2-40B4-BE49-F238E27FC236}">
                  <a16:creationId xmlns:a16="http://schemas.microsoft.com/office/drawing/2014/main" id="{261B12BE-11DE-4F85-9C78-04A0FB37F343}"/>
                </a:ext>
              </a:extLst>
            </p:cNvPr>
            <p:cNvSpPr/>
            <p:nvPr/>
          </p:nvSpPr>
          <p:spPr>
            <a:xfrm>
              <a:off x="9904757" y="730965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" name="Hexagon 508">
              <a:extLst>
                <a:ext uri="{FF2B5EF4-FFF2-40B4-BE49-F238E27FC236}">
                  <a16:creationId xmlns:a16="http://schemas.microsoft.com/office/drawing/2014/main" id="{F588E9B7-5D5C-4799-A7BC-E95D0B7F35C6}"/>
                </a:ext>
              </a:extLst>
            </p:cNvPr>
            <p:cNvSpPr/>
            <p:nvPr/>
          </p:nvSpPr>
          <p:spPr>
            <a:xfrm>
              <a:off x="8524517" y="731946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0" name="Hexagon 509">
              <a:extLst>
                <a:ext uri="{FF2B5EF4-FFF2-40B4-BE49-F238E27FC236}">
                  <a16:creationId xmlns:a16="http://schemas.microsoft.com/office/drawing/2014/main" id="{88974428-E774-4F61-8F06-B2F822000824}"/>
                </a:ext>
              </a:extLst>
            </p:cNvPr>
            <p:cNvSpPr/>
            <p:nvPr/>
          </p:nvSpPr>
          <p:spPr>
            <a:xfrm>
              <a:off x="7826232" y="64995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1" name="Hexagon 510">
              <a:extLst>
                <a:ext uri="{FF2B5EF4-FFF2-40B4-BE49-F238E27FC236}">
                  <a16:creationId xmlns:a16="http://schemas.microsoft.com/office/drawing/2014/main" id="{13E59D1A-1357-438A-805B-8B153B17DA01}"/>
                </a:ext>
              </a:extLst>
            </p:cNvPr>
            <p:cNvSpPr/>
            <p:nvPr/>
          </p:nvSpPr>
          <p:spPr>
            <a:xfrm>
              <a:off x="8534863" y="80601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2" name="Hexagon 511">
              <a:extLst>
                <a:ext uri="{FF2B5EF4-FFF2-40B4-BE49-F238E27FC236}">
                  <a16:creationId xmlns:a16="http://schemas.microsoft.com/office/drawing/2014/main" id="{97A60A99-C0B8-45A4-AF57-2C82FE1FCB17}"/>
                </a:ext>
              </a:extLst>
            </p:cNvPr>
            <p:cNvSpPr/>
            <p:nvPr/>
          </p:nvSpPr>
          <p:spPr>
            <a:xfrm>
              <a:off x="7599410" y="91679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3" name="Hexagon 512">
              <a:extLst>
                <a:ext uri="{FF2B5EF4-FFF2-40B4-BE49-F238E27FC236}">
                  <a16:creationId xmlns:a16="http://schemas.microsoft.com/office/drawing/2014/main" id="{0EA21435-E98C-42C4-A238-378242F44086}"/>
                </a:ext>
              </a:extLst>
            </p:cNvPr>
            <p:cNvSpPr/>
            <p:nvPr/>
          </p:nvSpPr>
          <p:spPr>
            <a:xfrm>
              <a:off x="7366477" y="723937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4" name="Hexagon 513">
              <a:extLst>
                <a:ext uri="{FF2B5EF4-FFF2-40B4-BE49-F238E27FC236}">
                  <a16:creationId xmlns:a16="http://schemas.microsoft.com/office/drawing/2014/main" id="{1A995A2F-2E38-4FC7-9AA7-8C5213521C9A}"/>
                </a:ext>
              </a:extLst>
            </p:cNvPr>
            <p:cNvSpPr/>
            <p:nvPr/>
          </p:nvSpPr>
          <p:spPr>
            <a:xfrm>
              <a:off x="7128368" y="93440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15" name="Hexagon 514">
              <a:extLst>
                <a:ext uri="{FF2B5EF4-FFF2-40B4-BE49-F238E27FC236}">
                  <a16:creationId xmlns:a16="http://schemas.microsoft.com/office/drawing/2014/main" id="{75DAED02-1E3F-40F6-8E23-59D30E450BCA}"/>
                </a:ext>
              </a:extLst>
            </p:cNvPr>
            <p:cNvSpPr/>
            <p:nvPr/>
          </p:nvSpPr>
          <p:spPr>
            <a:xfrm>
              <a:off x="7125588" y="78968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2" name="Hexagon 931">
              <a:extLst>
                <a:ext uri="{FF2B5EF4-FFF2-40B4-BE49-F238E27FC236}">
                  <a16:creationId xmlns:a16="http://schemas.microsoft.com/office/drawing/2014/main" id="{53BD7604-3405-41F8-AF84-740FCC3C8EC7}"/>
                </a:ext>
              </a:extLst>
            </p:cNvPr>
            <p:cNvSpPr/>
            <p:nvPr/>
          </p:nvSpPr>
          <p:spPr>
            <a:xfrm>
              <a:off x="3848988" y="71387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3" name="Hexagon 932">
              <a:extLst>
                <a:ext uri="{FF2B5EF4-FFF2-40B4-BE49-F238E27FC236}">
                  <a16:creationId xmlns:a16="http://schemas.microsoft.com/office/drawing/2014/main" id="{CFCC455D-28FA-4E45-A70A-EE7C4A544B76}"/>
                </a:ext>
              </a:extLst>
            </p:cNvPr>
            <p:cNvSpPr/>
            <p:nvPr/>
          </p:nvSpPr>
          <p:spPr>
            <a:xfrm>
              <a:off x="4087113" y="79507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4" name="Hexagon 933">
              <a:extLst>
                <a:ext uri="{FF2B5EF4-FFF2-40B4-BE49-F238E27FC236}">
                  <a16:creationId xmlns:a16="http://schemas.microsoft.com/office/drawing/2014/main" id="{F2F27F56-C245-4742-9BD1-872271F38D72}"/>
                </a:ext>
              </a:extLst>
            </p:cNvPr>
            <p:cNvSpPr/>
            <p:nvPr/>
          </p:nvSpPr>
          <p:spPr>
            <a:xfrm>
              <a:off x="2677413" y="795314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5" name="Hexagon 934">
              <a:extLst>
                <a:ext uri="{FF2B5EF4-FFF2-40B4-BE49-F238E27FC236}">
                  <a16:creationId xmlns:a16="http://schemas.microsoft.com/office/drawing/2014/main" id="{C9C2F361-D6B4-4449-B3B5-CC13EBF9043C}"/>
                </a:ext>
              </a:extLst>
            </p:cNvPr>
            <p:cNvSpPr/>
            <p:nvPr/>
          </p:nvSpPr>
          <p:spPr>
            <a:xfrm>
              <a:off x="1502663" y="75122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6" name="Hexagon 935">
              <a:extLst>
                <a:ext uri="{FF2B5EF4-FFF2-40B4-BE49-F238E27FC236}">
                  <a16:creationId xmlns:a16="http://schemas.microsoft.com/office/drawing/2014/main" id="{2453797C-15AE-443E-9218-9FFF9896D772}"/>
                </a:ext>
              </a:extLst>
            </p:cNvPr>
            <p:cNvSpPr/>
            <p:nvPr/>
          </p:nvSpPr>
          <p:spPr>
            <a:xfrm>
              <a:off x="1045463" y="89600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7" name="Hexagon 936">
              <a:extLst>
                <a:ext uri="{FF2B5EF4-FFF2-40B4-BE49-F238E27FC236}">
                  <a16:creationId xmlns:a16="http://schemas.microsoft.com/office/drawing/2014/main" id="{AAAF551E-C3F2-4652-8462-FAC43B9FDE09}"/>
                </a:ext>
              </a:extLst>
            </p:cNvPr>
            <p:cNvSpPr/>
            <p:nvPr/>
          </p:nvSpPr>
          <p:spPr>
            <a:xfrm>
              <a:off x="1041664" y="66074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17" name="Hexagon 1216">
              <a:extLst>
                <a:ext uri="{FF2B5EF4-FFF2-40B4-BE49-F238E27FC236}">
                  <a16:creationId xmlns:a16="http://schemas.microsoft.com/office/drawing/2014/main" id="{6649E2B1-B8DA-45F3-AC81-45990C7AAF0A}"/>
                </a:ext>
              </a:extLst>
            </p:cNvPr>
            <p:cNvSpPr/>
            <p:nvPr/>
          </p:nvSpPr>
          <p:spPr>
            <a:xfrm>
              <a:off x="4337144" y="41002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18" name="Hexagon 1217">
              <a:extLst>
                <a:ext uri="{FF2B5EF4-FFF2-40B4-BE49-F238E27FC236}">
                  <a16:creationId xmlns:a16="http://schemas.microsoft.com/office/drawing/2014/main" id="{495A7274-ECCA-45FB-B08B-80308C0946CC}"/>
                </a:ext>
              </a:extLst>
            </p:cNvPr>
            <p:cNvSpPr/>
            <p:nvPr/>
          </p:nvSpPr>
          <p:spPr>
            <a:xfrm>
              <a:off x="3632295" y="23786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19" name="Hexagon 1218">
              <a:extLst>
                <a:ext uri="{FF2B5EF4-FFF2-40B4-BE49-F238E27FC236}">
                  <a16:creationId xmlns:a16="http://schemas.microsoft.com/office/drawing/2014/main" id="{7C04BF6C-6DE2-4F8C-919F-54CE2C19CECE}"/>
                </a:ext>
              </a:extLst>
            </p:cNvPr>
            <p:cNvSpPr/>
            <p:nvPr/>
          </p:nvSpPr>
          <p:spPr>
            <a:xfrm>
              <a:off x="1517745" y="33763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394" name="Hexagon 1393">
              <a:extLst>
                <a:ext uri="{FF2B5EF4-FFF2-40B4-BE49-F238E27FC236}">
                  <a16:creationId xmlns:a16="http://schemas.microsoft.com/office/drawing/2014/main" id="{FF81B353-662F-4C62-ADA8-AE08580A2165}"/>
                </a:ext>
              </a:extLst>
            </p:cNvPr>
            <p:cNvSpPr/>
            <p:nvPr/>
          </p:nvSpPr>
          <p:spPr>
            <a:xfrm>
              <a:off x="1755869" y="22024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220" name="Hexagon 1219">
              <a:extLst>
                <a:ext uri="{FF2B5EF4-FFF2-40B4-BE49-F238E27FC236}">
                  <a16:creationId xmlns:a16="http://schemas.microsoft.com/office/drawing/2014/main" id="{24AC7599-8AD5-485E-848D-DEBBD0A6976C}"/>
                </a:ext>
              </a:extLst>
            </p:cNvPr>
            <p:cNvSpPr/>
            <p:nvPr/>
          </p:nvSpPr>
          <p:spPr>
            <a:xfrm>
              <a:off x="2920301" y="19333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395" name="Hexagon 1394">
              <a:extLst>
                <a:ext uri="{FF2B5EF4-FFF2-40B4-BE49-F238E27FC236}">
                  <a16:creationId xmlns:a16="http://schemas.microsoft.com/office/drawing/2014/main" id="{C02D47CB-3F32-4020-8C22-5D9E53DED908}"/>
                </a:ext>
              </a:extLst>
            </p:cNvPr>
            <p:cNvSpPr/>
            <p:nvPr/>
          </p:nvSpPr>
          <p:spPr>
            <a:xfrm>
              <a:off x="4099019" y="14856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398" name="Hexagon 1397">
              <a:extLst>
                <a:ext uri="{FF2B5EF4-FFF2-40B4-BE49-F238E27FC236}">
                  <a16:creationId xmlns:a16="http://schemas.microsoft.com/office/drawing/2014/main" id="{F27E104F-6415-4BB5-A0AA-10CB51FAFA6A}"/>
                </a:ext>
              </a:extLst>
            </p:cNvPr>
            <p:cNvSpPr/>
            <p:nvPr/>
          </p:nvSpPr>
          <p:spPr>
            <a:xfrm>
              <a:off x="7336725" y="18444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92" name="Hexagon 1691">
              <a:extLst>
                <a:ext uri="{FF2B5EF4-FFF2-40B4-BE49-F238E27FC236}">
                  <a16:creationId xmlns:a16="http://schemas.microsoft.com/office/drawing/2014/main" id="{16AA9817-93CE-49B1-8E95-997541E97A55}"/>
                </a:ext>
              </a:extLst>
            </p:cNvPr>
            <p:cNvSpPr/>
            <p:nvPr/>
          </p:nvSpPr>
          <p:spPr>
            <a:xfrm>
              <a:off x="10120322" y="273378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5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5379CACE-FC0A-4EEC-957F-7F11B15E1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20346"/>
            <a:ext cx="12947650" cy="107897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C5A87E-8977-471A-BD75-2140F523163E}"/>
              </a:ext>
            </a:extLst>
          </p:cNvPr>
          <p:cNvSpPr/>
          <p:nvPr/>
        </p:nvSpPr>
        <p:spPr>
          <a:xfrm rot="18916945">
            <a:off x="-6439180" y="-2953673"/>
            <a:ext cx="24227580" cy="233602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一颗酸庆何梓彬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两寸哔仔梓彬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三天不打何梓彬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四大皆空何梓彬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五行缺木何梓彬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六根清净何梓彬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七窍流脓何梓彬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八面漏风何梓彬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13711776723 VX 157 </a:t>
            </a:r>
            <a:r>
              <a:rPr lang="zh-CN" altLang="en-US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九漏之鱼何梓彬 </a:t>
            </a:r>
            <a:r>
              <a:rPr lang="en-US" altLang="zh-CN" sz="2400" b="1" cap="none" spc="0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  <a:effectLst/>
              </a:rPr>
              <a:t>1371177672</a:t>
            </a:r>
            <a:endParaRPr lang="en-US" sz="2400" b="1" cap="none" spc="0" dirty="0">
              <a:ln w="12700">
                <a:solidFill>
                  <a:schemeClr val="accent5">
                    <a:alpha val="55000"/>
                  </a:schemeClr>
                </a:solidFill>
                <a:prstDash val="solid"/>
              </a:ln>
              <a:noFill/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23103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955837-D140-4D2E-95C2-748AD457B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6972300"/>
            <a:ext cx="5953125" cy="4857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C0755B-1C1B-4BF9-80E2-6CB19DA7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275" y="6943725"/>
            <a:ext cx="59626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16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108176</TotalTime>
  <Words>3192</Words>
  <Application>Microsoft Office PowerPoint</Application>
  <PresentationFormat>Custom</PresentationFormat>
  <Paragraphs>26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1220</cp:revision>
  <cp:lastPrinted>2021-06-19T15:20:22Z</cp:lastPrinted>
  <dcterms:created xsi:type="dcterms:W3CDTF">2021-03-25T22:26:05Z</dcterms:created>
  <dcterms:modified xsi:type="dcterms:W3CDTF">2022-09-13T21:38:12Z</dcterms:modified>
</cp:coreProperties>
</file>