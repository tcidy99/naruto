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7" r:id="rId1"/>
  </p:sldMasterIdLst>
  <p:notesMasterIdLst>
    <p:notesMasterId r:id="rId12"/>
  </p:notesMasterIdLst>
  <p:sldIdLst>
    <p:sldId id="267" r:id="rId2"/>
    <p:sldId id="266" r:id="rId3"/>
    <p:sldId id="265" r:id="rId4"/>
    <p:sldId id="263" r:id="rId5"/>
    <p:sldId id="264" r:id="rId6"/>
    <p:sldId id="262" r:id="rId7"/>
    <p:sldId id="257" r:id="rId8"/>
    <p:sldId id="259" r:id="rId9"/>
    <p:sldId id="260" r:id="rId10"/>
    <p:sldId id="261" r:id="rId11"/>
  </p:sldIdLst>
  <p:sldSz cx="12947650" cy="146304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CC"/>
    <a:srgbClr val="99FFCC"/>
    <a:srgbClr val="41719C"/>
    <a:srgbClr val="FFC000"/>
    <a:srgbClr val="5B9BD5"/>
    <a:srgbClr val="C0C0C0"/>
    <a:srgbClr val="000000"/>
    <a:srgbClr val="66669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6" autoAdjust="0"/>
    <p:restoredTop sz="92832" autoAdjust="0"/>
  </p:normalViewPr>
  <p:slideViewPr>
    <p:cSldViewPr snapToGrid="0">
      <p:cViewPr>
        <p:scale>
          <a:sx n="125" d="100"/>
          <a:sy n="125" d="100"/>
        </p:scale>
        <p:origin x="-258" y="-105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200" d="100"/>
        <a:sy n="200" d="100"/>
      </p:scale>
      <p:origin x="0" y="-1195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646032-165F-4113-8ACD-0D0C937A1FE5}" type="datetimeFigureOut">
              <a:rPr lang="en-US" smtClean="0"/>
              <a:t>6/15/2022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063750" y="1143000"/>
            <a:ext cx="27305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6BC739-174B-4662-B691-F353BB10E0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5617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6BC739-174B-4662-B691-F353BB10E02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55098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6BC739-174B-4662-B691-F353BB10E02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29540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6BC739-174B-4662-B691-F353BB10E02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38432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6BC739-174B-4662-B691-F353BB10E02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56452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6BC739-174B-4662-B691-F353BB10E02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56347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6BC739-174B-4662-B691-F353BB10E02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60398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F98087-4AF4-4B4E-8EEF-B55987B257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18456" y="2394374"/>
            <a:ext cx="9710738" cy="5093547"/>
          </a:xfrm>
        </p:spPr>
        <p:txBody>
          <a:bodyPr anchor="b"/>
          <a:lstStyle>
            <a:lvl1pPr algn="ctr">
              <a:defRPr sz="6372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690943-9C8F-44C5-8561-7A7E11B9B6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18456" y="7684348"/>
            <a:ext cx="9710738" cy="3532292"/>
          </a:xfrm>
        </p:spPr>
        <p:txBody>
          <a:bodyPr/>
          <a:lstStyle>
            <a:lvl1pPr marL="0" indent="0" algn="ctr">
              <a:buNone/>
              <a:defRPr sz="2549"/>
            </a:lvl1pPr>
            <a:lvl2pPr marL="485546" indent="0" algn="ctr">
              <a:buNone/>
              <a:defRPr sz="2124"/>
            </a:lvl2pPr>
            <a:lvl3pPr marL="971093" indent="0" algn="ctr">
              <a:buNone/>
              <a:defRPr sz="1912"/>
            </a:lvl3pPr>
            <a:lvl4pPr marL="1456639" indent="0" algn="ctr">
              <a:buNone/>
              <a:defRPr sz="1699"/>
            </a:lvl4pPr>
            <a:lvl5pPr marL="1942186" indent="0" algn="ctr">
              <a:buNone/>
              <a:defRPr sz="1699"/>
            </a:lvl5pPr>
            <a:lvl6pPr marL="2427732" indent="0" algn="ctr">
              <a:buNone/>
              <a:defRPr sz="1699"/>
            </a:lvl6pPr>
            <a:lvl7pPr marL="2913278" indent="0" algn="ctr">
              <a:buNone/>
              <a:defRPr sz="1699"/>
            </a:lvl7pPr>
            <a:lvl8pPr marL="3398825" indent="0" algn="ctr">
              <a:buNone/>
              <a:defRPr sz="1699"/>
            </a:lvl8pPr>
            <a:lvl9pPr marL="3884371" indent="0" algn="ctr">
              <a:buNone/>
              <a:defRPr sz="1699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B596BB-343E-4E43-AD66-5F95164C09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6/15/2022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9FBCE4-F572-44DC-844E-B1B6C96E11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E221D9-7173-439F-A513-2E13DC8AC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31488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59866-A3E6-4800-89EE-C9D1A48E8C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EFADE1-8FE9-4398-969D-29CE42A50F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F82525-51E3-4634-9966-A7C8DC5E65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6/15/2022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906906-138C-496C-B891-01EE1F874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1C3FE9-4F6E-4C74-B61C-2F7D2FEB2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9403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BD5B8-1AB6-44FE-AC7D-6FECFCEDC6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3407" y="3647442"/>
            <a:ext cx="11167348" cy="6085839"/>
          </a:xfrm>
        </p:spPr>
        <p:txBody>
          <a:bodyPr anchor="b"/>
          <a:lstStyle>
            <a:lvl1pPr>
              <a:defRPr sz="6372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F3EC27-100B-4881-86B6-42568D4CF7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83407" y="9790855"/>
            <a:ext cx="11167348" cy="3200399"/>
          </a:xfrm>
        </p:spPr>
        <p:txBody>
          <a:bodyPr/>
          <a:lstStyle>
            <a:lvl1pPr marL="0" indent="0">
              <a:buNone/>
              <a:defRPr sz="2549">
                <a:solidFill>
                  <a:schemeClr val="tx1">
                    <a:tint val="75000"/>
                  </a:schemeClr>
                </a:solidFill>
              </a:defRPr>
            </a:lvl1pPr>
            <a:lvl2pPr marL="485546" indent="0">
              <a:buNone/>
              <a:defRPr sz="2124">
                <a:solidFill>
                  <a:schemeClr val="tx1">
                    <a:tint val="75000"/>
                  </a:schemeClr>
                </a:solidFill>
              </a:defRPr>
            </a:lvl2pPr>
            <a:lvl3pPr marL="971093" indent="0">
              <a:buNone/>
              <a:defRPr sz="1912">
                <a:solidFill>
                  <a:schemeClr val="tx1">
                    <a:tint val="75000"/>
                  </a:schemeClr>
                </a:solidFill>
              </a:defRPr>
            </a:lvl3pPr>
            <a:lvl4pPr marL="1456639" indent="0">
              <a:buNone/>
              <a:defRPr sz="1699">
                <a:solidFill>
                  <a:schemeClr val="tx1">
                    <a:tint val="75000"/>
                  </a:schemeClr>
                </a:solidFill>
              </a:defRPr>
            </a:lvl4pPr>
            <a:lvl5pPr marL="1942186" indent="0">
              <a:buNone/>
              <a:defRPr sz="1699">
                <a:solidFill>
                  <a:schemeClr val="tx1">
                    <a:tint val="75000"/>
                  </a:schemeClr>
                </a:solidFill>
              </a:defRPr>
            </a:lvl5pPr>
            <a:lvl6pPr marL="2427732" indent="0">
              <a:buNone/>
              <a:defRPr sz="1699">
                <a:solidFill>
                  <a:schemeClr val="tx1">
                    <a:tint val="75000"/>
                  </a:schemeClr>
                </a:solidFill>
              </a:defRPr>
            </a:lvl6pPr>
            <a:lvl7pPr marL="2913278" indent="0">
              <a:buNone/>
              <a:defRPr sz="1699">
                <a:solidFill>
                  <a:schemeClr val="tx1">
                    <a:tint val="75000"/>
                  </a:schemeClr>
                </a:solidFill>
              </a:defRPr>
            </a:lvl7pPr>
            <a:lvl8pPr marL="3398825" indent="0">
              <a:buNone/>
              <a:defRPr sz="1699">
                <a:solidFill>
                  <a:schemeClr val="tx1">
                    <a:tint val="75000"/>
                  </a:schemeClr>
                </a:solidFill>
              </a:defRPr>
            </a:lvl8pPr>
            <a:lvl9pPr marL="3884371" indent="0">
              <a:buNone/>
              <a:defRPr sz="169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A44780-9046-49DD-9D62-80D526CC4F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6/15/2022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578976-C347-4586-B841-3CD95153CD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60B34B-E1C8-4C9D-9373-4B4C88881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3655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D2D85-B5B8-4E55-A354-DB1D99BC34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A0D55A-AF49-42B4-B654-4EF673C454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90151" y="3894667"/>
            <a:ext cx="5502751" cy="928285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583470-5C77-4422-B6BE-146AFE43BF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54748" y="3894667"/>
            <a:ext cx="5502751" cy="928285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C99315-247A-44F4-8693-85A2908BE6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6/15/2022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B842A1-DFDC-4B85-9861-D712ABB8DA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0C1B18-B82D-4F32-8DE8-70E5358B6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99781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E288C-6F92-482B-9925-56C5763835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1837" y="778934"/>
            <a:ext cx="11167348" cy="282786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734961-3188-4587-BAE8-E86FC8A98F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91838" y="3586481"/>
            <a:ext cx="5477462" cy="1757679"/>
          </a:xfrm>
        </p:spPr>
        <p:txBody>
          <a:bodyPr anchor="b"/>
          <a:lstStyle>
            <a:lvl1pPr marL="0" indent="0">
              <a:buNone/>
              <a:defRPr sz="2549" b="1"/>
            </a:lvl1pPr>
            <a:lvl2pPr marL="485546" indent="0">
              <a:buNone/>
              <a:defRPr sz="2124" b="1"/>
            </a:lvl2pPr>
            <a:lvl3pPr marL="971093" indent="0">
              <a:buNone/>
              <a:defRPr sz="1912" b="1"/>
            </a:lvl3pPr>
            <a:lvl4pPr marL="1456639" indent="0">
              <a:buNone/>
              <a:defRPr sz="1699" b="1"/>
            </a:lvl4pPr>
            <a:lvl5pPr marL="1942186" indent="0">
              <a:buNone/>
              <a:defRPr sz="1699" b="1"/>
            </a:lvl5pPr>
            <a:lvl6pPr marL="2427732" indent="0">
              <a:buNone/>
              <a:defRPr sz="1699" b="1"/>
            </a:lvl6pPr>
            <a:lvl7pPr marL="2913278" indent="0">
              <a:buNone/>
              <a:defRPr sz="1699" b="1"/>
            </a:lvl7pPr>
            <a:lvl8pPr marL="3398825" indent="0">
              <a:buNone/>
              <a:defRPr sz="1699" b="1"/>
            </a:lvl8pPr>
            <a:lvl9pPr marL="3884371" indent="0">
              <a:buNone/>
              <a:defRPr sz="169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D38504-E7A9-4640-BE6C-98680C2F37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91838" y="5344160"/>
            <a:ext cx="5477462" cy="786045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B6147B8-4E2B-4F8B-ADDE-79B0A75337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54748" y="3586481"/>
            <a:ext cx="5504438" cy="1757679"/>
          </a:xfrm>
        </p:spPr>
        <p:txBody>
          <a:bodyPr anchor="b"/>
          <a:lstStyle>
            <a:lvl1pPr marL="0" indent="0">
              <a:buNone/>
              <a:defRPr sz="2549" b="1"/>
            </a:lvl1pPr>
            <a:lvl2pPr marL="485546" indent="0">
              <a:buNone/>
              <a:defRPr sz="2124" b="1"/>
            </a:lvl2pPr>
            <a:lvl3pPr marL="971093" indent="0">
              <a:buNone/>
              <a:defRPr sz="1912" b="1"/>
            </a:lvl3pPr>
            <a:lvl4pPr marL="1456639" indent="0">
              <a:buNone/>
              <a:defRPr sz="1699" b="1"/>
            </a:lvl4pPr>
            <a:lvl5pPr marL="1942186" indent="0">
              <a:buNone/>
              <a:defRPr sz="1699" b="1"/>
            </a:lvl5pPr>
            <a:lvl6pPr marL="2427732" indent="0">
              <a:buNone/>
              <a:defRPr sz="1699" b="1"/>
            </a:lvl6pPr>
            <a:lvl7pPr marL="2913278" indent="0">
              <a:buNone/>
              <a:defRPr sz="1699" b="1"/>
            </a:lvl7pPr>
            <a:lvl8pPr marL="3398825" indent="0">
              <a:buNone/>
              <a:defRPr sz="1699" b="1"/>
            </a:lvl8pPr>
            <a:lvl9pPr marL="3884371" indent="0">
              <a:buNone/>
              <a:defRPr sz="169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BCCD1C-4C7B-4417-8807-3384841EF8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54748" y="5344160"/>
            <a:ext cx="5504438" cy="786045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B92E9F-0F23-4506-8558-54E2FB247A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6/15/2022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24B29A4-6D86-43FD-B961-D6FC4D1B7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B7F65DC-E68C-4963-B04E-2C594C6BF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8208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9070B-EC5B-49B3-B12A-5FB56659D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778AEAA-757F-4616-98DD-767AA64082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6/15/2022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EABBE5-3E42-437F-B1B7-56571374E2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A962FB-73B1-4FEE-A170-70B55707A0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1725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BC04839-4D2C-4454-97B1-BA2059AA15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6/15/2022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6F27F87-C696-492C-8949-FA7D0AF27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9B0DFE-1F21-41F4-93D2-6750B51C4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23830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77872-68BE-49B0-BFB4-4F60C5DA92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1838" y="975360"/>
            <a:ext cx="4175954" cy="3413760"/>
          </a:xfrm>
        </p:spPr>
        <p:txBody>
          <a:bodyPr anchor="b"/>
          <a:lstStyle>
            <a:lvl1pPr>
              <a:defRPr sz="3398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3B6A99-CD6C-4059-BFA5-B0E7DDE6DF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4438" y="2106508"/>
            <a:ext cx="6554748" cy="10397067"/>
          </a:xfrm>
        </p:spPr>
        <p:txBody>
          <a:bodyPr/>
          <a:lstStyle>
            <a:lvl1pPr>
              <a:defRPr sz="3398"/>
            </a:lvl1pPr>
            <a:lvl2pPr>
              <a:defRPr sz="2974"/>
            </a:lvl2pPr>
            <a:lvl3pPr>
              <a:defRPr sz="2549"/>
            </a:lvl3pPr>
            <a:lvl4pPr>
              <a:defRPr sz="2124"/>
            </a:lvl4pPr>
            <a:lvl5pPr>
              <a:defRPr sz="2124"/>
            </a:lvl5pPr>
            <a:lvl6pPr>
              <a:defRPr sz="2124"/>
            </a:lvl6pPr>
            <a:lvl7pPr>
              <a:defRPr sz="2124"/>
            </a:lvl7pPr>
            <a:lvl8pPr>
              <a:defRPr sz="2124"/>
            </a:lvl8pPr>
            <a:lvl9pPr>
              <a:defRPr sz="212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E295A8-7BCA-4234-8AC2-9F6F5EA847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91838" y="4389120"/>
            <a:ext cx="4175954" cy="8131388"/>
          </a:xfrm>
        </p:spPr>
        <p:txBody>
          <a:bodyPr/>
          <a:lstStyle>
            <a:lvl1pPr marL="0" indent="0">
              <a:buNone/>
              <a:defRPr sz="1699"/>
            </a:lvl1pPr>
            <a:lvl2pPr marL="485546" indent="0">
              <a:buNone/>
              <a:defRPr sz="1487"/>
            </a:lvl2pPr>
            <a:lvl3pPr marL="971093" indent="0">
              <a:buNone/>
              <a:defRPr sz="1274"/>
            </a:lvl3pPr>
            <a:lvl4pPr marL="1456639" indent="0">
              <a:buNone/>
              <a:defRPr sz="1062"/>
            </a:lvl4pPr>
            <a:lvl5pPr marL="1942186" indent="0">
              <a:buNone/>
              <a:defRPr sz="1062"/>
            </a:lvl5pPr>
            <a:lvl6pPr marL="2427732" indent="0">
              <a:buNone/>
              <a:defRPr sz="1062"/>
            </a:lvl6pPr>
            <a:lvl7pPr marL="2913278" indent="0">
              <a:buNone/>
              <a:defRPr sz="1062"/>
            </a:lvl7pPr>
            <a:lvl8pPr marL="3398825" indent="0">
              <a:buNone/>
              <a:defRPr sz="1062"/>
            </a:lvl8pPr>
            <a:lvl9pPr marL="3884371" indent="0">
              <a:buNone/>
              <a:defRPr sz="106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AA5C72-84F8-4C87-951F-74BEBDFB92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6/15/2022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B0025E-9247-4ECD-84B5-FA2CC23C9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7C30D7-2EDD-4866-A8E6-7CF79B5A4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6804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57A3-A392-4DC6-A4F2-A8033A1CB5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1838" y="975360"/>
            <a:ext cx="4175954" cy="3413760"/>
          </a:xfrm>
        </p:spPr>
        <p:txBody>
          <a:bodyPr anchor="b"/>
          <a:lstStyle>
            <a:lvl1pPr>
              <a:defRPr sz="3398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F761122-1B5F-4246-A038-27F1E7C291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504438" y="2106508"/>
            <a:ext cx="6554748" cy="10397067"/>
          </a:xfrm>
        </p:spPr>
        <p:txBody>
          <a:bodyPr/>
          <a:lstStyle>
            <a:lvl1pPr marL="0" indent="0">
              <a:buNone/>
              <a:defRPr sz="3398"/>
            </a:lvl1pPr>
            <a:lvl2pPr marL="485546" indent="0">
              <a:buNone/>
              <a:defRPr sz="2974"/>
            </a:lvl2pPr>
            <a:lvl3pPr marL="971093" indent="0">
              <a:buNone/>
              <a:defRPr sz="2549"/>
            </a:lvl3pPr>
            <a:lvl4pPr marL="1456639" indent="0">
              <a:buNone/>
              <a:defRPr sz="2124"/>
            </a:lvl4pPr>
            <a:lvl5pPr marL="1942186" indent="0">
              <a:buNone/>
              <a:defRPr sz="2124"/>
            </a:lvl5pPr>
            <a:lvl6pPr marL="2427732" indent="0">
              <a:buNone/>
              <a:defRPr sz="2124"/>
            </a:lvl6pPr>
            <a:lvl7pPr marL="2913278" indent="0">
              <a:buNone/>
              <a:defRPr sz="2124"/>
            </a:lvl7pPr>
            <a:lvl8pPr marL="3398825" indent="0">
              <a:buNone/>
              <a:defRPr sz="2124"/>
            </a:lvl8pPr>
            <a:lvl9pPr marL="3884371" indent="0">
              <a:buNone/>
              <a:defRPr sz="2124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828D85-5C94-4DE9-8C4D-E17BD6EF0F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91838" y="4389120"/>
            <a:ext cx="4175954" cy="8131388"/>
          </a:xfrm>
        </p:spPr>
        <p:txBody>
          <a:bodyPr/>
          <a:lstStyle>
            <a:lvl1pPr marL="0" indent="0">
              <a:buNone/>
              <a:defRPr sz="1699"/>
            </a:lvl1pPr>
            <a:lvl2pPr marL="485546" indent="0">
              <a:buNone/>
              <a:defRPr sz="1487"/>
            </a:lvl2pPr>
            <a:lvl3pPr marL="971093" indent="0">
              <a:buNone/>
              <a:defRPr sz="1274"/>
            </a:lvl3pPr>
            <a:lvl4pPr marL="1456639" indent="0">
              <a:buNone/>
              <a:defRPr sz="1062"/>
            </a:lvl4pPr>
            <a:lvl5pPr marL="1942186" indent="0">
              <a:buNone/>
              <a:defRPr sz="1062"/>
            </a:lvl5pPr>
            <a:lvl6pPr marL="2427732" indent="0">
              <a:buNone/>
              <a:defRPr sz="1062"/>
            </a:lvl6pPr>
            <a:lvl7pPr marL="2913278" indent="0">
              <a:buNone/>
              <a:defRPr sz="1062"/>
            </a:lvl7pPr>
            <a:lvl8pPr marL="3398825" indent="0">
              <a:buNone/>
              <a:defRPr sz="1062"/>
            </a:lvl8pPr>
            <a:lvl9pPr marL="3884371" indent="0">
              <a:buNone/>
              <a:defRPr sz="106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DB4BC1-0B2C-4B2F-936F-862AA4EE8B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6/15/2022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32C43E-7EB1-4F08-B85C-682F1D4EA3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E3AFE6-B237-4E83-90D2-64916C8FA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10820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6D63BE-8AA8-4447-9202-C76D914A0E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85F36A-6822-4A4D-8A40-2F18DE719A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AA42BC-BDE9-4734-8EAB-9FBDF5EA3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6/15/2022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67CEB7-8D53-4877-9490-582A7C76E6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1645D6-B5E0-471D-90B5-8C76EB046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0350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C5DF537-86B2-47F7-8493-AD5E30EA8D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65662" y="778933"/>
            <a:ext cx="2791837" cy="123985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63F050-0F59-4BED-ACB9-62F49F3DEC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90151" y="778933"/>
            <a:ext cx="8213665" cy="123985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0E053F-9B50-4668-A432-DA06A96126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6/15/2022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134A59-7F3E-4323-8C33-4A1D2515E5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C963D1-BA02-45AF-9DEC-2AA068D53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5753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5A8C489-F225-40E1-A486-C12801FEDD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0151" y="778934"/>
            <a:ext cx="11167348" cy="28278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E4092A-C3E7-4509-B203-3835E47BDC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90151" y="3894667"/>
            <a:ext cx="11167348" cy="92828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8D6CF9-9DEB-40A5-8351-381918D743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90151" y="13560215"/>
            <a:ext cx="2913221" cy="7789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7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4A4187-90BA-4F65-8FAF-58A0B2AD8431}" type="datetimeFigureOut">
              <a:rPr lang="en-US" smtClean="0"/>
              <a:t>6/15/2022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8C78EE-72F1-4247-B7A7-0164487BAE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288909" y="13560215"/>
            <a:ext cx="4369832" cy="7789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7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A51939-DDAE-49EC-AF83-9EA486CC9D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278" y="13560215"/>
            <a:ext cx="2913221" cy="7789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7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33971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39" r:id="rId2"/>
    <p:sldLayoutId id="2147483740" r:id="rId3"/>
    <p:sldLayoutId id="2147483741" r:id="rId4"/>
    <p:sldLayoutId id="2147483742" r:id="rId5"/>
    <p:sldLayoutId id="2147483743" r:id="rId6"/>
    <p:sldLayoutId id="2147483744" r:id="rId7"/>
    <p:sldLayoutId id="2147483745" r:id="rId8"/>
    <p:sldLayoutId id="2147483746" r:id="rId9"/>
    <p:sldLayoutId id="2147483747" r:id="rId10"/>
    <p:sldLayoutId id="2147483748" r:id="rId11"/>
  </p:sldLayoutIdLst>
  <p:txStyles>
    <p:titleStyle>
      <a:lvl1pPr algn="l" defTabSz="971093" rtl="0" eaLnBrk="1" latinLnBrk="0" hangingPunct="1">
        <a:lnSpc>
          <a:spcPct val="90000"/>
        </a:lnSpc>
        <a:spcBef>
          <a:spcPct val="0"/>
        </a:spcBef>
        <a:buNone/>
        <a:defRPr sz="467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2773" indent="-242773" algn="l" defTabSz="971093" rtl="0" eaLnBrk="1" latinLnBrk="0" hangingPunct="1">
        <a:lnSpc>
          <a:spcPct val="90000"/>
        </a:lnSpc>
        <a:spcBef>
          <a:spcPts val="1062"/>
        </a:spcBef>
        <a:buFont typeface="Arial" panose="020B0604020202020204" pitchFamily="34" charset="0"/>
        <a:buChar char="•"/>
        <a:defRPr sz="2974" kern="1200">
          <a:solidFill>
            <a:schemeClr val="tx1"/>
          </a:solidFill>
          <a:latin typeface="+mn-lt"/>
          <a:ea typeface="+mn-ea"/>
          <a:cs typeface="+mn-cs"/>
        </a:defRPr>
      </a:lvl1pPr>
      <a:lvl2pPr marL="728320" indent="-242773" algn="l" defTabSz="971093" rtl="0" eaLnBrk="1" latinLnBrk="0" hangingPunct="1">
        <a:lnSpc>
          <a:spcPct val="90000"/>
        </a:lnSpc>
        <a:spcBef>
          <a:spcPts val="531"/>
        </a:spcBef>
        <a:buFont typeface="Arial" panose="020B0604020202020204" pitchFamily="34" charset="0"/>
        <a:buChar char="•"/>
        <a:defRPr sz="2549" kern="1200">
          <a:solidFill>
            <a:schemeClr val="tx1"/>
          </a:solidFill>
          <a:latin typeface="+mn-lt"/>
          <a:ea typeface="+mn-ea"/>
          <a:cs typeface="+mn-cs"/>
        </a:defRPr>
      </a:lvl2pPr>
      <a:lvl3pPr marL="1213866" indent="-242773" algn="l" defTabSz="971093" rtl="0" eaLnBrk="1" latinLnBrk="0" hangingPunct="1">
        <a:lnSpc>
          <a:spcPct val="90000"/>
        </a:lnSpc>
        <a:spcBef>
          <a:spcPts val="531"/>
        </a:spcBef>
        <a:buFont typeface="Arial" panose="020B0604020202020204" pitchFamily="34" charset="0"/>
        <a:buChar char="•"/>
        <a:defRPr sz="2124" kern="1200">
          <a:solidFill>
            <a:schemeClr val="tx1"/>
          </a:solidFill>
          <a:latin typeface="+mn-lt"/>
          <a:ea typeface="+mn-ea"/>
          <a:cs typeface="+mn-cs"/>
        </a:defRPr>
      </a:lvl3pPr>
      <a:lvl4pPr marL="1699412" indent="-242773" algn="l" defTabSz="971093" rtl="0" eaLnBrk="1" latinLnBrk="0" hangingPunct="1">
        <a:lnSpc>
          <a:spcPct val="90000"/>
        </a:lnSpc>
        <a:spcBef>
          <a:spcPts val="531"/>
        </a:spcBef>
        <a:buFont typeface="Arial" panose="020B0604020202020204" pitchFamily="34" charset="0"/>
        <a:buChar char="•"/>
        <a:defRPr sz="1912" kern="1200">
          <a:solidFill>
            <a:schemeClr val="tx1"/>
          </a:solidFill>
          <a:latin typeface="+mn-lt"/>
          <a:ea typeface="+mn-ea"/>
          <a:cs typeface="+mn-cs"/>
        </a:defRPr>
      </a:lvl4pPr>
      <a:lvl5pPr marL="2184959" indent="-242773" algn="l" defTabSz="971093" rtl="0" eaLnBrk="1" latinLnBrk="0" hangingPunct="1">
        <a:lnSpc>
          <a:spcPct val="90000"/>
        </a:lnSpc>
        <a:spcBef>
          <a:spcPts val="531"/>
        </a:spcBef>
        <a:buFont typeface="Arial" panose="020B0604020202020204" pitchFamily="34" charset="0"/>
        <a:buChar char="•"/>
        <a:defRPr sz="1912" kern="1200">
          <a:solidFill>
            <a:schemeClr val="tx1"/>
          </a:solidFill>
          <a:latin typeface="+mn-lt"/>
          <a:ea typeface="+mn-ea"/>
          <a:cs typeface="+mn-cs"/>
        </a:defRPr>
      </a:lvl5pPr>
      <a:lvl6pPr marL="2670505" indent="-242773" algn="l" defTabSz="971093" rtl="0" eaLnBrk="1" latinLnBrk="0" hangingPunct="1">
        <a:lnSpc>
          <a:spcPct val="90000"/>
        </a:lnSpc>
        <a:spcBef>
          <a:spcPts val="531"/>
        </a:spcBef>
        <a:buFont typeface="Arial" panose="020B0604020202020204" pitchFamily="34" charset="0"/>
        <a:buChar char="•"/>
        <a:defRPr sz="1912" kern="1200">
          <a:solidFill>
            <a:schemeClr val="tx1"/>
          </a:solidFill>
          <a:latin typeface="+mn-lt"/>
          <a:ea typeface="+mn-ea"/>
          <a:cs typeface="+mn-cs"/>
        </a:defRPr>
      </a:lvl6pPr>
      <a:lvl7pPr marL="3156052" indent="-242773" algn="l" defTabSz="971093" rtl="0" eaLnBrk="1" latinLnBrk="0" hangingPunct="1">
        <a:lnSpc>
          <a:spcPct val="90000"/>
        </a:lnSpc>
        <a:spcBef>
          <a:spcPts val="531"/>
        </a:spcBef>
        <a:buFont typeface="Arial" panose="020B0604020202020204" pitchFamily="34" charset="0"/>
        <a:buChar char="•"/>
        <a:defRPr sz="1912" kern="1200">
          <a:solidFill>
            <a:schemeClr val="tx1"/>
          </a:solidFill>
          <a:latin typeface="+mn-lt"/>
          <a:ea typeface="+mn-ea"/>
          <a:cs typeface="+mn-cs"/>
        </a:defRPr>
      </a:lvl7pPr>
      <a:lvl8pPr marL="3641598" indent="-242773" algn="l" defTabSz="971093" rtl="0" eaLnBrk="1" latinLnBrk="0" hangingPunct="1">
        <a:lnSpc>
          <a:spcPct val="90000"/>
        </a:lnSpc>
        <a:spcBef>
          <a:spcPts val="531"/>
        </a:spcBef>
        <a:buFont typeface="Arial" panose="020B0604020202020204" pitchFamily="34" charset="0"/>
        <a:buChar char="•"/>
        <a:defRPr sz="1912" kern="1200">
          <a:solidFill>
            <a:schemeClr val="tx1"/>
          </a:solidFill>
          <a:latin typeface="+mn-lt"/>
          <a:ea typeface="+mn-ea"/>
          <a:cs typeface="+mn-cs"/>
        </a:defRPr>
      </a:lvl8pPr>
      <a:lvl9pPr marL="4127144" indent="-242773" algn="l" defTabSz="971093" rtl="0" eaLnBrk="1" latinLnBrk="0" hangingPunct="1">
        <a:lnSpc>
          <a:spcPct val="90000"/>
        </a:lnSpc>
        <a:spcBef>
          <a:spcPts val="531"/>
        </a:spcBef>
        <a:buFont typeface="Arial" panose="020B0604020202020204" pitchFamily="34" charset="0"/>
        <a:buChar char="•"/>
        <a:defRPr sz="191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71093" rtl="0" eaLnBrk="1" latinLnBrk="0" hangingPunct="1">
        <a:defRPr sz="1912" kern="1200">
          <a:solidFill>
            <a:schemeClr val="tx1"/>
          </a:solidFill>
          <a:latin typeface="+mn-lt"/>
          <a:ea typeface="+mn-ea"/>
          <a:cs typeface="+mn-cs"/>
        </a:defRPr>
      </a:lvl1pPr>
      <a:lvl2pPr marL="485546" algn="l" defTabSz="971093" rtl="0" eaLnBrk="1" latinLnBrk="0" hangingPunct="1">
        <a:defRPr sz="1912" kern="1200">
          <a:solidFill>
            <a:schemeClr val="tx1"/>
          </a:solidFill>
          <a:latin typeface="+mn-lt"/>
          <a:ea typeface="+mn-ea"/>
          <a:cs typeface="+mn-cs"/>
        </a:defRPr>
      </a:lvl2pPr>
      <a:lvl3pPr marL="971093" algn="l" defTabSz="971093" rtl="0" eaLnBrk="1" latinLnBrk="0" hangingPunct="1">
        <a:defRPr sz="1912" kern="1200">
          <a:solidFill>
            <a:schemeClr val="tx1"/>
          </a:solidFill>
          <a:latin typeface="+mn-lt"/>
          <a:ea typeface="+mn-ea"/>
          <a:cs typeface="+mn-cs"/>
        </a:defRPr>
      </a:lvl3pPr>
      <a:lvl4pPr marL="1456639" algn="l" defTabSz="971093" rtl="0" eaLnBrk="1" latinLnBrk="0" hangingPunct="1">
        <a:defRPr sz="1912" kern="1200">
          <a:solidFill>
            <a:schemeClr val="tx1"/>
          </a:solidFill>
          <a:latin typeface="+mn-lt"/>
          <a:ea typeface="+mn-ea"/>
          <a:cs typeface="+mn-cs"/>
        </a:defRPr>
      </a:lvl4pPr>
      <a:lvl5pPr marL="1942186" algn="l" defTabSz="971093" rtl="0" eaLnBrk="1" latinLnBrk="0" hangingPunct="1">
        <a:defRPr sz="1912" kern="1200">
          <a:solidFill>
            <a:schemeClr val="tx1"/>
          </a:solidFill>
          <a:latin typeface="+mn-lt"/>
          <a:ea typeface="+mn-ea"/>
          <a:cs typeface="+mn-cs"/>
        </a:defRPr>
      </a:lvl5pPr>
      <a:lvl6pPr marL="2427732" algn="l" defTabSz="971093" rtl="0" eaLnBrk="1" latinLnBrk="0" hangingPunct="1">
        <a:defRPr sz="1912" kern="1200">
          <a:solidFill>
            <a:schemeClr val="tx1"/>
          </a:solidFill>
          <a:latin typeface="+mn-lt"/>
          <a:ea typeface="+mn-ea"/>
          <a:cs typeface="+mn-cs"/>
        </a:defRPr>
      </a:lvl6pPr>
      <a:lvl7pPr marL="2913278" algn="l" defTabSz="971093" rtl="0" eaLnBrk="1" latinLnBrk="0" hangingPunct="1">
        <a:defRPr sz="1912" kern="1200">
          <a:solidFill>
            <a:schemeClr val="tx1"/>
          </a:solidFill>
          <a:latin typeface="+mn-lt"/>
          <a:ea typeface="+mn-ea"/>
          <a:cs typeface="+mn-cs"/>
        </a:defRPr>
      </a:lvl7pPr>
      <a:lvl8pPr marL="3398825" algn="l" defTabSz="971093" rtl="0" eaLnBrk="1" latinLnBrk="0" hangingPunct="1">
        <a:defRPr sz="1912" kern="1200">
          <a:solidFill>
            <a:schemeClr val="tx1"/>
          </a:solidFill>
          <a:latin typeface="+mn-lt"/>
          <a:ea typeface="+mn-ea"/>
          <a:cs typeface="+mn-cs"/>
        </a:defRPr>
      </a:lvl8pPr>
      <a:lvl9pPr marL="3884371" algn="l" defTabSz="971093" rtl="0" eaLnBrk="1" latinLnBrk="0" hangingPunct="1">
        <a:defRPr sz="191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箭头3">
            <a:extLst>
              <a:ext uri="{FF2B5EF4-FFF2-40B4-BE49-F238E27FC236}">
                <a16:creationId xmlns:a16="http://schemas.microsoft.com/office/drawing/2014/main" id="{667DF8DF-EC54-4643-9A45-297E3961C46C}"/>
              </a:ext>
            </a:extLst>
          </p:cNvPr>
          <p:cNvGrpSpPr/>
          <p:nvPr/>
        </p:nvGrpSpPr>
        <p:grpSpPr>
          <a:xfrm rot="16487079">
            <a:off x="6090669" y="3428845"/>
            <a:ext cx="474469" cy="909320"/>
            <a:chOff x="5972945" y="-591066"/>
            <a:chExt cx="474469" cy="909320"/>
          </a:xfrm>
          <a:solidFill>
            <a:srgbClr val="99FFCC">
              <a:alpha val="45882"/>
            </a:srgbClr>
          </a:solidFill>
        </p:grpSpPr>
        <p:sp>
          <p:nvSpPr>
            <p:cNvPr id="5" name="Arrow: Down 4">
              <a:extLst>
                <a:ext uri="{FF2B5EF4-FFF2-40B4-BE49-F238E27FC236}">
                  <a16:creationId xmlns:a16="http://schemas.microsoft.com/office/drawing/2014/main" id="{0051F4A6-1C27-4768-B585-D0B1A9309F2E}"/>
                </a:ext>
              </a:extLst>
            </p:cNvPr>
            <p:cNvSpPr/>
            <p:nvPr/>
          </p:nvSpPr>
          <p:spPr>
            <a:xfrm rot="19166643">
              <a:off x="5972945" y="-591066"/>
              <a:ext cx="323531" cy="909320"/>
            </a:xfrm>
            <a:prstGeom prst="downArrow">
              <a:avLst>
                <a:gd name="adj1" fmla="val 50000"/>
                <a:gd name="adj2" fmla="val 142525"/>
              </a:avLst>
            </a:prstGeom>
            <a:solidFill>
              <a:srgbClr val="FFFF00"/>
            </a:solidFill>
            <a:ln>
              <a:solidFill>
                <a:srgbClr val="41719C"/>
              </a:solidFill>
            </a:ln>
            <a:effectLst>
              <a:glow rad="2286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D662F37F-4286-4145-9446-2A55F08DF720}"/>
                </a:ext>
              </a:extLst>
            </p:cNvPr>
            <p:cNvSpPr/>
            <p:nvPr/>
          </p:nvSpPr>
          <p:spPr>
            <a:xfrm>
              <a:off x="6401695" y="177090"/>
              <a:ext cx="45719" cy="45719"/>
            </a:xfrm>
            <a:prstGeom prst="ellipse">
              <a:avLst/>
            </a:prstGeom>
            <a:grpFill/>
            <a:ln>
              <a:noFill/>
            </a:ln>
            <a:effectLst>
              <a:glow rad="2286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grpSp>
        <p:nvGrpSpPr>
          <p:cNvPr id="7" name="箭头2">
            <a:extLst>
              <a:ext uri="{FF2B5EF4-FFF2-40B4-BE49-F238E27FC236}">
                <a16:creationId xmlns:a16="http://schemas.microsoft.com/office/drawing/2014/main" id="{C0967034-2FC2-4E5D-80A1-026680788DDD}"/>
              </a:ext>
            </a:extLst>
          </p:cNvPr>
          <p:cNvGrpSpPr/>
          <p:nvPr/>
        </p:nvGrpSpPr>
        <p:grpSpPr>
          <a:xfrm rot="8148607">
            <a:off x="6143725" y="4806465"/>
            <a:ext cx="909320" cy="440456"/>
            <a:chOff x="1365670" y="869445"/>
            <a:chExt cx="909320" cy="440456"/>
          </a:xfrm>
        </p:grpSpPr>
        <p:sp>
          <p:nvSpPr>
            <p:cNvPr id="8" name="Arrow: Down 7">
              <a:extLst>
                <a:ext uri="{FF2B5EF4-FFF2-40B4-BE49-F238E27FC236}">
                  <a16:creationId xmlns:a16="http://schemas.microsoft.com/office/drawing/2014/main" id="{762C6547-6D8A-4B8A-9001-0470A0E30112}"/>
                </a:ext>
              </a:extLst>
            </p:cNvPr>
            <p:cNvSpPr/>
            <p:nvPr/>
          </p:nvSpPr>
          <p:spPr>
            <a:xfrm rot="18167711">
              <a:off x="1658564" y="576551"/>
              <a:ext cx="323531" cy="909320"/>
            </a:xfrm>
            <a:prstGeom prst="downArrow">
              <a:avLst>
                <a:gd name="adj1" fmla="val 50000"/>
                <a:gd name="adj2" fmla="val 142525"/>
              </a:avLst>
            </a:prstGeom>
            <a:solidFill>
              <a:schemeClr val="accent1">
                <a:lumMod val="60000"/>
                <a:lumOff val="40000"/>
                <a:alpha val="38039"/>
              </a:schemeClr>
            </a:solidFill>
            <a:effectLst>
              <a:glow rad="228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9FF7D30E-59EB-440C-96AB-B40B8108420F}"/>
                </a:ext>
              </a:extLst>
            </p:cNvPr>
            <p:cNvSpPr/>
            <p:nvPr/>
          </p:nvSpPr>
          <p:spPr>
            <a:xfrm>
              <a:off x="2183289" y="1264182"/>
              <a:ext cx="45719" cy="45719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>
              <a:glow rad="2286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grpSp>
        <p:nvGrpSpPr>
          <p:cNvPr id="10" name="箭头1">
            <a:extLst>
              <a:ext uri="{FF2B5EF4-FFF2-40B4-BE49-F238E27FC236}">
                <a16:creationId xmlns:a16="http://schemas.microsoft.com/office/drawing/2014/main" id="{3868E07A-E20F-4DA0-92E9-63EB36F39E43}"/>
              </a:ext>
            </a:extLst>
          </p:cNvPr>
          <p:cNvGrpSpPr/>
          <p:nvPr/>
        </p:nvGrpSpPr>
        <p:grpSpPr>
          <a:xfrm rot="19571391">
            <a:off x="4861271" y="1547298"/>
            <a:ext cx="471503" cy="909320"/>
            <a:chOff x="6115510" y="444784"/>
            <a:chExt cx="471503" cy="909320"/>
          </a:xfrm>
        </p:grpSpPr>
        <p:sp>
          <p:nvSpPr>
            <p:cNvPr id="11" name="Arrow: Down 10">
              <a:extLst>
                <a:ext uri="{FF2B5EF4-FFF2-40B4-BE49-F238E27FC236}">
                  <a16:creationId xmlns:a16="http://schemas.microsoft.com/office/drawing/2014/main" id="{4D4E668C-4A76-4399-8044-D4F96E9FCA61}"/>
                </a:ext>
              </a:extLst>
            </p:cNvPr>
            <p:cNvSpPr/>
            <p:nvPr/>
          </p:nvSpPr>
          <p:spPr>
            <a:xfrm rot="19166643">
              <a:off x="6115510" y="444784"/>
              <a:ext cx="323531" cy="909320"/>
            </a:xfrm>
            <a:prstGeom prst="downArrow">
              <a:avLst>
                <a:gd name="adj1" fmla="val 50000"/>
                <a:gd name="adj2" fmla="val 142525"/>
              </a:avLst>
            </a:prstGeom>
            <a:solidFill>
              <a:srgbClr val="FF99CC">
                <a:alpha val="34118"/>
              </a:srgbClr>
            </a:solidFill>
            <a:ln>
              <a:solidFill>
                <a:srgbClr val="41719C"/>
              </a:solidFill>
            </a:ln>
            <a:effectLst>
              <a:glow rad="2286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E2771E7E-47EE-40DD-8276-B6FDC687D3ED}"/>
                </a:ext>
              </a:extLst>
            </p:cNvPr>
            <p:cNvSpPr/>
            <p:nvPr/>
          </p:nvSpPr>
          <p:spPr>
            <a:xfrm>
              <a:off x="6541294" y="1216819"/>
              <a:ext cx="45719" cy="45719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>
              <a:glow rad="2286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5725264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team1">
            <a:extLst>
              <a:ext uri="{FF2B5EF4-FFF2-40B4-BE49-F238E27FC236}">
                <a16:creationId xmlns:a16="http://schemas.microsoft.com/office/drawing/2014/main" id="{A367528E-F917-4819-A6D3-81B8C9F702FB}"/>
              </a:ext>
            </a:extLst>
          </p:cNvPr>
          <p:cNvGrpSpPr/>
          <p:nvPr/>
        </p:nvGrpSpPr>
        <p:grpSpPr>
          <a:xfrm>
            <a:off x="6403975" y="793751"/>
            <a:ext cx="6067770" cy="9373663"/>
            <a:chOff x="6403975" y="793751"/>
            <a:chExt cx="6067770" cy="9373663"/>
          </a:xfrm>
        </p:grpSpPr>
        <p:cxnSp>
          <p:nvCxnSpPr>
            <p:cNvPr id="5" name="Straight Connector 452">
              <a:extLst>
                <a:ext uri="{FF2B5EF4-FFF2-40B4-BE49-F238E27FC236}">
                  <a16:creationId xmlns:a16="http://schemas.microsoft.com/office/drawing/2014/main" id="{93EE25D1-FD17-4CDA-A7FD-280059FD1C0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03975" y="793751"/>
              <a:ext cx="244475" cy="1079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452">
              <a:extLst>
                <a:ext uri="{FF2B5EF4-FFF2-40B4-BE49-F238E27FC236}">
                  <a16:creationId xmlns:a16="http://schemas.microsoft.com/office/drawing/2014/main" id="{A389FF8F-7219-4F33-82B4-B4FA94E2B45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03975" y="901701"/>
              <a:ext cx="0" cy="88899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52">
              <a:extLst>
                <a:ext uri="{FF2B5EF4-FFF2-40B4-BE49-F238E27FC236}">
                  <a16:creationId xmlns:a16="http://schemas.microsoft.com/office/drawing/2014/main" id="{D92FFC48-C27D-4785-AD2D-6D0F148A000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62738" y="4076700"/>
              <a:ext cx="919157" cy="35242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52">
              <a:extLst>
                <a:ext uri="{FF2B5EF4-FFF2-40B4-BE49-F238E27FC236}">
                  <a16:creationId xmlns:a16="http://schemas.microsoft.com/office/drawing/2014/main" id="{5FC5B232-023F-4112-AA93-6D42618EC931}"/>
                </a:ext>
              </a:extLst>
            </p:cNvPr>
            <p:cNvCxnSpPr>
              <a:cxnSpLocks/>
            </p:cNvCxnSpPr>
            <p:nvPr/>
          </p:nvCxnSpPr>
          <p:spPr>
            <a:xfrm>
              <a:off x="7581895" y="4076700"/>
              <a:ext cx="2085977" cy="80486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452">
              <a:extLst>
                <a:ext uri="{FF2B5EF4-FFF2-40B4-BE49-F238E27FC236}">
                  <a16:creationId xmlns:a16="http://schemas.microsoft.com/office/drawing/2014/main" id="{3DE7C9EB-8665-40C3-B013-9B598800F6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151732" y="4002899"/>
              <a:ext cx="935367" cy="34685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452">
              <a:extLst>
                <a:ext uri="{FF2B5EF4-FFF2-40B4-BE49-F238E27FC236}">
                  <a16:creationId xmlns:a16="http://schemas.microsoft.com/office/drawing/2014/main" id="{F44FA54D-955B-4FFE-A7EC-E0A6A9051C4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84374" y="2714626"/>
              <a:ext cx="12248" cy="12867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452">
              <a:extLst>
                <a:ext uri="{FF2B5EF4-FFF2-40B4-BE49-F238E27FC236}">
                  <a16:creationId xmlns:a16="http://schemas.microsoft.com/office/drawing/2014/main" id="{1AACC9A3-64B5-4302-BA60-9633F5414B4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96622" y="2630488"/>
              <a:ext cx="228600" cy="7937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52">
              <a:extLst>
                <a:ext uri="{FF2B5EF4-FFF2-40B4-BE49-F238E27FC236}">
                  <a16:creationId xmlns:a16="http://schemas.microsoft.com/office/drawing/2014/main" id="{5F029CC6-03ED-48A8-85D7-B763465DCA2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08845" y="4615259"/>
              <a:ext cx="0" cy="19467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452">
              <a:extLst>
                <a:ext uri="{FF2B5EF4-FFF2-40B4-BE49-F238E27FC236}">
                  <a16:creationId xmlns:a16="http://schemas.microsoft.com/office/drawing/2014/main" id="{BD7DF835-3756-4276-BC4C-2D7229055A9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67872" y="4791075"/>
              <a:ext cx="242891" cy="9049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452">
              <a:extLst>
                <a:ext uri="{FF2B5EF4-FFF2-40B4-BE49-F238E27FC236}">
                  <a16:creationId xmlns:a16="http://schemas.microsoft.com/office/drawing/2014/main" id="{746BD5F5-F56E-4455-BBE8-46EE8A4DCDA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05497" y="4525168"/>
              <a:ext cx="246235" cy="10407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452">
              <a:extLst>
                <a:ext uri="{FF2B5EF4-FFF2-40B4-BE49-F238E27FC236}">
                  <a16:creationId xmlns:a16="http://schemas.microsoft.com/office/drawing/2014/main" id="{422FEA54-C7D6-4D1F-8CC5-17F4235EC44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142206" y="4349300"/>
              <a:ext cx="0" cy="19467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0" name="Straight Connector 452">
              <a:extLst>
                <a:ext uri="{FF2B5EF4-FFF2-40B4-BE49-F238E27FC236}">
                  <a16:creationId xmlns:a16="http://schemas.microsoft.com/office/drawing/2014/main" id="{8D8CE24A-1701-4CE4-975D-6646FFD1884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096622" y="2521551"/>
              <a:ext cx="222557" cy="10655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2" name="Straight Connector 452">
              <a:extLst>
                <a:ext uri="{FF2B5EF4-FFF2-40B4-BE49-F238E27FC236}">
                  <a16:creationId xmlns:a16="http://schemas.microsoft.com/office/drawing/2014/main" id="{BAE5B71B-1572-4B76-8D01-3C3149FC9C3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74522" y="2519978"/>
              <a:ext cx="228600" cy="7937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5" name="Straight Connector 452">
              <a:extLst>
                <a:ext uri="{FF2B5EF4-FFF2-40B4-BE49-F238E27FC236}">
                  <a16:creationId xmlns:a16="http://schemas.microsoft.com/office/drawing/2014/main" id="{F1B3D875-8192-4D88-8D38-E93FECA10C5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56228" y="2584782"/>
              <a:ext cx="12248" cy="12867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6" name="Straight Connector 452">
              <a:extLst>
                <a:ext uri="{FF2B5EF4-FFF2-40B4-BE49-F238E27FC236}">
                  <a16:creationId xmlns:a16="http://schemas.microsoft.com/office/drawing/2014/main" id="{D83255D5-B8F9-4514-89D4-9D497C960FA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367963" y="3873129"/>
              <a:ext cx="487811" cy="20357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8" name="Straight Connector 452">
              <a:extLst>
                <a:ext uri="{FF2B5EF4-FFF2-40B4-BE49-F238E27FC236}">
                  <a16:creationId xmlns:a16="http://schemas.microsoft.com/office/drawing/2014/main" id="{817883F1-66C2-439B-B743-C7ACF1B006A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148569" y="3974914"/>
              <a:ext cx="222557" cy="10655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9" name="Straight Connector 452">
              <a:extLst>
                <a:ext uri="{FF2B5EF4-FFF2-40B4-BE49-F238E27FC236}">
                  <a16:creationId xmlns:a16="http://schemas.microsoft.com/office/drawing/2014/main" id="{A1B766D9-BE3D-4510-8581-FF75B53A41D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148569" y="3979362"/>
              <a:ext cx="0" cy="19467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0" name="Straight Connector 452">
              <a:extLst>
                <a:ext uri="{FF2B5EF4-FFF2-40B4-BE49-F238E27FC236}">
                  <a16:creationId xmlns:a16="http://schemas.microsoft.com/office/drawing/2014/main" id="{146AD590-39D6-4AB6-8552-0BDCA08E824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885002" y="4178427"/>
              <a:ext cx="256650" cy="7124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2" name="Straight Connector 452">
              <a:extLst>
                <a:ext uri="{FF2B5EF4-FFF2-40B4-BE49-F238E27FC236}">
                  <a16:creationId xmlns:a16="http://schemas.microsoft.com/office/drawing/2014/main" id="{A40DAC1E-860B-45A4-900E-1F8376A52D3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986724" y="4439595"/>
              <a:ext cx="229870" cy="9800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7" name="Straight Connector 452">
              <a:extLst>
                <a:ext uri="{FF2B5EF4-FFF2-40B4-BE49-F238E27FC236}">
                  <a16:creationId xmlns:a16="http://schemas.microsoft.com/office/drawing/2014/main" id="{B348F6B4-2B1F-4E25-88C2-53F13A34524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436225" y="3713765"/>
              <a:ext cx="255560" cy="10712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9" name="Straight Connector 452">
              <a:extLst>
                <a:ext uri="{FF2B5EF4-FFF2-40B4-BE49-F238E27FC236}">
                  <a16:creationId xmlns:a16="http://schemas.microsoft.com/office/drawing/2014/main" id="{49857041-02A1-42F3-A7D1-F4F3A5E93EB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79313" y="3710440"/>
              <a:ext cx="246235" cy="10407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0" name="Straight Connector 452">
              <a:extLst>
                <a:ext uri="{FF2B5EF4-FFF2-40B4-BE49-F238E27FC236}">
                  <a16:creationId xmlns:a16="http://schemas.microsoft.com/office/drawing/2014/main" id="{B4A87D0E-A0A5-410F-B59A-E529A9078F0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203823" y="3615079"/>
              <a:ext cx="0" cy="19467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1" name="Straight Connector 452">
              <a:extLst>
                <a:ext uri="{FF2B5EF4-FFF2-40B4-BE49-F238E27FC236}">
                  <a16:creationId xmlns:a16="http://schemas.microsoft.com/office/drawing/2014/main" id="{AAC8B6C8-7157-43D5-8AA3-F8EFC9A5339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962745" y="3513714"/>
              <a:ext cx="247760" cy="10388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2" name="Straight Connector 452">
              <a:extLst>
                <a:ext uri="{FF2B5EF4-FFF2-40B4-BE49-F238E27FC236}">
                  <a16:creationId xmlns:a16="http://schemas.microsoft.com/office/drawing/2014/main" id="{91292CB8-6ECE-4508-A928-26DE8CA741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71181" y="3489608"/>
              <a:ext cx="691564" cy="3068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4" name="Straight Connector 452">
              <a:extLst>
                <a:ext uri="{FF2B5EF4-FFF2-40B4-BE49-F238E27FC236}">
                  <a16:creationId xmlns:a16="http://schemas.microsoft.com/office/drawing/2014/main" id="{3F7D2D04-1A9C-41C2-A0CE-133C6DC3653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898645" y="3718642"/>
              <a:ext cx="16092" cy="53103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7" name="Straight Connector 452">
              <a:extLst>
                <a:ext uri="{FF2B5EF4-FFF2-40B4-BE49-F238E27FC236}">
                  <a16:creationId xmlns:a16="http://schemas.microsoft.com/office/drawing/2014/main" id="{762B8797-6CC5-41E1-955B-A68A10726D3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885002" y="2969276"/>
              <a:ext cx="13643" cy="5674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9" name="Straight Connector 452">
              <a:extLst>
                <a:ext uri="{FF2B5EF4-FFF2-40B4-BE49-F238E27FC236}">
                  <a16:creationId xmlns:a16="http://schemas.microsoft.com/office/drawing/2014/main" id="{2F043105-F621-434C-9AB3-C0F531E54CC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905497" y="2969276"/>
              <a:ext cx="247760" cy="10388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0" name="Straight Connector 452">
              <a:extLst>
                <a:ext uri="{FF2B5EF4-FFF2-40B4-BE49-F238E27FC236}">
                  <a16:creationId xmlns:a16="http://schemas.microsoft.com/office/drawing/2014/main" id="{A5D0BBAB-CB46-4049-BA53-DD665F4CAEC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160006" y="2883551"/>
              <a:ext cx="459409" cy="19624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2" name="Straight Connector 452">
              <a:extLst>
                <a:ext uri="{FF2B5EF4-FFF2-40B4-BE49-F238E27FC236}">
                  <a16:creationId xmlns:a16="http://schemas.microsoft.com/office/drawing/2014/main" id="{356B8100-56DD-409D-BB9B-8F6E152B9E1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618663" y="2338683"/>
              <a:ext cx="6798" cy="54486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4" name="Straight Connector 452">
              <a:extLst>
                <a:ext uri="{FF2B5EF4-FFF2-40B4-BE49-F238E27FC236}">
                  <a16:creationId xmlns:a16="http://schemas.microsoft.com/office/drawing/2014/main" id="{C2EC78FE-8886-4023-A6CF-160B6800FD5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619415" y="2247279"/>
              <a:ext cx="236359" cy="9140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6" name="Straight Connector 452">
              <a:extLst>
                <a:ext uri="{FF2B5EF4-FFF2-40B4-BE49-F238E27FC236}">
                  <a16:creationId xmlns:a16="http://schemas.microsoft.com/office/drawing/2014/main" id="{B5CB9B28-4CEC-4140-8384-DBBE9C772C3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857588" y="2239607"/>
              <a:ext cx="943887" cy="39326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1" name="Straight Connector 452">
              <a:extLst>
                <a:ext uri="{FF2B5EF4-FFF2-40B4-BE49-F238E27FC236}">
                  <a16:creationId xmlns:a16="http://schemas.microsoft.com/office/drawing/2014/main" id="{49E236EE-1BBF-454A-A205-CE97E61D8D5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80422" y="2587957"/>
              <a:ext cx="0" cy="56446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3" name="Straight Connector 452">
              <a:extLst>
                <a:ext uri="{FF2B5EF4-FFF2-40B4-BE49-F238E27FC236}">
                  <a16:creationId xmlns:a16="http://schemas.microsoft.com/office/drawing/2014/main" id="{FAB920ED-5380-48F9-9C28-87962D32CEB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780423" y="3152419"/>
              <a:ext cx="683800" cy="27958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5" name="Straight Connector 452">
              <a:extLst>
                <a:ext uri="{FF2B5EF4-FFF2-40B4-BE49-F238E27FC236}">
                  <a16:creationId xmlns:a16="http://schemas.microsoft.com/office/drawing/2014/main" id="{66C4F4B3-D30F-442F-8193-412B803E975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471745" y="3412322"/>
              <a:ext cx="0" cy="56446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6" name="Straight Connector 452">
              <a:extLst>
                <a:ext uri="{FF2B5EF4-FFF2-40B4-BE49-F238E27FC236}">
                  <a16:creationId xmlns:a16="http://schemas.microsoft.com/office/drawing/2014/main" id="{499511FC-5613-4E45-B133-A1AA35CFD3A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71672" y="3975741"/>
              <a:ext cx="1400073" cy="55895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8" name="Straight Connector 452">
              <a:extLst>
                <a:ext uri="{FF2B5EF4-FFF2-40B4-BE49-F238E27FC236}">
                  <a16:creationId xmlns:a16="http://schemas.microsoft.com/office/drawing/2014/main" id="{CAF34BFE-B9F5-4F2E-8A45-C19448CE630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852278" y="4429126"/>
              <a:ext cx="247547" cy="10031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0" name="Straight Connector 452">
              <a:extLst>
                <a:ext uri="{FF2B5EF4-FFF2-40B4-BE49-F238E27FC236}">
                  <a16:creationId xmlns:a16="http://schemas.microsoft.com/office/drawing/2014/main" id="{5086AABF-847A-473D-8DF3-E54BA979623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389357" y="4430195"/>
              <a:ext cx="471443" cy="17295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5" name="Straight Connector 452">
              <a:extLst>
                <a:ext uri="{FF2B5EF4-FFF2-40B4-BE49-F238E27FC236}">
                  <a16:creationId xmlns:a16="http://schemas.microsoft.com/office/drawing/2014/main" id="{1071020E-3AF7-46DA-8587-A2C8C85BDAD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367963" y="4596399"/>
              <a:ext cx="0" cy="19467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6" name="Straight Connector 452">
              <a:extLst>
                <a:ext uri="{FF2B5EF4-FFF2-40B4-BE49-F238E27FC236}">
                  <a16:creationId xmlns:a16="http://schemas.microsoft.com/office/drawing/2014/main" id="{D819ADB5-24D6-4487-A158-C72B7C68E98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361639" y="4781464"/>
              <a:ext cx="499161" cy="18979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8" name="Straight Connector 452">
              <a:extLst>
                <a:ext uri="{FF2B5EF4-FFF2-40B4-BE49-F238E27FC236}">
                  <a16:creationId xmlns:a16="http://schemas.microsoft.com/office/drawing/2014/main" id="{625F1E67-1524-4302-8631-B11226D541C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45544" y="4882027"/>
              <a:ext cx="246235" cy="10407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9" name="Straight Connector 452">
              <a:extLst>
                <a:ext uri="{FF2B5EF4-FFF2-40B4-BE49-F238E27FC236}">
                  <a16:creationId xmlns:a16="http://schemas.microsoft.com/office/drawing/2014/main" id="{F920C176-09F9-4034-A0A5-FA5908B5A82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84374" y="4888018"/>
              <a:ext cx="0" cy="19467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0" name="Straight Connector 452">
              <a:extLst>
                <a:ext uri="{FF2B5EF4-FFF2-40B4-BE49-F238E27FC236}">
                  <a16:creationId xmlns:a16="http://schemas.microsoft.com/office/drawing/2014/main" id="{40350EEA-9842-4B12-B797-7F73116BF04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610489" y="5042514"/>
              <a:ext cx="495884" cy="20350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8" name="Straight Connector 452">
              <a:extLst>
                <a:ext uri="{FF2B5EF4-FFF2-40B4-BE49-F238E27FC236}">
                  <a16:creationId xmlns:a16="http://schemas.microsoft.com/office/drawing/2014/main" id="{AA19CF27-973E-46FD-9BD3-940DC826AAB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608626" y="5230804"/>
              <a:ext cx="0" cy="19467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2" name="Straight Connector 452">
              <a:extLst>
                <a:ext uri="{FF2B5EF4-FFF2-40B4-BE49-F238E27FC236}">
                  <a16:creationId xmlns:a16="http://schemas.microsoft.com/office/drawing/2014/main" id="{FAF4A2A6-66F7-4AD0-B6F9-E18B05C12DD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133913" y="5424092"/>
              <a:ext cx="468380" cy="20788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5" name="Straight Connector 452">
              <a:extLst>
                <a:ext uri="{FF2B5EF4-FFF2-40B4-BE49-F238E27FC236}">
                  <a16:creationId xmlns:a16="http://schemas.microsoft.com/office/drawing/2014/main" id="{26CFFB28-F9A2-4ACB-9FD2-1BF0A8BE336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20618" y="5317371"/>
              <a:ext cx="469092" cy="19727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6" name="Straight Connector 452">
              <a:extLst>
                <a:ext uri="{FF2B5EF4-FFF2-40B4-BE49-F238E27FC236}">
                  <a16:creationId xmlns:a16="http://schemas.microsoft.com/office/drawing/2014/main" id="{04F76DE3-8B54-452D-B32E-17F0BBA66A4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914737" y="4979136"/>
              <a:ext cx="2050" cy="36962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7" name="Straight Connector 452">
              <a:extLst>
                <a:ext uri="{FF2B5EF4-FFF2-40B4-BE49-F238E27FC236}">
                  <a16:creationId xmlns:a16="http://schemas.microsoft.com/office/drawing/2014/main" id="{8AC28B74-CD15-4277-9A3E-59554DC4908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439772" y="5509631"/>
              <a:ext cx="0" cy="19467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8" name="Straight Connector 452">
              <a:extLst>
                <a:ext uri="{FF2B5EF4-FFF2-40B4-BE49-F238E27FC236}">
                  <a16:creationId xmlns:a16="http://schemas.microsoft.com/office/drawing/2014/main" id="{AF98755D-1CF3-4053-AA0A-57033A3E842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651975" y="5409472"/>
              <a:ext cx="274295" cy="10158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1" name="Straight Connector 452">
              <a:extLst>
                <a:ext uri="{FF2B5EF4-FFF2-40B4-BE49-F238E27FC236}">
                  <a16:creationId xmlns:a16="http://schemas.microsoft.com/office/drawing/2014/main" id="{A9246876-1E19-4B5A-91EF-6F2F490FCDD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75886" y="5680971"/>
              <a:ext cx="246235" cy="10407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2" name="Straight Connector 452">
              <a:extLst>
                <a:ext uri="{FF2B5EF4-FFF2-40B4-BE49-F238E27FC236}">
                  <a16:creationId xmlns:a16="http://schemas.microsoft.com/office/drawing/2014/main" id="{154416CE-15CA-4A44-BE3C-55E845B6C89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74564" y="5782987"/>
              <a:ext cx="0" cy="19679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5" name="Straight Connector 452">
              <a:extLst>
                <a:ext uri="{FF2B5EF4-FFF2-40B4-BE49-F238E27FC236}">
                  <a16:creationId xmlns:a16="http://schemas.microsoft.com/office/drawing/2014/main" id="{6DF0D42B-2194-4E91-A47B-5233CF9C4AA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133925" y="5603231"/>
              <a:ext cx="7727" cy="37801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7" name="Straight Connector 452">
              <a:extLst>
                <a:ext uri="{FF2B5EF4-FFF2-40B4-BE49-F238E27FC236}">
                  <a16:creationId xmlns:a16="http://schemas.microsoft.com/office/drawing/2014/main" id="{7DB9CFBB-987C-4676-9E0A-C41E6B2BA57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67872" y="5983759"/>
              <a:ext cx="473443" cy="18308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0" name="Straight Connector 452">
              <a:extLst>
                <a:ext uri="{FF2B5EF4-FFF2-40B4-BE49-F238E27FC236}">
                  <a16:creationId xmlns:a16="http://schemas.microsoft.com/office/drawing/2014/main" id="{C8654A86-80FD-4661-AFB2-6EB92197440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667872" y="6166847"/>
              <a:ext cx="1" cy="16640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2" name="Straight Connector 452">
              <a:extLst>
                <a:ext uri="{FF2B5EF4-FFF2-40B4-BE49-F238E27FC236}">
                  <a16:creationId xmlns:a16="http://schemas.microsoft.com/office/drawing/2014/main" id="{6C833364-4242-4C19-B4FC-4F34FC80A28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437748" y="6313885"/>
              <a:ext cx="246235" cy="10407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3" name="Straight Connector 452">
              <a:extLst>
                <a:ext uri="{FF2B5EF4-FFF2-40B4-BE49-F238E27FC236}">
                  <a16:creationId xmlns:a16="http://schemas.microsoft.com/office/drawing/2014/main" id="{35952641-B559-4602-BA6E-6DFC919DB75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441865" y="6403523"/>
              <a:ext cx="5379" cy="40281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4" name="Straight Connector 452">
              <a:extLst>
                <a:ext uri="{FF2B5EF4-FFF2-40B4-BE49-F238E27FC236}">
                  <a16:creationId xmlns:a16="http://schemas.microsoft.com/office/drawing/2014/main" id="{90CA4AB9-BFE3-49A7-B237-873378D24F6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436224" y="6695609"/>
              <a:ext cx="247759" cy="11016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8" name="Straight Connector 452">
              <a:extLst>
                <a:ext uri="{FF2B5EF4-FFF2-40B4-BE49-F238E27FC236}">
                  <a16:creationId xmlns:a16="http://schemas.microsoft.com/office/drawing/2014/main" id="{C0077876-FCB1-49E1-B395-839FBD91A06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83983" y="6689691"/>
              <a:ext cx="0" cy="19467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4" name="Straight Connector 452">
              <a:extLst>
                <a:ext uri="{FF2B5EF4-FFF2-40B4-BE49-F238E27FC236}">
                  <a16:creationId xmlns:a16="http://schemas.microsoft.com/office/drawing/2014/main" id="{C68B5D46-92A9-4401-818A-C686CFDD580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683983" y="6879883"/>
              <a:ext cx="480918" cy="19710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5" name="Straight Connector 452">
              <a:extLst>
                <a:ext uri="{FF2B5EF4-FFF2-40B4-BE49-F238E27FC236}">
                  <a16:creationId xmlns:a16="http://schemas.microsoft.com/office/drawing/2014/main" id="{E9F894A9-2DD7-4AA7-AA3A-99B42A7AA178}"/>
                </a:ext>
              </a:extLst>
            </p:cNvPr>
            <p:cNvCxnSpPr>
              <a:cxnSpLocks/>
            </p:cNvCxnSpPr>
            <p:nvPr/>
          </p:nvCxnSpPr>
          <p:spPr>
            <a:xfrm>
              <a:off x="10156027" y="7069491"/>
              <a:ext cx="0" cy="19387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0" name="Straight Connector 452">
              <a:extLst>
                <a:ext uri="{FF2B5EF4-FFF2-40B4-BE49-F238E27FC236}">
                  <a16:creationId xmlns:a16="http://schemas.microsoft.com/office/drawing/2014/main" id="{1C00A9B8-4B91-46F0-B7B4-8D5D18686CCD}"/>
                </a:ext>
              </a:extLst>
            </p:cNvPr>
            <p:cNvCxnSpPr>
              <a:cxnSpLocks/>
            </p:cNvCxnSpPr>
            <p:nvPr/>
          </p:nvCxnSpPr>
          <p:spPr>
            <a:xfrm>
              <a:off x="9447244" y="7349170"/>
              <a:ext cx="0" cy="53652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2" name="Straight Connector 452">
              <a:extLst>
                <a:ext uri="{FF2B5EF4-FFF2-40B4-BE49-F238E27FC236}">
                  <a16:creationId xmlns:a16="http://schemas.microsoft.com/office/drawing/2014/main" id="{82748E40-1279-4F84-9A7C-95C9F882BA4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436225" y="7868523"/>
              <a:ext cx="247758" cy="1003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4" name="Straight Connector 452">
              <a:extLst>
                <a:ext uri="{FF2B5EF4-FFF2-40B4-BE49-F238E27FC236}">
                  <a16:creationId xmlns:a16="http://schemas.microsoft.com/office/drawing/2014/main" id="{50C58A51-E4DE-48B0-B803-48D41BF45A3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669491" y="7868523"/>
              <a:ext cx="218199" cy="10741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5" name="Straight Connector 452">
              <a:extLst>
                <a:ext uri="{FF2B5EF4-FFF2-40B4-BE49-F238E27FC236}">
                  <a16:creationId xmlns:a16="http://schemas.microsoft.com/office/drawing/2014/main" id="{7C64DEDB-BD1C-4581-A16B-1A6E43496CC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14737" y="7236126"/>
              <a:ext cx="241290" cy="9168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6" name="Straight Connector 452">
              <a:extLst>
                <a:ext uri="{FF2B5EF4-FFF2-40B4-BE49-F238E27FC236}">
                  <a16:creationId xmlns:a16="http://schemas.microsoft.com/office/drawing/2014/main" id="{872488E8-1938-4897-8CD0-4643B457F8F6}"/>
                </a:ext>
              </a:extLst>
            </p:cNvPr>
            <p:cNvCxnSpPr>
              <a:cxnSpLocks/>
            </p:cNvCxnSpPr>
            <p:nvPr/>
          </p:nvCxnSpPr>
          <p:spPr>
            <a:xfrm>
              <a:off x="9905141" y="7330375"/>
              <a:ext cx="0" cy="20836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8" name="Straight Connector 452">
              <a:extLst>
                <a:ext uri="{FF2B5EF4-FFF2-40B4-BE49-F238E27FC236}">
                  <a16:creationId xmlns:a16="http://schemas.microsoft.com/office/drawing/2014/main" id="{DF4C427A-D49A-48F9-BFFA-5945A2CC50E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905141" y="7517839"/>
              <a:ext cx="250886" cy="9349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9" name="Straight Connector 452">
              <a:extLst>
                <a:ext uri="{FF2B5EF4-FFF2-40B4-BE49-F238E27FC236}">
                  <a16:creationId xmlns:a16="http://schemas.microsoft.com/office/drawing/2014/main" id="{1E209EE4-7811-463E-85CE-FE2679648BE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135124" y="7502447"/>
              <a:ext cx="236738" cy="10888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0" name="Straight Connector 452">
              <a:extLst>
                <a:ext uri="{FF2B5EF4-FFF2-40B4-BE49-F238E27FC236}">
                  <a16:creationId xmlns:a16="http://schemas.microsoft.com/office/drawing/2014/main" id="{65EECBC5-A222-4877-AFEA-3466DDB0D6E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389711" y="7507360"/>
              <a:ext cx="455833" cy="17531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2" name="Straight Connector 452">
              <a:extLst>
                <a:ext uri="{FF2B5EF4-FFF2-40B4-BE49-F238E27FC236}">
                  <a16:creationId xmlns:a16="http://schemas.microsoft.com/office/drawing/2014/main" id="{5D001A87-68AB-4FD3-B114-0737A080838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08626" y="7682670"/>
              <a:ext cx="236738" cy="10888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5" name="Straight Connector 452">
              <a:extLst>
                <a:ext uri="{FF2B5EF4-FFF2-40B4-BE49-F238E27FC236}">
                  <a16:creationId xmlns:a16="http://schemas.microsoft.com/office/drawing/2014/main" id="{6D8F5E59-BCA1-4F2C-9448-92CF31AE2993}"/>
                </a:ext>
              </a:extLst>
            </p:cNvPr>
            <p:cNvCxnSpPr>
              <a:cxnSpLocks/>
            </p:cNvCxnSpPr>
            <p:nvPr/>
          </p:nvCxnSpPr>
          <p:spPr>
            <a:xfrm>
              <a:off x="10603193" y="7951684"/>
              <a:ext cx="234937" cy="10462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6" name="Straight Connector 452">
              <a:extLst>
                <a:ext uri="{FF2B5EF4-FFF2-40B4-BE49-F238E27FC236}">
                  <a16:creationId xmlns:a16="http://schemas.microsoft.com/office/drawing/2014/main" id="{42EBE733-C15B-41B2-B49D-578AEE02D11C}"/>
                </a:ext>
              </a:extLst>
            </p:cNvPr>
            <p:cNvCxnSpPr>
              <a:cxnSpLocks/>
            </p:cNvCxnSpPr>
            <p:nvPr/>
          </p:nvCxnSpPr>
          <p:spPr>
            <a:xfrm>
              <a:off x="10140625" y="7940005"/>
              <a:ext cx="0" cy="19387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7" name="Straight Connector 452">
              <a:extLst>
                <a:ext uri="{FF2B5EF4-FFF2-40B4-BE49-F238E27FC236}">
                  <a16:creationId xmlns:a16="http://schemas.microsoft.com/office/drawing/2014/main" id="{034AD6EF-B703-4E31-82F4-6B0CC7FDE53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15953" y="8119896"/>
              <a:ext cx="236738" cy="10888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8" name="Straight Connector 452">
              <a:extLst>
                <a:ext uri="{FF2B5EF4-FFF2-40B4-BE49-F238E27FC236}">
                  <a16:creationId xmlns:a16="http://schemas.microsoft.com/office/drawing/2014/main" id="{0479E1F2-29EC-4939-A791-D197B076737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444166" y="8411475"/>
              <a:ext cx="478817" cy="2031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2" name="Straight Connector 452">
              <a:extLst>
                <a:ext uri="{FF2B5EF4-FFF2-40B4-BE49-F238E27FC236}">
                  <a16:creationId xmlns:a16="http://schemas.microsoft.com/office/drawing/2014/main" id="{20529D70-57BD-41D0-97BE-1DEB26A2270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03922" y="7797944"/>
              <a:ext cx="6567" cy="17799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4" name="Straight Connector 452">
              <a:extLst>
                <a:ext uri="{FF2B5EF4-FFF2-40B4-BE49-F238E27FC236}">
                  <a16:creationId xmlns:a16="http://schemas.microsoft.com/office/drawing/2014/main" id="{A2193084-DE95-4636-8960-91A50C8CFD38}"/>
                </a:ext>
              </a:extLst>
            </p:cNvPr>
            <p:cNvCxnSpPr>
              <a:cxnSpLocks/>
            </p:cNvCxnSpPr>
            <p:nvPr/>
          </p:nvCxnSpPr>
          <p:spPr>
            <a:xfrm>
              <a:off x="10151419" y="8308311"/>
              <a:ext cx="0" cy="19387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5" name="Straight Connector 452">
              <a:extLst>
                <a:ext uri="{FF2B5EF4-FFF2-40B4-BE49-F238E27FC236}">
                  <a16:creationId xmlns:a16="http://schemas.microsoft.com/office/drawing/2014/main" id="{53B04051-095C-4EB3-93E0-3A6F777B32A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135968" y="8502184"/>
              <a:ext cx="247758" cy="1003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6" name="Straight Connector 452">
              <a:extLst>
                <a:ext uri="{FF2B5EF4-FFF2-40B4-BE49-F238E27FC236}">
                  <a16:creationId xmlns:a16="http://schemas.microsoft.com/office/drawing/2014/main" id="{C9F0B0C7-8318-4CE6-8CE4-4D53791ADA40}"/>
                </a:ext>
              </a:extLst>
            </p:cNvPr>
            <p:cNvCxnSpPr>
              <a:cxnSpLocks/>
            </p:cNvCxnSpPr>
            <p:nvPr/>
          </p:nvCxnSpPr>
          <p:spPr>
            <a:xfrm>
              <a:off x="10371812" y="8387459"/>
              <a:ext cx="0" cy="19387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7" name="Straight Connector 452">
              <a:extLst>
                <a:ext uri="{FF2B5EF4-FFF2-40B4-BE49-F238E27FC236}">
                  <a16:creationId xmlns:a16="http://schemas.microsoft.com/office/drawing/2014/main" id="{DA80D09F-F2C9-4536-AC4C-4518A2557C0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360868" y="8401836"/>
              <a:ext cx="258422" cy="10933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9" name="Straight Connector 452">
              <a:extLst>
                <a:ext uri="{FF2B5EF4-FFF2-40B4-BE49-F238E27FC236}">
                  <a16:creationId xmlns:a16="http://schemas.microsoft.com/office/drawing/2014/main" id="{8E2D419B-A26C-4A7E-AD7D-E658FE6B764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08627" y="8510330"/>
              <a:ext cx="8308" cy="35926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1" name="Straight Connector 452">
              <a:extLst>
                <a:ext uri="{FF2B5EF4-FFF2-40B4-BE49-F238E27FC236}">
                  <a16:creationId xmlns:a16="http://schemas.microsoft.com/office/drawing/2014/main" id="{C7416553-78F5-4E3A-B917-40AF30E9C95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02293" y="8769462"/>
              <a:ext cx="236738" cy="10888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2" name="Straight Connector 452">
              <a:extLst>
                <a:ext uri="{FF2B5EF4-FFF2-40B4-BE49-F238E27FC236}">
                  <a16:creationId xmlns:a16="http://schemas.microsoft.com/office/drawing/2014/main" id="{A355B065-4A2F-4DE0-960A-1555B279EEC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842287" y="8048025"/>
              <a:ext cx="3258" cy="18894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4" name="Straight Connector 452">
              <a:extLst>
                <a:ext uri="{FF2B5EF4-FFF2-40B4-BE49-F238E27FC236}">
                  <a16:creationId xmlns:a16="http://schemas.microsoft.com/office/drawing/2014/main" id="{D99B9886-91CB-4367-A8AA-7532F645ECD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841402" y="8132886"/>
              <a:ext cx="236738" cy="10888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5" name="Straight Connector 452">
              <a:extLst>
                <a:ext uri="{FF2B5EF4-FFF2-40B4-BE49-F238E27FC236}">
                  <a16:creationId xmlns:a16="http://schemas.microsoft.com/office/drawing/2014/main" id="{054B4241-4707-4860-BE90-70E31011E5B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054568" y="7952945"/>
              <a:ext cx="518307" cy="19459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7" name="Straight Connector 452">
              <a:extLst>
                <a:ext uri="{FF2B5EF4-FFF2-40B4-BE49-F238E27FC236}">
                  <a16:creationId xmlns:a16="http://schemas.microsoft.com/office/drawing/2014/main" id="{1462CD36-8397-4B5A-AEBD-25390B5280D5}"/>
                </a:ext>
              </a:extLst>
            </p:cNvPr>
            <p:cNvCxnSpPr>
              <a:cxnSpLocks/>
            </p:cNvCxnSpPr>
            <p:nvPr/>
          </p:nvCxnSpPr>
          <p:spPr>
            <a:xfrm>
              <a:off x="11562609" y="8139176"/>
              <a:ext cx="0" cy="1990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8" name="Straight Connector 452">
              <a:extLst>
                <a:ext uri="{FF2B5EF4-FFF2-40B4-BE49-F238E27FC236}">
                  <a16:creationId xmlns:a16="http://schemas.microsoft.com/office/drawing/2014/main" id="{2936D8D1-9ECB-4FB4-9CD3-6C473A81C04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542322" y="8316935"/>
              <a:ext cx="725878" cy="29374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0" name="Straight Connector 452">
              <a:extLst>
                <a:ext uri="{FF2B5EF4-FFF2-40B4-BE49-F238E27FC236}">
                  <a16:creationId xmlns:a16="http://schemas.microsoft.com/office/drawing/2014/main" id="{870416F1-72BD-4BB3-AA22-27933611A5CA}"/>
                </a:ext>
              </a:extLst>
            </p:cNvPr>
            <p:cNvCxnSpPr>
              <a:cxnSpLocks/>
            </p:cNvCxnSpPr>
            <p:nvPr/>
          </p:nvCxnSpPr>
          <p:spPr>
            <a:xfrm>
              <a:off x="12267459" y="8588903"/>
              <a:ext cx="0" cy="1990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1" name="Straight Connector 452">
              <a:extLst>
                <a:ext uri="{FF2B5EF4-FFF2-40B4-BE49-F238E27FC236}">
                  <a16:creationId xmlns:a16="http://schemas.microsoft.com/office/drawing/2014/main" id="{C8CE3338-8D2A-4D56-A8C3-330614CF5CA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759215" y="8602797"/>
              <a:ext cx="518307" cy="19459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2" name="Straight Connector 452">
              <a:extLst>
                <a:ext uri="{FF2B5EF4-FFF2-40B4-BE49-F238E27FC236}">
                  <a16:creationId xmlns:a16="http://schemas.microsoft.com/office/drawing/2014/main" id="{D157F218-DBED-45B6-ABCC-AA0BBBD8D16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542322" y="8591986"/>
              <a:ext cx="237359" cy="10624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4" name="Straight Connector 452">
              <a:extLst>
                <a:ext uri="{FF2B5EF4-FFF2-40B4-BE49-F238E27FC236}">
                  <a16:creationId xmlns:a16="http://schemas.microsoft.com/office/drawing/2014/main" id="{DD8ADAF7-0261-4C55-97DC-84CBD0664E4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551653" y="8701287"/>
              <a:ext cx="518307" cy="19459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5" name="Straight Connector 452">
              <a:extLst>
                <a:ext uri="{FF2B5EF4-FFF2-40B4-BE49-F238E27FC236}">
                  <a16:creationId xmlns:a16="http://schemas.microsoft.com/office/drawing/2014/main" id="{BCA4001B-DCCD-4237-A06E-9506EB86F42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779681" y="8889949"/>
              <a:ext cx="290279" cy="7532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7" name="Straight Connector 452">
              <a:extLst>
                <a:ext uri="{FF2B5EF4-FFF2-40B4-BE49-F238E27FC236}">
                  <a16:creationId xmlns:a16="http://schemas.microsoft.com/office/drawing/2014/main" id="{56C57772-9211-4070-9709-519B354DE4C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533116" y="8881698"/>
              <a:ext cx="246566" cy="9716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8" name="Straight Connector 452">
              <a:extLst>
                <a:ext uri="{FF2B5EF4-FFF2-40B4-BE49-F238E27FC236}">
                  <a16:creationId xmlns:a16="http://schemas.microsoft.com/office/drawing/2014/main" id="{A6FB4816-0A8C-4B10-8194-88E37C11CD7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562609" y="9047932"/>
              <a:ext cx="704851" cy="29022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9" name="Straight Connector 452">
              <a:extLst>
                <a:ext uri="{FF2B5EF4-FFF2-40B4-BE49-F238E27FC236}">
                  <a16:creationId xmlns:a16="http://schemas.microsoft.com/office/drawing/2014/main" id="{EE49507E-A48D-4BD2-AD91-887C0724954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989429" y="9346410"/>
              <a:ext cx="290279" cy="7532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0" name="Straight Connector 452">
              <a:extLst>
                <a:ext uri="{FF2B5EF4-FFF2-40B4-BE49-F238E27FC236}">
                  <a16:creationId xmlns:a16="http://schemas.microsoft.com/office/drawing/2014/main" id="{A2B02819-D00D-4E96-97CC-C029127537D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767454" y="9321387"/>
              <a:ext cx="247758" cy="1003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1" name="Straight Connector 452">
              <a:extLst>
                <a:ext uri="{FF2B5EF4-FFF2-40B4-BE49-F238E27FC236}">
                  <a16:creationId xmlns:a16="http://schemas.microsoft.com/office/drawing/2014/main" id="{2D338294-143F-4FB2-B6AA-F0C1EDB2EA99}"/>
                </a:ext>
              </a:extLst>
            </p:cNvPr>
            <p:cNvCxnSpPr>
              <a:cxnSpLocks/>
            </p:cNvCxnSpPr>
            <p:nvPr/>
          </p:nvCxnSpPr>
          <p:spPr>
            <a:xfrm>
              <a:off x="11779681" y="9311592"/>
              <a:ext cx="0" cy="41343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3" name="Straight Connector 452">
              <a:extLst>
                <a:ext uri="{FF2B5EF4-FFF2-40B4-BE49-F238E27FC236}">
                  <a16:creationId xmlns:a16="http://schemas.microsoft.com/office/drawing/2014/main" id="{D6CD8592-BFD4-43B8-9879-0E759CE6063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542322" y="9698599"/>
              <a:ext cx="250187" cy="822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8" name="Straight Connector 452">
              <a:extLst>
                <a:ext uri="{FF2B5EF4-FFF2-40B4-BE49-F238E27FC236}">
                  <a16:creationId xmlns:a16="http://schemas.microsoft.com/office/drawing/2014/main" id="{ECCBE61F-C8D9-455E-B70C-81A4B99654F1}"/>
                </a:ext>
              </a:extLst>
            </p:cNvPr>
            <p:cNvCxnSpPr>
              <a:cxnSpLocks/>
            </p:cNvCxnSpPr>
            <p:nvPr/>
          </p:nvCxnSpPr>
          <p:spPr>
            <a:xfrm>
              <a:off x="11551653" y="8865762"/>
              <a:ext cx="0" cy="1990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0" name="Straight Connector 452">
              <a:extLst>
                <a:ext uri="{FF2B5EF4-FFF2-40B4-BE49-F238E27FC236}">
                  <a16:creationId xmlns:a16="http://schemas.microsoft.com/office/drawing/2014/main" id="{F93762C7-2014-4765-A090-0AAA77602E3F}"/>
                </a:ext>
              </a:extLst>
            </p:cNvPr>
            <p:cNvCxnSpPr>
              <a:cxnSpLocks/>
            </p:cNvCxnSpPr>
            <p:nvPr/>
          </p:nvCxnSpPr>
          <p:spPr>
            <a:xfrm>
              <a:off x="11551653" y="9210056"/>
              <a:ext cx="0" cy="59325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2" name="Straight Connector 452">
              <a:extLst>
                <a:ext uri="{FF2B5EF4-FFF2-40B4-BE49-F238E27FC236}">
                  <a16:creationId xmlns:a16="http://schemas.microsoft.com/office/drawing/2014/main" id="{E77CC52B-92AA-4AF2-9E43-B4065BEBB28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302675" y="9147902"/>
              <a:ext cx="247758" cy="1003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3" name="Straight Connector 452">
              <a:extLst>
                <a:ext uri="{FF2B5EF4-FFF2-40B4-BE49-F238E27FC236}">
                  <a16:creationId xmlns:a16="http://schemas.microsoft.com/office/drawing/2014/main" id="{CA329C1E-D927-4297-A27C-479B5FC6B956}"/>
                </a:ext>
              </a:extLst>
            </p:cNvPr>
            <p:cNvCxnSpPr>
              <a:cxnSpLocks/>
            </p:cNvCxnSpPr>
            <p:nvPr/>
          </p:nvCxnSpPr>
          <p:spPr>
            <a:xfrm>
              <a:off x="11325222" y="8228785"/>
              <a:ext cx="4178" cy="93360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5" name="Straight Connector 452">
              <a:extLst>
                <a:ext uri="{FF2B5EF4-FFF2-40B4-BE49-F238E27FC236}">
                  <a16:creationId xmlns:a16="http://schemas.microsoft.com/office/drawing/2014/main" id="{109BF86E-1288-45D6-B6DA-D3542A2984C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96622" y="8232236"/>
              <a:ext cx="227715" cy="9331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6" name="Straight Connector 452">
              <a:extLst>
                <a:ext uri="{FF2B5EF4-FFF2-40B4-BE49-F238E27FC236}">
                  <a16:creationId xmlns:a16="http://schemas.microsoft.com/office/drawing/2014/main" id="{5821E27B-CE5A-49C4-83A1-98CA611ED5A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88282" y="8325550"/>
              <a:ext cx="1377" cy="93387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8" name="Straight Connector 452">
              <a:extLst>
                <a:ext uri="{FF2B5EF4-FFF2-40B4-BE49-F238E27FC236}">
                  <a16:creationId xmlns:a16="http://schemas.microsoft.com/office/drawing/2014/main" id="{C25E1785-67E1-4342-959D-DBAE460E104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088095" y="9233470"/>
              <a:ext cx="247758" cy="1003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9" name="Straight Connector 452">
              <a:extLst>
                <a:ext uri="{FF2B5EF4-FFF2-40B4-BE49-F238E27FC236}">
                  <a16:creationId xmlns:a16="http://schemas.microsoft.com/office/drawing/2014/main" id="{B95A8BF5-ED4F-4E11-8A1E-5033062272D2}"/>
                </a:ext>
              </a:extLst>
            </p:cNvPr>
            <p:cNvCxnSpPr>
              <a:cxnSpLocks/>
            </p:cNvCxnSpPr>
            <p:nvPr/>
          </p:nvCxnSpPr>
          <p:spPr>
            <a:xfrm>
              <a:off x="11313721" y="9297690"/>
              <a:ext cx="0" cy="41343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0" name="Straight Connector 452">
              <a:extLst>
                <a:ext uri="{FF2B5EF4-FFF2-40B4-BE49-F238E27FC236}">
                  <a16:creationId xmlns:a16="http://schemas.microsoft.com/office/drawing/2014/main" id="{BF95C7B8-46BC-49EA-9573-800DEFB8E10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834934" y="9690280"/>
              <a:ext cx="503834" cy="18963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3" name="Straight Connector 452">
              <a:extLst>
                <a:ext uri="{FF2B5EF4-FFF2-40B4-BE49-F238E27FC236}">
                  <a16:creationId xmlns:a16="http://schemas.microsoft.com/office/drawing/2014/main" id="{9A5A46FC-2B6B-4143-A65C-6102708D9BC4}"/>
                </a:ext>
              </a:extLst>
            </p:cNvPr>
            <p:cNvCxnSpPr>
              <a:cxnSpLocks/>
            </p:cNvCxnSpPr>
            <p:nvPr/>
          </p:nvCxnSpPr>
          <p:spPr>
            <a:xfrm>
              <a:off x="10842287" y="9879451"/>
              <a:ext cx="0" cy="1990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5" name="Straight Connector 452">
              <a:extLst>
                <a:ext uri="{FF2B5EF4-FFF2-40B4-BE49-F238E27FC236}">
                  <a16:creationId xmlns:a16="http://schemas.microsoft.com/office/drawing/2014/main" id="{09A9D2C7-0D45-4601-AE35-9AEEA4774C0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584747" y="10079524"/>
              <a:ext cx="250187" cy="822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6" name="Straight Connector 452">
              <a:extLst>
                <a:ext uri="{FF2B5EF4-FFF2-40B4-BE49-F238E27FC236}">
                  <a16:creationId xmlns:a16="http://schemas.microsoft.com/office/drawing/2014/main" id="{08B8E50A-675A-4090-9C36-95ACF331A3D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363461" y="10067065"/>
              <a:ext cx="247758" cy="1003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7" name="Straight Connector 452">
              <a:extLst>
                <a:ext uri="{FF2B5EF4-FFF2-40B4-BE49-F238E27FC236}">
                  <a16:creationId xmlns:a16="http://schemas.microsoft.com/office/drawing/2014/main" id="{BB19EB94-E688-4D3D-A9F3-574B475EF28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110681" y="10076109"/>
              <a:ext cx="250187" cy="822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8" name="Straight Connector 452">
              <a:extLst>
                <a:ext uri="{FF2B5EF4-FFF2-40B4-BE49-F238E27FC236}">
                  <a16:creationId xmlns:a16="http://schemas.microsoft.com/office/drawing/2014/main" id="{002A63AE-6CD1-48CC-B6F0-C821F0C75AD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855570" y="10057842"/>
              <a:ext cx="247758" cy="1003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9" name="Straight Connector 452">
              <a:extLst>
                <a:ext uri="{FF2B5EF4-FFF2-40B4-BE49-F238E27FC236}">
                  <a16:creationId xmlns:a16="http://schemas.microsoft.com/office/drawing/2014/main" id="{ADC9E193-3DE4-41A7-A84F-94B5FAF648C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05840" y="9978355"/>
              <a:ext cx="250187" cy="822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0" name="Straight Connector 452">
              <a:extLst>
                <a:ext uri="{FF2B5EF4-FFF2-40B4-BE49-F238E27FC236}">
                  <a16:creationId xmlns:a16="http://schemas.microsoft.com/office/drawing/2014/main" id="{206110D4-5D88-42D9-B833-A2E381B60094}"/>
                </a:ext>
              </a:extLst>
            </p:cNvPr>
            <p:cNvCxnSpPr>
              <a:cxnSpLocks/>
            </p:cNvCxnSpPr>
            <p:nvPr/>
          </p:nvCxnSpPr>
          <p:spPr>
            <a:xfrm>
              <a:off x="10148569" y="9798986"/>
              <a:ext cx="0" cy="1990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1" name="Straight Connector 452">
              <a:extLst>
                <a:ext uri="{FF2B5EF4-FFF2-40B4-BE49-F238E27FC236}">
                  <a16:creationId xmlns:a16="http://schemas.microsoft.com/office/drawing/2014/main" id="{53BD5DC6-37AA-4F8F-B58A-2072D31BAA0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133913" y="9797438"/>
              <a:ext cx="497467" cy="17832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3" name="Straight Connector 452">
              <a:extLst>
                <a:ext uri="{FF2B5EF4-FFF2-40B4-BE49-F238E27FC236}">
                  <a16:creationId xmlns:a16="http://schemas.microsoft.com/office/drawing/2014/main" id="{BA540684-E0DA-40A7-AE8C-C384367222C0}"/>
                </a:ext>
              </a:extLst>
            </p:cNvPr>
            <p:cNvCxnSpPr>
              <a:cxnSpLocks/>
            </p:cNvCxnSpPr>
            <p:nvPr/>
          </p:nvCxnSpPr>
          <p:spPr>
            <a:xfrm>
              <a:off x="10614114" y="9780859"/>
              <a:ext cx="0" cy="1990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4" name="Straight Connector 452">
              <a:extLst>
                <a:ext uri="{FF2B5EF4-FFF2-40B4-BE49-F238E27FC236}">
                  <a16:creationId xmlns:a16="http://schemas.microsoft.com/office/drawing/2014/main" id="{E67EE4E1-4550-4215-AC14-ADA6818092F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10489" y="9603099"/>
              <a:ext cx="486133" cy="19637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6" name="Straight Connector 452">
              <a:extLst>
                <a:ext uri="{FF2B5EF4-FFF2-40B4-BE49-F238E27FC236}">
                  <a16:creationId xmlns:a16="http://schemas.microsoft.com/office/drawing/2014/main" id="{D96A0284-54C9-4948-940B-AD234F450E90}"/>
                </a:ext>
              </a:extLst>
            </p:cNvPr>
            <p:cNvCxnSpPr>
              <a:cxnSpLocks/>
            </p:cNvCxnSpPr>
            <p:nvPr/>
          </p:nvCxnSpPr>
          <p:spPr>
            <a:xfrm>
              <a:off x="11091779" y="9411743"/>
              <a:ext cx="0" cy="1990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7" name="Straight Connector 452">
              <a:extLst>
                <a:ext uri="{FF2B5EF4-FFF2-40B4-BE49-F238E27FC236}">
                  <a16:creationId xmlns:a16="http://schemas.microsoft.com/office/drawing/2014/main" id="{03C026AB-8612-4B48-B86D-96944B3C22A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360868" y="9392480"/>
              <a:ext cx="742893" cy="29510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9" name="Straight Connector 452">
              <a:extLst>
                <a:ext uri="{FF2B5EF4-FFF2-40B4-BE49-F238E27FC236}">
                  <a16:creationId xmlns:a16="http://schemas.microsoft.com/office/drawing/2014/main" id="{D3ED8F00-FF6B-417D-A606-3A3F853CEC49}"/>
                </a:ext>
              </a:extLst>
            </p:cNvPr>
            <p:cNvCxnSpPr>
              <a:cxnSpLocks/>
            </p:cNvCxnSpPr>
            <p:nvPr/>
          </p:nvCxnSpPr>
          <p:spPr>
            <a:xfrm>
              <a:off x="10367006" y="9509743"/>
              <a:ext cx="0" cy="1990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0" name="Straight Connector 452">
              <a:extLst>
                <a:ext uri="{FF2B5EF4-FFF2-40B4-BE49-F238E27FC236}">
                  <a16:creationId xmlns:a16="http://schemas.microsoft.com/office/drawing/2014/main" id="{B4183A3E-49C9-4844-9421-5094C64DEC6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352904" y="9336157"/>
              <a:ext cx="498020" cy="18789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2" name="Straight Connector 452">
              <a:extLst>
                <a:ext uri="{FF2B5EF4-FFF2-40B4-BE49-F238E27FC236}">
                  <a16:creationId xmlns:a16="http://schemas.microsoft.com/office/drawing/2014/main" id="{AA50D6C8-F29C-4DD6-8A4A-F5EAEE6482E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619900" y="9235295"/>
              <a:ext cx="247758" cy="1003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3" name="Straight Connector 452">
              <a:extLst>
                <a:ext uri="{FF2B5EF4-FFF2-40B4-BE49-F238E27FC236}">
                  <a16:creationId xmlns:a16="http://schemas.microsoft.com/office/drawing/2014/main" id="{74B59459-0151-48EF-ABDE-EFB3EE83E8C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651975" y="9235719"/>
              <a:ext cx="967315" cy="36478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5" name="Straight Connector 452">
              <a:extLst>
                <a:ext uri="{FF2B5EF4-FFF2-40B4-BE49-F238E27FC236}">
                  <a16:creationId xmlns:a16="http://schemas.microsoft.com/office/drawing/2014/main" id="{4269A09A-C0DF-40DA-BAEB-F60648275FE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430781" y="9511255"/>
              <a:ext cx="247758" cy="1003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6" name="Straight Connector 452">
              <a:extLst>
                <a:ext uri="{FF2B5EF4-FFF2-40B4-BE49-F238E27FC236}">
                  <a16:creationId xmlns:a16="http://schemas.microsoft.com/office/drawing/2014/main" id="{D0393011-DCE7-47EC-B6E2-58F3F4DA615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436961" y="9155698"/>
              <a:ext cx="967315" cy="36478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7" name="Straight Connector 452">
              <a:extLst>
                <a:ext uri="{FF2B5EF4-FFF2-40B4-BE49-F238E27FC236}">
                  <a16:creationId xmlns:a16="http://schemas.microsoft.com/office/drawing/2014/main" id="{32373D00-DC17-4F8C-810A-1D841C63FCA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161284" y="9069721"/>
              <a:ext cx="247758" cy="1003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8" name="Straight Connector 452">
              <a:extLst>
                <a:ext uri="{FF2B5EF4-FFF2-40B4-BE49-F238E27FC236}">
                  <a16:creationId xmlns:a16="http://schemas.microsoft.com/office/drawing/2014/main" id="{304762F6-E298-478B-A57D-AF0A4E21D39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197336" y="9071932"/>
              <a:ext cx="967315" cy="36478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9" name="Straight Connector 452">
              <a:extLst>
                <a:ext uri="{FF2B5EF4-FFF2-40B4-BE49-F238E27FC236}">
                  <a16:creationId xmlns:a16="http://schemas.microsoft.com/office/drawing/2014/main" id="{87E1B187-C918-48A7-87AD-18264372036C}"/>
                </a:ext>
              </a:extLst>
            </p:cNvPr>
            <p:cNvCxnSpPr>
              <a:cxnSpLocks/>
            </p:cNvCxnSpPr>
            <p:nvPr/>
          </p:nvCxnSpPr>
          <p:spPr>
            <a:xfrm>
              <a:off x="9210505" y="9237108"/>
              <a:ext cx="0" cy="1990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0" name="Straight Connector 452">
              <a:extLst>
                <a:ext uri="{FF2B5EF4-FFF2-40B4-BE49-F238E27FC236}">
                  <a16:creationId xmlns:a16="http://schemas.microsoft.com/office/drawing/2014/main" id="{1D105FE2-762D-4C17-B001-7B12BCA167D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205376" y="8881698"/>
              <a:ext cx="954609" cy="37417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2" name="Straight Connector 452">
              <a:extLst>
                <a:ext uri="{FF2B5EF4-FFF2-40B4-BE49-F238E27FC236}">
                  <a16:creationId xmlns:a16="http://schemas.microsoft.com/office/drawing/2014/main" id="{527F737D-912C-4A7F-B26D-A0AAC9561A7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159151" y="8876970"/>
              <a:ext cx="247758" cy="1003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3" name="Straight Connector 452">
              <a:extLst>
                <a:ext uri="{FF2B5EF4-FFF2-40B4-BE49-F238E27FC236}">
                  <a16:creationId xmlns:a16="http://schemas.microsoft.com/office/drawing/2014/main" id="{B6303959-0A9D-481D-B70A-B734736E8932}"/>
                </a:ext>
              </a:extLst>
            </p:cNvPr>
            <p:cNvCxnSpPr>
              <a:cxnSpLocks/>
            </p:cNvCxnSpPr>
            <p:nvPr/>
          </p:nvCxnSpPr>
          <p:spPr>
            <a:xfrm>
              <a:off x="10404276" y="8782185"/>
              <a:ext cx="0" cy="1990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4" name="Straight Connector 452">
              <a:extLst>
                <a:ext uri="{FF2B5EF4-FFF2-40B4-BE49-F238E27FC236}">
                  <a16:creationId xmlns:a16="http://schemas.microsoft.com/office/drawing/2014/main" id="{907A46CA-6DAB-42B2-880B-CA82AD14984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169426" y="8679613"/>
              <a:ext cx="247758" cy="1003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5" name="Straight Connector 452">
              <a:extLst>
                <a:ext uri="{FF2B5EF4-FFF2-40B4-BE49-F238E27FC236}">
                  <a16:creationId xmlns:a16="http://schemas.microsoft.com/office/drawing/2014/main" id="{CF1F30D3-9EF8-49CB-AC0A-BCC3279E317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678228" y="8691099"/>
              <a:ext cx="498020" cy="18789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6" name="Straight Connector 452">
              <a:extLst>
                <a:ext uri="{FF2B5EF4-FFF2-40B4-BE49-F238E27FC236}">
                  <a16:creationId xmlns:a16="http://schemas.microsoft.com/office/drawing/2014/main" id="{C1ABF1C1-B715-46F5-B744-34A23B54415F}"/>
                </a:ext>
              </a:extLst>
            </p:cNvPr>
            <p:cNvCxnSpPr>
              <a:cxnSpLocks/>
            </p:cNvCxnSpPr>
            <p:nvPr/>
          </p:nvCxnSpPr>
          <p:spPr>
            <a:xfrm>
              <a:off x="9683983" y="8699217"/>
              <a:ext cx="0" cy="1990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7" name="Straight Connector 452">
              <a:extLst>
                <a:ext uri="{FF2B5EF4-FFF2-40B4-BE49-F238E27FC236}">
                  <a16:creationId xmlns:a16="http://schemas.microsoft.com/office/drawing/2014/main" id="{3E2D66DD-AFE4-4F4C-9204-4362A90AD44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682680" y="8604653"/>
              <a:ext cx="236738" cy="10888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9" name="Straight Connector 452">
              <a:extLst>
                <a:ext uri="{FF2B5EF4-FFF2-40B4-BE49-F238E27FC236}">
                  <a16:creationId xmlns:a16="http://schemas.microsoft.com/office/drawing/2014/main" id="{6CB74B5D-875E-4D63-A205-A3F9E6ADE8E7}"/>
                </a:ext>
              </a:extLst>
            </p:cNvPr>
            <p:cNvCxnSpPr>
              <a:cxnSpLocks/>
            </p:cNvCxnSpPr>
            <p:nvPr/>
          </p:nvCxnSpPr>
          <p:spPr>
            <a:xfrm>
              <a:off x="9450749" y="8234996"/>
              <a:ext cx="0" cy="1990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0" name="Straight Connector 452">
              <a:extLst>
                <a:ext uri="{FF2B5EF4-FFF2-40B4-BE49-F238E27FC236}">
                  <a16:creationId xmlns:a16="http://schemas.microsoft.com/office/drawing/2014/main" id="{A0FA7897-6531-41A6-BCD0-D809028CAC0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928490" y="8218278"/>
              <a:ext cx="247758" cy="1003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1" name="Straight Connector 452">
              <a:extLst>
                <a:ext uri="{FF2B5EF4-FFF2-40B4-BE49-F238E27FC236}">
                  <a16:creationId xmlns:a16="http://schemas.microsoft.com/office/drawing/2014/main" id="{0E7674AD-44CF-4ADF-AFFD-7D2F4A9C5D1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210363" y="8151816"/>
              <a:ext cx="247758" cy="1003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2" name="Straight Connector 452">
              <a:extLst>
                <a:ext uri="{FF2B5EF4-FFF2-40B4-BE49-F238E27FC236}">
                  <a16:creationId xmlns:a16="http://schemas.microsoft.com/office/drawing/2014/main" id="{7CB7DC09-FCA4-4805-A2C6-BE56D6061884}"/>
                </a:ext>
              </a:extLst>
            </p:cNvPr>
            <p:cNvCxnSpPr>
              <a:cxnSpLocks/>
            </p:cNvCxnSpPr>
            <p:nvPr/>
          </p:nvCxnSpPr>
          <p:spPr>
            <a:xfrm>
              <a:off x="9210363" y="7601803"/>
              <a:ext cx="9093" cy="55313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4" name="Straight Connector 452">
              <a:extLst>
                <a:ext uri="{FF2B5EF4-FFF2-40B4-BE49-F238E27FC236}">
                  <a16:creationId xmlns:a16="http://schemas.microsoft.com/office/drawing/2014/main" id="{7E77E529-74D4-4C62-89B2-2D55E76B5F2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962746" y="7493992"/>
              <a:ext cx="247758" cy="1003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5" name="Straight Connector 452">
              <a:extLst>
                <a:ext uri="{FF2B5EF4-FFF2-40B4-BE49-F238E27FC236}">
                  <a16:creationId xmlns:a16="http://schemas.microsoft.com/office/drawing/2014/main" id="{D3806B53-69A0-4C10-98B8-CA62C364DC85}"/>
                </a:ext>
              </a:extLst>
            </p:cNvPr>
            <p:cNvCxnSpPr>
              <a:cxnSpLocks/>
            </p:cNvCxnSpPr>
            <p:nvPr/>
          </p:nvCxnSpPr>
          <p:spPr>
            <a:xfrm>
              <a:off x="8978399" y="7491558"/>
              <a:ext cx="16650" cy="75384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7" name="Straight Connector 452">
              <a:extLst>
                <a:ext uri="{FF2B5EF4-FFF2-40B4-BE49-F238E27FC236}">
                  <a16:creationId xmlns:a16="http://schemas.microsoft.com/office/drawing/2014/main" id="{FC52B7FC-0FBF-4A8A-87E3-F93AC3BF253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996541" y="8233537"/>
              <a:ext cx="247758" cy="1003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8" name="Straight Connector 452">
              <a:extLst>
                <a:ext uri="{FF2B5EF4-FFF2-40B4-BE49-F238E27FC236}">
                  <a16:creationId xmlns:a16="http://schemas.microsoft.com/office/drawing/2014/main" id="{982AF115-5B9C-4359-84D4-F69C99E498E6}"/>
                </a:ext>
              </a:extLst>
            </p:cNvPr>
            <p:cNvCxnSpPr>
              <a:cxnSpLocks/>
            </p:cNvCxnSpPr>
            <p:nvPr/>
          </p:nvCxnSpPr>
          <p:spPr>
            <a:xfrm>
              <a:off x="9214261" y="8322102"/>
              <a:ext cx="0" cy="1990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9" name="Straight Connector 452">
              <a:extLst>
                <a:ext uri="{FF2B5EF4-FFF2-40B4-BE49-F238E27FC236}">
                  <a16:creationId xmlns:a16="http://schemas.microsoft.com/office/drawing/2014/main" id="{91260614-4E44-4480-877E-17D04A2E5C6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213889" y="8499225"/>
              <a:ext cx="247758" cy="1003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0" name="Straight Connector 452">
              <a:extLst>
                <a:ext uri="{FF2B5EF4-FFF2-40B4-BE49-F238E27FC236}">
                  <a16:creationId xmlns:a16="http://schemas.microsoft.com/office/drawing/2014/main" id="{51D0AA31-A920-4B0B-BF6C-B0D01130127A}"/>
                </a:ext>
              </a:extLst>
            </p:cNvPr>
            <p:cNvCxnSpPr>
              <a:cxnSpLocks/>
            </p:cNvCxnSpPr>
            <p:nvPr/>
          </p:nvCxnSpPr>
          <p:spPr>
            <a:xfrm>
              <a:off x="9444166" y="8600914"/>
              <a:ext cx="0" cy="1990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1" name="Straight Connector 452">
              <a:extLst>
                <a:ext uri="{FF2B5EF4-FFF2-40B4-BE49-F238E27FC236}">
                  <a16:creationId xmlns:a16="http://schemas.microsoft.com/office/drawing/2014/main" id="{5B05B5DC-7F95-46D5-BADF-F135C008103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202784" y="8786653"/>
              <a:ext cx="239959" cy="8933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3" name="Straight Connector 452">
              <a:extLst>
                <a:ext uri="{FF2B5EF4-FFF2-40B4-BE49-F238E27FC236}">
                  <a16:creationId xmlns:a16="http://schemas.microsoft.com/office/drawing/2014/main" id="{A9C08442-FBA6-4EB7-A48A-094D84227F3B}"/>
                </a:ext>
              </a:extLst>
            </p:cNvPr>
            <p:cNvCxnSpPr>
              <a:cxnSpLocks/>
            </p:cNvCxnSpPr>
            <p:nvPr/>
          </p:nvCxnSpPr>
          <p:spPr>
            <a:xfrm>
              <a:off x="9219456" y="8685533"/>
              <a:ext cx="0" cy="1990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4" name="Straight Connector 452">
              <a:extLst>
                <a:ext uri="{FF2B5EF4-FFF2-40B4-BE49-F238E27FC236}">
                  <a16:creationId xmlns:a16="http://schemas.microsoft.com/office/drawing/2014/main" id="{42E0806C-733A-4E69-8DD8-323BB2FEEF7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967023" y="8595866"/>
              <a:ext cx="247758" cy="1003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5" name="Straight Connector 452">
              <a:extLst>
                <a:ext uri="{FF2B5EF4-FFF2-40B4-BE49-F238E27FC236}">
                  <a16:creationId xmlns:a16="http://schemas.microsoft.com/office/drawing/2014/main" id="{D93F3802-4CBE-47A9-823E-3F25F5074C31}"/>
                </a:ext>
              </a:extLst>
            </p:cNvPr>
            <p:cNvCxnSpPr>
              <a:cxnSpLocks/>
            </p:cNvCxnSpPr>
            <p:nvPr/>
          </p:nvCxnSpPr>
          <p:spPr>
            <a:xfrm>
              <a:off x="8986724" y="8399712"/>
              <a:ext cx="0" cy="1990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6" name="Straight Connector 452">
              <a:extLst>
                <a:ext uri="{FF2B5EF4-FFF2-40B4-BE49-F238E27FC236}">
                  <a16:creationId xmlns:a16="http://schemas.microsoft.com/office/drawing/2014/main" id="{FD6E2004-2102-4622-B7C5-CF1274C89EC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756582" y="8418045"/>
              <a:ext cx="239959" cy="8933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7" name="Straight Connector 452">
              <a:extLst>
                <a:ext uri="{FF2B5EF4-FFF2-40B4-BE49-F238E27FC236}">
                  <a16:creationId xmlns:a16="http://schemas.microsoft.com/office/drawing/2014/main" id="{6320187B-586A-4940-8B67-655B166ECBEC}"/>
                </a:ext>
              </a:extLst>
            </p:cNvPr>
            <p:cNvCxnSpPr>
              <a:cxnSpLocks/>
            </p:cNvCxnSpPr>
            <p:nvPr/>
          </p:nvCxnSpPr>
          <p:spPr>
            <a:xfrm>
              <a:off x="8756582" y="8496253"/>
              <a:ext cx="0" cy="1990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8" name="Straight Connector 452">
              <a:extLst>
                <a:ext uri="{FF2B5EF4-FFF2-40B4-BE49-F238E27FC236}">
                  <a16:creationId xmlns:a16="http://schemas.microsoft.com/office/drawing/2014/main" id="{8A7CE693-D2AD-4ED5-AEF2-FD36732C1C9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743670" y="8693862"/>
              <a:ext cx="247758" cy="1003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9" name="Straight Connector 452">
              <a:extLst>
                <a:ext uri="{FF2B5EF4-FFF2-40B4-BE49-F238E27FC236}">
                  <a16:creationId xmlns:a16="http://schemas.microsoft.com/office/drawing/2014/main" id="{B95AF71D-30E5-4389-A035-600F672E5A1B}"/>
                </a:ext>
              </a:extLst>
            </p:cNvPr>
            <p:cNvCxnSpPr>
              <a:cxnSpLocks/>
            </p:cNvCxnSpPr>
            <p:nvPr/>
          </p:nvCxnSpPr>
          <p:spPr>
            <a:xfrm>
              <a:off x="8978399" y="8785045"/>
              <a:ext cx="0" cy="55304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1" name="Straight Connector 452">
              <a:extLst>
                <a:ext uri="{FF2B5EF4-FFF2-40B4-BE49-F238E27FC236}">
                  <a16:creationId xmlns:a16="http://schemas.microsoft.com/office/drawing/2014/main" id="{65F29059-578B-41B6-820F-5865E217B3A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733375" y="9339405"/>
              <a:ext cx="239959" cy="8933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2" name="Straight Connector 452">
              <a:extLst>
                <a:ext uri="{FF2B5EF4-FFF2-40B4-BE49-F238E27FC236}">
                  <a16:creationId xmlns:a16="http://schemas.microsoft.com/office/drawing/2014/main" id="{373F2663-1D73-44BD-B9A5-ABED065B9F98}"/>
                </a:ext>
              </a:extLst>
            </p:cNvPr>
            <p:cNvCxnSpPr>
              <a:cxnSpLocks/>
            </p:cNvCxnSpPr>
            <p:nvPr/>
          </p:nvCxnSpPr>
          <p:spPr>
            <a:xfrm>
              <a:off x="8743670" y="8896702"/>
              <a:ext cx="0" cy="55304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3" name="Straight Connector 452">
              <a:extLst>
                <a:ext uri="{FF2B5EF4-FFF2-40B4-BE49-F238E27FC236}">
                  <a16:creationId xmlns:a16="http://schemas.microsoft.com/office/drawing/2014/main" id="{E0D19665-D87C-4191-BDFF-33AFB437434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514452" y="8800226"/>
              <a:ext cx="247758" cy="1003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4" name="Straight Connector 452">
              <a:extLst>
                <a:ext uri="{FF2B5EF4-FFF2-40B4-BE49-F238E27FC236}">
                  <a16:creationId xmlns:a16="http://schemas.microsoft.com/office/drawing/2014/main" id="{4AE71743-E1A5-44B2-8B28-A2BA238A68C7}"/>
                </a:ext>
              </a:extLst>
            </p:cNvPr>
            <p:cNvCxnSpPr>
              <a:cxnSpLocks/>
            </p:cNvCxnSpPr>
            <p:nvPr/>
          </p:nvCxnSpPr>
          <p:spPr>
            <a:xfrm>
              <a:off x="8514452" y="8788264"/>
              <a:ext cx="0" cy="55304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5" name="Straight Connector 452">
              <a:extLst>
                <a:ext uri="{FF2B5EF4-FFF2-40B4-BE49-F238E27FC236}">
                  <a16:creationId xmlns:a16="http://schemas.microsoft.com/office/drawing/2014/main" id="{4574E2F0-2813-483F-AD1E-6D1DB556B44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71181" y="9242872"/>
              <a:ext cx="247758" cy="1003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6" name="Straight Connector 452">
              <a:extLst>
                <a:ext uri="{FF2B5EF4-FFF2-40B4-BE49-F238E27FC236}">
                  <a16:creationId xmlns:a16="http://schemas.microsoft.com/office/drawing/2014/main" id="{9A72C246-D023-4850-AB1F-0E9F4062564E}"/>
                </a:ext>
              </a:extLst>
            </p:cNvPr>
            <p:cNvCxnSpPr>
              <a:cxnSpLocks/>
            </p:cNvCxnSpPr>
            <p:nvPr/>
          </p:nvCxnSpPr>
          <p:spPr>
            <a:xfrm>
              <a:off x="8271181" y="8702826"/>
              <a:ext cx="0" cy="55304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7" name="Straight Connector 452">
              <a:extLst>
                <a:ext uri="{FF2B5EF4-FFF2-40B4-BE49-F238E27FC236}">
                  <a16:creationId xmlns:a16="http://schemas.microsoft.com/office/drawing/2014/main" id="{EC0452BF-97E4-4A5F-9D4E-A02C8ACC526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57318" y="8630197"/>
              <a:ext cx="239959" cy="8933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8" name="Straight Connector 452">
              <a:extLst>
                <a:ext uri="{FF2B5EF4-FFF2-40B4-BE49-F238E27FC236}">
                  <a16:creationId xmlns:a16="http://schemas.microsoft.com/office/drawing/2014/main" id="{498CF400-5CFA-4097-B15E-5BA5045E05E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53418" y="8510330"/>
              <a:ext cx="247758" cy="1003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9" name="Straight Connector 452">
              <a:extLst>
                <a:ext uri="{FF2B5EF4-FFF2-40B4-BE49-F238E27FC236}">
                  <a16:creationId xmlns:a16="http://schemas.microsoft.com/office/drawing/2014/main" id="{E77DABFA-1A42-4E06-B88B-ECB1ABF38F6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041421" y="8515836"/>
              <a:ext cx="239959" cy="8933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0" name="Straight Connector 452">
              <a:extLst>
                <a:ext uri="{FF2B5EF4-FFF2-40B4-BE49-F238E27FC236}">
                  <a16:creationId xmlns:a16="http://schemas.microsoft.com/office/drawing/2014/main" id="{938369EF-385E-41D0-A7DF-B7B8BFEF91E2}"/>
                </a:ext>
              </a:extLst>
            </p:cNvPr>
            <p:cNvCxnSpPr>
              <a:cxnSpLocks/>
            </p:cNvCxnSpPr>
            <p:nvPr/>
          </p:nvCxnSpPr>
          <p:spPr>
            <a:xfrm>
              <a:off x="8060427" y="8589239"/>
              <a:ext cx="0" cy="3880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2" name="Straight Connector 452">
              <a:extLst>
                <a:ext uri="{FF2B5EF4-FFF2-40B4-BE49-F238E27FC236}">
                  <a16:creationId xmlns:a16="http://schemas.microsoft.com/office/drawing/2014/main" id="{F833313C-5349-4EAF-98CB-41E977C8B8C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577891" y="8785045"/>
              <a:ext cx="495274" cy="19700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4" name="Straight Connector 452">
              <a:extLst>
                <a:ext uri="{FF2B5EF4-FFF2-40B4-BE49-F238E27FC236}">
                  <a16:creationId xmlns:a16="http://schemas.microsoft.com/office/drawing/2014/main" id="{A73A8E6A-C4FC-4859-B7B7-70C1D6677458}"/>
                </a:ext>
              </a:extLst>
            </p:cNvPr>
            <p:cNvCxnSpPr>
              <a:cxnSpLocks/>
            </p:cNvCxnSpPr>
            <p:nvPr/>
          </p:nvCxnSpPr>
          <p:spPr>
            <a:xfrm>
              <a:off x="7577891" y="8588903"/>
              <a:ext cx="0" cy="1990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5" name="Straight Connector 452">
              <a:extLst>
                <a:ext uri="{FF2B5EF4-FFF2-40B4-BE49-F238E27FC236}">
                  <a16:creationId xmlns:a16="http://schemas.microsoft.com/office/drawing/2014/main" id="{320EB1DB-A1B2-4487-B2D5-279DF6D6076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580406" y="8617480"/>
              <a:ext cx="247758" cy="1003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6" name="Straight Connector 452">
              <a:extLst>
                <a:ext uri="{FF2B5EF4-FFF2-40B4-BE49-F238E27FC236}">
                  <a16:creationId xmlns:a16="http://schemas.microsoft.com/office/drawing/2014/main" id="{E5843986-EC40-4ADA-99AC-BB89C124E094}"/>
                </a:ext>
              </a:extLst>
            </p:cNvPr>
            <p:cNvCxnSpPr>
              <a:cxnSpLocks/>
            </p:cNvCxnSpPr>
            <p:nvPr/>
          </p:nvCxnSpPr>
          <p:spPr>
            <a:xfrm>
              <a:off x="7826507" y="8511166"/>
              <a:ext cx="0" cy="1990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7" name="Straight Connector 452">
              <a:extLst>
                <a:ext uri="{FF2B5EF4-FFF2-40B4-BE49-F238E27FC236}">
                  <a16:creationId xmlns:a16="http://schemas.microsoft.com/office/drawing/2014/main" id="{C2105E8C-8F7C-418F-AE4F-6D1481024D7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567476" y="8429848"/>
              <a:ext cx="247758" cy="1003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8" name="Straight Connector 452">
              <a:extLst>
                <a:ext uri="{FF2B5EF4-FFF2-40B4-BE49-F238E27FC236}">
                  <a16:creationId xmlns:a16="http://schemas.microsoft.com/office/drawing/2014/main" id="{A9FCBC62-AB3A-479C-90EC-D21528D666C8}"/>
                </a:ext>
              </a:extLst>
            </p:cNvPr>
            <p:cNvCxnSpPr>
              <a:cxnSpLocks/>
            </p:cNvCxnSpPr>
            <p:nvPr/>
          </p:nvCxnSpPr>
          <p:spPr>
            <a:xfrm>
              <a:off x="7569817" y="8238688"/>
              <a:ext cx="0" cy="1990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9" name="Straight Connector 452">
              <a:extLst>
                <a:ext uri="{FF2B5EF4-FFF2-40B4-BE49-F238E27FC236}">
                  <a16:creationId xmlns:a16="http://schemas.microsoft.com/office/drawing/2014/main" id="{9F4850E3-E699-434B-BFF3-4709C9D2AB9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328643" y="8145052"/>
              <a:ext cx="247758" cy="1003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0" name="Straight Connector 452">
              <a:extLst>
                <a:ext uri="{FF2B5EF4-FFF2-40B4-BE49-F238E27FC236}">
                  <a16:creationId xmlns:a16="http://schemas.microsoft.com/office/drawing/2014/main" id="{AF50C9D7-D20E-4EFA-8FE3-95CA43DD2904}"/>
                </a:ext>
              </a:extLst>
            </p:cNvPr>
            <p:cNvCxnSpPr>
              <a:cxnSpLocks/>
            </p:cNvCxnSpPr>
            <p:nvPr/>
          </p:nvCxnSpPr>
          <p:spPr>
            <a:xfrm>
              <a:off x="7337316" y="7966235"/>
              <a:ext cx="0" cy="1990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1" name="Straight Connector 452">
              <a:extLst>
                <a:ext uri="{FF2B5EF4-FFF2-40B4-BE49-F238E27FC236}">
                  <a16:creationId xmlns:a16="http://schemas.microsoft.com/office/drawing/2014/main" id="{F87D9614-7716-4138-89AE-67CDE1A3FB9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902239" y="7772865"/>
              <a:ext cx="446453" cy="20123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3" name="Straight Connector 452">
              <a:extLst>
                <a:ext uri="{FF2B5EF4-FFF2-40B4-BE49-F238E27FC236}">
                  <a16:creationId xmlns:a16="http://schemas.microsoft.com/office/drawing/2014/main" id="{110E7E69-0928-4135-9A65-2AC8D581B61A}"/>
                </a:ext>
              </a:extLst>
            </p:cNvPr>
            <p:cNvCxnSpPr>
              <a:cxnSpLocks/>
            </p:cNvCxnSpPr>
            <p:nvPr/>
          </p:nvCxnSpPr>
          <p:spPr>
            <a:xfrm>
              <a:off x="6896785" y="7594653"/>
              <a:ext cx="0" cy="1990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4" name="Straight Connector 452">
              <a:extLst>
                <a:ext uri="{FF2B5EF4-FFF2-40B4-BE49-F238E27FC236}">
                  <a16:creationId xmlns:a16="http://schemas.microsoft.com/office/drawing/2014/main" id="{B08FFEFD-260D-4BEB-86D4-F42B84028A6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49027" y="7497357"/>
              <a:ext cx="247758" cy="1003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5" name="Straight Connector 452">
              <a:extLst>
                <a:ext uri="{FF2B5EF4-FFF2-40B4-BE49-F238E27FC236}">
                  <a16:creationId xmlns:a16="http://schemas.microsoft.com/office/drawing/2014/main" id="{53E27F4A-711C-4E9F-A926-25C187E7A96B}"/>
                </a:ext>
              </a:extLst>
            </p:cNvPr>
            <p:cNvCxnSpPr>
              <a:cxnSpLocks/>
            </p:cNvCxnSpPr>
            <p:nvPr/>
          </p:nvCxnSpPr>
          <p:spPr>
            <a:xfrm>
              <a:off x="6646124" y="7294967"/>
              <a:ext cx="0" cy="1990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6" name="Straight Connector 452">
              <a:extLst>
                <a:ext uri="{FF2B5EF4-FFF2-40B4-BE49-F238E27FC236}">
                  <a16:creationId xmlns:a16="http://schemas.microsoft.com/office/drawing/2014/main" id="{39282CD9-C3C3-4349-9B3D-0D6CF6221F6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73331" y="7336172"/>
              <a:ext cx="439091" cy="1767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8" name="Straight Connector 452">
              <a:extLst>
                <a:ext uri="{FF2B5EF4-FFF2-40B4-BE49-F238E27FC236}">
                  <a16:creationId xmlns:a16="http://schemas.microsoft.com/office/drawing/2014/main" id="{1BCB0918-A4CA-46EB-9F41-DE433274EB27}"/>
                </a:ext>
              </a:extLst>
            </p:cNvPr>
            <p:cNvCxnSpPr>
              <a:cxnSpLocks/>
            </p:cNvCxnSpPr>
            <p:nvPr/>
          </p:nvCxnSpPr>
          <p:spPr>
            <a:xfrm>
              <a:off x="7098381" y="7502447"/>
              <a:ext cx="0" cy="1990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9" name="Straight Connector 452">
              <a:extLst>
                <a:ext uri="{FF2B5EF4-FFF2-40B4-BE49-F238E27FC236}">
                  <a16:creationId xmlns:a16="http://schemas.microsoft.com/office/drawing/2014/main" id="{F44927E5-41A3-4C69-B11F-194D755C24A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085973" y="7697595"/>
              <a:ext cx="247758" cy="1003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0" name="Straight Connector 452">
              <a:extLst>
                <a:ext uri="{FF2B5EF4-FFF2-40B4-BE49-F238E27FC236}">
                  <a16:creationId xmlns:a16="http://schemas.microsoft.com/office/drawing/2014/main" id="{31F6B812-1B13-4251-A94A-1455640BEB9B}"/>
                </a:ext>
              </a:extLst>
            </p:cNvPr>
            <p:cNvCxnSpPr>
              <a:cxnSpLocks/>
            </p:cNvCxnSpPr>
            <p:nvPr/>
          </p:nvCxnSpPr>
          <p:spPr>
            <a:xfrm>
              <a:off x="7340749" y="7576415"/>
              <a:ext cx="0" cy="1990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1" name="Straight Connector 452">
              <a:extLst>
                <a:ext uri="{FF2B5EF4-FFF2-40B4-BE49-F238E27FC236}">
                  <a16:creationId xmlns:a16="http://schemas.microsoft.com/office/drawing/2014/main" id="{E6FD6CA4-C6AF-4F85-BE7B-05D269EDF22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334031" y="7594037"/>
              <a:ext cx="247758" cy="1003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2" name="Straight Connector 452">
              <a:extLst>
                <a:ext uri="{FF2B5EF4-FFF2-40B4-BE49-F238E27FC236}">
                  <a16:creationId xmlns:a16="http://schemas.microsoft.com/office/drawing/2014/main" id="{1FD3E1DE-4DA6-4109-B95F-3C636CCC656F}"/>
                </a:ext>
              </a:extLst>
            </p:cNvPr>
            <p:cNvCxnSpPr>
              <a:cxnSpLocks/>
            </p:cNvCxnSpPr>
            <p:nvPr/>
          </p:nvCxnSpPr>
          <p:spPr>
            <a:xfrm>
              <a:off x="7578837" y="7345931"/>
              <a:ext cx="0" cy="32513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4" name="Straight Connector 452">
              <a:extLst>
                <a:ext uri="{FF2B5EF4-FFF2-40B4-BE49-F238E27FC236}">
                  <a16:creationId xmlns:a16="http://schemas.microsoft.com/office/drawing/2014/main" id="{119A0259-1708-4D52-867E-A303C6CBF0B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66009" y="7161484"/>
              <a:ext cx="478791" cy="18427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7" name="Straight Connector 452">
              <a:extLst>
                <a:ext uri="{FF2B5EF4-FFF2-40B4-BE49-F238E27FC236}">
                  <a16:creationId xmlns:a16="http://schemas.microsoft.com/office/drawing/2014/main" id="{5A784636-78B0-413B-8A46-14E12DBCD3D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051482" y="7159922"/>
              <a:ext cx="247758" cy="1003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8" name="Straight Connector 452">
              <a:extLst>
                <a:ext uri="{FF2B5EF4-FFF2-40B4-BE49-F238E27FC236}">
                  <a16:creationId xmlns:a16="http://schemas.microsoft.com/office/drawing/2014/main" id="{03191111-B96F-45DA-8C74-192ED2B3924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794270" y="7252294"/>
              <a:ext cx="478791" cy="18427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1" name="Straight Connector 452">
              <a:extLst>
                <a:ext uri="{FF2B5EF4-FFF2-40B4-BE49-F238E27FC236}">
                  <a16:creationId xmlns:a16="http://schemas.microsoft.com/office/drawing/2014/main" id="{E72AC0F7-8EF8-4259-8879-0F58B96C723B}"/>
                </a:ext>
              </a:extLst>
            </p:cNvPr>
            <p:cNvCxnSpPr>
              <a:cxnSpLocks/>
            </p:cNvCxnSpPr>
            <p:nvPr/>
          </p:nvCxnSpPr>
          <p:spPr>
            <a:xfrm>
              <a:off x="7800769" y="7418713"/>
              <a:ext cx="0" cy="1990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2" name="Straight Connector 452">
              <a:extLst>
                <a:ext uri="{FF2B5EF4-FFF2-40B4-BE49-F238E27FC236}">
                  <a16:creationId xmlns:a16="http://schemas.microsoft.com/office/drawing/2014/main" id="{2C94A224-ECD6-4AAD-A6F5-7F4A83A0EF2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803095" y="7497069"/>
              <a:ext cx="239959" cy="8933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3" name="Straight Connector 452">
              <a:extLst>
                <a:ext uri="{FF2B5EF4-FFF2-40B4-BE49-F238E27FC236}">
                  <a16:creationId xmlns:a16="http://schemas.microsoft.com/office/drawing/2014/main" id="{1B81EE36-2A7E-4D40-AD0C-0A569E1C0EC4}"/>
                </a:ext>
              </a:extLst>
            </p:cNvPr>
            <p:cNvCxnSpPr>
              <a:cxnSpLocks/>
            </p:cNvCxnSpPr>
            <p:nvPr/>
          </p:nvCxnSpPr>
          <p:spPr>
            <a:xfrm>
              <a:off x="8033665" y="7497525"/>
              <a:ext cx="6380" cy="37595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5" name="Straight Connector 452">
              <a:extLst>
                <a:ext uri="{FF2B5EF4-FFF2-40B4-BE49-F238E27FC236}">
                  <a16:creationId xmlns:a16="http://schemas.microsoft.com/office/drawing/2014/main" id="{EECE04C0-39C0-4FC3-AB28-69D430F31D9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798361" y="7864994"/>
              <a:ext cx="239959" cy="8933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6" name="Straight Connector 452">
              <a:extLst>
                <a:ext uri="{FF2B5EF4-FFF2-40B4-BE49-F238E27FC236}">
                  <a16:creationId xmlns:a16="http://schemas.microsoft.com/office/drawing/2014/main" id="{3F22E5A4-CBFA-44EC-AEC7-87757213D74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800769" y="7920871"/>
              <a:ext cx="2120" cy="41101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8" name="Straight Connector 452">
              <a:extLst>
                <a:ext uri="{FF2B5EF4-FFF2-40B4-BE49-F238E27FC236}">
                  <a16:creationId xmlns:a16="http://schemas.microsoft.com/office/drawing/2014/main" id="{EBC34825-B959-4F88-84B4-58EDFCE1E90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802092" y="8325550"/>
              <a:ext cx="247758" cy="1003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9" name="Straight Connector 452">
              <a:extLst>
                <a:ext uri="{FF2B5EF4-FFF2-40B4-BE49-F238E27FC236}">
                  <a16:creationId xmlns:a16="http://schemas.microsoft.com/office/drawing/2014/main" id="{D0AAC73D-DC90-48EB-BF15-A3AA6F37B74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065253" y="8140322"/>
              <a:ext cx="700438" cy="27776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1" name="Straight Connector 452">
              <a:extLst>
                <a:ext uri="{FF2B5EF4-FFF2-40B4-BE49-F238E27FC236}">
                  <a16:creationId xmlns:a16="http://schemas.microsoft.com/office/drawing/2014/main" id="{F5AC5F6F-EBC2-4FB5-A335-9EAC593FAA0B}"/>
                </a:ext>
              </a:extLst>
            </p:cNvPr>
            <p:cNvCxnSpPr>
              <a:cxnSpLocks/>
            </p:cNvCxnSpPr>
            <p:nvPr/>
          </p:nvCxnSpPr>
          <p:spPr>
            <a:xfrm>
              <a:off x="8756582" y="7941757"/>
              <a:ext cx="0" cy="1990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2" name="Straight Connector 452">
              <a:extLst>
                <a:ext uri="{FF2B5EF4-FFF2-40B4-BE49-F238E27FC236}">
                  <a16:creationId xmlns:a16="http://schemas.microsoft.com/office/drawing/2014/main" id="{3E239CD4-CBCC-4E27-878F-A056DF7D0F9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036855" y="7959202"/>
              <a:ext cx="700438" cy="27776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3" name="Straight Connector 452">
              <a:extLst>
                <a:ext uri="{FF2B5EF4-FFF2-40B4-BE49-F238E27FC236}">
                  <a16:creationId xmlns:a16="http://schemas.microsoft.com/office/drawing/2014/main" id="{18BFBC3C-CDD7-4277-8B59-85937D7EC6EA}"/>
                </a:ext>
              </a:extLst>
            </p:cNvPr>
            <p:cNvCxnSpPr>
              <a:cxnSpLocks/>
            </p:cNvCxnSpPr>
            <p:nvPr/>
          </p:nvCxnSpPr>
          <p:spPr>
            <a:xfrm>
              <a:off x="8054009" y="8037946"/>
              <a:ext cx="0" cy="1990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4" name="Straight Connector 452">
              <a:extLst>
                <a:ext uri="{FF2B5EF4-FFF2-40B4-BE49-F238E27FC236}">
                  <a16:creationId xmlns:a16="http://schemas.microsoft.com/office/drawing/2014/main" id="{F1B54134-6CDD-4161-939D-08606692E69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051815" y="7948427"/>
              <a:ext cx="239959" cy="8933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5" name="Straight Connector 452">
              <a:extLst>
                <a:ext uri="{FF2B5EF4-FFF2-40B4-BE49-F238E27FC236}">
                  <a16:creationId xmlns:a16="http://schemas.microsoft.com/office/drawing/2014/main" id="{D6B31C84-AE4B-43EB-A631-4CF8E73786D2}"/>
                </a:ext>
              </a:extLst>
            </p:cNvPr>
            <p:cNvCxnSpPr>
              <a:cxnSpLocks/>
            </p:cNvCxnSpPr>
            <p:nvPr/>
          </p:nvCxnSpPr>
          <p:spPr>
            <a:xfrm>
              <a:off x="8286764" y="7760905"/>
              <a:ext cx="0" cy="1990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6" name="Straight Connector 452">
              <a:extLst>
                <a:ext uri="{FF2B5EF4-FFF2-40B4-BE49-F238E27FC236}">
                  <a16:creationId xmlns:a16="http://schemas.microsoft.com/office/drawing/2014/main" id="{9DD6C91E-1FD7-4946-88BC-4D8C657A63B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95502" y="7788894"/>
              <a:ext cx="247758" cy="1003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7" name="Straight Connector 452">
              <a:extLst>
                <a:ext uri="{FF2B5EF4-FFF2-40B4-BE49-F238E27FC236}">
                  <a16:creationId xmlns:a16="http://schemas.microsoft.com/office/drawing/2014/main" id="{EBB2CB98-BFE8-4844-AC72-8F711208998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89995" y="7791035"/>
              <a:ext cx="239959" cy="8933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8" name="Straight Connector 452">
              <a:extLst>
                <a:ext uri="{FF2B5EF4-FFF2-40B4-BE49-F238E27FC236}">
                  <a16:creationId xmlns:a16="http://schemas.microsoft.com/office/drawing/2014/main" id="{4996857B-AAC8-4526-8442-DECB18765F98}"/>
                </a:ext>
              </a:extLst>
            </p:cNvPr>
            <p:cNvCxnSpPr>
              <a:cxnSpLocks/>
            </p:cNvCxnSpPr>
            <p:nvPr/>
          </p:nvCxnSpPr>
          <p:spPr>
            <a:xfrm>
              <a:off x="8750164" y="7594037"/>
              <a:ext cx="0" cy="1990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9" name="Straight Connector 452">
              <a:extLst>
                <a:ext uri="{FF2B5EF4-FFF2-40B4-BE49-F238E27FC236}">
                  <a16:creationId xmlns:a16="http://schemas.microsoft.com/office/drawing/2014/main" id="{2121679B-A6B6-447B-91E7-1855CE865CB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514452" y="7503988"/>
              <a:ext cx="247758" cy="1003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0" name="Straight Connector 452">
              <a:extLst>
                <a:ext uri="{FF2B5EF4-FFF2-40B4-BE49-F238E27FC236}">
                  <a16:creationId xmlns:a16="http://schemas.microsoft.com/office/drawing/2014/main" id="{831186D1-C10A-4A2C-BEF3-9BFCF410BFB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508824" y="7338371"/>
              <a:ext cx="247758" cy="1003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1" name="Straight Connector 452">
              <a:extLst>
                <a:ext uri="{FF2B5EF4-FFF2-40B4-BE49-F238E27FC236}">
                  <a16:creationId xmlns:a16="http://schemas.microsoft.com/office/drawing/2014/main" id="{468AF927-C70B-46A7-B5F3-6D66AAB90930}"/>
                </a:ext>
              </a:extLst>
            </p:cNvPr>
            <p:cNvCxnSpPr>
              <a:cxnSpLocks/>
            </p:cNvCxnSpPr>
            <p:nvPr/>
          </p:nvCxnSpPr>
          <p:spPr>
            <a:xfrm>
              <a:off x="8518939" y="7323730"/>
              <a:ext cx="0" cy="1990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2" name="Straight Connector 452">
              <a:extLst>
                <a:ext uri="{FF2B5EF4-FFF2-40B4-BE49-F238E27FC236}">
                  <a16:creationId xmlns:a16="http://schemas.microsoft.com/office/drawing/2014/main" id="{FEFA316F-FD40-48F9-AEB9-F8AD0F16D173}"/>
                </a:ext>
              </a:extLst>
            </p:cNvPr>
            <p:cNvCxnSpPr>
              <a:cxnSpLocks/>
            </p:cNvCxnSpPr>
            <p:nvPr/>
          </p:nvCxnSpPr>
          <p:spPr>
            <a:xfrm>
              <a:off x="8729954" y="7257103"/>
              <a:ext cx="0" cy="1990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3" name="Straight Connector 452">
              <a:extLst>
                <a:ext uri="{FF2B5EF4-FFF2-40B4-BE49-F238E27FC236}">
                  <a16:creationId xmlns:a16="http://schemas.microsoft.com/office/drawing/2014/main" id="{519AA0BD-1F72-4806-AA79-8543FB8255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741053" y="7151561"/>
              <a:ext cx="239959" cy="8933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4" name="Straight Connector 452">
              <a:extLst>
                <a:ext uri="{FF2B5EF4-FFF2-40B4-BE49-F238E27FC236}">
                  <a16:creationId xmlns:a16="http://schemas.microsoft.com/office/drawing/2014/main" id="{9E3784BF-0D8C-482F-99BC-6160D6252A9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983137" y="7162543"/>
              <a:ext cx="474984" cy="19697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5" name="Straight Connector 452">
              <a:extLst>
                <a:ext uri="{FF2B5EF4-FFF2-40B4-BE49-F238E27FC236}">
                  <a16:creationId xmlns:a16="http://schemas.microsoft.com/office/drawing/2014/main" id="{EF952BC9-65BF-4624-A6C9-DBEB61FD937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97277" y="6967149"/>
              <a:ext cx="477316" cy="18197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7" name="Straight Connector 452">
              <a:extLst>
                <a:ext uri="{FF2B5EF4-FFF2-40B4-BE49-F238E27FC236}">
                  <a16:creationId xmlns:a16="http://schemas.microsoft.com/office/drawing/2014/main" id="{26ED809F-9F3E-4BFE-9EE3-CF4941CCA2EC}"/>
                </a:ext>
              </a:extLst>
            </p:cNvPr>
            <p:cNvCxnSpPr>
              <a:cxnSpLocks/>
            </p:cNvCxnSpPr>
            <p:nvPr/>
          </p:nvCxnSpPr>
          <p:spPr>
            <a:xfrm>
              <a:off x="8504943" y="6964929"/>
              <a:ext cx="0" cy="1990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8" name="Straight Connector 452">
              <a:extLst>
                <a:ext uri="{FF2B5EF4-FFF2-40B4-BE49-F238E27FC236}">
                  <a16:creationId xmlns:a16="http://schemas.microsoft.com/office/drawing/2014/main" id="{20A7353B-D9CF-4566-88E4-B65CBB3C7A9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512099" y="6783423"/>
              <a:ext cx="477316" cy="18197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9" name="Straight Connector 452">
              <a:extLst>
                <a:ext uri="{FF2B5EF4-FFF2-40B4-BE49-F238E27FC236}">
                  <a16:creationId xmlns:a16="http://schemas.microsoft.com/office/drawing/2014/main" id="{7EA0557E-00AB-402E-9788-2539A99431E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739863" y="6687023"/>
              <a:ext cx="247758" cy="1003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0" name="Straight Connector 452">
              <a:extLst>
                <a:ext uri="{FF2B5EF4-FFF2-40B4-BE49-F238E27FC236}">
                  <a16:creationId xmlns:a16="http://schemas.microsoft.com/office/drawing/2014/main" id="{ECE33C35-52BF-4E74-92E0-88A67A551AC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57799" y="6691202"/>
              <a:ext cx="477316" cy="18197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1" name="Straight Connector 452">
              <a:extLst>
                <a:ext uri="{FF2B5EF4-FFF2-40B4-BE49-F238E27FC236}">
                  <a16:creationId xmlns:a16="http://schemas.microsoft.com/office/drawing/2014/main" id="{DAAC9108-F347-4B6D-8A5A-4553BCF7CD33}"/>
                </a:ext>
              </a:extLst>
            </p:cNvPr>
            <p:cNvCxnSpPr>
              <a:cxnSpLocks/>
            </p:cNvCxnSpPr>
            <p:nvPr/>
          </p:nvCxnSpPr>
          <p:spPr>
            <a:xfrm>
              <a:off x="8271181" y="6704437"/>
              <a:ext cx="0" cy="1990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2" name="Straight Connector 452">
              <a:extLst>
                <a:ext uri="{FF2B5EF4-FFF2-40B4-BE49-F238E27FC236}">
                  <a16:creationId xmlns:a16="http://schemas.microsoft.com/office/drawing/2014/main" id="{03647977-9DA4-4C8E-803F-6494B4149C6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71181" y="6513591"/>
              <a:ext cx="477316" cy="18197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3" name="Straight Connector 452">
              <a:extLst>
                <a:ext uri="{FF2B5EF4-FFF2-40B4-BE49-F238E27FC236}">
                  <a16:creationId xmlns:a16="http://schemas.microsoft.com/office/drawing/2014/main" id="{C3F09D20-6BE7-4B31-BBB1-40828BF5670A}"/>
                </a:ext>
              </a:extLst>
            </p:cNvPr>
            <p:cNvCxnSpPr>
              <a:cxnSpLocks/>
            </p:cNvCxnSpPr>
            <p:nvPr/>
          </p:nvCxnSpPr>
          <p:spPr>
            <a:xfrm>
              <a:off x="8716283" y="6312132"/>
              <a:ext cx="0" cy="1990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4" name="Straight Connector 452">
              <a:extLst>
                <a:ext uri="{FF2B5EF4-FFF2-40B4-BE49-F238E27FC236}">
                  <a16:creationId xmlns:a16="http://schemas.microsoft.com/office/drawing/2014/main" id="{BA041DCB-186E-43BE-B063-DED05D7AEA3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719065" y="6331871"/>
              <a:ext cx="247758" cy="1003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5" name="Straight Connector 452">
              <a:extLst>
                <a:ext uri="{FF2B5EF4-FFF2-40B4-BE49-F238E27FC236}">
                  <a16:creationId xmlns:a16="http://schemas.microsoft.com/office/drawing/2014/main" id="{E0497B4B-2316-492E-9929-002C56E72E3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971705" y="6249242"/>
              <a:ext cx="477316" cy="18197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6" name="Straight Connector 452">
              <a:extLst>
                <a:ext uri="{FF2B5EF4-FFF2-40B4-BE49-F238E27FC236}">
                  <a16:creationId xmlns:a16="http://schemas.microsoft.com/office/drawing/2014/main" id="{FC072B62-0E8D-4F57-8424-BBAE5707203A}"/>
                </a:ext>
              </a:extLst>
            </p:cNvPr>
            <p:cNvCxnSpPr>
              <a:cxnSpLocks/>
            </p:cNvCxnSpPr>
            <p:nvPr/>
          </p:nvCxnSpPr>
          <p:spPr>
            <a:xfrm>
              <a:off x="9450749" y="6044735"/>
              <a:ext cx="0" cy="1990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7" name="Straight Connector 452">
              <a:extLst>
                <a:ext uri="{FF2B5EF4-FFF2-40B4-BE49-F238E27FC236}">
                  <a16:creationId xmlns:a16="http://schemas.microsoft.com/office/drawing/2014/main" id="{D0869379-97BC-48D0-A84A-98497505948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948984" y="6059452"/>
              <a:ext cx="477316" cy="18197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8" name="Straight Connector 452">
              <a:extLst>
                <a:ext uri="{FF2B5EF4-FFF2-40B4-BE49-F238E27FC236}">
                  <a16:creationId xmlns:a16="http://schemas.microsoft.com/office/drawing/2014/main" id="{B16E4891-6B35-42DD-BD2A-FB7AC7986831}"/>
                </a:ext>
              </a:extLst>
            </p:cNvPr>
            <p:cNvCxnSpPr>
              <a:cxnSpLocks/>
            </p:cNvCxnSpPr>
            <p:nvPr/>
          </p:nvCxnSpPr>
          <p:spPr>
            <a:xfrm>
              <a:off x="8962745" y="5516638"/>
              <a:ext cx="8960" cy="70825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0" name="Straight Connector 452">
              <a:extLst>
                <a:ext uri="{FF2B5EF4-FFF2-40B4-BE49-F238E27FC236}">
                  <a16:creationId xmlns:a16="http://schemas.microsoft.com/office/drawing/2014/main" id="{C93861D5-B0FA-42E0-90AC-A2B2D6C20A1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938165" y="5505926"/>
              <a:ext cx="247758" cy="1003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1" name="Straight Connector 452">
              <a:extLst>
                <a:ext uri="{FF2B5EF4-FFF2-40B4-BE49-F238E27FC236}">
                  <a16:creationId xmlns:a16="http://schemas.microsoft.com/office/drawing/2014/main" id="{D9916824-5533-4FE6-8DE7-DCE5E865D8C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197917" y="5584250"/>
              <a:ext cx="8873" cy="37801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2" name="Straight Connector 452">
              <a:extLst>
                <a:ext uri="{FF2B5EF4-FFF2-40B4-BE49-F238E27FC236}">
                  <a16:creationId xmlns:a16="http://schemas.microsoft.com/office/drawing/2014/main" id="{EDE84AEA-0314-41FA-9427-3AD2CE0E57F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209796" y="5875703"/>
              <a:ext cx="246235" cy="10407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5" name="Straight Connector 452">
              <a:extLst>
                <a:ext uri="{FF2B5EF4-FFF2-40B4-BE49-F238E27FC236}">
                  <a16:creationId xmlns:a16="http://schemas.microsoft.com/office/drawing/2014/main" id="{733F48A5-3927-4986-81A1-D72213ED93E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183091" y="5056714"/>
              <a:ext cx="263250" cy="9789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6" name="Straight Connector 452">
              <a:extLst>
                <a:ext uri="{FF2B5EF4-FFF2-40B4-BE49-F238E27FC236}">
                  <a16:creationId xmlns:a16="http://schemas.microsoft.com/office/drawing/2014/main" id="{D1837D0D-22FE-4EAB-AC61-57B416D80BB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23207" y="5053621"/>
              <a:ext cx="493387" cy="1903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8" name="Straight Connector 452">
              <a:extLst>
                <a:ext uri="{FF2B5EF4-FFF2-40B4-BE49-F238E27FC236}">
                  <a16:creationId xmlns:a16="http://schemas.microsoft.com/office/drawing/2014/main" id="{8FF8A743-CDF7-4509-9494-7267E72EE03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501004" y="5160193"/>
              <a:ext cx="247758" cy="1003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9" name="Straight Connector 452">
              <a:extLst>
                <a:ext uri="{FF2B5EF4-FFF2-40B4-BE49-F238E27FC236}">
                  <a16:creationId xmlns:a16="http://schemas.microsoft.com/office/drawing/2014/main" id="{19946AE8-0BA4-46AF-A6EA-16DB176588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96976" y="4958873"/>
              <a:ext cx="493387" cy="1903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4" name="Straight Connector 452">
              <a:extLst>
                <a:ext uri="{FF2B5EF4-FFF2-40B4-BE49-F238E27FC236}">
                  <a16:creationId xmlns:a16="http://schemas.microsoft.com/office/drawing/2014/main" id="{00AF8503-5C4A-445B-915D-79C01AB23B0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995049" y="4345377"/>
              <a:ext cx="224407" cy="9421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2" name="Straight Connector 452">
              <a:extLst>
                <a:ext uri="{FF2B5EF4-FFF2-40B4-BE49-F238E27FC236}">
                  <a16:creationId xmlns:a16="http://schemas.microsoft.com/office/drawing/2014/main" id="{809EB77E-AFD1-4AE9-B31D-21578FCD964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885002" y="7869135"/>
              <a:ext cx="247758" cy="1003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4" name="Straight Connector 452">
              <a:extLst>
                <a:ext uri="{FF2B5EF4-FFF2-40B4-BE49-F238E27FC236}">
                  <a16:creationId xmlns:a16="http://schemas.microsoft.com/office/drawing/2014/main" id="{0B22E765-89B0-40E2-A59D-D156E137B1E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830047" y="8387776"/>
              <a:ext cx="8308" cy="35926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2" name="Straight Connector 452">
              <a:extLst>
                <a:ext uri="{FF2B5EF4-FFF2-40B4-BE49-F238E27FC236}">
                  <a16:creationId xmlns:a16="http://schemas.microsoft.com/office/drawing/2014/main" id="{D868BF2D-1ABA-438A-A331-BD20EFFD191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592502" y="8310686"/>
              <a:ext cx="258422" cy="10933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5" name="Straight Connector 452">
              <a:extLst>
                <a:ext uri="{FF2B5EF4-FFF2-40B4-BE49-F238E27FC236}">
                  <a16:creationId xmlns:a16="http://schemas.microsoft.com/office/drawing/2014/main" id="{2C68BF6C-7DA8-4280-81B7-C535ACBE81B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65004" y="7940005"/>
              <a:ext cx="3258" cy="18894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8" name="Straight Connector 452">
              <a:extLst>
                <a:ext uri="{FF2B5EF4-FFF2-40B4-BE49-F238E27FC236}">
                  <a16:creationId xmlns:a16="http://schemas.microsoft.com/office/drawing/2014/main" id="{2D317D08-B09B-45C3-B018-E8B95F74225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14357" y="8134084"/>
              <a:ext cx="3258" cy="18894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1" name="Straight Connector 452">
              <a:extLst>
                <a:ext uri="{FF2B5EF4-FFF2-40B4-BE49-F238E27FC236}">
                  <a16:creationId xmlns:a16="http://schemas.microsoft.com/office/drawing/2014/main" id="{D67BC38F-0EE3-439F-A31C-91E2A422ACC5}"/>
                </a:ext>
              </a:extLst>
            </p:cNvPr>
            <p:cNvCxnSpPr>
              <a:cxnSpLocks/>
            </p:cNvCxnSpPr>
            <p:nvPr/>
          </p:nvCxnSpPr>
          <p:spPr>
            <a:xfrm>
              <a:off x="10375153" y="8033798"/>
              <a:ext cx="234937" cy="10462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4" name="Straight Connector 452">
              <a:extLst>
                <a:ext uri="{FF2B5EF4-FFF2-40B4-BE49-F238E27FC236}">
                  <a16:creationId xmlns:a16="http://schemas.microsoft.com/office/drawing/2014/main" id="{3A664E75-1D82-49B9-A040-24189AE73CF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379388" y="7691549"/>
              <a:ext cx="3258" cy="33979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1" name="Straight Connector 452">
              <a:extLst>
                <a:ext uri="{FF2B5EF4-FFF2-40B4-BE49-F238E27FC236}">
                  <a16:creationId xmlns:a16="http://schemas.microsoft.com/office/drawing/2014/main" id="{BDA9A7E4-8497-4AE8-A3F5-79FD14BE59E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117405" y="7698800"/>
              <a:ext cx="236738" cy="10888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8" name="Straight Connector 452">
              <a:extLst>
                <a:ext uri="{FF2B5EF4-FFF2-40B4-BE49-F238E27FC236}">
                  <a16:creationId xmlns:a16="http://schemas.microsoft.com/office/drawing/2014/main" id="{AB2786A4-F365-4658-98BB-E1E33BA7326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889338" y="7693940"/>
              <a:ext cx="258422" cy="10933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3" name="Straight Connector 452">
              <a:extLst>
                <a:ext uri="{FF2B5EF4-FFF2-40B4-BE49-F238E27FC236}">
                  <a16:creationId xmlns:a16="http://schemas.microsoft.com/office/drawing/2014/main" id="{D37EDAAF-1FDB-44CB-BA8B-45F9BD8B228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650483" y="7701566"/>
              <a:ext cx="236738" cy="10888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6" name="Straight Connector 452">
              <a:extLst>
                <a:ext uri="{FF2B5EF4-FFF2-40B4-BE49-F238E27FC236}">
                  <a16:creationId xmlns:a16="http://schemas.microsoft.com/office/drawing/2014/main" id="{2B04EEA3-9DF8-481A-BA16-1A3EBE681419}"/>
                </a:ext>
              </a:extLst>
            </p:cNvPr>
            <p:cNvCxnSpPr>
              <a:cxnSpLocks/>
            </p:cNvCxnSpPr>
            <p:nvPr/>
          </p:nvCxnSpPr>
          <p:spPr>
            <a:xfrm>
              <a:off x="9674564" y="7252294"/>
              <a:ext cx="3107" cy="56482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2" name="Straight Connector 452">
              <a:extLst>
                <a:ext uri="{FF2B5EF4-FFF2-40B4-BE49-F238E27FC236}">
                  <a16:creationId xmlns:a16="http://schemas.microsoft.com/office/drawing/2014/main" id="{076A6D41-0F12-45D9-9606-A6413E64314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682680" y="7167251"/>
              <a:ext cx="236738" cy="10888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0" name="Straight Connector 452">
              <a:extLst>
                <a:ext uri="{FF2B5EF4-FFF2-40B4-BE49-F238E27FC236}">
                  <a16:creationId xmlns:a16="http://schemas.microsoft.com/office/drawing/2014/main" id="{D808928E-DF34-4F0B-A1B5-CFA6E4A5162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444166" y="6976107"/>
              <a:ext cx="472535" cy="1768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1" name="Straight Connector 452">
              <a:extLst>
                <a:ext uri="{FF2B5EF4-FFF2-40B4-BE49-F238E27FC236}">
                  <a16:creationId xmlns:a16="http://schemas.microsoft.com/office/drawing/2014/main" id="{17288E9B-37B7-45C7-8819-E739947AA8A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982259" y="6977829"/>
              <a:ext cx="482460" cy="19092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3" name="Straight Connector 452">
              <a:extLst>
                <a:ext uri="{FF2B5EF4-FFF2-40B4-BE49-F238E27FC236}">
                  <a16:creationId xmlns:a16="http://schemas.microsoft.com/office/drawing/2014/main" id="{EE2E902A-FE42-4018-9536-9BBB8EAFF44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458121" y="6969278"/>
              <a:ext cx="0" cy="19467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2" name="Straight Connector 452">
              <a:extLst>
                <a:ext uri="{FF2B5EF4-FFF2-40B4-BE49-F238E27FC236}">
                  <a16:creationId xmlns:a16="http://schemas.microsoft.com/office/drawing/2014/main" id="{43934067-B041-4CDA-94AE-EFCAD9412C2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464719" y="5885860"/>
              <a:ext cx="201432" cy="8751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7" name="Straight Connector 452">
              <a:extLst>
                <a:ext uri="{FF2B5EF4-FFF2-40B4-BE49-F238E27FC236}">
                  <a16:creationId xmlns:a16="http://schemas.microsoft.com/office/drawing/2014/main" id="{A47B0C27-8A31-48F0-8DE8-F472F612172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641442" y="5586260"/>
              <a:ext cx="274295" cy="10158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3" name="Straight Connector 452">
              <a:extLst>
                <a:ext uri="{FF2B5EF4-FFF2-40B4-BE49-F238E27FC236}">
                  <a16:creationId xmlns:a16="http://schemas.microsoft.com/office/drawing/2014/main" id="{F4CEC31E-77A0-4E7F-9D6D-F06AB81FFE0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415758" y="5598653"/>
              <a:ext cx="246235" cy="10407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5" name="Straight Connector 452">
              <a:extLst>
                <a:ext uri="{FF2B5EF4-FFF2-40B4-BE49-F238E27FC236}">
                  <a16:creationId xmlns:a16="http://schemas.microsoft.com/office/drawing/2014/main" id="{4FC612D8-A8B2-4D85-A66B-7D8A271C910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434566" y="5398238"/>
              <a:ext cx="246235" cy="10407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6" name="Straight Connector 452">
              <a:extLst>
                <a:ext uri="{FF2B5EF4-FFF2-40B4-BE49-F238E27FC236}">
                  <a16:creationId xmlns:a16="http://schemas.microsoft.com/office/drawing/2014/main" id="{2B502913-B313-46E9-B27B-645E87C718E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375153" y="5164039"/>
              <a:ext cx="0" cy="19679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9" name="Straight Connector 452">
              <a:extLst>
                <a:ext uri="{FF2B5EF4-FFF2-40B4-BE49-F238E27FC236}">
                  <a16:creationId xmlns:a16="http://schemas.microsoft.com/office/drawing/2014/main" id="{36F72A35-3851-424E-AE3B-B29DBEDF6C2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356593" y="5081608"/>
              <a:ext cx="246235" cy="10407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0" name="Straight Connector 452">
              <a:extLst>
                <a:ext uri="{FF2B5EF4-FFF2-40B4-BE49-F238E27FC236}">
                  <a16:creationId xmlns:a16="http://schemas.microsoft.com/office/drawing/2014/main" id="{299D80AB-EA63-4CF7-BD62-86DA1FB0C11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345376" y="4979626"/>
              <a:ext cx="263250" cy="9789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4" name="Straight Connector 452">
              <a:extLst>
                <a:ext uri="{FF2B5EF4-FFF2-40B4-BE49-F238E27FC236}">
                  <a16:creationId xmlns:a16="http://schemas.microsoft.com/office/drawing/2014/main" id="{AAA06FCB-3312-4836-89C7-8DB65307457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119392" y="4975755"/>
              <a:ext cx="246235" cy="10407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7" name="Straight Connector 452">
              <a:extLst>
                <a:ext uri="{FF2B5EF4-FFF2-40B4-BE49-F238E27FC236}">
                  <a16:creationId xmlns:a16="http://schemas.microsoft.com/office/drawing/2014/main" id="{5C2FE20A-600D-4C9B-A77A-62625EF24C5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140625" y="5047152"/>
              <a:ext cx="0" cy="19679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0" name="Straight Connector 452">
              <a:extLst>
                <a:ext uri="{FF2B5EF4-FFF2-40B4-BE49-F238E27FC236}">
                  <a16:creationId xmlns:a16="http://schemas.microsoft.com/office/drawing/2014/main" id="{A850DEB9-A308-4476-8941-AB5EC570291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01244" y="5245066"/>
              <a:ext cx="246235" cy="10407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6" name="Straight Connector 452">
              <a:extLst>
                <a:ext uri="{FF2B5EF4-FFF2-40B4-BE49-F238E27FC236}">
                  <a16:creationId xmlns:a16="http://schemas.microsoft.com/office/drawing/2014/main" id="{9013CD9E-E203-42E2-B765-5D3D2F76113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53151" y="4973241"/>
              <a:ext cx="246235" cy="10407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9" name="Straight Connector 452">
              <a:extLst>
                <a:ext uri="{FF2B5EF4-FFF2-40B4-BE49-F238E27FC236}">
                  <a16:creationId xmlns:a16="http://schemas.microsoft.com/office/drawing/2014/main" id="{95FA0ED4-DFC3-4A1D-AF8D-C77295AA1BE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418055" y="5243705"/>
              <a:ext cx="246235" cy="10407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1" name="Straight Connector 452">
              <a:extLst>
                <a:ext uri="{FF2B5EF4-FFF2-40B4-BE49-F238E27FC236}">
                  <a16:creationId xmlns:a16="http://schemas.microsoft.com/office/drawing/2014/main" id="{E889C0C1-46AE-4CE3-B7B1-72DF11E50EE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441865" y="5139470"/>
              <a:ext cx="0" cy="19467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2" name="Straight Connector 452">
              <a:extLst>
                <a:ext uri="{FF2B5EF4-FFF2-40B4-BE49-F238E27FC236}">
                  <a16:creationId xmlns:a16="http://schemas.microsoft.com/office/drawing/2014/main" id="{2A696541-80F1-497C-976D-9FAB860FCC0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70933" y="5057269"/>
              <a:ext cx="0" cy="19467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8" name="Straight Connector 452">
              <a:extLst>
                <a:ext uri="{FF2B5EF4-FFF2-40B4-BE49-F238E27FC236}">
                  <a16:creationId xmlns:a16="http://schemas.microsoft.com/office/drawing/2014/main" id="{CFFF4356-3B42-4862-8CA6-7B56AD9252D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00062" y="3521349"/>
              <a:ext cx="474886" cy="20493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4" name="Straight Connector 452">
              <a:extLst>
                <a:ext uri="{FF2B5EF4-FFF2-40B4-BE49-F238E27FC236}">
                  <a16:creationId xmlns:a16="http://schemas.microsoft.com/office/drawing/2014/main" id="{DE745D4D-6589-4353-9AD2-9647DD6C71B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668624" y="3803455"/>
              <a:ext cx="5940" cy="37058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7" name="Straight Connector 452">
              <a:extLst>
                <a:ext uri="{FF2B5EF4-FFF2-40B4-BE49-F238E27FC236}">
                  <a16:creationId xmlns:a16="http://schemas.microsoft.com/office/drawing/2014/main" id="{5D7E5125-1225-4116-B93B-BD74BD9AF2E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867487" y="3342474"/>
              <a:ext cx="495974" cy="19425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4" name="Straight Connector 452">
              <a:extLst>
                <a:ext uri="{FF2B5EF4-FFF2-40B4-BE49-F238E27FC236}">
                  <a16:creationId xmlns:a16="http://schemas.microsoft.com/office/drawing/2014/main" id="{1ADA1E78-752F-4868-BE22-2506C183376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360868" y="3340660"/>
              <a:ext cx="1" cy="21280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4" name="Straight Connector 452">
              <a:extLst>
                <a:ext uri="{FF2B5EF4-FFF2-40B4-BE49-F238E27FC236}">
                  <a16:creationId xmlns:a16="http://schemas.microsoft.com/office/drawing/2014/main" id="{37D9E8E9-B293-42D9-B6E8-9F1261F39CE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60007" y="4765207"/>
              <a:ext cx="0" cy="19467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4" name="Straight Connector 452">
              <a:extLst>
                <a:ext uri="{FF2B5EF4-FFF2-40B4-BE49-F238E27FC236}">
                  <a16:creationId xmlns:a16="http://schemas.microsoft.com/office/drawing/2014/main" id="{176FB88A-F915-4B85-BD31-8F3C22FDBDA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694840" y="4695858"/>
              <a:ext cx="263250" cy="9789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5" name="Straight Connector 452">
              <a:extLst>
                <a:ext uri="{FF2B5EF4-FFF2-40B4-BE49-F238E27FC236}">
                  <a16:creationId xmlns:a16="http://schemas.microsoft.com/office/drawing/2014/main" id="{82A995CA-90E8-46B9-91C4-C85311B95CD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50216" y="4546558"/>
              <a:ext cx="246235" cy="10407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6" name="Straight Connector 452">
              <a:extLst>
                <a:ext uri="{FF2B5EF4-FFF2-40B4-BE49-F238E27FC236}">
                  <a16:creationId xmlns:a16="http://schemas.microsoft.com/office/drawing/2014/main" id="{8F086AA1-58FF-44FA-8442-94693724C8E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443589" y="4054034"/>
              <a:ext cx="0" cy="19467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0" name="Straight Connector 452">
              <a:extLst>
                <a:ext uri="{FF2B5EF4-FFF2-40B4-BE49-F238E27FC236}">
                  <a16:creationId xmlns:a16="http://schemas.microsoft.com/office/drawing/2014/main" id="{4977E5C6-A826-4D07-A86A-C54A9A2A676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461210" y="4077478"/>
              <a:ext cx="247760" cy="10388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3" name="Straight Connector 452">
              <a:extLst>
                <a:ext uri="{FF2B5EF4-FFF2-40B4-BE49-F238E27FC236}">
                  <a16:creationId xmlns:a16="http://schemas.microsoft.com/office/drawing/2014/main" id="{7914571B-EB75-40AA-9A8B-9E72702D5B2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237987" y="4344842"/>
              <a:ext cx="247760" cy="10388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5" name="Straight Connector 452">
              <a:extLst>
                <a:ext uri="{FF2B5EF4-FFF2-40B4-BE49-F238E27FC236}">
                  <a16:creationId xmlns:a16="http://schemas.microsoft.com/office/drawing/2014/main" id="{5F7F3718-0A1F-44AA-91B3-47C0480B07A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438434" y="4240307"/>
              <a:ext cx="247760" cy="10388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6" name="Straight Connector 452">
              <a:extLst>
                <a:ext uri="{FF2B5EF4-FFF2-40B4-BE49-F238E27FC236}">
                  <a16:creationId xmlns:a16="http://schemas.microsoft.com/office/drawing/2014/main" id="{38F2889F-38D2-4F81-B861-91DDFD82C18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445794" y="4337743"/>
              <a:ext cx="246235" cy="10407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team2">
            <a:extLst>
              <a:ext uri="{FF2B5EF4-FFF2-40B4-BE49-F238E27FC236}">
                <a16:creationId xmlns:a16="http://schemas.microsoft.com/office/drawing/2014/main" id="{3BE981CA-EDDA-459B-9EE7-B0BDFD22246F}"/>
              </a:ext>
            </a:extLst>
          </p:cNvPr>
          <p:cNvGrpSpPr/>
          <p:nvPr/>
        </p:nvGrpSpPr>
        <p:grpSpPr>
          <a:xfrm>
            <a:off x="565680" y="1790700"/>
            <a:ext cx="6805067" cy="8383898"/>
            <a:chOff x="565680" y="1790700"/>
            <a:chExt cx="6805067" cy="8383898"/>
          </a:xfrm>
        </p:grpSpPr>
        <p:cxnSp>
          <p:nvCxnSpPr>
            <p:cNvPr id="4" name="Straight Connector 452">
              <a:extLst>
                <a:ext uri="{FF2B5EF4-FFF2-40B4-BE49-F238E27FC236}">
                  <a16:creationId xmlns:a16="http://schemas.microsoft.com/office/drawing/2014/main" id="{A31ABA35-B6F8-4289-8FF3-3B02A951221C}"/>
                </a:ext>
              </a:extLst>
            </p:cNvPr>
            <p:cNvCxnSpPr>
              <a:cxnSpLocks/>
            </p:cNvCxnSpPr>
            <p:nvPr/>
          </p:nvCxnSpPr>
          <p:spPr>
            <a:xfrm>
              <a:off x="6403975" y="1790700"/>
              <a:ext cx="0" cy="3810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452">
              <a:extLst>
                <a:ext uri="{FF2B5EF4-FFF2-40B4-BE49-F238E27FC236}">
                  <a16:creationId xmlns:a16="http://schemas.microsoft.com/office/drawing/2014/main" id="{64B6597A-7BD2-4295-94CE-258884C312F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88075" y="2146300"/>
              <a:ext cx="215900" cy="14287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452">
              <a:extLst>
                <a:ext uri="{FF2B5EF4-FFF2-40B4-BE49-F238E27FC236}">
                  <a16:creationId xmlns:a16="http://schemas.microsoft.com/office/drawing/2014/main" id="{2E634530-C013-4EE9-8D46-967850369BDA}"/>
                </a:ext>
              </a:extLst>
            </p:cNvPr>
            <p:cNvCxnSpPr>
              <a:cxnSpLocks/>
            </p:cNvCxnSpPr>
            <p:nvPr/>
          </p:nvCxnSpPr>
          <p:spPr>
            <a:xfrm>
              <a:off x="6176961" y="2289175"/>
              <a:ext cx="661" cy="91654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452">
              <a:extLst>
                <a:ext uri="{FF2B5EF4-FFF2-40B4-BE49-F238E27FC236}">
                  <a16:creationId xmlns:a16="http://schemas.microsoft.com/office/drawing/2014/main" id="{6C90CAAA-4F45-4375-B779-20F0C9A94FA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91075" y="4254692"/>
              <a:ext cx="1397000" cy="53638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452">
              <a:extLst>
                <a:ext uri="{FF2B5EF4-FFF2-40B4-BE49-F238E27FC236}">
                  <a16:creationId xmlns:a16="http://schemas.microsoft.com/office/drawing/2014/main" id="{12DBEF74-521F-48AC-8E67-BC57130C183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559300" y="4705350"/>
              <a:ext cx="231775" cy="8572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452">
              <a:extLst>
                <a:ext uri="{FF2B5EF4-FFF2-40B4-BE49-F238E27FC236}">
                  <a16:creationId xmlns:a16="http://schemas.microsoft.com/office/drawing/2014/main" id="{D8E389B3-2768-496A-9B3B-8A0F680A603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48031" y="4708526"/>
              <a:ext cx="717622" cy="28752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52">
              <a:extLst>
                <a:ext uri="{FF2B5EF4-FFF2-40B4-BE49-F238E27FC236}">
                  <a16:creationId xmlns:a16="http://schemas.microsoft.com/office/drawing/2014/main" id="{71CCBCC4-6B2D-459D-9D56-4BFE6558723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517523" y="4429127"/>
              <a:ext cx="706374" cy="28347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52">
              <a:extLst>
                <a:ext uri="{FF2B5EF4-FFF2-40B4-BE49-F238E27FC236}">
                  <a16:creationId xmlns:a16="http://schemas.microsoft.com/office/drawing/2014/main" id="{DE68BC7D-2002-4705-8F08-835E55AE51E0}"/>
                </a:ext>
              </a:extLst>
            </p:cNvPr>
            <p:cNvCxnSpPr>
              <a:cxnSpLocks/>
            </p:cNvCxnSpPr>
            <p:nvPr/>
          </p:nvCxnSpPr>
          <p:spPr>
            <a:xfrm>
              <a:off x="1517523" y="2960689"/>
              <a:ext cx="0" cy="146843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452">
              <a:extLst>
                <a:ext uri="{FF2B5EF4-FFF2-40B4-BE49-F238E27FC236}">
                  <a16:creationId xmlns:a16="http://schemas.microsoft.com/office/drawing/2014/main" id="{9217F176-8B66-4912-8293-27211762162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684906" y="4534693"/>
              <a:ext cx="1171196" cy="46135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452">
              <a:extLst>
                <a:ext uri="{FF2B5EF4-FFF2-40B4-BE49-F238E27FC236}">
                  <a16:creationId xmlns:a16="http://schemas.microsoft.com/office/drawing/2014/main" id="{452DC84A-1608-4561-900A-E66EFB73C4A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16814" y="4525168"/>
              <a:ext cx="487940" cy="18018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52">
              <a:extLst>
                <a:ext uri="{FF2B5EF4-FFF2-40B4-BE49-F238E27FC236}">
                  <a16:creationId xmlns:a16="http://schemas.microsoft.com/office/drawing/2014/main" id="{444E2C02-BB54-4958-A027-436852EE29B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63034" y="2883551"/>
              <a:ext cx="231775" cy="8572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Straight Connector 452">
              <a:extLst>
                <a:ext uri="{FF2B5EF4-FFF2-40B4-BE49-F238E27FC236}">
                  <a16:creationId xmlns:a16="http://schemas.microsoft.com/office/drawing/2014/main" id="{D810433A-C635-4800-AF42-48513AC4BE57}"/>
                </a:ext>
              </a:extLst>
            </p:cNvPr>
            <p:cNvCxnSpPr>
              <a:cxnSpLocks/>
            </p:cNvCxnSpPr>
            <p:nvPr/>
          </p:nvCxnSpPr>
          <p:spPr>
            <a:xfrm>
              <a:off x="1291609" y="2883551"/>
              <a:ext cx="0" cy="166042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Straight Connector 452">
              <a:extLst>
                <a:ext uri="{FF2B5EF4-FFF2-40B4-BE49-F238E27FC236}">
                  <a16:creationId xmlns:a16="http://schemas.microsoft.com/office/drawing/2014/main" id="{8E93F016-8073-47A3-9ACE-5C5CC894C55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86787" y="4538178"/>
              <a:ext cx="937174" cy="34338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Straight Connector 452">
              <a:extLst>
                <a:ext uri="{FF2B5EF4-FFF2-40B4-BE49-F238E27FC236}">
                  <a16:creationId xmlns:a16="http://schemas.microsoft.com/office/drawing/2014/main" id="{A568C35C-CA59-45E1-AE6D-04FDC627DA9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10663" y="4712597"/>
              <a:ext cx="487940" cy="18018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Straight Connector 452">
              <a:extLst>
                <a:ext uri="{FF2B5EF4-FFF2-40B4-BE49-F238E27FC236}">
                  <a16:creationId xmlns:a16="http://schemas.microsoft.com/office/drawing/2014/main" id="{DBAE4047-CE24-4A49-8C0F-A21D256CB30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680354" y="4712599"/>
              <a:ext cx="736011" cy="28345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Straight Connector 452">
              <a:extLst>
                <a:ext uri="{FF2B5EF4-FFF2-40B4-BE49-F238E27FC236}">
                  <a16:creationId xmlns:a16="http://schemas.microsoft.com/office/drawing/2014/main" id="{373D13C3-59E1-4F90-9392-CF94D970EA7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324373" y="4977254"/>
              <a:ext cx="231775" cy="8572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Straight Connector 452">
              <a:extLst>
                <a:ext uri="{FF2B5EF4-FFF2-40B4-BE49-F238E27FC236}">
                  <a16:creationId xmlns:a16="http://schemas.microsoft.com/office/drawing/2014/main" id="{E0B760EA-1A35-4F31-98A3-082D2271CF7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392117" y="4980116"/>
              <a:ext cx="461377" cy="17920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Straight Connector 452">
              <a:extLst>
                <a:ext uri="{FF2B5EF4-FFF2-40B4-BE49-F238E27FC236}">
                  <a16:creationId xmlns:a16="http://schemas.microsoft.com/office/drawing/2014/main" id="{1B269733-6590-440A-AB8C-7C0F8073998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60602" y="4971263"/>
              <a:ext cx="462206" cy="17834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Straight Connector 452">
              <a:extLst>
                <a:ext uri="{FF2B5EF4-FFF2-40B4-BE49-F238E27FC236}">
                  <a16:creationId xmlns:a16="http://schemas.microsoft.com/office/drawing/2014/main" id="{FC4981CC-847E-49F1-8A11-C34C03B98A0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557651" y="5060272"/>
              <a:ext cx="7075" cy="37484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452">
              <a:extLst>
                <a:ext uri="{FF2B5EF4-FFF2-40B4-BE49-F238E27FC236}">
                  <a16:creationId xmlns:a16="http://schemas.microsoft.com/office/drawing/2014/main" id="{3D6FB5C7-5388-4FA4-A2F8-3775B2CBFE8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333676" y="5338367"/>
              <a:ext cx="231775" cy="8572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Connector 452">
              <a:extLst>
                <a:ext uri="{FF2B5EF4-FFF2-40B4-BE49-F238E27FC236}">
                  <a16:creationId xmlns:a16="http://schemas.microsoft.com/office/drawing/2014/main" id="{289806EA-9FC2-41AA-A7CA-B41FBE5F667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39943" y="5149540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Connector 452">
              <a:extLst>
                <a:ext uri="{FF2B5EF4-FFF2-40B4-BE49-F238E27FC236}">
                  <a16:creationId xmlns:a16="http://schemas.microsoft.com/office/drawing/2014/main" id="{B397299D-2A3A-43C8-BE20-1CABC9A3D44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48832" y="5161932"/>
              <a:ext cx="486021" cy="19234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Straight Connector 452">
              <a:extLst>
                <a:ext uri="{FF2B5EF4-FFF2-40B4-BE49-F238E27FC236}">
                  <a16:creationId xmlns:a16="http://schemas.microsoft.com/office/drawing/2014/main" id="{4EEC3C0F-DA76-4F80-86A2-1A3BE528FF0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609949" y="5259478"/>
              <a:ext cx="231775" cy="8572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Straight Connector 452">
              <a:extLst>
                <a:ext uri="{FF2B5EF4-FFF2-40B4-BE49-F238E27FC236}">
                  <a16:creationId xmlns:a16="http://schemas.microsoft.com/office/drawing/2014/main" id="{EFA0E349-EA88-41BA-99A0-B71F674A49A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19043" y="5253048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Straight Connector 452">
              <a:extLst>
                <a:ext uri="{FF2B5EF4-FFF2-40B4-BE49-F238E27FC236}">
                  <a16:creationId xmlns:a16="http://schemas.microsoft.com/office/drawing/2014/main" id="{12693B72-BBB5-4AE4-B254-25A356F43DB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613173" y="5430914"/>
              <a:ext cx="231775" cy="8572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Straight Connector 452">
              <a:extLst>
                <a:ext uri="{FF2B5EF4-FFF2-40B4-BE49-F238E27FC236}">
                  <a16:creationId xmlns:a16="http://schemas.microsoft.com/office/drawing/2014/main" id="{B4380E6E-93F8-4E7D-8CCF-315D59E30F2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41942" y="5412346"/>
              <a:ext cx="258889" cy="10502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Straight Connector 452">
              <a:extLst>
                <a:ext uri="{FF2B5EF4-FFF2-40B4-BE49-F238E27FC236}">
                  <a16:creationId xmlns:a16="http://schemas.microsoft.com/office/drawing/2014/main" id="{2B2794F0-6014-4144-8CC7-91D0426AF3C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87260" y="5417586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452">
              <a:extLst>
                <a:ext uri="{FF2B5EF4-FFF2-40B4-BE49-F238E27FC236}">
                  <a16:creationId xmlns:a16="http://schemas.microsoft.com/office/drawing/2014/main" id="{04A23565-C4AF-4122-9D82-FA58F21FC32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33815" y="5610058"/>
              <a:ext cx="258889" cy="10502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452">
              <a:extLst>
                <a:ext uri="{FF2B5EF4-FFF2-40B4-BE49-F238E27FC236}">
                  <a16:creationId xmlns:a16="http://schemas.microsoft.com/office/drawing/2014/main" id="{E7577012-2A35-43F1-9A63-BE5A4E72257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129239" y="5425691"/>
              <a:ext cx="721581" cy="27770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452">
              <a:extLst>
                <a:ext uri="{FF2B5EF4-FFF2-40B4-BE49-F238E27FC236}">
                  <a16:creationId xmlns:a16="http://schemas.microsoft.com/office/drawing/2014/main" id="{D1AD1329-A099-4EBA-9F9B-2A98A1CDBFF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47534" y="5421829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452">
              <a:extLst>
                <a:ext uri="{FF2B5EF4-FFF2-40B4-BE49-F238E27FC236}">
                  <a16:creationId xmlns:a16="http://schemas.microsoft.com/office/drawing/2014/main" id="{EBB52706-1BA7-4FD2-9586-1053FF080DB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148646" y="5614789"/>
              <a:ext cx="721581" cy="27770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452">
              <a:extLst>
                <a:ext uri="{FF2B5EF4-FFF2-40B4-BE49-F238E27FC236}">
                  <a16:creationId xmlns:a16="http://schemas.microsoft.com/office/drawing/2014/main" id="{86C09E53-54E5-4C3A-A241-BB1BB204488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46333" y="5768601"/>
              <a:ext cx="258889" cy="10502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Straight Connector 452">
              <a:extLst>
                <a:ext uri="{FF2B5EF4-FFF2-40B4-BE49-F238E27FC236}">
                  <a16:creationId xmlns:a16="http://schemas.microsoft.com/office/drawing/2014/main" id="{A79AA0FC-111E-4474-8AAF-8DC9BCF995A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90030" y="5763823"/>
              <a:ext cx="0" cy="39314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Straight Connector 452">
              <a:extLst>
                <a:ext uri="{FF2B5EF4-FFF2-40B4-BE49-F238E27FC236}">
                  <a16:creationId xmlns:a16="http://schemas.microsoft.com/office/drawing/2014/main" id="{30F0E5BC-2C66-40D7-8EEC-32B41190035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158961" y="5783269"/>
              <a:ext cx="939797" cy="36992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Straight Connector 452">
              <a:extLst>
                <a:ext uri="{FF2B5EF4-FFF2-40B4-BE49-F238E27FC236}">
                  <a16:creationId xmlns:a16="http://schemas.microsoft.com/office/drawing/2014/main" id="{FBF0F778-4C60-4AAB-B3F6-ECF22FD4F59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57058" y="5788228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Straight Connector 452">
              <a:extLst>
                <a:ext uri="{FF2B5EF4-FFF2-40B4-BE49-F238E27FC236}">
                  <a16:creationId xmlns:a16="http://schemas.microsoft.com/office/drawing/2014/main" id="{4D149264-DE7B-436B-A030-A732CD1FE3D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152516" y="5968474"/>
              <a:ext cx="231775" cy="8572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Straight Connector 452">
              <a:extLst>
                <a:ext uri="{FF2B5EF4-FFF2-40B4-BE49-F238E27FC236}">
                  <a16:creationId xmlns:a16="http://schemas.microsoft.com/office/drawing/2014/main" id="{0C16F8A4-5B1F-4DEC-B96A-D737EF5C1BF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71154" y="6054199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452">
              <a:extLst>
                <a:ext uri="{FF2B5EF4-FFF2-40B4-BE49-F238E27FC236}">
                  <a16:creationId xmlns:a16="http://schemas.microsoft.com/office/drawing/2014/main" id="{86EF69AA-3A97-4334-BEBF-19FA50031BB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374142" y="6233319"/>
              <a:ext cx="476890" cy="18152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Straight Connector 452">
              <a:extLst>
                <a:ext uri="{FF2B5EF4-FFF2-40B4-BE49-F238E27FC236}">
                  <a16:creationId xmlns:a16="http://schemas.microsoft.com/office/drawing/2014/main" id="{3C34F007-C3E5-41F0-895B-DD41D02A95F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42873" y="6240713"/>
              <a:ext cx="479935" cy="18508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Straight Connector 452">
              <a:extLst>
                <a:ext uri="{FF2B5EF4-FFF2-40B4-BE49-F238E27FC236}">
                  <a16:creationId xmlns:a16="http://schemas.microsoft.com/office/drawing/2014/main" id="{4A79ACFA-3211-48C4-9A6A-DD652990650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304668" y="6241431"/>
              <a:ext cx="231775" cy="8572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Straight Connector 452">
              <a:extLst>
                <a:ext uri="{FF2B5EF4-FFF2-40B4-BE49-F238E27FC236}">
                  <a16:creationId xmlns:a16="http://schemas.microsoft.com/office/drawing/2014/main" id="{A5D52D94-A4C9-445B-8E70-FD4902DD85E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49177" y="6315788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Straight Connector 452">
              <a:extLst>
                <a:ext uri="{FF2B5EF4-FFF2-40B4-BE49-F238E27FC236}">
                  <a16:creationId xmlns:a16="http://schemas.microsoft.com/office/drawing/2014/main" id="{303C95F2-BA77-442F-B374-DABBADA8106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538981" y="6506758"/>
              <a:ext cx="241818" cy="9324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Straight Connector 452">
              <a:extLst>
                <a:ext uri="{FF2B5EF4-FFF2-40B4-BE49-F238E27FC236}">
                  <a16:creationId xmlns:a16="http://schemas.microsoft.com/office/drawing/2014/main" id="{A13D767C-2FF3-4A1F-87F6-9824B763C30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36443" y="6606628"/>
              <a:ext cx="258889" cy="10502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Straight Connector 452">
              <a:extLst>
                <a:ext uri="{FF2B5EF4-FFF2-40B4-BE49-F238E27FC236}">
                  <a16:creationId xmlns:a16="http://schemas.microsoft.com/office/drawing/2014/main" id="{F439581B-159E-4C80-A64E-2CE87B7BC82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56148" y="6705357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Straight Connector 452">
              <a:extLst>
                <a:ext uri="{FF2B5EF4-FFF2-40B4-BE49-F238E27FC236}">
                  <a16:creationId xmlns:a16="http://schemas.microsoft.com/office/drawing/2014/main" id="{1C8AE480-4050-4AC8-96D0-8D76C5AD92E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04668" y="6882635"/>
              <a:ext cx="258889" cy="10502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Straight Connector 452">
              <a:extLst>
                <a:ext uri="{FF2B5EF4-FFF2-40B4-BE49-F238E27FC236}">
                  <a16:creationId xmlns:a16="http://schemas.microsoft.com/office/drawing/2014/main" id="{63D0594D-70ED-4643-A5F9-5758A28BE7F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33675" y="6414840"/>
              <a:ext cx="6268" cy="56452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452">
              <a:extLst>
                <a:ext uri="{FF2B5EF4-FFF2-40B4-BE49-F238E27FC236}">
                  <a16:creationId xmlns:a16="http://schemas.microsoft.com/office/drawing/2014/main" id="{C006C95F-CED0-442B-A5B3-B7D558DB397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65254" y="6407410"/>
              <a:ext cx="479935" cy="18508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452">
              <a:extLst>
                <a:ext uri="{FF2B5EF4-FFF2-40B4-BE49-F238E27FC236}">
                  <a16:creationId xmlns:a16="http://schemas.microsoft.com/office/drawing/2014/main" id="{4AB530A1-21A2-49CC-A7FF-CF99E772E5C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361404" y="6422235"/>
              <a:ext cx="507306" cy="18743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452">
              <a:extLst>
                <a:ext uri="{FF2B5EF4-FFF2-40B4-BE49-F238E27FC236}">
                  <a16:creationId xmlns:a16="http://schemas.microsoft.com/office/drawing/2014/main" id="{C5DFC767-9E35-4B24-B7DA-F176407E8F0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79628" y="6414840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452">
              <a:extLst>
                <a:ext uri="{FF2B5EF4-FFF2-40B4-BE49-F238E27FC236}">
                  <a16:creationId xmlns:a16="http://schemas.microsoft.com/office/drawing/2014/main" id="{E51D260B-942B-462A-A15E-57951FCEA01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374243" y="6605455"/>
              <a:ext cx="507306" cy="18743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452">
              <a:extLst>
                <a:ext uri="{FF2B5EF4-FFF2-40B4-BE49-F238E27FC236}">
                  <a16:creationId xmlns:a16="http://schemas.microsoft.com/office/drawing/2014/main" id="{CF2B0A50-8993-419A-80E9-222408E061E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60602" y="6772153"/>
              <a:ext cx="3579" cy="38273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452">
              <a:extLst>
                <a:ext uri="{FF2B5EF4-FFF2-40B4-BE49-F238E27FC236}">
                  <a16:creationId xmlns:a16="http://schemas.microsoft.com/office/drawing/2014/main" id="{82DB772A-4F09-460F-972F-085E09A9E13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29960" y="7039637"/>
              <a:ext cx="268798" cy="12431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452">
              <a:extLst>
                <a:ext uri="{FF2B5EF4-FFF2-40B4-BE49-F238E27FC236}">
                  <a16:creationId xmlns:a16="http://schemas.microsoft.com/office/drawing/2014/main" id="{5F8D11A0-8793-47AF-9950-67D3B9E8F1B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90030" y="7039637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452">
              <a:extLst>
                <a:ext uri="{FF2B5EF4-FFF2-40B4-BE49-F238E27FC236}">
                  <a16:creationId xmlns:a16="http://schemas.microsoft.com/office/drawing/2014/main" id="{3DA6C3EC-AAE2-4A45-B95A-7A8474A33FC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86982" y="7162076"/>
              <a:ext cx="258889" cy="10502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452">
              <a:extLst>
                <a:ext uri="{FF2B5EF4-FFF2-40B4-BE49-F238E27FC236}">
                  <a16:creationId xmlns:a16="http://schemas.microsoft.com/office/drawing/2014/main" id="{65148F67-3570-4EF4-AA87-3BA4ACA9358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333675" y="7157425"/>
              <a:ext cx="241818" cy="9324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452">
              <a:extLst>
                <a:ext uri="{FF2B5EF4-FFF2-40B4-BE49-F238E27FC236}">
                  <a16:creationId xmlns:a16="http://schemas.microsoft.com/office/drawing/2014/main" id="{FBBB80DA-58E0-4891-AA0D-86FCC50C5A2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48223" y="7067799"/>
              <a:ext cx="459761" cy="18876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452">
              <a:extLst>
                <a:ext uri="{FF2B5EF4-FFF2-40B4-BE49-F238E27FC236}">
                  <a16:creationId xmlns:a16="http://schemas.microsoft.com/office/drawing/2014/main" id="{AC6FDF6C-03ED-46AD-984E-98846EBC309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007984" y="7057265"/>
              <a:ext cx="725986" cy="27543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452">
              <a:extLst>
                <a:ext uri="{FF2B5EF4-FFF2-40B4-BE49-F238E27FC236}">
                  <a16:creationId xmlns:a16="http://schemas.microsoft.com/office/drawing/2014/main" id="{D0AE50DC-5685-40D9-9F55-448D1414ADE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10399" y="7247429"/>
              <a:ext cx="258889" cy="10502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452">
              <a:extLst>
                <a:ext uri="{FF2B5EF4-FFF2-40B4-BE49-F238E27FC236}">
                  <a16:creationId xmlns:a16="http://schemas.microsoft.com/office/drawing/2014/main" id="{8FF16293-EFDA-4F13-A346-5EE7B4AD502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965293" y="7240131"/>
              <a:ext cx="241818" cy="9324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452">
              <a:extLst>
                <a:ext uri="{FF2B5EF4-FFF2-40B4-BE49-F238E27FC236}">
                  <a16:creationId xmlns:a16="http://schemas.microsoft.com/office/drawing/2014/main" id="{4E90C1C1-0884-43F7-8605-5DCEC11C44E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65657" y="7236126"/>
              <a:ext cx="258889" cy="10502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452">
              <a:extLst>
                <a:ext uri="{FF2B5EF4-FFF2-40B4-BE49-F238E27FC236}">
                  <a16:creationId xmlns:a16="http://schemas.microsoft.com/office/drawing/2014/main" id="{2DA0FB9F-F957-4709-8568-6CA2FEBF075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20197" y="7228977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Straight Connector 452">
              <a:extLst>
                <a:ext uri="{FF2B5EF4-FFF2-40B4-BE49-F238E27FC236}">
                  <a16:creationId xmlns:a16="http://schemas.microsoft.com/office/drawing/2014/main" id="{0326B0FC-B370-4FC5-B20A-C7AE1C31D83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83570" y="7401545"/>
              <a:ext cx="258889" cy="10502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452">
              <a:extLst>
                <a:ext uri="{FF2B5EF4-FFF2-40B4-BE49-F238E27FC236}">
                  <a16:creationId xmlns:a16="http://schemas.microsoft.com/office/drawing/2014/main" id="{CAADA319-56A2-4232-9BD7-F3893DFF06B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93898" y="7506568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7" name="Straight Connector 452">
              <a:extLst>
                <a:ext uri="{FF2B5EF4-FFF2-40B4-BE49-F238E27FC236}">
                  <a16:creationId xmlns:a16="http://schemas.microsoft.com/office/drawing/2014/main" id="{0274807B-4B83-4314-9BA2-336E2F2ACC2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75653" y="7702565"/>
              <a:ext cx="241818" cy="9324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Straight Connector 452">
              <a:extLst>
                <a:ext uri="{FF2B5EF4-FFF2-40B4-BE49-F238E27FC236}">
                  <a16:creationId xmlns:a16="http://schemas.microsoft.com/office/drawing/2014/main" id="{BDDD7B7F-6914-47B5-A700-AFBA6BA9B70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17470" y="7772865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" name="Straight Connector 452">
              <a:extLst>
                <a:ext uri="{FF2B5EF4-FFF2-40B4-BE49-F238E27FC236}">
                  <a16:creationId xmlns:a16="http://schemas.microsoft.com/office/drawing/2014/main" id="{5D197AE9-27C0-47FC-8415-308E7839305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404306" y="7970970"/>
              <a:ext cx="241818" cy="9324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Straight Connector 452">
              <a:extLst>
                <a:ext uri="{FF2B5EF4-FFF2-40B4-BE49-F238E27FC236}">
                  <a16:creationId xmlns:a16="http://schemas.microsoft.com/office/drawing/2014/main" id="{09B06B85-3ECD-4783-93BF-F65D7AA52AF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31283" y="8041270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" name="Straight Connector 452">
              <a:extLst>
                <a:ext uri="{FF2B5EF4-FFF2-40B4-BE49-F238E27FC236}">
                  <a16:creationId xmlns:a16="http://schemas.microsoft.com/office/drawing/2014/main" id="{FD454162-EFCD-4AAE-8E35-6D6F654D6BD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33329" y="8239375"/>
              <a:ext cx="241818" cy="9324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Straight Connector 452">
              <a:extLst>
                <a:ext uri="{FF2B5EF4-FFF2-40B4-BE49-F238E27FC236}">
                  <a16:creationId xmlns:a16="http://schemas.microsoft.com/office/drawing/2014/main" id="{D68BE075-9012-40A2-8240-5BA74D2552A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70040" y="8134516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" name="Straight Connector 452">
              <a:extLst>
                <a:ext uri="{FF2B5EF4-FFF2-40B4-BE49-F238E27FC236}">
                  <a16:creationId xmlns:a16="http://schemas.microsoft.com/office/drawing/2014/main" id="{0DDD78B2-B79A-4DEE-88D3-6A35DFDA391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72808" y="8053435"/>
              <a:ext cx="258889" cy="10502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Straight Connector 452">
              <a:extLst>
                <a:ext uri="{FF2B5EF4-FFF2-40B4-BE49-F238E27FC236}">
                  <a16:creationId xmlns:a16="http://schemas.microsoft.com/office/drawing/2014/main" id="{3AF465E5-BADE-4F29-BC06-A75811D2A8F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31696" y="8053435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" name="Straight Connector 452">
              <a:extLst>
                <a:ext uri="{FF2B5EF4-FFF2-40B4-BE49-F238E27FC236}">
                  <a16:creationId xmlns:a16="http://schemas.microsoft.com/office/drawing/2014/main" id="{07948544-E5B9-4235-9F84-B89731F98AF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128929" y="8241983"/>
              <a:ext cx="241818" cy="9324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Straight Connector 452">
              <a:extLst>
                <a:ext uri="{FF2B5EF4-FFF2-40B4-BE49-F238E27FC236}">
                  <a16:creationId xmlns:a16="http://schemas.microsoft.com/office/drawing/2014/main" id="{76F0318C-8524-426B-97FF-3AB1DE97956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54539" y="8319702"/>
              <a:ext cx="0" cy="39249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Straight Connector 452">
              <a:extLst>
                <a:ext uri="{FF2B5EF4-FFF2-40B4-BE49-F238E27FC236}">
                  <a16:creationId xmlns:a16="http://schemas.microsoft.com/office/drawing/2014/main" id="{3F0CC13C-8089-4A38-BCAB-57F87C001AF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096001" y="8596397"/>
              <a:ext cx="241818" cy="9324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" name="Straight Connector 452">
              <a:extLst>
                <a:ext uri="{FF2B5EF4-FFF2-40B4-BE49-F238E27FC236}">
                  <a16:creationId xmlns:a16="http://schemas.microsoft.com/office/drawing/2014/main" id="{A48D6D01-CEE8-42FE-8E61-8A36D588A61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53752" y="8590508"/>
              <a:ext cx="258889" cy="10502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Straight Connector 452">
              <a:extLst>
                <a:ext uri="{FF2B5EF4-FFF2-40B4-BE49-F238E27FC236}">
                  <a16:creationId xmlns:a16="http://schemas.microsoft.com/office/drawing/2014/main" id="{C3DCCF87-9F1E-45DD-9218-FFE55E17219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11934" y="8598253"/>
              <a:ext cx="241818" cy="9324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" name="Straight Connector 452">
              <a:extLst>
                <a:ext uri="{FF2B5EF4-FFF2-40B4-BE49-F238E27FC236}">
                  <a16:creationId xmlns:a16="http://schemas.microsoft.com/office/drawing/2014/main" id="{8CD04C52-F094-4D5F-953A-7A9F1F46051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03849" y="8596397"/>
              <a:ext cx="258889" cy="10502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" name="Straight Connector 452">
              <a:extLst>
                <a:ext uri="{FF2B5EF4-FFF2-40B4-BE49-F238E27FC236}">
                  <a16:creationId xmlns:a16="http://schemas.microsoft.com/office/drawing/2014/main" id="{224E556A-0235-4C8B-9525-DA1B7A1588E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25785" y="8152487"/>
              <a:ext cx="0" cy="54893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Straight Connector 452">
              <a:extLst>
                <a:ext uri="{FF2B5EF4-FFF2-40B4-BE49-F238E27FC236}">
                  <a16:creationId xmlns:a16="http://schemas.microsoft.com/office/drawing/2014/main" id="{29193C59-79E9-4812-AD2F-DB5FA96AE69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92105" y="8061695"/>
              <a:ext cx="241818" cy="9324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" name="Straight Connector 452">
              <a:extLst>
                <a:ext uri="{FF2B5EF4-FFF2-40B4-BE49-F238E27FC236}">
                  <a16:creationId xmlns:a16="http://schemas.microsoft.com/office/drawing/2014/main" id="{CD638588-5834-4B02-ACEF-99A0F874CC6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02661" y="8045235"/>
              <a:ext cx="0" cy="54893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Straight Connector 452">
              <a:extLst>
                <a:ext uri="{FF2B5EF4-FFF2-40B4-BE49-F238E27FC236}">
                  <a16:creationId xmlns:a16="http://schemas.microsoft.com/office/drawing/2014/main" id="{571A1A20-60D8-47D2-832E-9B31081C1A3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52913" y="8590507"/>
              <a:ext cx="258889" cy="10502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" name="Straight Connector 452">
              <a:extLst>
                <a:ext uri="{FF2B5EF4-FFF2-40B4-BE49-F238E27FC236}">
                  <a16:creationId xmlns:a16="http://schemas.microsoft.com/office/drawing/2014/main" id="{8BC44A16-F7E8-4E0D-B36F-0472736F20A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54267" y="7970971"/>
              <a:ext cx="0" cy="74122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Straight Connector 452">
              <a:extLst>
                <a:ext uri="{FF2B5EF4-FFF2-40B4-BE49-F238E27FC236}">
                  <a16:creationId xmlns:a16="http://schemas.microsoft.com/office/drawing/2014/main" id="{D20745E1-362C-43CF-9330-BCC8DB902D0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56757" y="7876241"/>
              <a:ext cx="258889" cy="10502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Straight Connector 452">
              <a:extLst>
                <a:ext uri="{FF2B5EF4-FFF2-40B4-BE49-F238E27FC236}">
                  <a16:creationId xmlns:a16="http://schemas.microsoft.com/office/drawing/2014/main" id="{079A90F2-999F-4F0F-9173-FA0871BA9D2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948333" y="7785798"/>
              <a:ext cx="241818" cy="9324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Straight Connector 452">
              <a:extLst>
                <a:ext uri="{FF2B5EF4-FFF2-40B4-BE49-F238E27FC236}">
                  <a16:creationId xmlns:a16="http://schemas.microsoft.com/office/drawing/2014/main" id="{A7517AA6-EDAC-4688-9735-8829787241D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66096" y="7421457"/>
              <a:ext cx="0" cy="36117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3" name="Straight Connector 452">
              <a:extLst>
                <a:ext uri="{FF2B5EF4-FFF2-40B4-BE49-F238E27FC236}">
                  <a16:creationId xmlns:a16="http://schemas.microsoft.com/office/drawing/2014/main" id="{7EBE83FC-F194-47B1-B36C-062C853AE9D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486940" y="7409505"/>
              <a:ext cx="241818" cy="9324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Straight Connector 452">
              <a:extLst>
                <a:ext uri="{FF2B5EF4-FFF2-40B4-BE49-F238E27FC236}">
                  <a16:creationId xmlns:a16="http://schemas.microsoft.com/office/drawing/2014/main" id="{F19A380F-4FF0-4348-B463-7CD4595826C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16044" y="7405939"/>
              <a:ext cx="258889" cy="10502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Straight Connector 452">
              <a:extLst>
                <a:ext uri="{FF2B5EF4-FFF2-40B4-BE49-F238E27FC236}">
                  <a16:creationId xmlns:a16="http://schemas.microsoft.com/office/drawing/2014/main" id="{85498DA1-DE58-40A8-B32F-CC41A542451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18421" y="7411691"/>
              <a:ext cx="0" cy="36117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" name="Straight Connector 452">
              <a:extLst>
                <a:ext uri="{FF2B5EF4-FFF2-40B4-BE49-F238E27FC236}">
                  <a16:creationId xmlns:a16="http://schemas.microsoft.com/office/drawing/2014/main" id="{EBCA04DF-84F5-4423-9249-ECEF5B4354E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503836" y="7792446"/>
              <a:ext cx="241818" cy="9324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Straight Connector 452">
              <a:extLst>
                <a:ext uri="{FF2B5EF4-FFF2-40B4-BE49-F238E27FC236}">
                  <a16:creationId xmlns:a16="http://schemas.microsoft.com/office/drawing/2014/main" id="{98F2D711-8260-4E64-9369-9479826C720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28758" y="7862953"/>
              <a:ext cx="0" cy="74122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Straight Connector 452">
              <a:extLst>
                <a:ext uri="{FF2B5EF4-FFF2-40B4-BE49-F238E27FC236}">
                  <a16:creationId xmlns:a16="http://schemas.microsoft.com/office/drawing/2014/main" id="{22F88327-691E-4722-9FAE-F1992648759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79864" y="8601342"/>
              <a:ext cx="258889" cy="10502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Straight Connector 452">
              <a:extLst>
                <a:ext uri="{FF2B5EF4-FFF2-40B4-BE49-F238E27FC236}">
                  <a16:creationId xmlns:a16="http://schemas.microsoft.com/office/drawing/2014/main" id="{10B1841C-5DFF-44E4-9881-1124DCE6E93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007984" y="8515951"/>
              <a:ext cx="488266" cy="17369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Straight Connector 452">
              <a:extLst>
                <a:ext uri="{FF2B5EF4-FFF2-40B4-BE49-F238E27FC236}">
                  <a16:creationId xmlns:a16="http://schemas.microsoft.com/office/drawing/2014/main" id="{E6F2FB8A-C8A6-4CB7-B1AC-09712B40EE8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15706" y="8335229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" name="Straight Connector 452">
              <a:extLst>
                <a:ext uri="{FF2B5EF4-FFF2-40B4-BE49-F238E27FC236}">
                  <a16:creationId xmlns:a16="http://schemas.microsoft.com/office/drawing/2014/main" id="{34F0E9A6-561A-41E3-A186-49CAA26B2FF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998243" y="8347435"/>
              <a:ext cx="488266" cy="17369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Straight Connector 452">
              <a:extLst>
                <a:ext uri="{FF2B5EF4-FFF2-40B4-BE49-F238E27FC236}">
                  <a16:creationId xmlns:a16="http://schemas.microsoft.com/office/drawing/2014/main" id="{9A75E486-788E-4D52-A430-571A183EC78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82808" y="7981264"/>
              <a:ext cx="0" cy="54893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4" name="Straight Connector 452">
              <a:extLst>
                <a:ext uri="{FF2B5EF4-FFF2-40B4-BE49-F238E27FC236}">
                  <a16:creationId xmlns:a16="http://schemas.microsoft.com/office/drawing/2014/main" id="{8E6C721E-081D-45EF-B89A-D0795D785F0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36671" y="7975068"/>
              <a:ext cx="258889" cy="10502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Straight Connector 452">
              <a:extLst>
                <a:ext uri="{FF2B5EF4-FFF2-40B4-BE49-F238E27FC236}">
                  <a16:creationId xmlns:a16="http://schemas.microsoft.com/office/drawing/2014/main" id="{67474E67-D374-419E-9B72-C85DC1C202E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991292" y="7972888"/>
              <a:ext cx="241818" cy="9324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" name="Straight Connector 452">
              <a:extLst>
                <a:ext uri="{FF2B5EF4-FFF2-40B4-BE49-F238E27FC236}">
                  <a16:creationId xmlns:a16="http://schemas.microsoft.com/office/drawing/2014/main" id="{CF460C51-5653-48A3-B0FD-2DA982BD84C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94867" y="7879044"/>
              <a:ext cx="258889" cy="10502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Straight Connector 452">
              <a:extLst>
                <a:ext uri="{FF2B5EF4-FFF2-40B4-BE49-F238E27FC236}">
                  <a16:creationId xmlns:a16="http://schemas.microsoft.com/office/drawing/2014/main" id="{73391BC7-8484-48DF-ACA3-6CFEA9C5039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52117" y="7341149"/>
              <a:ext cx="0" cy="54200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Straight Connector 452">
              <a:extLst>
                <a:ext uri="{FF2B5EF4-FFF2-40B4-BE49-F238E27FC236}">
                  <a16:creationId xmlns:a16="http://schemas.microsoft.com/office/drawing/2014/main" id="{69AE7299-E715-436C-9B98-77290225291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017023" y="7245125"/>
              <a:ext cx="241818" cy="9324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" name="Straight Connector 452">
              <a:extLst>
                <a:ext uri="{FF2B5EF4-FFF2-40B4-BE49-F238E27FC236}">
                  <a16:creationId xmlns:a16="http://schemas.microsoft.com/office/drawing/2014/main" id="{BF611585-DC38-4640-96B2-15AE0B810FE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15706" y="7240870"/>
              <a:ext cx="0" cy="54176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Straight Connector 452">
              <a:extLst>
                <a:ext uri="{FF2B5EF4-FFF2-40B4-BE49-F238E27FC236}">
                  <a16:creationId xmlns:a16="http://schemas.microsoft.com/office/drawing/2014/main" id="{C3837E11-D694-4799-85D0-09BF8F1E6DF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769720" y="7682670"/>
              <a:ext cx="241818" cy="9324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" name="Straight Connector 452">
              <a:extLst>
                <a:ext uri="{FF2B5EF4-FFF2-40B4-BE49-F238E27FC236}">
                  <a16:creationId xmlns:a16="http://schemas.microsoft.com/office/drawing/2014/main" id="{96330122-D727-4760-90DB-84A74AC3E5A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84996" y="7330375"/>
              <a:ext cx="0" cy="36117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4" name="Straight Connector 452">
              <a:extLst>
                <a:ext uri="{FF2B5EF4-FFF2-40B4-BE49-F238E27FC236}">
                  <a16:creationId xmlns:a16="http://schemas.microsoft.com/office/drawing/2014/main" id="{DDFFED78-71D3-4B36-BF5C-470DDF5CFA3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32631" y="7330375"/>
              <a:ext cx="258889" cy="10502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Straight Connector 452">
              <a:extLst>
                <a:ext uri="{FF2B5EF4-FFF2-40B4-BE49-F238E27FC236}">
                  <a16:creationId xmlns:a16="http://schemas.microsoft.com/office/drawing/2014/main" id="{9937EF6C-11F5-4953-9015-EAD259687B2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48223" y="7421457"/>
              <a:ext cx="0" cy="36117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6" name="Straight Connector 452">
              <a:extLst>
                <a:ext uri="{FF2B5EF4-FFF2-40B4-BE49-F238E27FC236}">
                  <a16:creationId xmlns:a16="http://schemas.microsoft.com/office/drawing/2014/main" id="{B5003731-FE8F-4D1C-8EC8-18109587E94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321739" y="7702565"/>
              <a:ext cx="241818" cy="9324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7" name="Straight Connector 452">
              <a:extLst>
                <a:ext uri="{FF2B5EF4-FFF2-40B4-BE49-F238E27FC236}">
                  <a16:creationId xmlns:a16="http://schemas.microsoft.com/office/drawing/2014/main" id="{E1F41B42-EA3D-4A03-888E-944640F287A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24831" y="7352452"/>
              <a:ext cx="0" cy="36117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8" name="Straight Connector 452">
              <a:extLst>
                <a:ext uri="{FF2B5EF4-FFF2-40B4-BE49-F238E27FC236}">
                  <a16:creationId xmlns:a16="http://schemas.microsoft.com/office/drawing/2014/main" id="{240F7E74-0FC1-4CB2-8642-493128FAD30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50820" y="7330375"/>
              <a:ext cx="489650" cy="18746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0" name="Straight Connector 452">
              <a:extLst>
                <a:ext uri="{FF2B5EF4-FFF2-40B4-BE49-F238E27FC236}">
                  <a16:creationId xmlns:a16="http://schemas.microsoft.com/office/drawing/2014/main" id="{C57BC8BB-8BF5-49BB-820E-BEF9BBE1E2F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66549" y="7502751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1" name="Straight Connector 452">
              <a:extLst>
                <a:ext uri="{FF2B5EF4-FFF2-40B4-BE49-F238E27FC236}">
                  <a16:creationId xmlns:a16="http://schemas.microsoft.com/office/drawing/2014/main" id="{53F303FC-7363-4753-B62C-CE4BEC1FC18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56386" y="7601803"/>
              <a:ext cx="258889" cy="10502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2" name="Straight Connector 452">
              <a:extLst>
                <a:ext uri="{FF2B5EF4-FFF2-40B4-BE49-F238E27FC236}">
                  <a16:creationId xmlns:a16="http://schemas.microsoft.com/office/drawing/2014/main" id="{CA4CE669-8401-47F1-93F5-B76409F2792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92516" y="7594341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3" name="Straight Connector 452">
              <a:extLst>
                <a:ext uri="{FF2B5EF4-FFF2-40B4-BE49-F238E27FC236}">
                  <a16:creationId xmlns:a16="http://schemas.microsoft.com/office/drawing/2014/main" id="{A22FB90C-F760-4CD1-ADA4-62EE552D1C5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09949" y="7786557"/>
              <a:ext cx="485170" cy="19470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5" name="Straight Connector 452">
              <a:extLst>
                <a:ext uri="{FF2B5EF4-FFF2-40B4-BE49-F238E27FC236}">
                  <a16:creationId xmlns:a16="http://schemas.microsoft.com/office/drawing/2014/main" id="{7AAE874E-B7B9-489D-AE61-9FEAE6AC021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19043" y="7954382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6" name="Straight Connector 452">
              <a:extLst>
                <a:ext uri="{FF2B5EF4-FFF2-40B4-BE49-F238E27FC236}">
                  <a16:creationId xmlns:a16="http://schemas.microsoft.com/office/drawing/2014/main" id="{47425D1A-68C3-4D65-BBC8-D6E91AE8E18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20500" y="7885692"/>
              <a:ext cx="685722" cy="26184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8" name="Straight Connector 452">
              <a:extLst>
                <a:ext uri="{FF2B5EF4-FFF2-40B4-BE49-F238E27FC236}">
                  <a16:creationId xmlns:a16="http://schemas.microsoft.com/office/drawing/2014/main" id="{09F7139F-07B8-43F0-BCD0-BCE203E7D94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00615" y="7863590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9" name="Straight Connector 452">
              <a:extLst>
                <a:ext uri="{FF2B5EF4-FFF2-40B4-BE49-F238E27FC236}">
                  <a16:creationId xmlns:a16="http://schemas.microsoft.com/office/drawing/2014/main" id="{80E30C52-9F09-4DEA-90EB-3BFFC27CEEB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05263" y="8060995"/>
              <a:ext cx="685722" cy="26184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0" name="Straight Connector 452">
              <a:extLst>
                <a:ext uri="{FF2B5EF4-FFF2-40B4-BE49-F238E27FC236}">
                  <a16:creationId xmlns:a16="http://schemas.microsoft.com/office/drawing/2014/main" id="{B691B444-E2E0-454C-975B-48E42FAB42F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596669" y="8322840"/>
              <a:ext cx="267511" cy="11922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1" name="Straight Connector 452">
              <a:extLst>
                <a:ext uri="{FF2B5EF4-FFF2-40B4-BE49-F238E27FC236}">
                  <a16:creationId xmlns:a16="http://schemas.microsoft.com/office/drawing/2014/main" id="{B8438A13-EFAE-4FD0-97E7-1C20AF8CF30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43161" y="8171471"/>
              <a:ext cx="706616" cy="27473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3" name="Straight Connector 452">
              <a:extLst>
                <a:ext uri="{FF2B5EF4-FFF2-40B4-BE49-F238E27FC236}">
                  <a16:creationId xmlns:a16="http://schemas.microsoft.com/office/drawing/2014/main" id="{0CA68985-D442-43C8-812F-ECF5AB67975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532494" y="8154941"/>
              <a:ext cx="267511" cy="11922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5" name="Straight Connector 452">
              <a:extLst>
                <a:ext uri="{FF2B5EF4-FFF2-40B4-BE49-F238E27FC236}">
                  <a16:creationId xmlns:a16="http://schemas.microsoft.com/office/drawing/2014/main" id="{9F55FD00-1C8B-4FD2-A2A8-1A2BF8927E3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48031" y="8241984"/>
              <a:ext cx="933565" cy="39131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7" name="Straight Connector 452">
              <a:extLst>
                <a:ext uri="{FF2B5EF4-FFF2-40B4-BE49-F238E27FC236}">
                  <a16:creationId xmlns:a16="http://schemas.microsoft.com/office/drawing/2014/main" id="{F6A7465E-6022-4E55-8485-28CE25D9F68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827608" y="8610679"/>
              <a:ext cx="267511" cy="11922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8" name="Straight Connector 452">
              <a:extLst>
                <a:ext uri="{FF2B5EF4-FFF2-40B4-BE49-F238E27FC236}">
                  <a16:creationId xmlns:a16="http://schemas.microsoft.com/office/drawing/2014/main" id="{86258FB8-6AE0-4088-A207-E03088DAEA3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81499" y="8444803"/>
              <a:ext cx="706616" cy="27473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9" name="Straight Connector 452">
              <a:extLst>
                <a:ext uri="{FF2B5EF4-FFF2-40B4-BE49-F238E27FC236}">
                  <a16:creationId xmlns:a16="http://schemas.microsoft.com/office/drawing/2014/main" id="{644564A7-2366-4D8A-9389-52502FA84AF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787993" y="8434021"/>
              <a:ext cx="7733" cy="37660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1" name="Straight Connector 452">
              <a:extLst>
                <a:ext uri="{FF2B5EF4-FFF2-40B4-BE49-F238E27FC236}">
                  <a16:creationId xmlns:a16="http://schemas.microsoft.com/office/drawing/2014/main" id="{FA94DE90-3F7A-40BD-A1E5-5E664CD2973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770574" y="8777478"/>
              <a:ext cx="267511" cy="11922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2" name="Straight Connector 452">
              <a:extLst>
                <a:ext uri="{FF2B5EF4-FFF2-40B4-BE49-F238E27FC236}">
                  <a16:creationId xmlns:a16="http://schemas.microsoft.com/office/drawing/2014/main" id="{3B4B828D-26C9-4850-B37A-F16EB625027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38084" y="8869591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3" name="Straight Connector 452">
              <a:extLst>
                <a:ext uri="{FF2B5EF4-FFF2-40B4-BE49-F238E27FC236}">
                  <a16:creationId xmlns:a16="http://schemas.microsoft.com/office/drawing/2014/main" id="{3A3D3991-0A9A-4AAC-B5BC-7B500ADE94E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556148" y="8884495"/>
              <a:ext cx="481084" cy="17376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5" name="Straight Connector 452">
              <a:extLst>
                <a:ext uri="{FF2B5EF4-FFF2-40B4-BE49-F238E27FC236}">
                  <a16:creationId xmlns:a16="http://schemas.microsoft.com/office/drawing/2014/main" id="{2502A5A9-1D39-49B3-8EA5-81BD52ED3A0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61538" y="8695280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6" name="Straight Connector 452">
              <a:extLst>
                <a:ext uri="{FF2B5EF4-FFF2-40B4-BE49-F238E27FC236}">
                  <a16:creationId xmlns:a16="http://schemas.microsoft.com/office/drawing/2014/main" id="{1A949219-E05F-440F-A993-A9A6DC2DDCF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100831" y="8704207"/>
              <a:ext cx="468692" cy="18028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" name="Straight Connector 452">
              <a:extLst>
                <a:ext uri="{FF2B5EF4-FFF2-40B4-BE49-F238E27FC236}">
                  <a16:creationId xmlns:a16="http://schemas.microsoft.com/office/drawing/2014/main" id="{4C514F93-ABB0-477D-8D4B-E45D80A45DC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079109" y="8875026"/>
              <a:ext cx="712411" cy="29025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" name="Straight Connector 452">
              <a:extLst>
                <a:ext uri="{FF2B5EF4-FFF2-40B4-BE49-F238E27FC236}">
                  <a16:creationId xmlns:a16="http://schemas.microsoft.com/office/drawing/2014/main" id="{24C789E0-48F0-4559-9781-951D145CD5F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36804" y="9157545"/>
              <a:ext cx="258889" cy="10502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1" name="Straight Connector 452">
              <a:extLst>
                <a:ext uri="{FF2B5EF4-FFF2-40B4-BE49-F238E27FC236}">
                  <a16:creationId xmlns:a16="http://schemas.microsoft.com/office/drawing/2014/main" id="{BACE3EB9-8728-45A3-B037-8229ED17EF6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856102" y="8969200"/>
              <a:ext cx="712411" cy="29025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2" name="Straight Connector 452">
              <a:extLst>
                <a:ext uri="{FF2B5EF4-FFF2-40B4-BE49-F238E27FC236}">
                  <a16:creationId xmlns:a16="http://schemas.microsoft.com/office/drawing/2014/main" id="{4F5C4371-CECF-4037-B5E0-83AC1B472C5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55378" y="8955768"/>
              <a:ext cx="0" cy="39460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5" name="Straight Connector 452">
              <a:extLst>
                <a:ext uri="{FF2B5EF4-FFF2-40B4-BE49-F238E27FC236}">
                  <a16:creationId xmlns:a16="http://schemas.microsoft.com/office/drawing/2014/main" id="{EB4A904E-A434-459C-B9E6-BCFF1063DAC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847764" y="9317765"/>
              <a:ext cx="267511" cy="11922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6" name="Straight Connector 452">
              <a:extLst>
                <a:ext uri="{FF2B5EF4-FFF2-40B4-BE49-F238E27FC236}">
                  <a16:creationId xmlns:a16="http://schemas.microsoft.com/office/drawing/2014/main" id="{573AD022-8966-4CE3-902B-7A2AE80FA87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95118" y="9404574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7" name="Straight Connector 452">
              <a:extLst>
                <a:ext uri="{FF2B5EF4-FFF2-40B4-BE49-F238E27FC236}">
                  <a16:creationId xmlns:a16="http://schemas.microsoft.com/office/drawing/2014/main" id="{62542E19-102A-460C-8060-DD1765267C6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814368" y="9483455"/>
              <a:ext cx="267511" cy="11922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8" name="Straight Connector 452">
              <a:extLst>
                <a:ext uri="{FF2B5EF4-FFF2-40B4-BE49-F238E27FC236}">
                  <a16:creationId xmlns:a16="http://schemas.microsoft.com/office/drawing/2014/main" id="{82B8A384-2ACD-4798-B584-AC217728E28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841724" y="9503627"/>
              <a:ext cx="7108" cy="37860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1" name="Straight Connector 452">
              <a:extLst>
                <a:ext uri="{FF2B5EF4-FFF2-40B4-BE49-F238E27FC236}">
                  <a16:creationId xmlns:a16="http://schemas.microsoft.com/office/drawing/2014/main" id="{6B24BC0F-58B5-4221-A612-BD55E834239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619043" y="9798986"/>
              <a:ext cx="238283" cy="10342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4" name="Straight Connector 452">
              <a:extLst>
                <a:ext uri="{FF2B5EF4-FFF2-40B4-BE49-F238E27FC236}">
                  <a16:creationId xmlns:a16="http://schemas.microsoft.com/office/drawing/2014/main" id="{C30B7014-0B82-4BE1-A03A-11527D366D8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19043" y="9783183"/>
              <a:ext cx="0" cy="36729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6" name="Straight Connector 452">
              <a:extLst>
                <a:ext uri="{FF2B5EF4-FFF2-40B4-BE49-F238E27FC236}">
                  <a16:creationId xmlns:a16="http://schemas.microsoft.com/office/drawing/2014/main" id="{7E0CD82B-A778-421D-85B0-822D91A95CB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147534" y="9966829"/>
              <a:ext cx="471510" cy="18364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8" name="Straight Connector 452">
              <a:extLst>
                <a:ext uri="{FF2B5EF4-FFF2-40B4-BE49-F238E27FC236}">
                  <a16:creationId xmlns:a16="http://schemas.microsoft.com/office/drawing/2014/main" id="{516CBB40-EC59-4BE4-9617-5F6A04715EA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157058" y="9602679"/>
              <a:ext cx="7108" cy="37860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9" name="Straight Connector 452">
              <a:extLst>
                <a:ext uri="{FF2B5EF4-FFF2-40B4-BE49-F238E27FC236}">
                  <a16:creationId xmlns:a16="http://schemas.microsoft.com/office/drawing/2014/main" id="{2DCD9590-4A6A-44EF-8A20-87FF78EF2B9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135604" y="9520002"/>
              <a:ext cx="258889" cy="10502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0" name="Straight Connector 452">
              <a:extLst>
                <a:ext uri="{FF2B5EF4-FFF2-40B4-BE49-F238E27FC236}">
                  <a16:creationId xmlns:a16="http://schemas.microsoft.com/office/drawing/2014/main" id="{353B8F00-C2E3-4F8D-885F-5D391A823E3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407535" y="9520002"/>
              <a:ext cx="238283" cy="10342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1" name="Straight Connector 452">
              <a:extLst>
                <a:ext uri="{FF2B5EF4-FFF2-40B4-BE49-F238E27FC236}">
                  <a16:creationId xmlns:a16="http://schemas.microsoft.com/office/drawing/2014/main" id="{A36C1DF3-66E6-4ADA-9095-39ABBC8C39E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628859" y="8869591"/>
              <a:ext cx="6083" cy="76846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4" name="Straight Connector 452">
              <a:extLst>
                <a:ext uri="{FF2B5EF4-FFF2-40B4-BE49-F238E27FC236}">
                  <a16:creationId xmlns:a16="http://schemas.microsoft.com/office/drawing/2014/main" id="{BC5FD460-459A-4A7F-A07B-2FA6E7AD66C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17703" y="8794222"/>
              <a:ext cx="258889" cy="10502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5" name="Straight Connector 452">
              <a:extLst>
                <a:ext uri="{FF2B5EF4-FFF2-40B4-BE49-F238E27FC236}">
                  <a16:creationId xmlns:a16="http://schemas.microsoft.com/office/drawing/2014/main" id="{98D37B00-4896-46DA-819D-71B4FE4BF70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397361" y="8588903"/>
              <a:ext cx="459348" cy="21275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7" name="Straight Connector 452">
              <a:extLst>
                <a:ext uri="{FF2B5EF4-FFF2-40B4-BE49-F238E27FC236}">
                  <a16:creationId xmlns:a16="http://schemas.microsoft.com/office/drawing/2014/main" id="{CDD8E203-90BB-4A69-A145-893AE16FD57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92117" y="8580175"/>
              <a:ext cx="0" cy="7702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9" name="Straight Connector 452">
              <a:extLst>
                <a:ext uri="{FF2B5EF4-FFF2-40B4-BE49-F238E27FC236}">
                  <a16:creationId xmlns:a16="http://schemas.microsoft.com/office/drawing/2014/main" id="{E16AC5D2-A17B-42B6-B3B1-4579AD31627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14646" y="9325516"/>
              <a:ext cx="486094" cy="19244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1" name="Straight Connector 452">
              <a:extLst>
                <a:ext uri="{FF2B5EF4-FFF2-40B4-BE49-F238E27FC236}">
                  <a16:creationId xmlns:a16="http://schemas.microsoft.com/office/drawing/2014/main" id="{6AFEC665-5A6E-40B6-9777-7A384A28774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23890" y="9514271"/>
              <a:ext cx="0" cy="54438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3" name="Straight Connector 452">
              <a:extLst>
                <a:ext uri="{FF2B5EF4-FFF2-40B4-BE49-F238E27FC236}">
                  <a16:creationId xmlns:a16="http://schemas.microsoft.com/office/drawing/2014/main" id="{F410F45A-2464-4379-B9F2-A0643349B89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84411" y="10058652"/>
              <a:ext cx="258889" cy="10502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4" name="Straight Connector 452">
              <a:extLst>
                <a:ext uri="{FF2B5EF4-FFF2-40B4-BE49-F238E27FC236}">
                  <a16:creationId xmlns:a16="http://schemas.microsoft.com/office/drawing/2014/main" id="{37360FCA-1AF9-431E-A1E4-CD7CCD1EC66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99118" y="9436989"/>
              <a:ext cx="0" cy="73760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6" name="Straight Connector 452">
              <a:extLst>
                <a:ext uri="{FF2B5EF4-FFF2-40B4-BE49-F238E27FC236}">
                  <a16:creationId xmlns:a16="http://schemas.microsoft.com/office/drawing/2014/main" id="{380A10BD-88ED-4356-8596-520BC4BC7B3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26597" y="9252079"/>
              <a:ext cx="415854" cy="17737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8" name="Straight Connector 452">
              <a:extLst>
                <a:ext uri="{FF2B5EF4-FFF2-40B4-BE49-F238E27FC236}">
                  <a16:creationId xmlns:a16="http://schemas.microsoft.com/office/drawing/2014/main" id="{D15C4C3C-E598-4C2A-9D8A-8C7BEBF58D5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64166" y="8530197"/>
              <a:ext cx="0" cy="72922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0" name="Straight Connector 452">
              <a:extLst>
                <a:ext uri="{FF2B5EF4-FFF2-40B4-BE49-F238E27FC236}">
                  <a16:creationId xmlns:a16="http://schemas.microsoft.com/office/drawing/2014/main" id="{DFF80D26-0B63-4393-B7F1-1AAF391E95E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149312" y="8431885"/>
              <a:ext cx="258889" cy="10502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1" name="Straight Connector 452">
              <a:extLst>
                <a:ext uri="{FF2B5EF4-FFF2-40B4-BE49-F238E27FC236}">
                  <a16:creationId xmlns:a16="http://schemas.microsoft.com/office/drawing/2014/main" id="{A3B296F5-2BB6-488E-B3C8-1A120A550CC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32665" y="8251540"/>
              <a:ext cx="471412" cy="18248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3" name="Straight Connector 452">
              <a:extLst>
                <a:ext uri="{FF2B5EF4-FFF2-40B4-BE49-F238E27FC236}">
                  <a16:creationId xmlns:a16="http://schemas.microsoft.com/office/drawing/2014/main" id="{77B4CAE0-7AA4-4EAB-A274-F14839CE362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23890" y="8238689"/>
              <a:ext cx="10813" cy="55553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5" name="Straight Connector 452">
              <a:extLst>
                <a:ext uri="{FF2B5EF4-FFF2-40B4-BE49-F238E27FC236}">
                  <a16:creationId xmlns:a16="http://schemas.microsoft.com/office/drawing/2014/main" id="{CD8B633F-47C9-4851-87A5-56C01CC489F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59162" y="8780882"/>
              <a:ext cx="258889" cy="10502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6" name="Straight Connector 452">
              <a:extLst>
                <a:ext uri="{FF2B5EF4-FFF2-40B4-BE49-F238E27FC236}">
                  <a16:creationId xmlns:a16="http://schemas.microsoft.com/office/drawing/2014/main" id="{3C655623-3253-4B8F-921F-94E9DD2CEA4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98603" y="8514896"/>
              <a:ext cx="0" cy="39460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7" name="Straight Connector 452">
              <a:extLst>
                <a:ext uri="{FF2B5EF4-FFF2-40B4-BE49-F238E27FC236}">
                  <a16:creationId xmlns:a16="http://schemas.microsoft.com/office/drawing/2014/main" id="{7D50DE5C-179A-4BF3-8B1E-74C6224D321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50970" y="8514896"/>
              <a:ext cx="258889" cy="10502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8" name="Straight Connector 452">
              <a:extLst>
                <a:ext uri="{FF2B5EF4-FFF2-40B4-BE49-F238E27FC236}">
                  <a16:creationId xmlns:a16="http://schemas.microsoft.com/office/drawing/2014/main" id="{8A6886F3-0059-46D0-989B-783096AC84A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60784" y="8602798"/>
              <a:ext cx="0" cy="55027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0" name="Straight Connector 452">
              <a:extLst>
                <a:ext uri="{FF2B5EF4-FFF2-40B4-BE49-F238E27FC236}">
                  <a16:creationId xmlns:a16="http://schemas.microsoft.com/office/drawing/2014/main" id="{5C1A51D6-54C7-4FFC-9382-C43E112F772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442486" y="9130357"/>
              <a:ext cx="238283" cy="10342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1" name="Straight Connector 452">
              <a:extLst>
                <a:ext uri="{FF2B5EF4-FFF2-40B4-BE49-F238E27FC236}">
                  <a16:creationId xmlns:a16="http://schemas.microsoft.com/office/drawing/2014/main" id="{9B7C6251-0E3D-4CD0-85F9-FD00F3BD3B9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32027" y="9231134"/>
              <a:ext cx="258889" cy="10502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2" name="Straight Connector 452">
              <a:extLst>
                <a:ext uri="{FF2B5EF4-FFF2-40B4-BE49-F238E27FC236}">
                  <a16:creationId xmlns:a16="http://schemas.microsoft.com/office/drawing/2014/main" id="{261B108A-1E5F-4E52-9837-511D0DD82CE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55345" y="9296576"/>
              <a:ext cx="0" cy="76207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4" name="Straight Connector 452">
              <a:extLst>
                <a:ext uri="{FF2B5EF4-FFF2-40B4-BE49-F238E27FC236}">
                  <a16:creationId xmlns:a16="http://schemas.microsoft.com/office/drawing/2014/main" id="{AEB811F7-2B0A-47AB-A98E-FF190E0ECCF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95744" y="10057842"/>
              <a:ext cx="258889" cy="10502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5" name="Straight Connector 452">
              <a:extLst>
                <a:ext uri="{FF2B5EF4-FFF2-40B4-BE49-F238E27FC236}">
                  <a16:creationId xmlns:a16="http://schemas.microsoft.com/office/drawing/2014/main" id="{AAFB2887-F739-46D1-BE6E-3278FD35ED1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750377" y="9966829"/>
              <a:ext cx="471510" cy="18364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6" name="Straight Connector 452">
              <a:extLst>
                <a:ext uri="{FF2B5EF4-FFF2-40B4-BE49-F238E27FC236}">
                  <a16:creationId xmlns:a16="http://schemas.microsoft.com/office/drawing/2014/main" id="{CCD2C416-FA45-4EEE-A7DB-8DC90967B27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55374" y="9780859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7" name="Straight Connector 452">
              <a:extLst>
                <a:ext uri="{FF2B5EF4-FFF2-40B4-BE49-F238E27FC236}">
                  <a16:creationId xmlns:a16="http://schemas.microsoft.com/office/drawing/2014/main" id="{52CA7894-D543-43D5-9886-29987FECFF4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96074" y="9602679"/>
              <a:ext cx="447924" cy="19787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9" name="Straight Connector 452">
              <a:extLst>
                <a:ext uri="{FF2B5EF4-FFF2-40B4-BE49-F238E27FC236}">
                  <a16:creationId xmlns:a16="http://schemas.microsoft.com/office/drawing/2014/main" id="{C0586295-B3EF-401C-A97F-87466C2148F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55968" y="9596592"/>
              <a:ext cx="258889" cy="10502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0" name="Straight Connector 452">
              <a:extLst>
                <a:ext uri="{FF2B5EF4-FFF2-40B4-BE49-F238E27FC236}">
                  <a16:creationId xmlns:a16="http://schemas.microsoft.com/office/drawing/2014/main" id="{E73CF7F3-26D9-4E0A-B979-4D23009D318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18597" y="9597392"/>
              <a:ext cx="238283" cy="10342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1" name="Straight Connector 452">
              <a:extLst>
                <a:ext uri="{FF2B5EF4-FFF2-40B4-BE49-F238E27FC236}">
                  <a16:creationId xmlns:a16="http://schemas.microsoft.com/office/drawing/2014/main" id="{D489F75A-D77C-4845-A7A8-B93D15790CD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5641" y="9058260"/>
              <a:ext cx="4150" cy="5444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3" name="Straight Connector 452">
              <a:extLst>
                <a:ext uri="{FF2B5EF4-FFF2-40B4-BE49-F238E27FC236}">
                  <a16:creationId xmlns:a16="http://schemas.microsoft.com/office/drawing/2014/main" id="{C98E56F9-30DC-475C-BE55-E5631030BDC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17685" y="9061624"/>
              <a:ext cx="238283" cy="10342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4" name="Straight Connector 452">
              <a:extLst>
                <a:ext uri="{FF2B5EF4-FFF2-40B4-BE49-F238E27FC236}">
                  <a16:creationId xmlns:a16="http://schemas.microsoft.com/office/drawing/2014/main" id="{E3284CD6-A26A-4961-8FEE-3DF4E159DF8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50228" y="9152271"/>
              <a:ext cx="6452" cy="3620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6" name="Straight Connector 452">
              <a:extLst>
                <a:ext uri="{FF2B5EF4-FFF2-40B4-BE49-F238E27FC236}">
                  <a16:creationId xmlns:a16="http://schemas.microsoft.com/office/drawing/2014/main" id="{F2515416-3996-4C74-ACA7-380CD76FD76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48679" y="9428300"/>
              <a:ext cx="258889" cy="10502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7" name="Straight Connector 452">
              <a:extLst>
                <a:ext uri="{FF2B5EF4-FFF2-40B4-BE49-F238E27FC236}">
                  <a16:creationId xmlns:a16="http://schemas.microsoft.com/office/drawing/2014/main" id="{BFEDBECB-3216-48AA-AB9C-A1C3D2B5512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89091" y="8877934"/>
              <a:ext cx="10209" cy="57927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9" name="Straight Connector 452">
              <a:extLst>
                <a:ext uri="{FF2B5EF4-FFF2-40B4-BE49-F238E27FC236}">
                  <a16:creationId xmlns:a16="http://schemas.microsoft.com/office/drawing/2014/main" id="{EC89EE6B-9EA2-4B28-BC81-6FB86F6A88B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89061" y="8770966"/>
              <a:ext cx="258889" cy="10502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0" name="Straight Connector 452">
              <a:extLst>
                <a:ext uri="{FF2B5EF4-FFF2-40B4-BE49-F238E27FC236}">
                  <a16:creationId xmlns:a16="http://schemas.microsoft.com/office/drawing/2014/main" id="{788D35BF-70A7-47C4-808D-3037C1EABCD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526566" y="8767921"/>
              <a:ext cx="9328" cy="76540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2" name="Straight Connector 452">
              <a:extLst>
                <a:ext uri="{FF2B5EF4-FFF2-40B4-BE49-F238E27FC236}">
                  <a16:creationId xmlns:a16="http://schemas.microsoft.com/office/drawing/2014/main" id="{4EB2AE4C-568D-48A9-98F3-8E705536D14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533071" y="9523391"/>
              <a:ext cx="238283" cy="10342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3" name="Straight Connector 452">
              <a:extLst>
                <a:ext uri="{FF2B5EF4-FFF2-40B4-BE49-F238E27FC236}">
                  <a16:creationId xmlns:a16="http://schemas.microsoft.com/office/drawing/2014/main" id="{9753F687-8154-491E-8CAE-76CA6406ED6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760937" y="8683503"/>
              <a:ext cx="12775" cy="95455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5" name="Straight Connector 452">
              <a:extLst>
                <a:ext uri="{FF2B5EF4-FFF2-40B4-BE49-F238E27FC236}">
                  <a16:creationId xmlns:a16="http://schemas.microsoft.com/office/drawing/2014/main" id="{B386AC63-B123-46B4-824B-BB8B2A97C1B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56986" y="8602797"/>
              <a:ext cx="248887" cy="9543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6" name="Straight Connector 452">
              <a:extLst>
                <a:ext uri="{FF2B5EF4-FFF2-40B4-BE49-F238E27FC236}">
                  <a16:creationId xmlns:a16="http://schemas.microsoft.com/office/drawing/2014/main" id="{0939E6E7-352C-4C51-B5CE-8A1A11554C3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985385" y="8610679"/>
              <a:ext cx="15433" cy="126923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8" name="Straight Connector 452">
              <a:extLst>
                <a:ext uri="{FF2B5EF4-FFF2-40B4-BE49-F238E27FC236}">
                  <a16:creationId xmlns:a16="http://schemas.microsoft.com/office/drawing/2014/main" id="{D8F03E29-0527-460E-98CE-094477D80AA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001535" y="9851019"/>
              <a:ext cx="238283" cy="10342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9" name="Straight Connector 452">
              <a:extLst>
                <a:ext uri="{FF2B5EF4-FFF2-40B4-BE49-F238E27FC236}">
                  <a16:creationId xmlns:a16="http://schemas.microsoft.com/office/drawing/2014/main" id="{5FA7EBE9-0D26-4F1F-AA5F-5738BCAFB19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234767" y="8514896"/>
              <a:ext cx="1801" cy="145193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6" name="Straight Connector 452">
              <a:extLst>
                <a:ext uri="{FF2B5EF4-FFF2-40B4-BE49-F238E27FC236}">
                  <a16:creationId xmlns:a16="http://schemas.microsoft.com/office/drawing/2014/main" id="{D332A0CB-CCF7-4AE4-9090-687C73966E8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001257" y="8411475"/>
              <a:ext cx="238283" cy="10342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7" name="Straight Connector 452">
              <a:extLst>
                <a:ext uri="{FF2B5EF4-FFF2-40B4-BE49-F238E27FC236}">
                  <a16:creationId xmlns:a16="http://schemas.microsoft.com/office/drawing/2014/main" id="{088DBDA6-B48F-4E04-869F-1CB51819EDD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514412" y="8415466"/>
              <a:ext cx="504212" cy="17343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9" name="Straight Connector 452">
              <a:extLst>
                <a:ext uri="{FF2B5EF4-FFF2-40B4-BE49-F238E27FC236}">
                  <a16:creationId xmlns:a16="http://schemas.microsoft.com/office/drawing/2014/main" id="{0E8B3004-DF7E-4049-A96B-C84D979D05F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533071" y="8217226"/>
              <a:ext cx="6452" cy="3620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0" name="Straight Connector 452">
              <a:extLst>
                <a:ext uri="{FF2B5EF4-FFF2-40B4-BE49-F238E27FC236}">
                  <a16:creationId xmlns:a16="http://schemas.microsoft.com/office/drawing/2014/main" id="{626AC439-7BC9-4057-A357-629A3902991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526930" y="8228785"/>
              <a:ext cx="267511" cy="11922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1" name="Straight Connector 452">
              <a:extLst>
                <a:ext uri="{FF2B5EF4-FFF2-40B4-BE49-F238E27FC236}">
                  <a16:creationId xmlns:a16="http://schemas.microsoft.com/office/drawing/2014/main" id="{4563022B-92B5-47CE-A0B2-0A2B9F4E0CC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72532" y="8246500"/>
              <a:ext cx="217661" cy="8538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3" name="Straight Connector 452">
              <a:extLst>
                <a:ext uri="{FF2B5EF4-FFF2-40B4-BE49-F238E27FC236}">
                  <a16:creationId xmlns:a16="http://schemas.microsoft.com/office/drawing/2014/main" id="{F0BA0318-D35B-4FA3-90C0-E7C405342B2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732067" y="8138489"/>
              <a:ext cx="267511" cy="11922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4" name="Straight Connector 452">
              <a:extLst>
                <a:ext uri="{FF2B5EF4-FFF2-40B4-BE49-F238E27FC236}">
                  <a16:creationId xmlns:a16="http://schemas.microsoft.com/office/drawing/2014/main" id="{167E3C97-011D-489A-B992-A2240148C52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50376" y="7954232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5" name="Straight Connector 452">
              <a:extLst>
                <a:ext uri="{FF2B5EF4-FFF2-40B4-BE49-F238E27FC236}">
                  <a16:creationId xmlns:a16="http://schemas.microsoft.com/office/drawing/2014/main" id="{BA5C0120-1C25-4A63-B76B-378FD0BBCDA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66085" y="7874953"/>
              <a:ext cx="217661" cy="8538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6" name="Straight Connector 452">
              <a:extLst>
                <a:ext uri="{FF2B5EF4-FFF2-40B4-BE49-F238E27FC236}">
                  <a16:creationId xmlns:a16="http://schemas.microsoft.com/office/drawing/2014/main" id="{08445E42-6BF5-43AD-8B06-0DAD29112AB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81493" y="7860418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7" name="Straight Connector 452">
              <a:extLst>
                <a:ext uri="{FF2B5EF4-FFF2-40B4-BE49-F238E27FC236}">
                  <a16:creationId xmlns:a16="http://schemas.microsoft.com/office/drawing/2014/main" id="{8058B000-3AEB-4E54-8C76-8B894B94BE6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962335" y="8034358"/>
              <a:ext cx="487281" cy="21104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9" name="Straight Connector 452">
              <a:extLst>
                <a:ext uri="{FF2B5EF4-FFF2-40B4-BE49-F238E27FC236}">
                  <a16:creationId xmlns:a16="http://schemas.microsoft.com/office/drawing/2014/main" id="{A005FA90-94E5-4651-B2D8-39DE41710B3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45937" y="8174292"/>
              <a:ext cx="217661" cy="8538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0" name="Straight Connector 452">
              <a:extLst>
                <a:ext uri="{FF2B5EF4-FFF2-40B4-BE49-F238E27FC236}">
                  <a16:creationId xmlns:a16="http://schemas.microsoft.com/office/drawing/2014/main" id="{B1352EA5-E179-4DF2-AD92-EE043AF7FB3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206252" y="7954232"/>
              <a:ext cx="487281" cy="21104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1" name="Straight Connector 452">
              <a:extLst>
                <a:ext uri="{FF2B5EF4-FFF2-40B4-BE49-F238E27FC236}">
                  <a16:creationId xmlns:a16="http://schemas.microsoft.com/office/drawing/2014/main" id="{A1895692-D3FA-4719-A5DF-F8A9B0F46EA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20244" y="7753475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2" name="Straight Connector 452">
              <a:extLst>
                <a:ext uri="{FF2B5EF4-FFF2-40B4-BE49-F238E27FC236}">
                  <a16:creationId xmlns:a16="http://schemas.microsoft.com/office/drawing/2014/main" id="{CFC8004E-3E34-4759-87B6-6B46A265B9D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193073" y="7782632"/>
              <a:ext cx="1214197" cy="47054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4" name="Straight Connector 452">
              <a:extLst>
                <a:ext uri="{FF2B5EF4-FFF2-40B4-BE49-F238E27FC236}">
                  <a16:creationId xmlns:a16="http://schemas.microsoft.com/office/drawing/2014/main" id="{4B2D464F-D36C-472D-8D2A-B7EDD2A8F50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07270" y="8049177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5" name="Straight Connector 452">
              <a:extLst>
                <a:ext uri="{FF2B5EF4-FFF2-40B4-BE49-F238E27FC236}">
                  <a16:creationId xmlns:a16="http://schemas.microsoft.com/office/drawing/2014/main" id="{4FC4D86A-6FDC-4DBE-8E29-47C0A48F80A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437184" y="7688796"/>
              <a:ext cx="979181" cy="37727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7" name="Straight Connector 452">
              <a:extLst>
                <a:ext uri="{FF2B5EF4-FFF2-40B4-BE49-F238E27FC236}">
                  <a16:creationId xmlns:a16="http://schemas.microsoft.com/office/drawing/2014/main" id="{C01E9377-AE2F-4D54-BAAB-7E3BFF8F7DC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60984" y="7508721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8" name="Straight Connector 452">
              <a:extLst>
                <a:ext uri="{FF2B5EF4-FFF2-40B4-BE49-F238E27FC236}">
                  <a16:creationId xmlns:a16="http://schemas.microsoft.com/office/drawing/2014/main" id="{B9FB281C-59A9-4D31-933C-80C1D830308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444632" y="7514304"/>
              <a:ext cx="979181" cy="37727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9" name="Straight Connector 452">
              <a:extLst>
                <a:ext uri="{FF2B5EF4-FFF2-40B4-BE49-F238E27FC236}">
                  <a16:creationId xmlns:a16="http://schemas.microsoft.com/office/drawing/2014/main" id="{F0C32FB6-B840-40BD-89FD-00FB4A74076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11917" y="7683780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0" name="Straight Connector 452">
              <a:extLst>
                <a:ext uri="{FF2B5EF4-FFF2-40B4-BE49-F238E27FC236}">
                  <a16:creationId xmlns:a16="http://schemas.microsoft.com/office/drawing/2014/main" id="{529FF6C8-4C1F-46B6-A1A5-5AC190025D0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455449" y="7323813"/>
              <a:ext cx="979181" cy="37727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1" name="Straight Connector 452">
              <a:extLst>
                <a:ext uri="{FF2B5EF4-FFF2-40B4-BE49-F238E27FC236}">
                  <a16:creationId xmlns:a16="http://schemas.microsoft.com/office/drawing/2014/main" id="{87C4363F-CE44-4207-8D8A-CE4BE63F4FA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17994" y="7335934"/>
              <a:ext cx="217661" cy="8538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2" name="Straight Connector 452">
              <a:extLst>
                <a:ext uri="{FF2B5EF4-FFF2-40B4-BE49-F238E27FC236}">
                  <a16:creationId xmlns:a16="http://schemas.microsoft.com/office/drawing/2014/main" id="{542BD15D-585B-4E31-BF4A-2F0F3B7F328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24714" y="7227788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3" name="Straight Connector 452">
              <a:extLst>
                <a:ext uri="{FF2B5EF4-FFF2-40B4-BE49-F238E27FC236}">
                  <a16:creationId xmlns:a16="http://schemas.microsoft.com/office/drawing/2014/main" id="{C9FC0E8A-228D-4B1E-AF11-1A2486C0963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36973" y="7060137"/>
              <a:ext cx="447438" cy="18729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7" name="Straight Connector 452">
              <a:extLst>
                <a:ext uri="{FF2B5EF4-FFF2-40B4-BE49-F238E27FC236}">
                  <a16:creationId xmlns:a16="http://schemas.microsoft.com/office/drawing/2014/main" id="{D4D84B96-8E1E-4C57-92F9-3747FA481ED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651000" y="7069746"/>
              <a:ext cx="243558" cy="9310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9" name="Straight Connector 452">
              <a:extLst>
                <a:ext uri="{FF2B5EF4-FFF2-40B4-BE49-F238E27FC236}">
                  <a16:creationId xmlns:a16="http://schemas.microsoft.com/office/drawing/2014/main" id="{DC4BBC3C-9004-4EF1-BBCD-1E12A41FDC2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98921" y="7154347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0" name="Straight Connector 452">
              <a:extLst>
                <a:ext uri="{FF2B5EF4-FFF2-40B4-BE49-F238E27FC236}">
                  <a16:creationId xmlns:a16="http://schemas.microsoft.com/office/drawing/2014/main" id="{B4A5AC92-FF8E-40E2-B5CD-485EB3BAB04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892046" y="7352080"/>
              <a:ext cx="243558" cy="9310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1" name="Straight Connector 452">
              <a:extLst>
                <a:ext uri="{FF2B5EF4-FFF2-40B4-BE49-F238E27FC236}">
                  <a16:creationId xmlns:a16="http://schemas.microsoft.com/office/drawing/2014/main" id="{BE0E9612-E147-4025-BC63-69785907001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30370" y="7269281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2" name="Straight Connector 452">
              <a:extLst>
                <a:ext uri="{FF2B5EF4-FFF2-40B4-BE49-F238E27FC236}">
                  <a16:creationId xmlns:a16="http://schemas.microsoft.com/office/drawing/2014/main" id="{3DDA8165-3BDB-4D96-9E6C-4C3D50BBCDF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136070" y="7266413"/>
              <a:ext cx="243558" cy="9310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3" name="Straight Connector 452">
              <a:extLst>
                <a:ext uri="{FF2B5EF4-FFF2-40B4-BE49-F238E27FC236}">
                  <a16:creationId xmlns:a16="http://schemas.microsoft.com/office/drawing/2014/main" id="{172F6E5C-DE99-4D98-8494-57C6D8BD97C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70426" y="7345931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4" name="Straight Connector 452">
              <a:extLst>
                <a:ext uri="{FF2B5EF4-FFF2-40B4-BE49-F238E27FC236}">
                  <a16:creationId xmlns:a16="http://schemas.microsoft.com/office/drawing/2014/main" id="{B205A727-236D-4AC3-814A-0F0784118FA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367710" y="7432954"/>
              <a:ext cx="255095" cy="10578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6" name="Straight Connector 452">
              <a:extLst>
                <a:ext uri="{FF2B5EF4-FFF2-40B4-BE49-F238E27FC236}">
                  <a16:creationId xmlns:a16="http://schemas.microsoft.com/office/drawing/2014/main" id="{CCDB48F8-6CC2-44AC-97DC-8419B6B5D8C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618857" y="6878386"/>
              <a:ext cx="185" cy="56970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8" name="Straight Connector 452">
              <a:extLst>
                <a:ext uri="{FF2B5EF4-FFF2-40B4-BE49-F238E27FC236}">
                  <a16:creationId xmlns:a16="http://schemas.microsoft.com/office/drawing/2014/main" id="{62D020B4-5F9E-4B1B-9966-473B904242C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366004" y="6792743"/>
              <a:ext cx="258845" cy="10072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9" name="Straight Connector 452">
              <a:extLst>
                <a:ext uri="{FF2B5EF4-FFF2-40B4-BE49-F238E27FC236}">
                  <a16:creationId xmlns:a16="http://schemas.microsoft.com/office/drawing/2014/main" id="{1014AAB0-9E86-4DD1-BADE-59F6657151A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139731" y="6879883"/>
              <a:ext cx="243558" cy="9310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0" name="Straight Connector 452">
              <a:extLst>
                <a:ext uri="{FF2B5EF4-FFF2-40B4-BE49-F238E27FC236}">
                  <a16:creationId xmlns:a16="http://schemas.microsoft.com/office/drawing/2014/main" id="{756927E0-2854-4450-AF1D-926D8CBDD59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879202" y="6876146"/>
              <a:ext cx="255095" cy="10578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1" name="Straight Connector 452">
              <a:extLst>
                <a:ext uri="{FF2B5EF4-FFF2-40B4-BE49-F238E27FC236}">
                  <a16:creationId xmlns:a16="http://schemas.microsoft.com/office/drawing/2014/main" id="{C436C409-76EE-4FC6-98D2-E14F43949C6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13000" y="6771080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3" name="Straight Connector 452">
              <a:extLst>
                <a:ext uri="{FF2B5EF4-FFF2-40B4-BE49-F238E27FC236}">
                  <a16:creationId xmlns:a16="http://schemas.microsoft.com/office/drawing/2014/main" id="{FA355D52-91B9-4D37-AC12-5D6D686ABD7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74141" y="6778002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4" name="Straight Connector 452">
              <a:extLst>
                <a:ext uri="{FF2B5EF4-FFF2-40B4-BE49-F238E27FC236}">
                  <a16:creationId xmlns:a16="http://schemas.microsoft.com/office/drawing/2014/main" id="{89D6224C-9150-4EED-9562-0D3D1B5005C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18051" y="6688684"/>
              <a:ext cx="255095" cy="10578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5" name="Straight Connector 452">
              <a:extLst>
                <a:ext uri="{FF2B5EF4-FFF2-40B4-BE49-F238E27FC236}">
                  <a16:creationId xmlns:a16="http://schemas.microsoft.com/office/drawing/2014/main" id="{5282EBF9-6F8A-4FBC-A3D3-EDED5A0B2D7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54855" y="6153251"/>
              <a:ext cx="0" cy="56309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7" name="Straight Connector 452">
              <a:extLst>
                <a:ext uri="{FF2B5EF4-FFF2-40B4-BE49-F238E27FC236}">
                  <a16:creationId xmlns:a16="http://schemas.microsoft.com/office/drawing/2014/main" id="{C1C7A741-2A44-4E71-B1A8-1B192F62FD4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684313" y="5981247"/>
              <a:ext cx="472018" cy="1856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9" name="Straight Connector 452">
              <a:extLst>
                <a:ext uri="{FF2B5EF4-FFF2-40B4-BE49-F238E27FC236}">
                  <a16:creationId xmlns:a16="http://schemas.microsoft.com/office/drawing/2014/main" id="{6529124A-36B9-454D-8EEA-8A21A59BFA1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79014" y="5879687"/>
              <a:ext cx="246387" cy="1199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1" name="Straight Connector 452">
              <a:extLst>
                <a:ext uri="{FF2B5EF4-FFF2-40B4-BE49-F238E27FC236}">
                  <a16:creationId xmlns:a16="http://schemas.microsoft.com/office/drawing/2014/main" id="{992A6D45-2583-4F29-8818-F1DB90BCAB2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22511" y="5693576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2" name="Straight Connector 452">
              <a:extLst>
                <a:ext uri="{FF2B5EF4-FFF2-40B4-BE49-F238E27FC236}">
                  <a16:creationId xmlns:a16="http://schemas.microsoft.com/office/drawing/2014/main" id="{B81EC73D-BD09-4C10-AB81-3E153AE999E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70966" y="5700569"/>
              <a:ext cx="246387" cy="1199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3" name="Straight Connector 452">
              <a:extLst>
                <a:ext uri="{FF2B5EF4-FFF2-40B4-BE49-F238E27FC236}">
                  <a16:creationId xmlns:a16="http://schemas.microsoft.com/office/drawing/2014/main" id="{376D6E18-9B53-4765-A6C2-31AC57C4AD6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447570" y="5713480"/>
              <a:ext cx="231775" cy="8572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4" name="Straight Connector 452">
              <a:extLst>
                <a:ext uri="{FF2B5EF4-FFF2-40B4-BE49-F238E27FC236}">
                  <a16:creationId xmlns:a16="http://schemas.microsoft.com/office/drawing/2014/main" id="{A598D4DD-6B1C-4935-B80C-6339A8B176E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52920" y="5334146"/>
              <a:ext cx="0" cy="37937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6" name="Straight Connector 455">
              <a:extLst>
                <a:ext uri="{FF2B5EF4-FFF2-40B4-BE49-F238E27FC236}">
                  <a16:creationId xmlns:a16="http://schemas.microsoft.com/office/drawing/2014/main" id="{F469ED0F-C65D-4A93-A0F5-C6BD9396569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440706" y="5347243"/>
              <a:ext cx="482424" cy="19362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8" name="Straight Connector 452">
              <a:extLst>
                <a:ext uri="{FF2B5EF4-FFF2-40B4-BE49-F238E27FC236}">
                  <a16:creationId xmlns:a16="http://schemas.microsoft.com/office/drawing/2014/main" id="{57DB0AB0-EDF7-4D93-8F79-C4FCC214816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30238" y="5359366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9" name="Straight Connector 452">
              <a:extLst>
                <a:ext uri="{FF2B5EF4-FFF2-40B4-BE49-F238E27FC236}">
                  <a16:creationId xmlns:a16="http://schemas.microsoft.com/office/drawing/2014/main" id="{E652D760-E17D-4A1C-93DB-3D4635662FF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714223" y="5260896"/>
              <a:ext cx="231775" cy="8572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0" name="Straight Connector 452">
              <a:extLst>
                <a:ext uri="{FF2B5EF4-FFF2-40B4-BE49-F238E27FC236}">
                  <a16:creationId xmlns:a16="http://schemas.microsoft.com/office/drawing/2014/main" id="{06FAC4A8-4908-4464-B8FB-84FB977549F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79109" y="3336043"/>
              <a:ext cx="1183792" cy="48160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5" name="Straight Connector 452">
              <a:extLst>
                <a:ext uri="{FF2B5EF4-FFF2-40B4-BE49-F238E27FC236}">
                  <a16:creationId xmlns:a16="http://schemas.microsoft.com/office/drawing/2014/main" id="{9F58987A-6898-4C13-B4EF-800387D0435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037232" y="2702183"/>
              <a:ext cx="221609" cy="12728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7" name="Straight Connector 452">
              <a:extLst>
                <a:ext uri="{FF2B5EF4-FFF2-40B4-BE49-F238E27FC236}">
                  <a16:creationId xmlns:a16="http://schemas.microsoft.com/office/drawing/2014/main" id="{CAC54A38-F40F-4942-800D-FFE64C54F90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10349" y="2709864"/>
              <a:ext cx="237984" cy="11960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1" name="Straight Connector 452">
              <a:extLst>
                <a:ext uri="{FF2B5EF4-FFF2-40B4-BE49-F238E27FC236}">
                  <a16:creationId xmlns:a16="http://schemas.microsoft.com/office/drawing/2014/main" id="{E53EF771-3541-42A4-B997-43190F4BE6C9}"/>
                </a:ext>
              </a:extLst>
            </p:cNvPr>
            <p:cNvCxnSpPr>
              <a:cxnSpLocks/>
            </p:cNvCxnSpPr>
            <p:nvPr/>
          </p:nvCxnSpPr>
          <p:spPr>
            <a:xfrm>
              <a:off x="5717421" y="2251872"/>
              <a:ext cx="0" cy="37623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2" name="Straight Connector 452">
              <a:extLst>
                <a:ext uri="{FF2B5EF4-FFF2-40B4-BE49-F238E27FC236}">
                  <a16:creationId xmlns:a16="http://schemas.microsoft.com/office/drawing/2014/main" id="{D557B695-E263-4432-84E2-598AB519014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477747" y="2170691"/>
              <a:ext cx="240765" cy="8783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3" name="Straight Connector 452">
              <a:extLst>
                <a:ext uri="{FF2B5EF4-FFF2-40B4-BE49-F238E27FC236}">
                  <a16:creationId xmlns:a16="http://schemas.microsoft.com/office/drawing/2014/main" id="{328D211A-E21F-49EF-83C3-E89660839D6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756731" y="4886537"/>
              <a:ext cx="237701" cy="8921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5" name="Straight Connector 452">
              <a:extLst>
                <a:ext uri="{FF2B5EF4-FFF2-40B4-BE49-F238E27FC236}">
                  <a16:creationId xmlns:a16="http://schemas.microsoft.com/office/drawing/2014/main" id="{75347069-6654-48F5-8EAA-BB6D120C82D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50935" y="2611118"/>
              <a:ext cx="4205" cy="235737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7" name="Straight Connector 452">
              <a:extLst>
                <a:ext uri="{FF2B5EF4-FFF2-40B4-BE49-F238E27FC236}">
                  <a16:creationId xmlns:a16="http://schemas.microsoft.com/office/drawing/2014/main" id="{2EEEAB24-11B4-4CE4-A47E-B937583E81B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57899" y="2609691"/>
              <a:ext cx="711797" cy="27804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9" name="Straight Connector 452">
              <a:extLst>
                <a:ext uri="{FF2B5EF4-FFF2-40B4-BE49-F238E27FC236}">
                  <a16:creationId xmlns:a16="http://schemas.microsoft.com/office/drawing/2014/main" id="{9E3470B4-99F0-45AA-AFC4-11C97EEE562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30460" y="3037148"/>
              <a:ext cx="289" cy="59700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1" name="Straight Connector 452">
              <a:extLst>
                <a:ext uri="{FF2B5EF4-FFF2-40B4-BE49-F238E27FC236}">
                  <a16:creationId xmlns:a16="http://schemas.microsoft.com/office/drawing/2014/main" id="{C0AFA32E-EDF1-4409-9880-7B53245DE88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790047" y="3090748"/>
              <a:ext cx="206787" cy="8378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3" name="Straight Connector 452">
              <a:extLst>
                <a:ext uri="{FF2B5EF4-FFF2-40B4-BE49-F238E27FC236}">
                  <a16:creationId xmlns:a16="http://schemas.microsoft.com/office/drawing/2014/main" id="{32F2A435-ED15-4194-A6B1-E4FA934DD83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771355" y="3453010"/>
              <a:ext cx="463412" cy="16837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4" name="Straight Connector 452">
              <a:extLst>
                <a:ext uri="{FF2B5EF4-FFF2-40B4-BE49-F238E27FC236}">
                  <a16:creationId xmlns:a16="http://schemas.microsoft.com/office/drawing/2014/main" id="{BECBEE4F-BCFB-4C87-8021-985AAFC608D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81007" y="3456633"/>
              <a:ext cx="9040" cy="694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7" name="Straight Connector 452">
              <a:extLst>
                <a:ext uri="{FF2B5EF4-FFF2-40B4-BE49-F238E27FC236}">
                  <a16:creationId xmlns:a16="http://schemas.microsoft.com/office/drawing/2014/main" id="{81A54736-5485-4E71-A122-2066750A45C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230460" y="3797326"/>
              <a:ext cx="237796" cy="9190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9" name="Straight Connector 452">
              <a:extLst>
                <a:ext uri="{FF2B5EF4-FFF2-40B4-BE49-F238E27FC236}">
                  <a16:creationId xmlns:a16="http://schemas.microsoft.com/office/drawing/2014/main" id="{2262D522-98D7-4842-89C3-A7B0CC7F0CB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451679" y="3871482"/>
              <a:ext cx="2954" cy="37819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1" name="Straight Connector 452">
              <a:extLst>
                <a:ext uri="{FF2B5EF4-FFF2-40B4-BE49-F238E27FC236}">
                  <a16:creationId xmlns:a16="http://schemas.microsoft.com/office/drawing/2014/main" id="{56D4FC92-776D-4685-A7EA-474FE23C5A6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438880" y="4239756"/>
              <a:ext cx="977485" cy="40127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3" name="Straight Connector 452">
              <a:extLst>
                <a:ext uri="{FF2B5EF4-FFF2-40B4-BE49-F238E27FC236}">
                  <a16:creationId xmlns:a16="http://schemas.microsoft.com/office/drawing/2014/main" id="{E4F42305-ACDB-438E-8A9B-6AFDC069376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77121" y="4524722"/>
              <a:ext cx="262606" cy="12807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5" name="Straight Connector 452">
              <a:extLst>
                <a:ext uri="{FF2B5EF4-FFF2-40B4-BE49-F238E27FC236}">
                  <a16:creationId xmlns:a16="http://schemas.microsoft.com/office/drawing/2014/main" id="{035E88FB-AB8B-4C54-8DB1-B560E569ED4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726597" y="3797326"/>
              <a:ext cx="672569" cy="28074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9" name="Straight Connector 452">
              <a:extLst>
                <a:ext uri="{FF2B5EF4-FFF2-40B4-BE49-F238E27FC236}">
                  <a16:creationId xmlns:a16="http://schemas.microsoft.com/office/drawing/2014/main" id="{22BB1B70-BC50-4F17-A334-CF47461CA6D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698603" y="3420875"/>
              <a:ext cx="1921" cy="39677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3" name="Straight Connector 452">
              <a:extLst>
                <a:ext uri="{FF2B5EF4-FFF2-40B4-BE49-F238E27FC236}">
                  <a16:creationId xmlns:a16="http://schemas.microsoft.com/office/drawing/2014/main" id="{C6DA02D5-7489-4C27-8D46-A964B412526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96264" y="3335560"/>
              <a:ext cx="230510" cy="8980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5" name="Straight Connector 452">
              <a:extLst>
                <a:ext uri="{FF2B5EF4-FFF2-40B4-BE49-F238E27FC236}">
                  <a16:creationId xmlns:a16="http://schemas.microsoft.com/office/drawing/2014/main" id="{D0655F9E-704D-4147-AC7B-0DE086178A2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17091" y="3324937"/>
              <a:ext cx="5935" cy="36178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6" name="Straight Connector 452">
              <a:extLst>
                <a:ext uri="{FF2B5EF4-FFF2-40B4-BE49-F238E27FC236}">
                  <a16:creationId xmlns:a16="http://schemas.microsoft.com/office/drawing/2014/main" id="{0CCBFB50-F49A-4637-A20A-FEE7C7F7438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24407" y="3681881"/>
              <a:ext cx="708171" cy="29279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1" name="Straight Connector 452">
              <a:extLst>
                <a:ext uri="{FF2B5EF4-FFF2-40B4-BE49-F238E27FC236}">
                  <a16:creationId xmlns:a16="http://schemas.microsoft.com/office/drawing/2014/main" id="{9D6A2031-62AB-4104-8BB9-0228A7F513F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635748" y="3618310"/>
              <a:ext cx="469474" cy="17901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4" name="Straight Connector 452">
              <a:extLst>
                <a:ext uri="{FF2B5EF4-FFF2-40B4-BE49-F238E27FC236}">
                  <a16:creationId xmlns:a16="http://schemas.microsoft.com/office/drawing/2014/main" id="{DE5E22F0-A679-46CF-A2B1-8A391FD5857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34747" y="3621387"/>
              <a:ext cx="0" cy="35797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9" name="Straight Connector 452">
              <a:extLst>
                <a:ext uri="{FF2B5EF4-FFF2-40B4-BE49-F238E27FC236}">
                  <a16:creationId xmlns:a16="http://schemas.microsoft.com/office/drawing/2014/main" id="{C2C6CDF8-B5EB-42CE-AC17-C84D51CFB79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618417" y="4506386"/>
              <a:ext cx="267638" cy="11731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1" name="Straight Connector 452">
              <a:extLst>
                <a:ext uri="{FF2B5EF4-FFF2-40B4-BE49-F238E27FC236}">
                  <a16:creationId xmlns:a16="http://schemas.microsoft.com/office/drawing/2014/main" id="{717D7560-F534-41B2-81D5-F23BF56E2BC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08201" y="4235208"/>
              <a:ext cx="453093" cy="18993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3" name="Straight Connector 452">
              <a:extLst>
                <a:ext uri="{FF2B5EF4-FFF2-40B4-BE49-F238E27FC236}">
                  <a16:creationId xmlns:a16="http://schemas.microsoft.com/office/drawing/2014/main" id="{6B006D57-4DA1-4667-B40B-2FCF75E249A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851634" y="4236717"/>
              <a:ext cx="235082" cy="10866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5" name="Straight Connector 452">
              <a:extLst>
                <a:ext uri="{FF2B5EF4-FFF2-40B4-BE49-F238E27FC236}">
                  <a16:creationId xmlns:a16="http://schemas.microsoft.com/office/drawing/2014/main" id="{B7911A20-C809-4BE7-9579-AD595A09CE0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689708" y="4158595"/>
              <a:ext cx="709458" cy="26654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7" name="Straight Connector 452">
              <a:extLst>
                <a:ext uri="{FF2B5EF4-FFF2-40B4-BE49-F238E27FC236}">
                  <a16:creationId xmlns:a16="http://schemas.microsoft.com/office/drawing/2014/main" id="{9D534B3E-C19A-47D7-BECF-79CF0DBB6E3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77141" y="4520469"/>
              <a:ext cx="210736" cy="9825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3" name="Straight Connector 452">
              <a:extLst>
                <a:ext uri="{FF2B5EF4-FFF2-40B4-BE49-F238E27FC236}">
                  <a16:creationId xmlns:a16="http://schemas.microsoft.com/office/drawing/2014/main" id="{3CA7A8B8-50C1-4540-A505-2C669A2F61C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33166" y="5128370"/>
              <a:ext cx="246387" cy="1199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4" name="Straight Connector 452">
              <a:extLst>
                <a:ext uri="{FF2B5EF4-FFF2-40B4-BE49-F238E27FC236}">
                  <a16:creationId xmlns:a16="http://schemas.microsoft.com/office/drawing/2014/main" id="{FFC27596-4E0D-49E3-8E33-B03B8FE1220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44801" y="4960838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6" name="Straight Connector 452">
              <a:extLst>
                <a:ext uri="{FF2B5EF4-FFF2-40B4-BE49-F238E27FC236}">
                  <a16:creationId xmlns:a16="http://schemas.microsoft.com/office/drawing/2014/main" id="{DC50C583-8456-4C0C-9F3E-088E07137E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80084" y="4967182"/>
              <a:ext cx="246387" cy="1199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8" name="Straight Connector 452">
              <a:extLst>
                <a:ext uri="{FF2B5EF4-FFF2-40B4-BE49-F238E27FC236}">
                  <a16:creationId xmlns:a16="http://schemas.microsoft.com/office/drawing/2014/main" id="{1ACBD9C4-52D6-4694-8A94-70453B0A472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83042" y="4869442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0" name="Straight Connector 452">
              <a:extLst>
                <a:ext uri="{FF2B5EF4-FFF2-40B4-BE49-F238E27FC236}">
                  <a16:creationId xmlns:a16="http://schemas.microsoft.com/office/drawing/2014/main" id="{34BB346E-DF2F-40F5-9FD3-5F9AE81D8E7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83935" y="4872469"/>
              <a:ext cx="681047" cy="28757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6" name="Straight Connector 452">
              <a:extLst>
                <a:ext uri="{FF2B5EF4-FFF2-40B4-BE49-F238E27FC236}">
                  <a16:creationId xmlns:a16="http://schemas.microsoft.com/office/drawing/2014/main" id="{3774BA98-ECF8-4D6D-900F-51D7EAFA46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91991" y="4989274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8" name="Straight Connector 807">
              <a:extLst>
                <a:ext uri="{FF2B5EF4-FFF2-40B4-BE49-F238E27FC236}">
                  <a16:creationId xmlns:a16="http://schemas.microsoft.com/office/drawing/2014/main" id="{A79DDB90-7BD5-41D7-A1F9-59501BFECE1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523599" y="4974598"/>
              <a:ext cx="231775" cy="8572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2" name="Straight Connector 452">
              <a:extLst>
                <a:ext uri="{FF2B5EF4-FFF2-40B4-BE49-F238E27FC236}">
                  <a16:creationId xmlns:a16="http://schemas.microsoft.com/office/drawing/2014/main" id="{12C447F7-0713-4548-A7D8-D2B65EB9BB9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68662" y="4883503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5" name="Straight Connector 452">
              <a:extLst>
                <a:ext uri="{FF2B5EF4-FFF2-40B4-BE49-F238E27FC236}">
                  <a16:creationId xmlns:a16="http://schemas.microsoft.com/office/drawing/2014/main" id="{457EA46D-2B29-47C5-A57D-51D34ABBFE4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42676" y="4807823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6" name="Straight Connector 452">
              <a:extLst>
                <a:ext uri="{FF2B5EF4-FFF2-40B4-BE49-F238E27FC236}">
                  <a16:creationId xmlns:a16="http://schemas.microsoft.com/office/drawing/2014/main" id="{3008D6CD-B46F-4BF3-8AA7-BF0AC4BF962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83582" y="4714409"/>
              <a:ext cx="237701" cy="8921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8" name="Straight Connector 452">
              <a:extLst>
                <a:ext uri="{FF2B5EF4-FFF2-40B4-BE49-F238E27FC236}">
                  <a16:creationId xmlns:a16="http://schemas.microsoft.com/office/drawing/2014/main" id="{471650A8-3F57-4BC4-B64D-8A4B991EC5F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84116" y="4707438"/>
              <a:ext cx="12778" cy="35618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0" name="Straight Connector 452">
              <a:extLst>
                <a:ext uri="{FF2B5EF4-FFF2-40B4-BE49-F238E27FC236}">
                  <a16:creationId xmlns:a16="http://schemas.microsoft.com/office/drawing/2014/main" id="{81E948E7-374F-4DE9-A055-6697BC213CC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1495" y="5053970"/>
              <a:ext cx="506648" cy="20413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2" name="Straight Connector 452">
              <a:extLst>
                <a:ext uri="{FF2B5EF4-FFF2-40B4-BE49-F238E27FC236}">
                  <a16:creationId xmlns:a16="http://schemas.microsoft.com/office/drawing/2014/main" id="{E37D3FD4-B5C6-4E2A-9828-F7ED77230ED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87940" y="5168367"/>
              <a:ext cx="237701" cy="8921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4" name="Straight Connector 452">
              <a:extLst>
                <a:ext uri="{FF2B5EF4-FFF2-40B4-BE49-F238E27FC236}">
                  <a16:creationId xmlns:a16="http://schemas.microsoft.com/office/drawing/2014/main" id="{66CB2C42-5D99-494C-8726-EE6F1DEA596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6056" y="3357976"/>
              <a:ext cx="7160" cy="181472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6" name="Straight Connector 452">
              <a:extLst>
                <a:ext uri="{FF2B5EF4-FFF2-40B4-BE49-F238E27FC236}">
                  <a16:creationId xmlns:a16="http://schemas.microsoft.com/office/drawing/2014/main" id="{AC89669F-33D5-46AA-8FA1-4CF862B9EFC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5680" y="3242499"/>
              <a:ext cx="246387" cy="1199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7" name="Straight Connector 452">
              <a:extLst>
                <a:ext uri="{FF2B5EF4-FFF2-40B4-BE49-F238E27FC236}">
                  <a16:creationId xmlns:a16="http://schemas.microsoft.com/office/drawing/2014/main" id="{50F730FC-9C57-4062-80B1-F3722E87175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18597" y="3235843"/>
              <a:ext cx="7044" cy="163359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8" name="Straight Connector 827">
              <a:extLst>
                <a:ext uri="{FF2B5EF4-FFF2-40B4-BE49-F238E27FC236}">
                  <a16:creationId xmlns:a16="http://schemas.microsoft.com/office/drawing/2014/main" id="{9EC2831C-2715-4C9A-9BCB-2ED4DE4768F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8577" y="4878775"/>
              <a:ext cx="231775" cy="8572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0" name="Straight Connector 452">
              <a:extLst>
                <a:ext uri="{FF2B5EF4-FFF2-40B4-BE49-F238E27FC236}">
                  <a16:creationId xmlns:a16="http://schemas.microsoft.com/office/drawing/2014/main" id="{B3EC8F91-9E0C-447F-A3A5-9CD8B6ACD06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76641" y="2894022"/>
              <a:ext cx="0" cy="18577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1" name="Straight Connector 452">
              <a:extLst>
                <a:ext uri="{FF2B5EF4-FFF2-40B4-BE49-F238E27FC236}">
                  <a16:creationId xmlns:a16="http://schemas.microsoft.com/office/drawing/2014/main" id="{82957399-5BA8-442C-BEA1-5CD503042F1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05873" y="2997861"/>
              <a:ext cx="0" cy="18577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4" name="Straight Connector 452">
              <a:extLst>
                <a:ext uri="{FF2B5EF4-FFF2-40B4-BE49-F238E27FC236}">
                  <a16:creationId xmlns:a16="http://schemas.microsoft.com/office/drawing/2014/main" id="{6A97C17A-EFB5-47CF-8311-74D71D8258A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025436" y="2986322"/>
              <a:ext cx="206787" cy="8378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7" name="Straight Connector 452">
              <a:extLst>
                <a:ext uri="{FF2B5EF4-FFF2-40B4-BE49-F238E27FC236}">
                  <a16:creationId xmlns:a16="http://schemas.microsoft.com/office/drawing/2014/main" id="{86D1070C-018F-4AB5-828A-CF0EDBCC9ED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65552" y="4051323"/>
              <a:ext cx="246387" cy="1199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9" name="Straight Connector 452">
              <a:extLst>
                <a:ext uri="{FF2B5EF4-FFF2-40B4-BE49-F238E27FC236}">
                  <a16:creationId xmlns:a16="http://schemas.microsoft.com/office/drawing/2014/main" id="{5D493857-48AF-4A3B-885E-D5918C9D5B0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012722" y="3912625"/>
              <a:ext cx="6252" cy="17101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0" name="Straight Connector 452">
              <a:extLst>
                <a:ext uri="{FF2B5EF4-FFF2-40B4-BE49-F238E27FC236}">
                  <a16:creationId xmlns:a16="http://schemas.microsoft.com/office/drawing/2014/main" id="{A7181424-DC68-4FC6-92B6-8E9C585F20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90492" y="4067200"/>
              <a:ext cx="239746" cy="1004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2" name="Straight Connector 452">
              <a:extLst>
                <a:ext uri="{FF2B5EF4-FFF2-40B4-BE49-F238E27FC236}">
                  <a16:creationId xmlns:a16="http://schemas.microsoft.com/office/drawing/2014/main" id="{DD9FF726-12B5-43AC-837C-6D063EC3987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50374" y="4075356"/>
              <a:ext cx="468587" cy="18018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3" name="Straight Connector 452">
              <a:extLst>
                <a:ext uri="{FF2B5EF4-FFF2-40B4-BE49-F238E27FC236}">
                  <a16:creationId xmlns:a16="http://schemas.microsoft.com/office/drawing/2014/main" id="{6F2AE736-BDFB-463C-9366-0F6EC6B04C0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10645" y="4069822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3" name="Straight Connector 452">
              <a:extLst>
                <a:ext uri="{FF2B5EF4-FFF2-40B4-BE49-F238E27FC236}">
                  <a16:creationId xmlns:a16="http://schemas.microsoft.com/office/drawing/2014/main" id="{1C9FF132-45CF-4C91-A498-ABBE77A25E5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89039" y="3798382"/>
              <a:ext cx="239746" cy="1004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0" name="Straight Connector 452">
              <a:extLst>
                <a:ext uri="{FF2B5EF4-FFF2-40B4-BE49-F238E27FC236}">
                  <a16:creationId xmlns:a16="http://schemas.microsoft.com/office/drawing/2014/main" id="{C8416073-FB92-4F50-A82E-7A4E3508687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72546" y="4325468"/>
              <a:ext cx="210736" cy="9825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2" name="Straight Connector 452">
              <a:extLst>
                <a:ext uri="{FF2B5EF4-FFF2-40B4-BE49-F238E27FC236}">
                  <a16:creationId xmlns:a16="http://schemas.microsoft.com/office/drawing/2014/main" id="{96915B32-7420-41FF-B12C-8D5A31955C0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866621" y="4442727"/>
              <a:ext cx="231775" cy="8572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3" name="Straight Connector 452">
              <a:extLst>
                <a:ext uri="{FF2B5EF4-FFF2-40B4-BE49-F238E27FC236}">
                  <a16:creationId xmlns:a16="http://schemas.microsoft.com/office/drawing/2014/main" id="{02CFE66D-3143-4A28-BE75-C2727F82CBD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55979" y="2619778"/>
              <a:ext cx="474690" cy="20968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2" name="Straight Connector 452">
              <a:extLst>
                <a:ext uri="{FF2B5EF4-FFF2-40B4-BE49-F238E27FC236}">
                  <a16:creationId xmlns:a16="http://schemas.microsoft.com/office/drawing/2014/main" id="{1D9BB7A2-3DC4-438D-85A1-DF53E314774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562300" y="2702164"/>
              <a:ext cx="221609" cy="12728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9" name="team3">
            <a:extLst>
              <a:ext uri="{FF2B5EF4-FFF2-40B4-BE49-F238E27FC236}">
                <a16:creationId xmlns:a16="http://schemas.microsoft.com/office/drawing/2014/main" id="{B6DD5914-5783-45F4-8C9C-E08DB59A0856}"/>
              </a:ext>
            </a:extLst>
          </p:cNvPr>
          <p:cNvGrpSpPr/>
          <p:nvPr/>
        </p:nvGrpSpPr>
        <p:grpSpPr>
          <a:xfrm>
            <a:off x="5007984" y="2519978"/>
            <a:ext cx="3269849" cy="4284432"/>
            <a:chOff x="5015361" y="2538277"/>
            <a:chExt cx="3269849" cy="4284432"/>
          </a:xfrm>
          <a:effectLst/>
        </p:grpSpPr>
        <p:cxnSp>
          <p:nvCxnSpPr>
            <p:cNvPr id="64" name="Straight Connector 452">
              <a:extLst>
                <a:ext uri="{FF2B5EF4-FFF2-40B4-BE49-F238E27FC236}">
                  <a16:creationId xmlns:a16="http://schemas.microsoft.com/office/drawing/2014/main" id="{50CFEF5D-70BC-4044-A262-87BB4F24301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99497" y="3214366"/>
              <a:ext cx="3744" cy="1036208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452">
              <a:extLst>
                <a:ext uri="{FF2B5EF4-FFF2-40B4-BE49-F238E27FC236}">
                  <a16:creationId xmlns:a16="http://schemas.microsoft.com/office/drawing/2014/main" id="{369E7231-241D-4916-BAD1-FCB84BAAD67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95452" y="4283604"/>
              <a:ext cx="467287" cy="201470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452">
              <a:extLst>
                <a:ext uri="{FF2B5EF4-FFF2-40B4-BE49-F238E27FC236}">
                  <a16:creationId xmlns:a16="http://schemas.microsoft.com/office/drawing/2014/main" id="{7B6380AB-855D-4E36-B2AE-A27F017382F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53955" y="4479601"/>
              <a:ext cx="8783" cy="553799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452">
              <a:extLst>
                <a:ext uri="{FF2B5EF4-FFF2-40B4-BE49-F238E27FC236}">
                  <a16:creationId xmlns:a16="http://schemas.microsoft.com/office/drawing/2014/main" id="{E2C885CE-5682-4CCE-BB68-A77AD288539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11352" y="5014350"/>
              <a:ext cx="242481" cy="79135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452">
              <a:extLst>
                <a:ext uri="{FF2B5EF4-FFF2-40B4-BE49-F238E27FC236}">
                  <a16:creationId xmlns:a16="http://schemas.microsoft.com/office/drawing/2014/main" id="{9843C77D-2B54-4376-89C2-5A3ED2E78B9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18460" y="5084139"/>
              <a:ext cx="0" cy="220712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452">
              <a:extLst>
                <a:ext uri="{FF2B5EF4-FFF2-40B4-BE49-F238E27FC236}">
                  <a16:creationId xmlns:a16="http://schemas.microsoft.com/office/drawing/2014/main" id="{0F7E1505-CAE6-4B54-8B4E-FFAB9889E51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415330" y="5292664"/>
              <a:ext cx="254785" cy="81976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452">
              <a:extLst>
                <a:ext uri="{FF2B5EF4-FFF2-40B4-BE49-F238E27FC236}">
                  <a16:creationId xmlns:a16="http://schemas.microsoft.com/office/drawing/2014/main" id="{DC06FEFC-2D84-4436-A416-5CE15B16E60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57766" y="5374640"/>
              <a:ext cx="0" cy="220712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452">
              <a:extLst>
                <a:ext uri="{FF2B5EF4-FFF2-40B4-BE49-F238E27FC236}">
                  <a16:creationId xmlns:a16="http://schemas.microsoft.com/office/drawing/2014/main" id="{385BBFE3-98A0-4872-8919-0737B5BCCE3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95452" y="5554769"/>
              <a:ext cx="458382" cy="166928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452">
              <a:extLst>
                <a:ext uri="{FF2B5EF4-FFF2-40B4-BE49-F238E27FC236}">
                  <a16:creationId xmlns:a16="http://schemas.microsoft.com/office/drawing/2014/main" id="{D28335D0-93D5-4E3D-89B0-5AC3ED6F410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95452" y="5721697"/>
              <a:ext cx="0" cy="360851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452">
              <a:extLst>
                <a:ext uri="{FF2B5EF4-FFF2-40B4-BE49-F238E27FC236}">
                  <a16:creationId xmlns:a16="http://schemas.microsoft.com/office/drawing/2014/main" id="{2B572533-4762-4329-BF71-32B1FEF4074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88969" y="6081205"/>
              <a:ext cx="464864" cy="177808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452">
              <a:extLst>
                <a:ext uri="{FF2B5EF4-FFF2-40B4-BE49-F238E27FC236}">
                  <a16:creationId xmlns:a16="http://schemas.microsoft.com/office/drawing/2014/main" id="{BA14B247-D5F0-4C34-8912-8BDE8CE9C89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53834" y="6081205"/>
              <a:ext cx="445468" cy="178241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452">
              <a:extLst>
                <a:ext uri="{FF2B5EF4-FFF2-40B4-BE49-F238E27FC236}">
                  <a16:creationId xmlns:a16="http://schemas.microsoft.com/office/drawing/2014/main" id="{5F7BDC5E-B5E5-4D96-B241-B2D78281C28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05758" y="5722368"/>
              <a:ext cx="0" cy="359508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452">
              <a:extLst>
                <a:ext uri="{FF2B5EF4-FFF2-40B4-BE49-F238E27FC236}">
                  <a16:creationId xmlns:a16="http://schemas.microsoft.com/office/drawing/2014/main" id="{468B80C7-1C8D-4FEB-9CDB-D65A2B2EB20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850973" y="5642255"/>
              <a:ext cx="254785" cy="81976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452">
              <a:extLst>
                <a:ext uri="{FF2B5EF4-FFF2-40B4-BE49-F238E27FC236}">
                  <a16:creationId xmlns:a16="http://schemas.microsoft.com/office/drawing/2014/main" id="{47D0BC03-918F-4D78-ADB1-0896A7C5B56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76568" y="5444413"/>
              <a:ext cx="0" cy="220712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452">
              <a:extLst>
                <a:ext uri="{FF2B5EF4-FFF2-40B4-BE49-F238E27FC236}">
                  <a16:creationId xmlns:a16="http://schemas.microsoft.com/office/drawing/2014/main" id="{13164DA3-73A5-457C-9192-CB5B340D196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96593" y="5374640"/>
              <a:ext cx="242481" cy="79135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452">
              <a:extLst>
                <a:ext uri="{FF2B5EF4-FFF2-40B4-BE49-F238E27FC236}">
                  <a16:creationId xmlns:a16="http://schemas.microsoft.com/office/drawing/2014/main" id="{2BEF8C7C-E5CC-474F-95F7-37A146C8D9B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29693" y="5194495"/>
              <a:ext cx="0" cy="142837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452">
              <a:extLst>
                <a:ext uri="{FF2B5EF4-FFF2-40B4-BE49-F238E27FC236}">
                  <a16:creationId xmlns:a16="http://schemas.microsoft.com/office/drawing/2014/main" id="{4BA660AF-B5BB-44C7-923C-5BCB5CF633F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869105" y="5098255"/>
              <a:ext cx="254785" cy="81976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452">
              <a:extLst>
                <a:ext uri="{FF2B5EF4-FFF2-40B4-BE49-F238E27FC236}">
                  <a16:creationId xmlns:a16="http://schemas.microsoft.com/office/drawing/2014/main" id="{978DC371-1E35-4330-99C8-D5D97A482B3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04162" y="4989562"/>
              <a:ext cx="242481" cy="79135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452">
              <a:extLst>
                <a:ext uri="{FF2B5EF4-FFF2-40B4-BE49-F238E27FC236}">
                  <a16:creationId xmlns:a16="http://schemas.microsoft.com/office/drawing/2014/main" id="{33FA8ADE-5D07-46D3-87D2-9D0E4A567ED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142188" y="5014350"/>
              <a:ext cx="447084" cy="180145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452">
              <a:extLst>
                <a:ext uri="{FF2B5EF4-FFF2-40B4-BE49-F238E27FC236}">
                  <a16:creationId xmlns:a16="http://schemas.microsoft.com/office/drawing/2014/main" id="{841D43CC-0188-477D-A943-B89F7A53903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34551" y="5185179"/>
              <a:ext cx="242481" cy="79135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452">
              <a:extLst>
                <a:ext uri="{FF2B5EF4-FFF2-40B4-BE49-F238E27FC236}">
                  <a16:creationId xmlns:a16="http://schemas.microsoft.com/office/drawing/2014/main" id="{E9038D39-FEED-4916-8EAF-FFB8AA79E06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34551" y="5310938"/>
              <a:ext cx="0" cy="142837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452">
              <a:extLst>
                <a:ext uri="{FF2B5EF4-FFF2-40B4-BE49-F238E27FC236}">
                  <a16:creationId xmlns:a16="http://schemas.microsoft.com/office/drawing/2014/main" id="{E6C38FD2-B580-418A-812D-1751CAAB8DC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103047" y="5458897"/>
              <a:ext cx="242481" cy="79135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452">
              <a:extLst>
                <a:ext uri="{FF2B5EF4-FFF2-40B4-BE49-F238E27FC236}">
                  <a16:creationId xmlns:a16="http://schemas.microsoft.com/office/drawing/2014/main" id="{337764BA-BD21-4092-B605-6D5E8629DF1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129280" y="5547083"/>
              <a:ext cx="254785" cy="81976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452">
              <a:extLst>
                <a:ext uri="{FF2B5EF4-FFF2-40B4-BE49-F238E27FC236}">
                  <a16:creationId xmlns:a16="http://schemas.microsoft.com/office/drawing/2014/main" id="{4B21C4E4-13AD-440E-BED5-3CDB530FBA7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65730" y="5553672"/>
              <a:ext cx="242481" cy="79135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452">
              <a:extLst>
                <a:ext uri="{FF2B5EF4-FFF2-40B4-BE49-F238E27FC236}">
                  <a16:creationId xmlns:a16="http://schemas.microsoft.com/office/drawing/2014/main" id="{71263FE0-B23B-40B6-B50D-B5CFB6A75B2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89272" y="5372572"/>
              <a:ext cx="0" cy="142837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452">
              <a:extLst>
                <a:ext uri="{FF2B5EF4-FFF2-40B4-BE49-F238E27FC236}">
                  <a16:creationId xmlns:a16="http://schemas.microsoft.com/office/drawing/2014/main" id="{40BE1E16-32E2-4BA3-ABC6-384EA0EC6E2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580898" y="5360415"/>
              <a:ext cx="254785" cy="81976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452">
              <a:extLst>
                <a:ext uri="{FF2B5EF4-FFF2-40B4-BE49-F238E27FC236}">
                  <a16:creationId xmlns:a16="http://schemas.microsoft.com/office/drawing/2014/main" id="{6F5CD6CB-9C98-42C6-99DA-9701B622A10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831868" y="5453776"/>
              <a:ext cx="3815" cy="184457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452">
              <a:extLst>
                <a:ext uri="{FF2B5EF4-FFF2-40B4-BE49-F238E27FC236}">
                  <a16:creationId xmlns:a16="http://schemas.microsoft.com/office/drawing/2014/main" id="{3F547F2E-0705-4EE4-8DB0-B88D04891FF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42208" y="5619293"/>
              <a:ext cx="489661" cy="182275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452">
              <a:extLst>
                <a:ext uri="{FF2B5EF4-FFF2-40B4-BE49-F238E27FC236}">
                  <a16:creationId xmlns:a16="http://schemas.microsoft.com/office/drawing/2014/main" id="{D34DD98C-EB71-4281-BB0D-37F1124A314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356235" y="5803779"/>
              <a:ext cx="3815" cy="184457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452">
              <a:extLst>
                <a:ext uri="{FF2B5EF4-FFF2-40B4-BE49-F238E27FC236}">
                  <a16:creationId xmlns:a16="http://schemas.microsoft.com/office/drawing/2014/main" id="{CFF10ED6-5F66-4501-8E98-7A1940D8DE1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65334" y="5895220"/>
              <a:ext cx="242481" cy="79135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452">
              <a:extLst>
                <a:ext uri="{FF2B5EF4-FFF2-40B4-BE49-F238E27FC236}">
                  <a16:creationId xmlns:a16="http://schemas.microsoft.com/office/drawing/2014/main" id="{723A27AE-9BEA-4DE2-AA0B-850E354787E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577083" y="5902122"/>
              <a:ext cx="254785" cy="81976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452">
              <a:extLst>
                <a:ext uri="{FF2B5EF4-FFF2-40B4-BE49-F238E27FC236}">
                  <a16:creationId xmlns:a16="http://schemas.microsoft.com/office/drawing/2014/main" id="{E4515C7E-7E8F-46CE-8071-34B6EF5D583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831869" y="5902122"/>
              <a:ext cx="211748" cy="87838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452">
              <a:extLst>
                <a:ext uri="{FF2B5EF4-FFF2-40B4-BE49-F238E27FC236}">
                  <a16:creationId xmlns:a16="http://schemas.microsoft.com/office/drawing/2014/main" id="{C4F9441C-9C3D-4AB4-BF92-7D36786980B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47422" y="5895220"/>
              <a:ext cx="0" cy="142837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452">
              <a:extLst>
                <a:ext uri="{FF2B5EF4-FFF2-40B4-BE49-F238E27FC236}">
                  <a16:creationId xmlns:a16="http://schemas.microsoft.com/office/drawing/2014/main" id="{1B8135BA-A148-4363-B0FD-08741999E4B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835674" y="6080763"/>
              <a:ext cx="211748" cy="87838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452">
              <a:extLst>
                <a:ext uri="{FF2B5EF4-FFF2-40B4-BE49-F238E27FC236}">
                  <a16:creationId xmlns:a16="http://schemas.microsoft.com/office/drawing/2014/main" id="{D629F294-C05B-463E-823F-28322C7145B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25193" y="6187594"/>
              <a:ext cx="0" cy="142837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452">
              <a:extLst>
                <a:ext uri="{FF2B5EF4-FFF2-40B4-BE49-F238E27FC236}">
                  <a16:creationId xmlns:a16="http://schemas.microsoft.com/office/drawing/2014/main" id="{78695234-6508-40D2-A195-8C73C40132D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77032" y="6345302"/>
              <a:ext cx="211748" cy="87838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452">
              <a:extLst>
                <a:ext uri="{FF2B5EF4-FFF2-40B4-BE49-F238E27FC236}">
                  <a16:creationId xmlns:a16="http://schemas.microsoft.com/office/drawing/2014/main" id="{9EA1ED3E-E575-474D-B52A-0A79050962B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87389" y="6103301"/>
              <a:ext cx="0" cy="359508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452">
              <a:extLst>
                <a:ext uri="{FF2B5EF4-FFF2-40B4-BE49-F238E27FC236}">
                  <a16:creationId xmlns:a16="http://schemas.microsoft.com/office/drawing/2014/main" id="{7195D909-6B6F-4D20-A6F3-00698D7A69A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56235" y="6099756"/>
              <a:ext cx="211748" cy="87838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452">
              <a:extLst>
                <a:ext uri="{FF2B5EF4-FFF2-40B4-BE49-F238E27FC236}">
                  <a16:creationId xmlns:a16="http://schemas.microsoft.com/office/drawing/2014/main" id="{739AD8AC-F344-4F3A-B91A-535482AA847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56235" y="6165548"/>
              <a:ext cx="0" cy="359508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452">
              <a:extLst>
                <a:ext uri="{FF2B5EF4-FFF2-40B4-BE49-F238E27FC236}">
                  <a16:creationId xmlns:a16="http://schemas.microsoft.com/office/drawing/2014/main" id="{AAB0049E-9CC1-4C87-A932-7C42462C02C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098118" y="6445794"/>
              <a:ext cx="254785" cy="81976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452">
              <a:extLst>
                <a:ext uri="{FF2B5EF4-FFF2-40B4-BE49-F238E27FC236}">
                  <a16:creationId xmlns:a16="http://schemas.microsoft.com/office/drawing/2014/main" id="{202625C4-8D7D-4EFE-B4F9-6D7394563D0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23586" y="6445794"/>
              <a:ext cx="0" cy="142837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452">
              <a:extLst>
                <a:ext uri="{FF2B5EF4-FFF2-40B4-BE49-F238E27FC236}">
                  <a16:creationId xmlns:a16="http://schemas.microsoft.com/office/drawing/2014/main" id="{779A872B-CB60-4040-A104-D1A2D5E0222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110549" y="6618303"/>
              <a:ext cx="254785" cy="81976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452">
              <a:extLst>
                <a:ext uri="{FF2B5EF4-FFF2-40B4-BE49-F238E27FC236}">
                  <a16:creationId xmlns:a16="http://schemas.microsoft.com/office/drawing/2014/main" id="{D855C5FE-3612-42C4-A4FD-3476FF03264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123586" y="6729951"/>
              <a:ext cx="211748" cy="87838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452">
              <a:extLst>
                <a:ext uri="{FF2B5EF4-FFF2-40B4-BE49-F238E27FC236}">
                  <a16:creationId xmlns:a16="http://schemas.microsoft.com/office/drawing/2014/main" id="{448134E1-4FC7-4228-B998-DAA05BC5C5D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53833" y="6623364"/>
              <a:ext cx="485242" cy="190647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452">
              <a:extLst>
                <a:ext uri="{FF2B5EF4-FFF2-40B4-BE49-F238E27FC236}">
                  <a16:creationId xmlns:a16="http://schemas.microsoft.com/office/drawing/2014/main" id="{17B9191F-30D2-48A6-8590-416060F4CC2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56772" y="6658532"/>
              <a:ext cx="0" cy="142837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452">
              <a:extLst>
                <a:ext uri="{FF2B5EF4-FFF2-40B4-BE49-F238E27FC236}">
                  <a16:creationId xmlns:a16="http://schemas.microsoft.com/office/drawing/2014/main" id="{27E3E942-2648-4B1B-8871-348B6584697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427574" y="6718687"/>
              <a:ext cx="213466" cy="81076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452">
              <a:extLst>
                <a:ext uri="{FF2B5EF4-FFF2-40B4-BE49-F238E27FC236}">
                  <a16:creationId xmlns:a16="http://schemas.microsoft.com/office/drawing/2014/main" id="{8D68462E-CE6B-4B50-9F05-E9716CEE2CC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97528" y="6734871"/>
              <a:ext cx="211748" cy="87838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452">
              <a:extLst>
                <a:ext uri="{FF2B5EF4-FFF2-40B4-BE49-F238E27FC236}">
                  <a16:creationId xmlns:a16="http://schemas.microsoft.com/office/drawing/2014/main" id="{F251165C-B56F-4D46-A853-7C86A52C374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929553" y="6717787"/>
              <a:ext cx="254785" cy="81976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452">
              <a:extLst>
                <a:ext uri="{FF2B5EF4-FFF2-40B4-BE49-F238E27FC236}">
                  <a16:creationId xmlns:a16="http://schemas.microsoft.com/office/drawing/2014/main" id="{3FA411B5-D102-4EB9-A00F-922128886B0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74457" y="6544296"/>
              <a:ext cx="432052" cy="155983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452">
              <a:extLst>
                <a:ext uri="{FF2B5EF4-FFF2-40B4-BE49-F238E27FC236}">
                  <a16:creationId xmlns:a16="http://schemas.microsoft.com/office/drawing/2014/main" id="{EE9635E5-5D1C-415E-BF0A-3DEBA4496F8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84339" y="6283056"/>
              <a:ext cx="6608" cy="195214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452">
              <a:extLst>
                <a:ext uri="{FF2B5EF4-FFF2-40B4-BE49-F238E27FC236}">
                  <a16:creationId xmlns:a16="http://schemas.microsoft.com/office/drawing/2014/main" id="{B5124F2B-1435-49CE-87A4-F703FEC044D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66029" y="6259453"/>
              <a:ext cx="211748" cy="87838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452">
              <a:extLst>
                <a:ext uri="{FF2B5EF4-FFF2-40B4-BE49-F238E27FC236}">
                  <a16:creationId xmlns:a16="http://schemas.microsoft.com/office/drawing/2014/main" id="{93B97224-549F-4536-889A-CD90677BC81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74457" y="6374375"/>
              <a:ext cx="0" cy="142837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452">
              <a:extLst>
                <a:ext uri="{FF2B5EF4-FFF2-40B4-BE49-F238E27FC236}">
                  <a16:creationId xmlns:a16="http://schemas.microsoft.com/office/drawing/2014/main" id="{784FE111-F852-4128-A196-9AC977EF1DC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718800" y="6421821"/>
              <a:ext cx="258990" cy="112899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452">
              <a:extLst>
                <a:ext uri="{FF2B5EF4-FFF2-40B4-BE49-F238E27FC236}">
                  <a16:creationId xmlns:a16="http://schemas.microsoft.com/office/drawing/2014/main" id="{A27DC4F4-5101-4BBF-B5B2-F2D733BC63D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94317" y="6459878"/>
              <a:ext cx="211748" cy="87838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452">
              <a:extLst>
                <a:ext uri="{FF2B5EF4-FFF2-40B4-BE49-F238E27FC236}">
                  <a16:creationId xmlns:a16="http://schemas.microsoft.com/office/drawing/2014/main" id="{5AEDD638-BDE7-4EAC-B20D-887D64512D1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477942" y="6165548"/>
              <a:ext cx="8210" cy="388367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452">
              <a:extLst>
                <a:ext uri="{FF2B5EF4-FFF2-40B4-BE49-F238E27FC236}">
                  <a16:creationId xmlns:a16="http://schemas.microsoft.com/office/drawing/2014/main" id="{E65D0CCE-43D2-4E24-855B-4FA96EC1959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019561" y="5984098"/>
              <a:ext cx="465563" cy="184364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452">
              <a:extLst>
                <a:ext uri="{FF2B5EF4-FFF2-40B4-BE49-F238E27FC236}">
                  <a16:creationId xmlns:a16="http://schemas.microsoft.com/office/drawing/2014/main" id="{4F529A5A-934C-44E6-A4FD-B8DF3C8AE54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19561" y="5830703"/>
              <a:ext cx="0" cy="142837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452">
              <a:extLst>
                <a:ext uri="{FF2B5EF4-FFF2-40B4-BE49-F238E27FC236}">
                  <a16:creationId xmlns:a16="http://schemas.microsoft.com/office/drawing/2014/main" id="{F8D48811-12E7-475F-883A-78B8D518A3E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015361" y="5728023"/>
              <a:ext cx="211748" cy="87838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452">
              <a:extLst>
                <a:ext uri="{FF2B5EF4-FFF2-40B4-BE49-F238E27FC236}">
                  <a16:creationId xmlns:a16="http://schemas.microsoft.com/office/drawing/2014/main" id="{0B11A3A7-B550-4739-9BC4-DB61911E92A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42946" y="5538032"/>
              <a:ext cx="0" cy="142837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452">
              <a:extLst>
                <a:ext uri="{FF2B5EF4-FFF2-40B4-BE49-F238E27FC236}">
                  <a16:creationId xmlns:a16="http://schemas.microsoft.com/office/drawing/2014/main" id="{95E58530-C420-4B47-A0A9-19AD2B5337F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229053" y="5525334"/>
              <a:ext cx="258990" cy="112899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452">
              <a:extLst>
                <a:ext uri="{FF2B5EF4-FFF2-40B4-BE49-F238E27FC236}">
                  <a16:creationId xmlns:a16="http://schemas.microsoft.com/office/drawing/2014/main" id="{4FD61E70-1622-4D9F-A878-EB63BADC74B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77942" y="5650278"/>
              <a:ext cx="0" cy="142837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452">
              <a:extLst>
                <a:ext uri="{FF2B5EF4-FFF2-40B4-BE49-F238E27FC236}">
                  <a16:creationId xmlns:a16="http://schemas.microsoft.com/office/drawing/2014/main" id="{54E9D735-3A40-4527-80D6-1AEE5F12694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40487" y="5793336"/>
              <a:ext cx="211748" cy="87838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452">
              <a:extLst>
                <a:ext uri="{FF2B5EF4-FFF2-40B4-BE49-F238E27FC236}">
                  <a16:creationId xmlns:a16="http://schemas.microsoft.com/office/drawing/2014/main" id="{0E34A2B2-7357-4BB5-9055-3FB652C3458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252342" y="5891733"/>
              <a:ext cx="466342" cy="189030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452">
              <a:extLst>
                <a:ext uri="{FF2B5EF4-FFF2-40B4-BE49-F238E27FC236}">
                  <a16:creationId xmlns:a16="http://schemas.microsoft.com/office/drawing/2014/main" id="{3EE0ED44-C7CB-484A-94E0-A81E9D1B612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95255" y="6094129"/>
              <a:ext cx="0" cy="142837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452">
              <a:extLst>
                <a:ext uri="{FF2B5EF4-FFF2-40B4-BE49-F238E27FC236}">
                  <a16:creationId xmlns:a16="http://schemas.microsoft.com/office/drawing/2014/main" id="{222545D9-391D-4100-8E63-681EED76D6A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08283" y="6175267"/>
              <a:ext cx="211748" cy="87838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452">
              <a:extLst>
                <a:ext uri="{FF2B5EF4-FFF2-40B4-BE49-F238E27FC236}">
                  <a16:creationId xmlns:a16="http://schemas.microsoft.com/office/drawing/2014/main" id="{097C8D8F-95D3-43C9-9802-81A72D8D232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30173" y="6011305"/>
              <a:ext cx="0" cy="142837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452">
              <a:extLst>
                <a:ext uri="{FF2B5EF4-FFF2-40B4-BE49-F238E27FC236}">
                  <a16:creationId xmlns:a16="http://schemas.microsoft.com/office/drawing/2014/main" id="{B08207BA-6921-4625-B348-48341DA28AC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83389" y="5891733"/>
              <a:ext cx="258990" cy="112899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452">
              <a:extLst>
                <a:ext uri="{FF2B5EF4-FFF2-40B4-BE49-F238E27FC236}">
                  <a16:creationId xmlns:a16="http://schemas.microsoft.com/office/drawing/2014/main" id="{10491D68-0FDA-4972-A39D-AC8D56633AA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26739" y="5801697"/>
              <a:ext cx="211748" cy="87838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452">
              <a:extLst>
                <a:ext uri="{FF2B5EF4-FFF2-40B4-BE49-F238E27FC236}">
                  <a16:creationId xmlns:a16="http://schemas.microsoft.com/office/drawing/2014/main" id="{428DFA9A-A354-4689-A674-1A5E970DDBC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64275" y="5633942"/>
              <a:ext cx="0" cy="142837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Connector 452">
              <a:extLst>
                <a:ext uri="{FF2B5EF4-FFF2-40B4-BE49-F238E27FC236}">
                  <a16:creationId xmlns:a16="http://schemas.microsoft.com/office/drawing/2014/main" id="{883CDF33-9F36-4FAD-9AE4-F5F3615ADCD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717726" y="5529356"/>
              <a:ext cx="258990" cy="112899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Straight Connector 452">
              <a:extLst>
                <a:ext uri="{FF2B5EF4-FFF2-40B4-BE49-F238E27FC236}">
                  <a16:creationId xmlns:a16="http://schemas.microsoft.com/office/drawing/2014/main" id="{55453E59-0946-43AE-9EB6-448F85F2F4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06065" y="5360415"/>
              <a:ext cx="0" cy="142837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Connector 452">
              <a:extLst>
                <a:ext uri="{FF2B5EF4-FFF2-40B4-BE49-F238E27FC236}">
                  <a16:creationId xmlns:a16="http://schemas.microsoft.com/office/drawing/2014/main" id="{4A5706FF-A991-48A1-97BA-2FFBFC545F4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86073" y="5361646"/>
              <a:ext cx="496535" cy="183543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Straight Connector 452">
              <a:extLst>
                <a:ext uri="{FF2B5EF4-FFF2-40B4-BE49-F238E27FC236}">
                  <a16:creationId xmlns:a16="http://schemas.microsoft.com/office/drawing/2014/main" id="{4CE6E436-ADBC-4389-93E0-104F1B8914D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94761" y="5454627"/>
              <a:ext cx="211748" cy="87838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Straight Connector 452">
              <a:extLst>
                <a:ext uri="{FF2B5EF4-FFF2-40B4-BE49-F238E27FC236}">
                  <a16:creationId xmlns:a16="http://schemas.microsoft.com/office/drawing/2014/main" id="{89558175-8055-48FD-AC44-4A89BCA572E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717726" y="5178341"/>
              <a:ext cx="697727" cy="291111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Straight Connector 452">
              <a:extLst>
                <a:ext uri="{FF2B5EF4-FFF2-40B4-BE49-F238E27FC236}">
                  <a16:creationId xmlns:a16="http://schemas.microsoft.com/office/drawing/2014/main" id="{A142B708-A2ED-4696-8D22-CC9AA1E9F41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41347" y="4980009"/>
              <a:ext cx="441261" cy="184882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Straight Connector 452">
              <a:extLst>
                <a:ext uri="{FF2B5EF4-FFF2-40B4-BE49-F238E27FC236}">
                  <a16:creationId xmlns:a16="http://schemas.microsoft.com/office/drawing/2014/main" id="{4C0D3A5A-54D7-4222-8D2D-AFEF015E394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97528" y="5003832"/>
              <a:ext cx="0" cy="142837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Straight Connector 452">
              <a:extLst>
                <a:ext uri="{FF2B5EF4-FFF2-40B4-BE49-F238E27FC236}">
                  <a16:creationId xmlns:a16="http://schemas.microsoft.com/office/drawing/2014/main" id="{A605D9D7-C07F-4469-9AF8-0FBF1D12615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70050" y="6452323"/>
              <a:ext cx="258990" cy="112899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6" name="Straight Connector 452">
              <a:extLst>
                <a:ext uri="{FF2B5EF4-FFF2-40B4-BE49-F238E27FC236}">
                  <a16:creationId xmlns:a16="http://schemas.microsoft.com/office/drawing/2014/main" id="{39D2F70E-22BB-4082-BF78-63EB963AF6D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91286" y="3914854"/>
              <a:ext cx="399661" cy="17064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7" name="Straight Connector 452">
              <a:extLst>
                <a:ext uri="{FF2B5EF4-FFF2-40B4-BE49-F238E27FC236}">
                  <a16:creationId xmlns:a16="http://schemas.microsoft.com/office/drawing/2014/main" id="{35847BE5-7BB9-490E-BAA8-F704D3F9A18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03695" y="3744585"/>
              <a:ext cx="451895" cy="16013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2" name="Straight Connector 452">
              <a:extLst>
                <a:ext uri="{FF2B5EF4-FFF2-40B4-BE49-F238E27FC236}">
                  <a16:creationId xmlns:a16="http://schemas.microsoft.com/office/drawing/2014/main" id="{F6ABEF4A-DF3E-41A6-8073-61668D725C6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139608" y="3544864"/>
              <a:ext cx="435245" cy="17316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5" name="Straight Connector 452">
              <a:extLst>
                <a:ext uri="{FF2B5EF4-FFF2-40B4-BE49-F238E27FC236}">
                  <a16:creationId xmlns:a16="http://schemas.microsoft.com/office/drawing/2014/main" id="{213FD56F-B942-4753-AB5E-8CE99F29A90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585530" y="3539517"/>
              <a:ext cx="699680" cy="2690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7" name="Straight Connector 452">
              <a:extLst>
                <a:ext uri="{FF2B5EF4-FFF2-40B4-BE49-F238E27FC236}">
                  <a16:creationId xmlns:a16="http://schemas.microsoft.com/office/drawing/2014/main" id="{B0096BCA-F4C3-4101-ACA4-0A679774493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48126" y="2901851"/>
              <a:ext cx="594" cy="73152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9" name="Straight Connector 452">
              <a:extLst>
                <a:ext uri="{FF2B5EF4-FFF2-40B4-BE49-F238E27FC236}">
                  <a16:creationId xmlns:a16="http://schemas.microsoft.com/office/drawing/2014/main" id="{4E3F7B28-75A6-42DD-9D10-E4F40F32978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49916" y="2723989"/>
              <a:ext cx="480806" cy="21725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1" name="Straight Connector 452">
              <a:extLst>
                <a:ext uri="{FF2B5EF4-FFF2-40B4-BE49-F238E27FC236}">
                  <a16:creationId xmlns:a16="http://schemas.microsoft.com/office/drawing/2014/main" id="{D5BE37CA-E954-4F2A-814E-2EEA778B038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30722" y="2538277"/>
              <a:ext cx="0" cy="22071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7" name="箭头3" hidden="1">
            <a:extLst>
              <a:ext uri="{FF2B5EF4-FFF2-40B4-BE49-F238E27FC236}">
                <a16:creationId xmlns:a16="http://schemas.microsoft.com/office/drawing/2014/main" id="{23EF46EC-4D04-4128-BF19-1D4A12A3A202}"/>
              </a:ext>
            </a:extLst>
          </p:cNvPr>
          <p:cNvGrpSpPr/>
          <p:nvPr/>
        </p:nvGrpSpPr>
        <p:grpSpPr>
          <a:xfrm rot="3079241">
            <a:off x="9175377" y="1461986"/>
            <a:ext cx="482240" cy="909320"/>
            <a:chOff x="6104773" y="431293"/>
            <a:chExt cx="482240" cy="909320"/>
          </a:xfrm>
          <a:solidFill>
            <a:srgbClr val="99FFCC">
              <a:alpha val="45882"/>
            </a:srgbClr>
          </a:solidFill>
        </p:grpSpPr>
        <p:sp>
          <p:nvSpPr>
            <p:cNvPr id="68" name="Arrow: Down 67">
              <a:extLst>
                <a:ext uri="{FF2B5EF4-FFF2-40B4-BE49-F238E27FC236}">
                  <a16:creationId xmlns:a16="http://schemas.microsoft.com/office/drawing/2014/main" id="{EBDFC653-D8B5-4DB9-A0E1-91518281712F}"/>
                </a:ext>
              </a:extLst>
            </p:cNvPr>
            <p:cNvSpPr/>
            <p:nvPr/>
          </p:nvSpPr>
          <p:spPr>
            <a:xfrm rot="19166643">
              <a:off x="6104773" y="431293"/>
              <a:ext cx="323531" cy="909320"/>
            </a:xfrm>
            <a:prstGeom prst="downArrow">
              <a:avLst>
                <a:gd name="adj1" fmla="val 50000"/>
                <a:gd name="adj2" fmla="val 142525"/>
              </a:avLst>
            </a:prstGeom>
            <a:solidFill>
              <a:srgbClr val="FFFF00"/>
            </a:solidFill>
            <a:ln>
              <a:solidFill>
                <a:srgbClr val="41719C"/>
              </a:solidFill>
            </a:ln>
            <a:effectLst>
              <a:glow rad="2286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11A2FE0A-8895-4CB1-8FFF-77855B3D7738}"/>
                </a:ext>
              </a:extLst>
            </p:cNvPr>
            <p:cNvSpPr/>
            <p:nvPr/>
          </p:nvSpPr>
          <p:spPr>
            <a:xfrm>
              <a:off x="6541294" y="1216819"/>
              <a:ext cx="45719" cy="45719"/>
            </a:xfrm>
            <a:prstGeom prst="ellipse">
              <a:avLst/>
            </a:prstGeom>
            <a:grpFill/>
            <a:ln>
              <a:noFill/>
            </a:ln>
            <a:effectLst>
              <a:glow rad="2286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grpSp>
        <p:nvGrpSpPr>
          <p:cNvPr id="54" name="箭头2" hidden="1">
            <a:extLst>
              <a:ext uri="{FF2B5EF4-FFF2-40B4-BE49-F238E27FC236}">
                <a16:creationId xmlns:a16="http://schemas.microsoft.com/office/drawing/2014/main" id="{435690C3-9C11-4894-8155-DC6B36DD0129}"/>
              </a:ext>
            </a:extLst>
          </p:cNvPr>
          <p:cNvGrpSpPr/>
          <p:nvPr/>
        </p:nvGrpSpPr>
        <p:grpSpPr>
          <a:xfrm rot="8148607">
            <a:off x="6632481" y="5903280"/>
            <a:ext cx="909320" cy="440456"/>
            <a:chOff x="1365670" y="869445"/>
            <a:chExt cx="909320" cy="440456"/>
          </a:xfrm>
        </p:grpSpPr>
        <p:sp>
          <p:nvSpPr>
            <p:cNvPr id="57" name="Arrow: Down 56">
              <a:extLst>
                <a:ext uri="{FF2B5EF4-FFF2-40B4-BE49-F238E27FC236}">
                  <a16:creationId xmlns:a16="http://schemas.microsoft.com/office/drawing/2014/main" id="{2FE6EFE0-830D-4273-B5CC-CEB535D53075}"/>
                </a:ext>
              </a:extLst>
            </p:cNvPr>
            <p:cNvSpPr/>
            <p:nvPr/>
          </p:nvSpPr>
          <p:spPr>
            <a:xfrm rot="18167711">
              <a:off x="1658564" y="576551"/>
              <a:ext cx="323531" cy="909320"/>
            </a:xfrm>
            <a:prstGeom prst="downArrow">
              <a:avLst>
                <a:gd name="adj1" fmla="val 50000"/>
                <a:gd name="adj2" fmla="val 142525"/>
              </a:avLst>
            </a:prstGeom>
            <a:solidFill>
              <a:schemeClr val="accent1">
                <a:lumMod val="60000"/>
                <a:lumOff val="40000"/>
                <a:alpha val="38039"/>
              </a:schemeClr>
            </a:solidFill>
            <a:effectLst>
              <a:glow rad="228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FA12DB38-A224-4194-A526-1CC2827A624C}"/>
                </a:ext>
              </a:extLst>
            </p:cNvPr>
            <p:cNvSpPr/>
            <p:nvPr/>
          </p:nvSpPr>
          <p:spPr>
            <a:xfrm>
              <a:off x="2183289" y="1264182"/>
              <a:ext cx="45719" cy="45719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>
              <a:glow rad="2286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grpSp>
        <p:nvGrpSpPr>
          <p:cNvPr id="63" name="箭头1" hidden="1">
            <a:extLst>
              <a:ext uri="{FF2B5EF4-FFF2-40B4-BE49-F238E27FC236}">
                <a16:creationId xmlns:a16="http://schemas.microsoft.com/office/drawing/2014/main" id="{704ECEE1-AC7F-43E6-8B80-EC4D22F7D152}"/>
              </a:ext>
            </a:extLst>
          </p:cNvPr>
          <p:cNvGrpSpPr/>
          <p:nvPr/>
        </p:nvGrpSpPr>
        <p:grpSpPr>
          <a:xfrm rot="5011035">
            <a:off x="3429054" y="4110521"/>
            <a:ext cx="471503" cy="909320"/>
            <a:chOff x="6115510" y="444784"/>
            <a:chExt cx="471503" cy="909320"/>
          </a:xfrm>
        </p:grpSpPr>
        <p:sp>
          <p:nvSpPr>
            <p:cNvPr id="74" name="Arrow: Down 73">
              <a:extLst>
                <a:ext uri="{FF2B5EF4-FFF2-40B4-BE49-F238E27FC236}">
                  <a16:creationId xmlns:a16="http://schemas.microsoft.com/office/drawing/2014/main" id="{59CB4F64-90D6-4C5B-ABF9-6B45584E30DF}"/>
                </a:ext>
              </a:extLst>
            </p:cNvPr>
            <p:cNvSpPr/>
            <p:nvPr/>
          </p:nvSpPr>
          <p:spPr>
            <a:xfrm rot="19166643">
              <a:off x="6115510" y="444784"/>
              <a:ext cx="323531" cy="909320"/>
            </a:xfrm>
            <a:prstGeom prst="downArrow">
              <a:avLst>
                <a:gd name="adj1" fmla="val 50000"/>
                <a:gd name="adj2" fmla="val 142525"/>
              </a:avLst>
            </a:prstGeom>
            <a:solidFill>
              <a:srgbClr val="FF99CC">
                <a:alpha val="34118"/>
              </a:srgbClr>
            </a:solidFill>
            <a:ln>
              <a:solidFill>
                <a:srgbClr val="41719C"/>
              </a:solidFill>
            </a:ln>
            <a:effectLst>
              <a:glow rad="2286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FCC63EE9-4F92-4706-82DF-F3910006A6E0}"/>
                </a:ext>
              </a:extLst>
            </p:cNvPr>
            <p:cNvSpPr/>
            <p:nvPr/>
          </p:nvSpPr>
          <p:spPr>
            <a:xfrm>
              <a:off x="6541294" y="1216819"/>
              <a:ext cx="45719" cy="45719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>
              <a:glow rad="2286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58" name="version">
            <a:extLst>
              <a:ext uri="{FF2B5EF4-FFF2-40B4-BE49-F238E27FC236}">
                <a16:creationId xmlns:a16="http://schemas.microsoft.com/office/drawing/2014/main" id="{647D581B-E2E7-4258-B860-2A47B52DDA9A}"/>
              </a:ext>
            </a:extLst>
          </p:cNvPr>
          <p:cNvSpPr txBox="1"/>
          <p:nvPr/>
        </p:nvSpPr>
        <p:spPr>
          <a:xfrm>
            <a:off x="109728" y="124581"/>
            <a:ext cx="6511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7.0.8</a:t>
            </a:r>
          </a:p>
        </p:txBody>
      </p:sp>
    </p:spTree>
    <p:extLst>
      <p:ext uri="{BB962C8B-B14F-4D97-AF65-F5344CB8AC3E}">
        <p14:creationId xmlns:p14="http://schemas.microsoft.com/office/powerpoint/2010/main" val="17958387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箭头3">
            <a:extLst>
              <a:ext uri="{FF2B5EF4-FFF2-40B4-BE49-F238E27FC236}">
                <a16:creationId xmlns:a16="http://schemas.microsoft.com/office/drawing/2014/main" id="{9367617E-6A6F-4ADE-8195-99CAAF4615F6}"/>
              </a:ext>
            </a:extLst>
          </p:cNvPr>
          <p:cNvGrpSpPr/>
          <p:nvPr/>
        </p:nvGrpSpPr>
        <p:grpSpPr>
          <a:xfrm rot="3079241">
            <a:off x="10034048" y="3270313"/>
            <a:ext cx="482240" cy="909320"/>
            <a:chOff x="6104773" y="431293"/>
            <a:chExt cx="482240" cy="909320"/>
          </a:xfrm>
          <a:solidFill>
            <a:srgbClr val="99FFCC">
              <a:alpha val="45882"/>
            </a:srgbClr>
          </a:solidFill>
        </p:grpSpPr>
        <p:sp>
          <p:nvSpPr>
            <p:cNvPr id="5" name="Arrow: Down 4">
              <a:extLst>
                <a:ext uri="{FF2B5EF4-FFF2-40B4-BE49-F238E27FC236}">
                  <a16:creationId xmlns:a16="http://schemas.microsoft.com/office/drawing/2014/main" id="{BBB303E4-677F-4A9E-9706-024431E38F59}"/>
                </a:ext>
              </a:extLst>
            </p:cNvPr>
            <p:cNvSpPr/>
            <p:nvPr/>
          </p:nvSpPr>
          <p:spPr>
            <a:xfrm rot="19166643">
              <a:off x="6104773" y="431293"/>
              <a:ext cx="323531" cy="909320"/>
            </a:xfrm>
            <a:prstGeom prst="downArrow">
              <a:avLst>
                <a:gd name="adj1" fmla="val 50000"/>
                <a:gd name="adj2" fmla="val 142525"/>
              </a:avLst>
            </a:prstGeom>
            <a:solidFill>
              <a:srgbClr val="FFFF00"/>
            </a:solidFill>
            <a:ln>
              <a:solidFill>
                <a:srgbClr val="41719C"/>
              </a:solidFill>
            </a:ln>
            <a:effectLst>
              <a:glow rad="2286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27777CD8-9B47-4A2C-9495-3F61FA86ED77}"/>
                </a:ext>
              </a:extLst>
            </p:cNvPr>
            <p:cNvSpPr/>
            <p:nvPr/>
          </p:nvSpPr>
          <p:spPr>
            <a:xfrm>
              <a:off x="6541294" y="1216819"/>
              <a:ext cx="45719" cy="45719"/>
            </a:xfrm>
            <a:prstGeom prst="ellipse">
              <a:avLst/>
            </a:prstGeom>
            <a:grpFill/>
            <a:ln>
              <a:noFill/>
            </a:ln>
            <a:effectLst>
              <a:glow rad="2286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grpSp>
        <p:nvGrpSpPr>
          <p:cNvPr id="7" name="箭头2">
            <a:extLst>
              <a:ext uri="{FF2B5EF4-FFF2-40B4-BE49-F238E27FC236}">
                <a16:creationId xmlns:a16="http://schemas.microsoft.com/office/drawing/2014/main" id="{0EDC02E1-F1B4-45C5-A86C-161AA7772EBF}"/>
              </a:ext>
            </a:extLst>
          </p:cNvPr>
          <p:cNvGrpSpPr/>
          <p:nvPr/>
        </p:nvGrpSpPr>
        <p:grpSpPr>
          <a:xfrm rot="8148607">
            <a:off x="6632481" y="5903280"/>
            <a:ext cx="909320" cy="440456"/>
            <a:chOff x="1365670" y="869445"/>
            <a:chExt cx="909320" cy="440456"/>
          </a:xfrm>
        </p:grpSpPr>
        <p:sp>
          <p:nvSpPr>
            <p:cNvPr id="8" name="Arrow: Down 7">
              <a:extLst>
                <a:ext uri="{FF2B5EF4-FFF2-40B4-BE49-F238E27FC236}">
                  <a16:creationId xmlns:a16="http://schemas.microsoft.com/office/drawing/2014/main" id="{BE080695-7777-4050-BA93-E288F6183E57}"/>
                </a:ext>
              </a:extLst>
            </p:cNvPr>
            <p:cNvSpPr/>
            <p:nvPr/>
          </p:nvSpPr>
          <p:spPr>
            <a:xfrm rot="18167711">
              <a:off x="1658564" y="576551"/>
              <a:ext cx="323531" cy="909320"/>
            </a:xfrm>
            <a:prstGeom prst="downArrow">
              <a:avLst>
                <a:gd name="adj1" fmla="val 50000"/>
                <a:gd name="adj2" fmla="val 142525"/>
              </a:avLst>
            </a:prstGeom>
            <a:solidFill>
              <a:schemeClr val="accent1">
                <a:lumMod val="60000"/>
                <a:lumOff val="40000"/>
                <a:alpha val="38039"/>
              </a:schemeClr>
            </a:solidFill>
            <a:effectLst>
              <a:glow rad="228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C708BD28-1E72-48A0-809B-3613023C5054}"/>
                </a:ext>
              </a:extLst>
            </p:cNvPr>
            <p:cNvSpPr/>
            <p:nvPr/>
          </p:nvSpPr>
          <p:spPr>
            <a:xfrm>
              <a:off x="2183289" y="1264182"/>
              <a:ext cx="45719" cy="45719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>
              <a:glow rad="2286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grpSp>
        <p:nvGrpSpPr>
          <p:cNvPr id="10" name="箭头1">
            <a:extLst>
              <a:ext uri="{FF2B5EF4-FFF2-40B4-BE49-F238E27FC236}">
                <a16:creationId xmlns:a16="http://schemas.microsoft.com/office/drawing/2014/main" id="{BE70B67F-7E9F-45CA-BAE3-A0473C7AA9B2}"/>
              </a:ext>
            </a:extLst>
          </p:cNvPr>
          <p:cNvGrpSpPr/>
          <p:nvPr/>
        </p:nvGrpSpPr>
        <p:grpSpPr>
          <a:xfrm rot="5011035">
            <a:off x="2303687" y="4183732"/>
            <a:ext cx="471503" cy="909320"/>
            <a:chOff x="6115510" y="444784"/>
            <a:chExt cx="471503" cy="909320"/>
          </a:xfrm>
        </p:grpSpPr>
        <p:sp>
          <p:nvSpPr>
            <p:cNvPr id="11" name="Arrow: Down 10">
              <a:extLst>
                <a:ext uri="{FF2B5EF4-FFF2-40B4-BE49-F238E27FC236}">
                  <a16:creationId xmlns:a16="http://schemas.microsoft.com/office/drawing/2014/main" id="{1B04BBBF-6EF2-4902-A4A6-67FA86574174}"/>
                </a:ext>
              </a:extLst>
            </p:cNvPr>
            <p:cNvSpPr/>
            <p:nvPr/>
          </p:nvSpPr>
          <p:spPr>
            <a:xfrm rot="19166643">
              <a:off x="6115510" y="444784"/>
              <a:ext cx="323531" cy="909320"/>
            </a:xfrm>
            <a:prstGeom prst="downArrow">
              <a:avLst>
                <a:gd name="adj1" fmla="val 50000"/>
                <a:gd name="adj2" fmla="val 142525"/>
              </a:avLst>
            </a:prstGeom>
            <a:solidFill>
              <a:srgbClr val="FF99CC">
                <a:alpha val="34118"/>
              </a:srgbClr>
            </a:solidFill>
            <a:ln>
              <a:solidFill>
                <a:srgbClr val="41719C"/>
              </a:solidFill>
            </a:ln>
            <a:effectLst>
              <a:glow rad="2286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333BF5C0-988D-4ACD-B494-2553E0C3AB49}"/>
                </a:ext>
              </a:extLst>
            </p:cNvPr>
            <p:cNvSpPr/>
            <p:nvPr/>
          </p:nvSpPr>
          <p:spPr>
            <a:xfrm>
              <a:off x="6541294" y="1216819"/>
              <a:ext cx="45719" cy="45719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>
              <a:glow rad="2286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1250959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team1">
            <a:extLst>
              <a:ext uri="{FF2B5EF4-FFF2-40B4-BE49-F238E27FC236}">
                <a16:creationId xmlns:a16="http://schemas.microsoft.com/office/drawing/2014/main" id="{A367528E-F917-4819-A6D3-81B8C9F702FB}"/>
              </a:ext>
            </a:extLst>
          </p:cNvPr>
          <p:cNvGrpSpPr/>
          <p:nvPr/>
        </p:nvGrpSpPr>
        <p:grpSpPr>
          <a:xfrm>
            <a:off x="6403975" y="793751"/>
            <a:ext cx="6067770" cy="9373663"/>
            <a:chOff x="6403975" y="793751"/>
            <a:chExt cx="6067770" cy="9373663"/>
          </a:xfrm>
        </p:grpSpPr>
        <p:cxnSp>
          <p:nvCxnSpPr>
            <p:cNvPr id="5" name="Straight Connector 452">
              <a:extLst>
                <a:ext uri="{FF2B5EF4-FFF2-40B4-BE49-F238E27FC236}">
                  <a16:creationId xmlns:a16="http://schemas.microsoft.com/office/drawing/2014/main" id="{93EE25D1-FD17-4CDA-A7FD-280059FD1C0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03975" y="793751"/>
              <a:ext cx="244475" cy="1079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452">
              <a:extLst>
                <a:ext uri="{FF2B5EF4-FFF2-40B4-BE49-F238E27FC236}">
                  <a16:creationId xmlns:a16="http://schemas.microsoft.com/office/drawing/2014/main" id="{A389FF8F-7219-4F33-82B4-B4FA94E2B45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03975" y="901701"/>
              <a:ext cx="0" cy="88899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52">
              <a:extLst>
                <a:ext uri="{FF2B5EF4-FFF2-40B4-BE49-F238E27FC236}">
                  <a16:creationId xmlns:a16="http://schemas.microsoft.com/office/drawing/2014/main" id="{D92FFC48-C27D-4785-AD2D-6D0F148A000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62738" y="4076700"/>
              <a:ext cx="919157" cy="35242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52">
              <a:extLst>
                <a:ext uri="{FF2B5EF4-FFF2-40B4-BE49-F238E27FC236}">
                  <a16:creationId xmlns:a16="http://schemas.microsoft.com/office/drawing/2014/main" id="{5FC5B232-023F-4112-AA93-6D42618EC931}"/>
                </a:ext>
              </a:extLst>
            </p:cNvPr>
            <p:cNvCxnSpPr>
              <a:cxnSpLocks/>
            </p:cNvCxnSpPr>
            <p:nvPr/>
          </p:nvCxnSpPr>
          <p:spPr>
            <a:xfrm>
              <a:off x="7581895" y="4076700"/>
              <a:ext cx="2085977" cy="80486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452">
              <a:extLst>
                <a:ext uri="{FF2B5EF4-FFF2-40B4-BE49-F238E27FC236}">
                  <a16:creationId xmlns:a16="http://schemas.microsoft.com/office/drawing/2014/main" id="{3DE7C9EB-8665-40C3-B013-9B598800F6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151732" y="4002899"/>
              <a:ext cx="935367" cy="34685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452">
              <a:extLst>
                <a:ext uri="{FF2B5EF4-FFF2-40B4-BE49-F238E27FC236}">
                  <a16:creationId xmlns:a16="http://schemas.microsoft.com/office/drawing/2014/main" id="{F44FA54D-955B-4FFE-A7EC-E0A6A9051C4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84374" y="2714626"/>
              <a:ext cx="12248" cy="12867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452">
              <a:extLst>
                <a:ext uri="{FF2B5EF4-FFF2-40B4-BE49-F238E27FC236}">
                  <a16:creationId xmlns:a16="http://schemas.microsoft.com/office/drawing/2014/main" id="{1AACC9A3-64B5-4302-BA60-9633F5414B4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96622" y="2630488"/>
              <a:ext cx="228600" cy="7937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52">
              <a:extLst>
                <a:ext uri="{FF2B5EF4-FFF2-40B4-BE49-F238E27FC236}">
                  <a16:creationId xmlns:a16="http://schemas.microsoft.com/office/drawing/2014/main" id="{5F029CC6-03ED-48A8-85D7-B763465DCA2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08845" y="4615259"/>
              <a:ext cx="0" cy="19467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452">
              <a:extLst>
                <a:ext uri="{FF2B5EF4-FFF2-40B4-BE49-F238E27FC236}">
                  <a16:creationId xmlns:a16="http://schemas.microsoft.com/office/drawing/2014/main" id="{BD7DF835-3756-4276-BC4C-2D7229055A9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67872" y="4791075"/>
              <a:ext cx="242891" cy="9049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452">
              <a:extLst>
                <a:ext uri="{FF2B5EF4-FFF2-40B4-BE49-F238E27FC236}">
                  <a16:creationId xmlns:a16="http://schemas.microsoft.com/office/drawing/2014/main" id="{746BD5F5-F56E-4455-BBE8-46EE8A4DCDA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05497" y="4525168"/>
              <a:ext cx="246235" cy="10407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452">
              <a:extLst>
                <a:ext uri="{FF2B5EF4-FFF2-40B4-BE49-F238E27FC236}">
                  <a16:creationId xmlns:a16="http://schemas.microsoft.com/office/drawing/2014/main" id="{422FEA54-C7D6-4D1F-8CC5-17F4235EC44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142206" y="4349300"/>
              <a:ext cx="0" cy="19467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0" name="Straight Connector 452">
              <a:extLst>
                <a:ext uri="{FF2B5EF4-FFF2-40B4-BE49-F238E27FC236}">
                  <a16:creationId xmlns:a16="http://schemas.microsoft.com/office/drawing/2014/main" id="{8D8CE24A-1701-4CE4-975D-6646FFD1884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096622" y="2521551"/>
              <a:ext cx="222557" cy="10655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2" name="Straight Connector 452">
              <a:extLst>
                <a:ext uri="{FF2B5EF4-FFF2-40B4-BE49-F238E27FC236}">
                  <a16:creationId xmlns:a16="http://schemas.microsoft.com/office/drawing/2014/main" id="{BAE5B71B-1572-4B76-8D01-3C3149FC9C3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74522" y="2519978"/>
              <a:ext cx="228600" cy="7937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5" name="Straight Connector 452">
              <a:extLst>
                <a:ext uri="{FF2B5EF4-FFF2-40B4-BE49-F238E27FC236}">
                  <a16:creationId xmlns:a16="http://schemas.microsoft.com/office/drawing/2014/main" id="{F1B3D875-8192-4D88-8D38-E93FECA10C5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56228" y="2584782"/>
              <a:ext cx="12248" cy="12867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6" name="Straight Connector 452">
              <a:extLst>
                <a:ext uri="{FF2B5EF4-FFF2-40B4-BE49-F238E27FC236}">
                  <a16:creationId xmlns:a16="http://schemas.microsoft.com/office/drawing/2014/main" id="{D83255D5-B8F9-4514-89D4-9D497C960FA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367963" y="3873129"/>
              <a:ext cx="487811" cy="20357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8" name="Straight Connector 452">
              <a:extLst>
                <a:ext uri="{FF2B5EF4-FFF2-40B4-BE49-F238E27FC236}">
                  <a16:creationId xmlns:a16="http://schemas.microsoft.com/office/drawing/2014/main" id="{817883F1-66C2-439B-B743-C7ACF1B006A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148569" y="3974914"/>
              <a:ext cx="222557" cy="10655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9" name="Straight Connector 452">
              <a:extLst>
                <a:ext uri="{FF2B5EF4-FFF2-40B4-BE49-F238E27FC236}">
                  <a16:creationId xmlns:a16="http://schemas.microsoft.com/office/drawing/2014/main" id="{A1B766D9-BE3D-4510-8581-FF75B53A41D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148569" y="3979362"/>
              <a:ext cx="0" cy="19467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0" name="Straight Connector 452">
              <a:extLst>
                <a:ext uri="{FF2B5EF4-FFF2-40B4-BE49-F238E27FC236}">
                  <a16:creationId xmlns:a16="http://schemas.microsoft.com/office/drawing/2014/main" id="{146AD590-39D6-4AB6-8552-0BDCA08E824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210363" y="4178426"/>
              <a:ext cx="931289" cy="35871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2" name="Straight Connector 452">
              <a:extLst>
                <a:ext uri="{FF2B5EF4-FFF2-40B4-BE49-F238E27FC236}">
                  <a16:creationId xmlns:a16="http://schemas.microsoft.com/office/drawing/2014/main" id="{A40DAC1E-860B-45A4-900E-1F8376A52D3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986724" y="4439595"/>
              <a:ext cx="229870" cy="9800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7" name="Straight Connector 452">
              <a:extLst>
                <a:ext uri="{FF2B5EF4-FFF2-40B4-BE49-F238E27FC236}">
                  <a16:creationId xmlns:a16="http://schemas.microsoft.com/office/drawing/2014/main" id="{B348F6B4-2B1F-4E25-88C2-53F13A34524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436225" y="3713765"/>
              <a:ext cx="255560" cy="10712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9" name="Straight Connector 452">
              <a:extLst>
                <a:ext uri="{FF2B5EF4-FFF2-40B4-BE49-F238E27FC236}">
                  <a16:creationId xmlns:a16="http://schemas.microsoft.com/office/drawing/2014/main" id="{49857041-02A1-42F3-A7D1-F4F3A5E93EB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79313" y="3710440"/>
              <a:ext cx="246235" cy="10407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0" name="Straight Connector 452">
              <a:extLst>
                <a:ext uri="{FF2B5EF4-FFF2-40B4-BE49-F238E27FC236}">
                  <a16:creationId xmlns:a16="http://schemas.microsoft.com/office/drawing/2014/main" id="{B4A87D0E-A0A5-410F-B59A-E529A9078F0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203823" y="3615079"/>
              <a:ext cx="0" cy="19467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1" name="Straight Connector 452">
              <a:extLst>
                <a:ext uri="{FF2B5EF4-FFF2-40B4-BE49-F238E27FC236}">
                  <a16:creationId xmlns:a16="http://schemas.microsoft.com/office/drawing/2014/main" id="{AAC8B6C8-7157-43D5-8AA3-F8EFC9A5339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962745" y="3513714"/>
              <a:ext cx="247760" cy="10388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2" name="Straight Connector 452">
              <a:extLst>
                <a:ext uri="{FF2B5EF4-FFF2-40B4-BE49-F238E27FC236}">
                  <a16:creationId xmlns:a16="http://schemas.microsoft.com/office/drawing/2014/main" id="{91292CB8-6ECE-4508-A928-26DE8CA741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43669" y="3489608"/>
              <a:ext cx="219076" cy="9891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4" name="Straight Connector 452">
              <a:extLst>
                <a:ext uri="{FF2B5EF4-FFF2-40B4-BE49-F238E27FC236}">
                  <a16:creationId xmlns:a16="http://schemas.microsoft.com/office/drawing/2014/main" id="{3F7D2D04-1A9C-41C2-A0CE-133C6DC36538}"/>
                </a:ext>
              </a:extLst>
            </p:cNvPr>
            <p:cNvCxnSpPr>
              <a:cxnSpLocks/>
            </p:cNvCxnSpPr>
            <p:nvPr/>
          </p:nvCxnSpPr>
          <p:spPr>
            <a:xfrm>
              <a:off x="9425548" y="3526031"/>
              <a:ext cx="473097" cy="19261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7" name="Straight Connector 452">
              <a:extLst>
                <a:ext uri="{FF2B5EF4-FFF2-40B4-BE49-F238E27FC236}">
                  <a16:creationId xmlns:a16="http://schemas.microsoft.com/office/drawing/2014/main" id="{762B8797-6CC5-41E1-955B-A68A10726D3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885002" y="2969276"/>
              <a:ext cx="13643" cy="5674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9" name="Straight Connector 452">
              <a:extLst>
                <a:ext uri="{FF2B5EF4-FFF2-40B4-BE49-F238E27FC236}">
                  <a16:creationId xmlns:a16="http://schemas.microsoft.com/office/drawing/2014/main" id="{2F043105-F621-434C-9AB3-C0F531E54CC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905497" y="2969276"/>
              <a:ext cx="247760" cy="10388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0" name="Straight Connector 452">
              <a:extLst>
                <a:ext uri="{FF2B5EF4-FFF2-40B4-BE49-F238E27FC236}">
                  <a16:creationId xmlns:a16="http://schemas.microsoft.com/office/drawing/2014/main" id="{A5D0BBAB-CB46-4049-BA53-DD665F4CAEC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160006" y="2883551"/>
              <a:ext cx="459409" cy="19624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2" name="Straight Connector 452">
              <a:extLst>
                <a:ext uri="{FF2B5EF4-FFF2-40B4-BE49-F238E27FC236}">
                  <a16:creationId xmlns:a16="http://schemas.microsoft.com/office/drawing/2014/main" id="{356B8100-56DD-409D-BB9B-8F6E152B9E1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618663" y="2338683"/>
              <a:ext cx="6798" cy="54486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4" name="Straight Connector 452">
              <a:extLst>
                <a:ext uri="{FF2B5EF4-FFF2-40B4-BE49-F238E27FC236}">
                  <a16:creationId xmlns:a16="http://schemas.microsoft.com/office/drawing/2014/main" id="{C2EC78FE-8886-4023-A6CF-160B6800FD5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619415" y="2247279"/>
              <a:ext cx="236359" cy="9140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6" name="Straight Connector 452">
              <a:extLst>
                <a:ext uri="{FF2B5EF4-FFF2-40B4-BE49-F238E27FC236}">
                  <a16:creationId xmlns:a16="http://schemas.microsoft.com/office/drawing/2014/main" id="{B5CB9B28-4CEC-4140-8384-DBBE9C772C3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857588" y="2239607"/>
              <a:ext cx="943887" cy="39326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1" name="Straight Connector 452">
              <a:extLst>
                <a:ext uri="{FF2B5EF4-FFF2-40B4-BE49-F238E27FC236}">
                  <a16:creationId xmlns:a16="http://schemas.microsoft.com/office/drawing/2014/main" id="{49E236EE-1BBF-454A-A205-CE97E61D8D5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80422" y="2587957"/>
              <a:ext cx="0" cy="56446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3" name="Straight Connector 452">
              <a:extLst>
                <a:ext uri="{FF2B5EF4-FFF2-40B4-BE49-F238E27FC236}">
                  <a16:creationId xmlns:a16="http://schemas.microsoft.com/office/drawing/2014/main" id="{FAB920ED-5380-48F9-9C28-87962D32CEB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780423" y="3152419"/>
              <a:ext cx="683800" cy="27958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5" name="Straight Connector 452">
              <a:extLst>
                <a:ext uri="{FF2B5EF4-FFF2-40B4-BE49-F238E27FC236}">
                  <a16:creationId xmlns:a16="http://schemas.microsoft.com/office/drawing/2014/main" id="{66C4F4B3-D30F-442F-8193-412B803E975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471745" y="3412322"/>
              <a:ext cx="0" cy="56446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6" name="Straight Connector 452">
              <a:extLst>
                <a:ext uri="{FF2B5EF4-FFF2-40B4-BE49-F238E27FC236}">
                  <a16:creationId xmlns:a16="http://schemas.microsoft.com/office/drawing/2014/main" id="{499511FC-5613-4E45-B133-A1AA35CFD3A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71672" y="3975741"/>
              <a:ext cx="1400073" cy="55895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8" name="Straight Connector 452">
              <a:extLst>
                <a:ext uri="{FF2B5EF4-FFF2-40B4-BE49-F238E27FC236}">
                  <a16:creationId xmlns:a16="http://schemas.microsoft.com/office/drawing/2014/main" id="{CAF34BFE-B9F5-4F2E-8A45-C19448CE630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852278" y="4429126"/>
              <a:ext cx="247547" cy="10031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0" name="Straight Connector 452">
              <a:extLst>
                <a:ext uri="{FF2B5EF4-FFF2-40B4-BE49-F238E27FC236}">
                  <a16:creationId xmlns:a16="http://schemas.microsoft.com/office/drawing/2014/main" id="{5086AABF-847A-473D-8DF3-E54BA979623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389357" y="4430195"/>
              <a:ext cx="471443" cy="17295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5" name="Straight Connector 452">
              <a:extLst>
                <a:ext uri="{FF2B5EF4-FFF2-40B4-BE49-F238E27FC236}">
                  <a16:creationId xmlns:a16="http://schemas.microsoft.com/office/drawing/2014/main" id="{1071020E-3AF7-46DA-8587-A2C8C85BDAD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367963" y="4596399"/>
              <a:ext cx="0" cy="19467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6" name="Straight Connector 452">
              <a:extLst>
                <a:ext uri="{FF2B5EF4-FFF2-40B4-BE49-F238E27FC236}">
                  <a16:creationId xmlns:a16="http://schemas.microsoft.com/office/drawing/2014/main" id="{D819ADB5-24D6-4487-A158-C72B7C68E98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361639" y="4781464"/>
              <a:ext cx="499161" cy="18979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8" name="Straight Connector 452">
              <a:extLst>
                <a:ext uri="{FF2B5EF4-FFF2-40B4-BE49-F238E27FC236}">
                  <a16:creationId xmlns:a16="http://schemas.microsoft.com/office/drawing/2014/main" id="{625F1E67-1524-4302-8631-B11226D541C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45544" y="4882027"/>
              <a:ext cx="246235" cy="10407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9" name="Straight Connector 452">
              <a:extLst>
                <a:ext uri="{FF2B5EF4-FFF2-40B4-BE49-F238E27FC236}">
                  <a16:creationId xmlns:a16="http://schemas.microsoft.com/office/drawing/2014/main" id="{F920C176-09F9-4034-A0A5-FA5908B5A82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84374" y="4888018"/>
              <a:ext cx="0" cy="19467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0" name="Straight Connector 452">
              <a:extLst>
                <a:ext uri="{FF2B5EF4-FFF2-40B4-BE49-F238E27FC236}">
                  <a16:creationId xmlns:a16="http://schemas.microsoft.com/office/drawing/2014/main" id="{40350EEA-9842-4B12-B797-7F73116BF04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610489" y="5042514"/>
              <a:ext cx="495884" cy="20350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8" name="Straight Connector 452">
              <a:extLst>
                <a:ext uri="{FF2B5EF4-FFF2-40B4-BE49-F238E27FC236}">
                  <a16:creationId xmlns:a16="http://schemas.microsoft.com/office/drawing/2014/main" id="{AA19CF27-973E-46FD-9BD3-940DC826AAB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608626" y="5230804"/>
              <a:ext cx="0" cy="19467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2" name="Straight Connector 452">
              <a:extLst>
                <a:ext uri="{FF2B5EF4-FFF2-40B4-BE49-F238E27FC236}">
                  <a16:creationId xmlns:a16="http://schemas.microsoft.com/office/drawing/2014/main" id="{FAF4A2A6-66F7-4AD0-B6F9-E18B05C12DD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133913" y="5424092"/>
              <a:ext cx="468380" cy="20788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5" name="Straight Connector 452">
              <a:extLst>
                <a:ext uri="{FF2B5EF4-FFF2-40B4-BE49-F238E27FC236}">
                  <a16:creationId xmlns:a16="http://schemas.microsoft.com/office/drawing/2014/main" id="{26CFFB28-F9A2-4ACB-9FD2-1BF0A8BE336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20618" y="5317371"/>
              <a:ext cx="469092" cy="19727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6" name="Straight Connector 452">
              <a:extLst>
                <a:ext uri="{FF2B5EF4-FFF2-40B4-BE49-F238E27FC236}">
                  <a16:creationId xmlns:a16="http://schemas.microsoft.com/office/drawing/2014/main" id="{04F76DE3-8B54-452D-B32E-17F0BBA66A4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914737" y="4979136"/>
              <a:ext cx="2050" cy="36962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7" name="Straight Connector 452">
              <a:extLst>
                <a:ext uri="{FF2B5EF4-FFF2-40B4-BE49-F238E27FC236}">
                  <a16:creationId xmlns:a16="http://schemas.microsoft.com/office/drawing/2014/main" id="{8AC28B74-CD15-4277-9A3E-59554DC4908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439772" y="5509631"/>
              <a:ext cx="0" cy="19467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8" name="Straight Connector 452">
              <a:extLst>
                <a:ext uri="{FF2B5EF4-FFF2-40B4-BE49-F238E27FC236}">
                  <a16:creationId xmlns:a16="http://schemas.microsoft.com/office/drawing/2014/main" id="{AF98755D-1CF3-4053-AA0A-57033A3E842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651975" y="5409472"/>
              <a:ext cx="274295" cy="10158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1" name="Straight Connector 452">
              <a:extLst>
                <a:ext uri="{FF2B5EF4-FFF2-40B4-BE49-F238E27FC236}">
                  <a16:creationId xmlns:a16="http://schemas.microsoft.com/office/drawing/2014/main" id="{A9246876-1E19-4B5A-91EF-6F2F490FCDD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75886" y="5680971"/>
              <a:ext cx="246235" cy="10407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2" name="Straight Connector 452">
              <a:extLst>
                <a:ext uri="{FF2B5EF4-FFF2-40B4-BE49-F238E27FC236}">
                  <a16:creationId xmlns:a16="http://schemas.microsoft.com/office/drawing/2014/main" id="{154416CE-15CA-4A44-BE3C-55E845B6C89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74564" y="5782987"/>
              <a:ext cx="0" cy="19679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5" name="Straight Connector 452">
              <a:extLst>
                <a:ext uri="{FF2B5EF4-FFF2-40B4-BE49-F238E27FC236}">
                  <a16:creationId xmlns:a16="http://schemas.microsoft.com/office/drawing/2014/main" id="{6DF0D42B-2194-4E91-A47B-5233CF9C4AA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133925" y="5603231"/>
              <a:ext cx="7727" cy="37801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7" name="Straight Connector 452">
              <a:extLst>
                <a:ext uri="{FF2B5EF4-FFF2-40B4-BE49-F238E27FC236}">
                  <a16:creationId xmlns:a16="http://schemas.microsoft.com/office/drawing/2014/main" id="{7DB9CFBB-987C-4676-9E0A-C41E6B2BA57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67872" y="5983759"/>
              <a:ext cx="473443" cy="18308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0" name="Straight Connector 452">
              <a:extLst>
                <a:ext uri="{FF2B5EF4-FFF2-40B4-BE49-F238E27FC236}">
                  <a16:creationId xmlns:a16="http://schemas.microsoft.com/office/drawing/2014/main" id="{C8654A86-80FD-4661-AFB2-6EB92197440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667872" y="6166847"/>
              <a:ext cx="1" cy="16640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2" name="Straight Connector 452">
              <a:extLst>
                <a:ext uri="{FF2B5EF4-FFF2-40B4-BE49-F238E27FC236}">
                  <a16:creationId xmlns:a16="http://schemas.microsoft.com/office/drawing/2014/main" id="{6C833364-4242-4C19-B4FC-4F34FC80A28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437748" y="6313885"/>
              <a:ext cx="246235" cy="10407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3" name="Straight Connector 452">
              <a:extLst>
                <a:ext uri="{FF2B5EF4-FFF2-40B4-BE49-F238E27FC236}">
                  <a16:creationId xmlns:a16="http://schemas.microsoft.com/office/drawing/2014/main" id="{35952641-B559-4602-BA6E-6DFC919DB75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441865" y="6403523"/>
              <a:ext cx="5379" cy="40281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4" name="Straight Connector 452">
              <a:extLst>
                <a:ext uri="{FF2B5EF4-FFF2-40B4-BE49-F238E27FC236}">
                  <a16:creationId xmlns:a16="http://schemas.microsoft.com/office/drawing/2014/main" id="{90CA4AB9-BFE3-49A7-B237-873378D24F6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436224" y="6695609"/>
              <a:ext cx="247759" cy="11016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8" name="Straight Connector 452">
              <a:extLst>
                <a:ext uri="{FF2B5EF4-FFF2-40B4-BE49-F238E27FC236}">
                  <a16:creationId xmlns:a16="http://schemas.microsoft.com/office/drawing/2014/main" id="{C0077876-FCB1-49E1-B395-839FBD91A06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83983" y="6689691"/>
              <a:ext cx="0" cy="19467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4" name="Straight Connector 452">
              <a:extLst>
                <a:ext uri="{FF2B5EF4-FFF2-40B4-BE49-F238E27FC236}">
                  <a16:creationId xmlns:a16="http://schemas.microsoft.com/office/drawing/2014/main" id="{C68B5D46-92A9-4401-818A-C686CFDD580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683983" y="6879883"/>
              <a:ext cx="480918" cy="19710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5" name="Straight Connector 452">
              <a:extLst>
                <a:ext uri="{FF2B5EF4-FFF2-40B4-BE49-F238E27FC236}">
                  <a16:creationId xmlns:a16="http://schemas.microsoft.com/office/drawing/2014/main" id="{E9F894A9-2DD7-4AA7-AA3A-99B42A7AA178}"/>
                </a:ext>
              </a:extLst>
            </p:cNvPr>
            <p:cNvCxnSpPr>
              <a:cxnSpLocks/>
            </p:cNvCxnSpPr>
            <p:nvPr/>
          </p:nvCxnSpPr>
          <p:spPr>
            <a:xfrm>
              <a:off x="10156027" y="7069491"/>
              <a:ext cx="0" cy="19387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0" name="Straight Connector 452">
              <a:extLst>
                <a:ext uri="{FF2B5EF4-FFF2-40B4-BE49-F238E27FC236}">
                  <a16:creationId xmlns:a16="http://schemas.microsoft.com/office/drawing/2014/main" id="{1C00A9B8-4B91-46F0-B7B4-8D5D18686CCD}"/>
                </a:ext>
              </a:extLst>
            </p:cNvPr>
            <p:cNvCxnSpPr>
              <a:cxnSpLocks/>
            </p:cNvCxnSpPr>
            <p:nvPr/>
          </p:nvCxnSpPr>
          <p:spPr>
            <a:xfrm>
              <a:off x="9447244" y="7349170"/>
              <a:ext cx="0" cy="53652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2" name="Straight Connector 452">
              <a:extLst>
                <a:ext uri="{FF2B5EF4-FFF2-40B4-BE49-F238E27FC236}">
                  <a16:creationId xmlns:a16="http://schemas.microsoft.com/office/drawing/2014/main" id="{82748E40-1279-4F84-9A7C-95C9F882BA4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436225" y="7868523"/>
              <a:ext cx="247758" cy="1003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4" name="Straight Connector 452">
              <a:extLst>
                <a:ext uri="{FF2B5EF4-FFF2-40B4-BE49-F238E27FC236}">
                  <a16:creationId xmlns:a16="http://schemas.microsoft.com/office/drawing/2014/main" id="{50C58A51-E4DE-48B0-B803-48D41BF45A3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669491" y="7868523"/>
              <a:ext cx="218199" cy="10741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5" name="Straight Connector 452">
              <a:extLst>
                <a:ext uri="{FF2B5EF4-FFF2-40B4-BE49-F238E27FC236}">
                  <a16:creationId xmlns:a16="http://schemas.microsoft.com/office/drawing/2014/main" id="{7C64DEDB-BD1C-4581-A16B-1A6E43496CC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14737" y="7236126"/>
              <a:ext cx="241290" cy="9168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6" name="Straight Connector 452">
              <a:extLst>
                <a:ext uri="{FF2B5EF4-FFF2-40B4-BE49-F238E27FC236}">
                  <a16:creationId xmlns:a16="http://schemas.microsoft.com/office/drawing/2014/main" id="{872488E8-1938-4897-8CD0-4643B457F8F6}"/>
                </a:ext>
              </a:extLst>
            </p:cNvPr>
            <p:cNvCxnSpPr>
              <a:cxnSpLocks/>
            </p:cNvCxnSpPr>
            <p:nvPr/>
          </p:nvCxnSpPr>
          <p:spPr>
            <a:xfrm>
              <a:off x="9905141" y="7330375"/>
              <a:ext cx="0" cy="20836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8" name="Straight Connector 452">
              <a:extLst>
                <a:ext uri="{FF2B5EF4-FFF2-40B4-BE49-F238E27FC236}">
                  <a16:creationId xmlns:a16="http://schemas.microsoft.com/office/drawing/2014/main" id="{DF4C427A-D49A-48F9-BFFA-5945A2CC50E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905141" y="7517839"/>
              <a:ext cx="250886" cy="9349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9" name="Straight Connector 452">
              <a:extLst>
                <a:ext uri="{FF2B5EF4-FFF2-40B4-BE49-F238E27FC236}">
                  <a16:creationId xmlns:a16="http://schemas.microsoft.com/office/drawing/2014/main" id="{1E209EE4-7811-463E-85CE-FE2679648BE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135124" y="7502447"/>
              <a:ext cx="236738" cy="10888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0" name="Straight Connector 452">
              <a:extLst>
                <a:ext uri="{FF2B5EF4-FFF2-40B4-BE49-F238E27FC236}">
                  <a16:creationId xmlns:a16="http://schemas.microsoft.com/office/drawing/2014/main" id="{65EECBC5-A222-4877-AFEA-3466DDB0D6E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389711" y="7507360"/>
              <a:ext cx="455833" cy="17531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2" name="Straight Connector 452">
              <a:extLst>
                <a:ext uri="{FF2B5EF4-FFF2-40B4-BE49-F238E27FC236}">
                  <a16:creationId xmlns:a16="http://schemas.microsoft.com/office/drawing/2014/main" id="{5D001A87-68AB-4FD3-B114-0737A080838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08626" y="7682670"/>
              <a:ext cx="236738" cy="10888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5" name="Straight Connector 452">
              <a:extLst>
                <a:ext uri="{FF2B5EF4-FFF2-40B4-BE49-F238E27FC236}">
                  <a16:creationId xmlns:a16="http://schemas.microsoft.com/office/drawing/2014/main" id="{6D8F5E59-BCA1-4F2C-9448-92CF31AE2993}"/>
                </a:ext>
              </a:extLst>
            </p:cNvPr>
            <p:cNvCxnSpPr>
              <a:cxnSpLocks/>
            </p:cNvCxnSpPr>
            <p:nvPr/>
          </p:nvCxnSpPr>
          <p:spPr>
            <a:xfrm>
              <a:off x="10603193" y="7951684"/>
              <a:ext cx="234937" cy="10462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6" name="Straight Connector 452">
              <a:extLst>
                <a:ext uri="{FF2B5EF4-FFF2-40B4-BE49-F238E27FC236}">
                  <a16:creationId xmlns:a16="http://schemas.microsoft.com/office/drawing/2014/main" id="{42EBE733-C15B-41B2-B49D-578AEE02D11C}"/>
                </a:ext>
              </a:extLst>
            </p:cNvPr>
            <p:cNvCxnSpPr>
              <a:cxnSpLocks/>
            </p:cNvCxnSpPr>
            <p:nvPr/>
          </p:nvCxnSpPr>
          <p:spPr>
            <a:xfrm>
              <a:off x="10140625" y="7940005"/>
              <a:ext cx="0" cy="19387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7" name="Straight Connector 452">
              <a:extLst>
                <a:ext uri="{FF2B5EF4-FFF2-40B4-BE49-F238E27FC236}">
                  <a16:creationId xmlns:a16="http://schemas.microsoft.com/office/drawing/2014/main" id="{034AD6EF-B703-4E31-82F4-6B0CC7FDE53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15953" y="8119896"/>
              <a:ext cx="236738" cy="10888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8" name="Straight Connector 452">
              <a:extLst>
                <a:ext uri="{FF2B5EF4-FFF2-40B4-BE49-F238E27FC236}">
                  <a16:creationId xmlns:a16="http://schemas.microsoft.com/office/drawing/2014/main" id="{0479E1F2-29EC-4939-A791-D197B076737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444166" y="8411475"/>
              <a:ext cx="478817" cy="2031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2" name="Straight Connector 452">
              <a:extLst>
                <a:ext uri="{FF2B5EF4-FFF2-40B4-BE49-F238E27FC236}">
                  <a16:creationId xmlns:a16="http://schemas.microsoft.com/office/drawing/2014/main" id="{20529D70-57BD-41D0-97BE-1DEB26A2270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03922" y="7797944"/>
              <a:ext cx="6567" cy="17799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4" name="Straight Connector 452">
              <a:extLst>
                <a:ext uri="{FF2B5EF4-FFF2-40B4-BE49-F238E27FC236}">
                  <a16:creationId xmlns:a16="http://schemas.microsoft.com/office/drawing/2014/main" id="{A2193084-DE95-4636-8960-91A50C8CFD38}"/>
                </a:ext>
              </a:extLst>
            </p:cNvPr>
            <p:cNvCxnSpPr>
              <a:cxnSpLocks/>
            </p:cNvCxnSpPr>
            <p:nvPr/>
          </p:nvCxnSpPr>
          <p:spPr>
            <a:xfrm>
              <a:off x="10151419" y="8308311"/>
              <a:ext cx="0" cy="19387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5" name="Straight Connector 452">
              <a:extLst>
                <a:ext uri="{FF2B5EF4-FFF2-40B4-BE49-F238E27FC236}">
                  <a16:creationId xmlns:a16="http://schemas.microsoft.com/office/drawing/2014/main" id="{53B04051-095C-4EB3-93E0-3A6F777B32A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135968" y="8502184"/>
              <a:ext cx="247758" cy="1003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6" name="Straight Connector 452">
              <a:extLst>
                <a:ext uri="{FF2B5EF4-FFF2-40B4-BE49-F238E27FC236}">
                  <a16:creationId xmlns:a16="http://schemas.microsoft.com/office/drawing/2014/main" id="{C9F0B0C7-8318-4CE6-8CE4-4D53791ADA40}"/>
                </a:ext>
              </a:extLst>
            </p:cNvPr>
            <p:cNvCxnSpPr>
              <a:cxnSpLocks/>
            </p:cNvCxnSpPr>
            <p:nvPr/>
          </p:nvCxnSpPr>
          <p:spPr>
            <a:xfrm>
              <a:off x="10371812" y="8387459"/>
              <a:ext cx="0" cy="19387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7" name="Straight Connector 452">
              <a:extLst>
                <a:ext uri="{FF2B5EF4-FFF2-40B4-BE49-F238E27FC236}">
                  <a16:creationId xmlns:a16="http://schemas.microsoft.com/office/drawing/2014/main" id="{DA80D09F-F2C9-4536-AC4C-4518A2557C0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360868" y="8401836"/>
              <a:ext cx="258422" cy="10933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9" name="Straight Connector 452">
              <a:extLst>
                <a:ext uri="{FF2B5EF4-FFF2-40B4-BE49-F238E27FC236}">
                  <a16:creationId xmlns:a16="http://schemas.microsoft.com/office/drawing/2014/main" id="{8E2D419B-A26C-4A7E-AD7D-E658FE6B764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08627" y="8510330"/>
              <a:ext cx="8308" cy="35926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1" name="Straight Connector 452">
              <a:extLst>
                <a:ext uri="{FF2B5EF4-FFF2-40B4-BE49-F238E27FC236}">
                  <a16:creationId xmlns:a16="http://schemas.microsoft.com/office/drawing/2014/main" id="{C7416553-78F5-4E3A-B917-40AF30E9C95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02293" y="8769462"/>
              <a:ext cx="236738" cy="10888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2" name="Straight Connector 452">
              <a:extLst>
                <a:ext uri="{FF2B5EF4-FFF2-40B4-BE49-F238E27FC236}">
                  <a16:creationId xmlns:a16="http://schemas.microsoft.com/office/drawing/2014/main" id="{A355B065-4A2F-4DE0-960A-1555B279EEC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842287" y="8048025"/>
              <a:ext cx="3258" cy="18894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4" name="Straight Connector 452">
              <a:extLst>
                <a:ext uri="{FF2B5EF4-FFF2-40B4-BE49-F238E27FC236}">
                  <a16:creationId xmlns:a16="http://schemas.microsoft.com/office/drawing/2014/main" id="{D99B9886-91CB-4367-A8AA-7532F645ECD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841402" y="8132886"/>
              <a:ext cx="236738" cy="10888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5" name="Straight Connector 452">
              <a:extLst>
                <a:ext uri="{FF2B5EF4-FFF2-40B4-BE49-F238E27FC236}">
                  <a16:creationId xmlns:a16="http://schemas.microsoft.com/office/drawing/2014/main" id="{054B4241-4707-4860-BE90-70E31011E5B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054568" y="7952945"/>
              <a:ext cx="518307" cy="19459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7" name="Straight Connector 452">
              <a:extLst>
                <a:ext uri="{FF2B5EF4-FFF2-40B4-BE49-F238E27FC236}">
                  <a16:creationId xmlns:a16="http://schemas.microsoft.com/office/drawing/2014/main" id="{1462CD36-8397-4B5A-AEBD-25390B5280D5}"/>
                </a:ext>
              </a:extLst>
            </p:cNvPr>
            <p:cNvCxnSpPr>
              <a:cxnSpLocks/>
            </p:cNvCxnSpPr>
            <p:nvPr/>
          </p:nvCxnSpPr>
          <p:spPr>
            <a:xfrm>
              <a:off x="11562609" y="8139176"/>
              <a:ext cx="0" cy="1990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8" name="Straight Connector 452">
              <a:extLst>
                <a:ext uri="{FF2B5EF4-FFF2-40B4-BE49-F238E27FC236}">
                  <a16:creationId xmlns:a16="http://schemas.microsoft.com/office/drawing/2014/main" id="{2936D8D1-9ECB-4FB4-9CD3-6C473A81C04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542322" y="8316935"/>
              <a:ext cx="725878" cy="29374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0" name="Straight Connector 452">
              <a:extLst>
                <a:ext uri="{FF2B5EF4-FFF2-40B4-BE49-F238E27FC236}">
                  <a16:creationId xmlns:a16="http://schemas.microsoft.com/office/drawing/2014/main" id="{870416F1-72BD-4BB3-AA22-27933611A5CA}"/>
                </a:ext>
              </a:extLst>
            </p:cNvPr>
            <p:cNvCxnSpPr>
              <a:cxnSpLocks/>
            </p:cNvCxnSpPr>
            <p:nvPr/>
          </p:nvCxnSpPr>
          <p:spPr>
            <a:xfrm>
              <a:off x="12267459" y="8588903"/>
              <a:ext cx="0" cy="1990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1" name="Straight Connector 452">
              <a:extLst>
                <a:ext uri="{FF2B5EF4-FFF2-40B4-BE49-F238E27FC236}">
                  <a16:creationId xmlns:a16="http://schemas.microsoft.com/office/drawing/2014/main" id="{C8CE3338-8D2A-4D56-A8C3-330614CF5CA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759215" y="8602797"/>
              <a:ext cx="518307" cy="19459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2" name="Straight Connector 452">
              <a:extLst>
                <a:ext uri="{FF2B5EF4-FFF2-40B4-BE49-F238E27FC236}">
                  <a16:creationId xmlns:a16="http://schemas.microsoft.com/office/drawing/2014/main" id="{D157F218-DBED-45B6-ABCC-AA0BBBD8D16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542322" y="8591986"/>
              <a:ext cx="237359" cy="10624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4" name="Straight Connector 452">
              <a:extLst>
                <a:ext uri="{FF2B5EF4-FFF2-40B4-BE49-F238E27FC236}">
                  <a16:creationId xmlns:a16="http://schemas.microsoft.com/office/drawing/2014/main" id="{DD8ADAF7-0261-4C55-97DC-84CBD0664E4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551653" y="8701287"/>
              <a:ext cx="518307" cy="19459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5" name="Straight Connector 452">
              <a:extLst>
                <a:ext uri="{FF2B5EF4-FFF2-40B4-BE49-F238E27FC236}">
                  <a16:creationId xmlns:a16="http://schemas.microsoft.com/office/drawing/2014/main" id="{BCA4001B-DCCD-4237-A06E-9506EB86F42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779681" y="8889949"/>
              <a:ext cx="290279" cy="7532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7" name="Straight Connector 452">
              <a:extLst>
                <a:ext uri="{FF2B5EF4-FFF2-40B4-BE49-F238E27FC236}">
                  <a16:creationId xmlns:a16="http://schemas.microsoft.com/office/drawing/2014/main" id="{56C57772-9211-4070-9709-519B354DE4C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533116" y="8881698"/>
              <a:ext cx="246566" cy="9716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8" name="Straight Connector 452">
              <a:extLst>
                <a:ext uri="{FF2B5EF4-FFF2-40B4-BE49-F238E27FC236}">
                  <a16:creationId xmlns:a16="http://schemas.microsoft.com/office/drawing/2014/main" id="{A6FB4816-0A8C-4B10-8194-88E37C11CD7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562609" y="9047932"/>
              <a:ext cx="704851" cy="29022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9" name="Straight Connector 452">
              <a:extLst>
                <a:ext uri="{FF2B5EF4-FFF2-40B4-BE49-F238E27FC236}">
                  <a16:creationId xmlns:a16="http://schemas.microsoft.com/office/drawing/2014/main" id="{EE49507E-A48D-4BD2-AD91-887C0724954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989429" y="9346410"/>
              <a:ext cx="290279" cy="7532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0" name="Straight Connector 452">
              <a:extLst>
                <a:ext uri="{FF2B5EF4-FFF2-40B4-BE49-F238E27FC236}">
                  <a16:creationId xmlns:a16="http://schemas.microsoft.com/office/drawing/2014/main" id="{A2B02819-D00D-4E96-97CC-C029127537D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767454" y="9321387"/>
              <a:ext cx="247758" cy="1003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1" name="Straight Connector 452">
              <a:extLst>
                <a:ext uri="{FF2B5EF4-FFF2-40B4-BE49-F238E27FC236}">
                  <a16:creationId xmlns:a16="http://schemas.microsoft.com/office/drawing/2014/main" id="{2D338294-143F-4FB2-B6AA-F0C1EDB2EA99}"/>
                </a:ext>
              </a:extLst>
            </p:cNvPr>
            <p:cNvCxnSpPr>
              <a:cxnSpLocks/>
            </p:cNvCxnSpPr>
            <p:nvPr/>
          </p:nvCxnSpPr>
          <p:spPr>
            <a:xfrm>
              <a:off x="11779681" y="9311592"/>
              <a:ext cx="0" cy="41343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3" name="Straight Connector 452">
              <a:extLst>
                <a:ext uri="{FF2B5EF4-FFF2-40B4-BE49-F238E27FC236}">
                  <a16:creationId xmlns:a16="http://schemas.microsoft.com/office/drawing/2014/main" id="{D6CD8592-BFD4-43B8-9879-0E759CE6063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542322" y="9698599"/>
              <a:ext cx="250187" cy="822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8" name="Straight Connector 452">
              <a:extLst>
                <a:ext uri="{FF2B5EF4-FFF2-40B4-BE49-F238E27FC236}">
                  <a16:creationId xmlns:a16="http://schemas.microsoft.com/office/drawing/2014/main" id="{ECCBE61F-C8D9-455E-B70C-81A4B99654F1}"/>
                </a:ext>
              </a:extLst>
            </p:cNvPr>
            <p:cNvCxnSpPr>
              <a:cxnSpLocks/>
            </p:cNvCxnSpPr>
            <p:nvPr/>
          </p:nvCxnSpPr>
          <p:spPr>
            <a:xfrm>
              <a:off x="11551653" y="8865762"/>
              <a:ext cx="0" cy="1990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0" name="Straight Connector 452">
              <a:extLst>
                <a:ext uri="{FF2B5EF4-FFF2-40B4-BE49-F238E27FC236}">
                  <a16:creationId xmlns:a16="http://schemas.microsoft.com/office/drawing/2014/main" id="{F93762C7-2014-4765-A090-0AAA77602E3F}"/>
                </a:ext>
              </a:extLst>
            </p:cNvPr>
            <p:cNvCxnSpPr>
              <a:cxnSpLocks/>
            </p:cNvCxnSpPr>
            <p:nvPr/>
          </p:nvCxnSpPr>
          <p:spPr>
            <a:xfrm>
              <a:off x="11551653" y="9210056"/>
              <a:ext cx="0" cy="59325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2" name="Straight Connector 452">
              <a:extLst>
                <a:ext uri="{FF2B5EF4-FFF2-40B4-BE49-F238E27FC236}">
                  <a16:creationId xmlns:a16="http://schemas.microsoft.com/office/drawing/2014/main" id="{E77CC52B-92AA-4AF2-9E43-B4065BEBB28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302675" y="9147902"/>
              <a:ext cx="247758" cy="1003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3" name="Straight Connector 452">
              <a:extLst>
                <a:ext uri="{FF2B5EF4-FFF2-40B4-BE49-F238E27FC236}">
                  <a16:creationId xmlns:a16="http://schemas.microsoft.com/office/drawing/2014/main" id="{CA329C1E-D927-4297-A27C-479B5FC6B956}"/>
                </a:ext>
              </a:extLst>
            </p:cNvPr>
            <p:cNvCxnSpPr>
              <a:cxnSpLocks/>
            </p:cNvCxnSpPr>
            <p:nvPr/>
          </p:nvCxnSpPr>
          <p:spPr>
            <a:xfrm>
              <a:off x="11325222" y="8228785"/>
              <a:ext cx="4178" cy="93360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5" name="Straight Connector 452">
              <a:extLst>
                <a:ext uri="{FF2B5EF4-FFF2-40B4-BE49-F238E27FC236}">
                  <a16:creationId xmlns:a16="http://schemas.microsoft.com/office/drawing/2014/main" id="{109BF86E-1288-45D6-B6DA-D3542A2984C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96622" y="8232236"/>
              <a:ext cx="227715" cy="9331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6" name="Straight Connector 452">
              <a:extLst>
                <a:ext uri="{FF2B5EF4-FFF2-40B4-BE49-F238E27FC236}">
                  <a16:creationId xmlns:a16="http://schemas.microsoft.com/office/drawing/2014/main" id="{5821E27B-CE5A-49C4-83A1-98CA611ED5A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88282" y="8325550"/>
              <a:ext cx="1377" cy="93387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8" name="Straight Connector 452">
              <a:extLst>
                <a:ext uri="{FF2B5EF4-FFF2-40B4-BE49-F238E27FC236}">
                  <a16:creationId xmlns:a16="http://schemas.microsoft.com/office/drawing/2014/main" id="{C25E1785-67E1-4342-959D-DBAE460E104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088095" y="9233470"/>
              <a:ext cx="247758" cy="1003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9" name="Straight Connector 452">
              <a:extLst>
                <a:ext uri="{FF2B5EF4-FFF2-40B4-BE49-F238E27FC236}">
                  <a16:creationId xmlns:a16="http://schemas.microsoft.com/office/drawing/2014/main" id="{B95A8BF5-ED4F-4E11-8A1E-5033062272D2}"/>
                </a:ext>
              </a:extLst>
            </p:cNvPr>
            <p:cNvCxnSpPr>
              <a:cxnSpLocks/>
            </p:cNvCxnSpPr>
            <p:nvPr/>
          </p:nvCxnSpPr>
          <p:spPr>
            <a:xfrm>
              <a:off x="11313721" y="9297690"/>
              <a:ext cx="0" cy="41343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0" name="Straight Connector 452">
              <a:extLst>
                <a:ext uri="{FF2B5EF4-FFF2-40B4-BE49-F238E27FC236}">
                  <a16:creationId xmlns:a16="http://schemas.microsoft.com/office/drawing/2014/main" id="{BF95C7B8-46BC-49EA-9573-800DEFB8E10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834934" y="9690280"/>
              <a:ext cx="503834" cy="18963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3" name="Straight Connector 452">
              <a:extLst>
                <a:ext uri="{FF2B5EF4-FFF2-40B4-BE49-F238E27FC236}">
                  <a16:creationId xmlns:a16="http://schemas.microsoft.com/office/drawing/2014/main" id="{9A5A46FC-2B6B-4143-A65C-6102708D9BC4}"/>
                </a:ext>
              </a:extLst>
            </p:cNvPr>
            <p:cNvCxnSpPr>
              <a:cxnSpLocks/>
            </p:cNvCxnSpPr>
            <p:nvPr/>
          </p:nvCxnSpPr>
          <p:spPr>
            <a:xfrm>
              <a:off x="10842287" y="9879451"/>
              <a:ext cx="0" cy="1990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5" name="Straight Connector 452">
              <a:extLst>
                <a:ext uri="{FF2B5EF4-FFF2-40B4-BE49-F238E27FC236}">
                  <a16:creationId xmlns:a16="http://schemas.microsoft.com/office/drawing/2014/main" id="{09A9D2C7-0D45-4601-AE35-9AEEA4774C0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584747" y="10079524"/>
              <a:ext cx="250187" cy="822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6" name="Straight Connector 452">
              <a:extLst>
                <a:ext uri="{FF2B5EF4-FFF2-40B4-BE49-F238E27FC236}">
                  <a16:creationId xmlns:a16="http://schemas.microsoft.com/office/drawing/2014/main" id="{08B8E50A-675A-4090-9C36-95ACF331A3D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363461" y="10067065"/>
              <a:ext cx="247758" cy="1003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7" name="Straight Connector 452">
              <a:extLst>
                <a:ext uri="{FF2B5EF4-FFF2-40B4-BE49-F238E27FC236}">
                  <a16:creationId xmlns:a16="http://schemas.microsoft.com/office/drawing/2014/main" id="{BB19EB94-E688-4D3D-A9F3-574B475EF28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110681" y="10076109"/>
              <a:ext cx="250187" cy="822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8" name="Straight Connector 452">
              <a:extLst>
                <a:ext uri="{FF2B5EF4-FFF2-40B4-BE49-F238E27FC236}">
                  <a16:creationId xmlns:a16="http://schemas.microsoft.com/office/drawing/2014/main" id="{002A63AE-6CD1-48CC-B6F0-C821F0C75AD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855570" y="10057842"/>
              <a:ext cx="247758" cy="1003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9" name="Straight Connector 452">
              <a:extLst>
                <a:ext uri="{FF2B5EF4-FFF2-40B4-BE49-F238E27FC236}">
                  <a16:creationId xmlns:a16="http://schemas.microsoft.com/office/drawing/2014/main" id="{ADC9E193-3DE4-41A7-A84F-94B5FAF648C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05840" y="9978355"/>
              <a:ext cx="250187" cy="822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0" name="Straight Connector 452">
              <a:extLst>
                <a:ext uri="{FF2B5EF4-FFF2-40B4-BE49-F238E27FC236}">
                  <a16:creationId xmlns:a16="http://schemas.microsoft.com/office/drawing/2014/main" id="{206110D4-5D88-42D9-B833-A2E381B60094}"/>
                </a:ext>
              </a:extLst>
            </p:cNvPr>
            <p:cNvCxnSpPr>
              <a:cxnSpLocks/>
            </p:cNvCxnSpPr>
            <p:nvPr/>
          </p:nvCxnSpPr>
          <p:spPr>
            <a:xfrm>
              <a:off x="10148569" y="9798986"/>
              <a:ext cx="0" cy="1990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1" name="Straight Connector 452">
              <a:extLst>
                <a:ext uri="{FF2B5EF4-FFF2-40B4-BE49-F238E27FC236}">
                  <a16:creationId xmlns:a16="http://schemas.microsoft.com/office/drawing/2014/main" id="{53BD5DC6-37AA-4F8F-B58A-2072D31BAA0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133913" y="9797438"/>
              <a:ext cx="497467" cy="17832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3" name="Straight Connector 452">
              <a:extLst>
                <a:ext uri="{FF2B5EF4-FFF2-40B4-BE49-F238E27FC236}">
                  <a16:creationId xmlns:a16="http://schemas.microsoft.com/office/drawing/2014/main" id="{BA540684-E0DA-40A7-AE8C-C384367222C0}"/>
                </a:ext>
              </a:extLst>
            </p:cNvPr>
            <p:cNvCxnSpPr>
              <a:cxnSpLocks/>
            </p:cNvCxnSpPr>
            <p:nvPr/>
          </p:nvCxnSpPr>
          <p:spPr>
            <a:xfrm>
              <a:off x="10614114" y="9780859"/>
              <a:ext cx="0" cy="1990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4" name="Straight Connector 452">
              <a:extLst>
                <a:ext uri="{FF2B5EF4-FFF2-40B4-BE49-F238E27FC236}">
                  <a16:creationId xmlns:a16="http://schemas.microsoft.com/office/drawing/2014/main" id="{E67EE4E1-4550-4215-AC14-ADA6818092F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10489" y="9603099"/>
              <a:ext cx="486133" cy="19637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6" name="Straight Connector 452">
              <a:extLst>
                <a:ext uri="{FF2B5EF4-FFF2-40B4-BE49-F238E27FC236}">
                  <a16:creationId xmlns:a16="http://schemas.microsoft.com/office/drawing/2014/main" id="{D96A0284-54C9-4948-940B-AD234F450E90}"/>
                </a:ext>
              </a:extLst>
            </p:cNvPr>
            <p:cNvCxnSpPr>
              <a:cxnSpLocks/>
            </p:cNvCxnSpPr>
            <p:nvPr/>
          </p:nvCxnSpPr>
          <p:spPr>
            <a:xfrm>
              <a:off x="11091779" y="9411743"/>
              <a:ext cx="0" cy="1990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7" name="Straight Connector 452">
              <a:extLst>
                <a:ext uri="{FF2B5EF4-FFF2-40B4-BE49-F238E27FC236}">
                  <a16:creationId xmlns:a16="http://schemas.microsoft.com/office/drawing/2014/main" id="{03C026AB-8612-4B48-B86D-96944B3C22A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360868" y="9392480"/>
              <a:ext cx="742893" cy="29510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9" name="Straight Connector 452">
              <a:extLst>
                <a:ext uri="{FF2B5EF4-FFF2-40B4-BE49-F238E27FC236}">
                  <a16:creationId xmlns:a16="http://schemas.microsoft.com/office/drawing/2014/main" id="{D3ED8F00-FF6B-417D-A606-3A3F853CEC49}"/>
                </a:ext>
              </a:extLst>
            </p:cNvPr>
            <p:cNvCxnSpPr>
              <a:cxnSpLocks/>
            </p:cNvCxnSpPr>
            <p:nvPr/>
          </p:nvCxnSpPr>
          <p:spPr>
            <a:xfrm>
              <a:off x="10367006" y="9509743"/>
              <a:ext cx="0" cy="1990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0" name="Straight Connector 452">
              <a:extLst>
                <a:ext uri="{FF2B5EF4-FFF2-40B4-BE49-F238E27FC236}">
                  <a16:creationId xmlns:a16="http://schemas.microsoft.com/office/drawing/2014/main" id="{B4183A3E-49C9-4844-9421-5094C64DEC6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352904" y="9336157"/>
              <a:ext cx="498020" cy="18789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2" name="Straight Connector 452">
              <a:extLst>
                <a:ext uri="{FF2B5EF4-FFF2-40B4-BE49-F238E27FC236}">
                  <a16:creationId xmlns:a16="http://schemas.microsoft.com/office/drawing/2014/main" id="{AA50D6C8-F29C-4DD6-8A4A-F5EAEE6482E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619900" y="9235295"/>
              <a:ext cx="247758" cy="1003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3" name="Straight Connector 452">
              <a:extLst>
                <a:ext uri="{FF2B5EF4-FFF2-40B4-BE49-F238E27FC236}">
                  <a16:creationId xmlns:a16="http://schemas.microsoft.com/office/drawing/2014/main" id="{74B59459-0151-48EF-ABDE-EFB3EE83E8C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651975" y="9235719"/>
              <a:ext cx="967315" cy="36478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5" name="Straight Connector 452">
              <a:extLst>
                <a:ext uri="{FF2B5EF4-FFF2-40B4-BE49-F238E27FC236}">
                  <a16:creationId xmlns:a16="http://schemas.microsoft.com/office/drawing/2014/main" id="{4269A09A-C0DF-40DA-BAEB-F60648275FE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430781" y="9511255"/>
              <a:ext cx="247758" cy="1003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6" name="Straight Connector 452">
              <a:extLst>
                <a:ext uri="{FF2B5EF4-FFF2-40B4-BE49-F238E27FC236}">
                  <a16:creationId xmlns:a16="http://schemas.microsoft.com/office/drawing/2014/main" id="{D0393011-DCE7-47EC-B6E2-58F3F4DA615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436961" y="9155698"/>
              <a:ext cx="967315" cy="36478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7" name="Straight Connector 452">
              <a:extLst>
                <a:ext uri="{FF2B5EF4-FFF2-40B4-BE49-F238E27FC236}">
                  <a16:creationId xmlns:a16="http://schemas.microsoft.com/office/drawing/2014/main" id="{32373D00-DC17-4F8C-810A-1D841C63FCA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161284" y="9069721"/>
              <a:ext cx="247758" cy="1003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8" name="Straight Connector 452">
              <a:extLst>
                <a:ext uri="{FF2B5EF4-FFF2-40B4-BE49-F238E27FC236}">
                  <a16:creationId xmlns:a16="http://schemas.microsoft.com/office/drawing/2014/main" id="{304762F6-E298-478B-A57D-AF0A4E21D39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197336" y="9071932"/>
              <a:ext cx="967315" cy="36478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9" name="Straight Connector 452">
              <a:extLst>
                <a:ext uri="{FF2B5EF4-FFF2-40B4-BE49-F238E27FC236}">
                  <a16:creationId xmlns:a16="http://schemas.microsoft.com/office/drawing/2014/main" id="{87E1B187-C918-48A7-87AD-18264372036C}"/>
                </a:ext>
              </a:extLst>
            </p:cNvPr>
            <p:cNvCxnSpPr>
              <a:cxnSpLocks/>
            </p:cNvCxnSpPr>
            <p:nvPr/>
          </p:nvCxnSpPr>
          <p:spPr>
            <a:xfrm>
              <a:off x="9210505" y="9237108"/>
              <a:ext cx="0" cy="1990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0" name="Straight Connector 452">
              <a:extLst>
                <a:ext uri="{FF2B5EF4-FFF2-40B4-BE49-F238E27FC236}">
                  <a16:creationId xmlns:a16="http://schemas.microsoft.com/office/drawing/2014/main" id="{1D105FE2-762D-4C17-B001-7B12BCA167D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205376" y="8881698"/>
              <a:ext cx="954609" cy="37417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2" name="Straight Connector 452">
              <a:extLst>
                <a:ext uri="{FF2B5EF4-FFF2-40B4-BE49-F238E27FC236}">
                  <a16:creationId xmlns:a16="http://schemas.microsoft.com/office/drawing/2014/main" id="{527F737D-912C-4A7F-B26D-A0AAC9561A7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159151" y="8876970"/>
              <a:ext cx="247758" cy="1003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3" name="Straight Connector 452">
              <a:extLst>
                <a:ext uri="{FF2B5EF4-FFF2-40B4-BE49-F238E27FC236}">
                  <a16:creationId xmlns:a16="http://schemas.microsoft.com/office/drawing/2014/main" id="{B6303959-0A9D-481D-B70A-B734736E8932}"/>
                </a:ext>
              </a:extLst>
            </p:cNvPr>
            <p:cNvCxnSpPr>
              <a:cxnSpLocks/>
            </p:cNvCxnSpPr>
            <p:nvPr/>
          </p:nvCxnSpPr>
          <p:spPr>
            <a:xfrm>
              <a:off x="10404276" y="8782185"/>
              <a:ext cx="0" cy="1990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4" name="Straight Connector 452">
              <a:extLst>
                <a:ext uri="{FF2B5EF4-FFF2-40B4-BE49-F238E27FC236}">
                  <a16:creationId xmlns:a16="http://schemas.microsoft.com/office/drawing/2014/main" id="{907A46CA-6DAB-42B2-880B-CA82AD14984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169426" y="8679613"/>
              <a:ext cx="247758" cy="1003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5" name="Straight Connector 452">
              <a:extLst>
                <a:ext uri="{FF2B5EF4-FFF2-40B4-BE49-F238E27FC236}">
                  <a16:creationId xmlns:a16="http://schemas.microsoft.com/office/drawing/2014/main" id="{CF1F30D3-9EF8-49CB-AC0A-BCC3279E317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678228" y="8691099"/>
              <a:ext cx="498020" cy="18789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6" name="Straight Connector 452">
              <a:extLst>
                <a:ext uri="{FF2B5EF4-FFF2-40B4-BE49-F238E27FC236}">
                  <a16:creationId xmlns:a16="http://schemas.microsoft.com/office/drawing/2014/main" id="{C1ABF1C1-B715-46F5-B744-34A23B54415F}"/>
                </a:ext>
              </a:extLst>
            </p:cNvPr>
            <p:cNvCxnSpPr>
              <a:cxnSpLocks/>
            </p:cNvCxnSpPr>
            <p:nvPr/>
          </p:nvCxnSpPr>
          <p:spPr>
            <a:xfrm>
              <a:off x="9683983" y="8699217"/>
              <a:ext cx="0" cy="1990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7" name="Straight Connector 452">
              <a:extLst>
                <a:ext uri="{FF2B5EF4-FFF2-40B4-BE49-F238E27FC236}">
                  <a16:creationId xmlns:a16="http://schemas.microsoft.com/office/drawing/2014/main" id="{3E2D66DD-AFE4-4F4C-9204-4362A90AD44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682680" y="8604653"/>
              <a:ext cx="236738" cy="10888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9" name="Straight Connector 452">
              <a:extLst>
                <a:ext uri="{FF2B5EF4-FFF2-40B4-BE49-F238E27FC236}">
                  <a16:creationId xmlns:a16="http://schemas.microsoft.com/office/drawing/2014/main" id="{6CB74B5D-875E-4D63-A205-A3F9E6ADE8E7}"/>
                </a:ext>
              </a:extLst>
            </p:cNvPr>
            <p:cNvCxnSpPr>
              <a:cxnSpLocks/>
            </p:cNvCxnSpPr>
            <p:nvPr/>
          </p:nvCxnSpPr>
          <p:spPr>
            <a:xfrm>
              <a:off x="9450749" y="8234996"/>
              <a:ext cx="0" cy="1990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0" name="Straight Connector 452">
              <a:extLst>
                <a:ext uri="{FF2B5EF4-FFF2-40B4-BE49-F238E27FC236}">
                  <a16:creationId xmlns:a16="http://schemas.microsoft.com/office/drawing/2014/main" id="{A0FA7897-6531-41A6-BCD0-D809028CAC0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928490" y="8218278"/>
              <a:ext cx="247758" cy="1003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1" name="Straight Connector 452">
              <a:extLst>
                <a:ext uri="{FF2B5EF4-FFF2-40B4-BE49-F238E27FC236}">
                  <a16:creationId xmlns:a16="http://schemas.microsoft.com/office/drawing/2014/main" id="{0E7674AD-44CF-4ADF-AFFD-7D2F4A9C5D1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210363" y="8151816"/>
              <a:ext cx="247758" cy="1003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2" name="Straight Connector 452">
              <a:extLst>
                <a:ext uri="{FF2B5EF4-FFF2-40B4-BE49-F238E27FC236}">
                  <a16:creationId xmlns:a16="http://schemas.microsoft.com/office/drawing/2014/main" id="{7CB7DC09-FCA4-4805-A2C6-BE56D6061884}"/>
                </a:ext>
              </a:extLst>
            </p:cNvPr>
            <p:cNvCxnSpPr>
              <a:cxnSpLocks/>
            </p:cNvCxnSpPr>
            <p:nvPr/>
          </p:nvCxnSpPr>
          <p:spPr>
            <a:xfrm>
              <a:off x="9210363" y="7601803"/>
              <a:ext cx="9093" cy="55313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4" name="Straight Connector 452">
              <a:extLst>
                <a:ext uri="{FF2B5EF4-FFF2-40B4-BE49-F238E27FC236}">
                  <a16:creationId xmlns:a16="http://schemas.microsoft.com/office/drawing/2014/main" id="{7E77E529-74D4-4C62-89B2-2D55E76B5F2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962746" y="7493992"/>
              <a:ext cx="247758" cy="1003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5" name="Straight Connector 452">
              <a:extLst>
                <a:ext uri="{FF2B5EF4-FFF2-40B4-BE49-F238E27FC236}">
                  <a16:creationId xmlns:a16="http://schemas.microsoft.com/office/drawing/2014/main" id="{D3806B53-69A0-4C10-98B8-CA62C364DC85}"/>
                </a:ext>
              </a:extLst>
            </p:cNvPr>
            <p:cNvCxnSpPr>
              <a:cxnSpLocks/>
            </p:cNvCxnSpPr>
            <p:nvPr/>
          </p:nvCxnSpPr>
          <p:spPr>
            <a:xfrm>
              <a:off x="8978399" y="7491558"/>
              <a:ext cx="16650" cy="75384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7" name="Straight Connector 452">
              <a:extLst>
                <a:ext uri="{FF2B5EF4-FFF2-40B4-BE49-F238E27FC236}">
                  <a16:creationId xmlns:a16="http://schemas.microsoft.com/office/drawing/2014/main" id="{FC52B7FC-0FBF-4A8A-87E3-F93AC3BF253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996541" y="8233537"/>
              <a:ext cx="247758" cy="1003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8" name="Straight Connector 452">
              <a:extLst>
                <a:ext uri="{FF2B5EF4-FFF2-40B4-BE49-F238E27FC236}">
                  <a16:creationId xmlns:a16="http://schemas.microsoft.com/office/drawing/2014/main" id="{982AF115-5B9C-4359-84D4-F69C99E498E6}"/>
                </a:ext>
              </a:extLst>
            </p:cNvPr>
            <p:cNvCxnSpPr>
              <a:cxnSpLocks/>
            </p:cNvCxnSpPr>
            <p:nvPr/>
          </p:nvCxnSpPr>
          <p:spPr>
            <a:xfrm>
              <a:off x="9214261" y="8322102"/>
              <a:ext cx="0" cy="1990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9" name="Straight Connector 452">
              <a:extLst>
                <a:ext uri="{FF2B5EF4-FFF2-40B4-BE49-F238E27FC236}">
                  <a16:creationId xmlns:a16="http://schemas.microsoft.com/office/drawing/2014/main" id="{91260614-4E44-4480-877E-17D04A2E5C6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213889" y="8499225"/>
              <a:ext cx="247758" cy="1003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0" name="Straight Connector 452">
              <a:extLst>
                <a:ext uri="{FF2B5EF4-FFF2-40B4-BE49-F238E27FC236}">
                  <a16:creationId xmlns:a16="http://schemas.microsoft.com/office/drawing/2014/main" id="{51D0AA31-A920-4B0B-BF6C-B0D01130127A}"/>
                </a:ext>
              </a:extLst>
            </p:cNvPr>
            <p:cNvCxnSpPr>
              <a:cxnSpLocks/>
            </p:cNvCxnSpPr>
            <p:nvPr/>
          </p:nvCxnSpPr>
          <p:spPr>
            <a:xfrm>
              <a:off x="9444166" y="8600914"/>
              <a:ext cx="0" cy="1990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1" name="Straight Connector 452">
              <a:extLst>
                <a:ext uri="{FF2B5EF4-FFF2-40B4-BE49-F238E27FC236}">
                  <a16:creationId xmlns:a16="http://schemas.microsoft.com/office/drawing/2014/main" id="{5B05B5DC-7F95-46D5-BADF-F135C008103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202784" y="8786653"/>
              <a:ext cx="239959" cy="8933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3" name="Straight Connector 452">
              <a:extLst>
                <a:ext uri="{FF2B5EF4-FFF2-40B4-BE49-F238E27FC236}">
                  <a16:creationId xmlns:a16="http://schemas.microsoft.com/office/drawing/2014/main" id="{A9C08442-FBA6-4EB7-A48A-094D84227F3B}"/>
                </a:ext>
              </a:extLst>
            </p:cNvPr>
            <p:cNvCxnSpPr>
              <a:cxnSpLocks/>
            </p:cNvCxnSpPr>
            <p:nvPr/>
          </p:nvCxnSpPr>
          <p:spPr>
            <a:xfrm>
              <a:off x="9219456" y="8685533"/>
              <a:ext cx="0" cy="1990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4" name="Straight Connector 452">
              <a:extLst>
                <a:ext uri="{FF2B5EF4-FFF2-40B4-BE49-F238E27FC236}">
                  <a16:creationId xmlns:a16="http://schemas.microsoft.com/office/drawing/2014/main" id="{42E0806C-733A-4E69-8DD8-323BB2FEEF7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967023" y="8595866"/>
              <a:ext cx="247758" cy="1003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5" name="Straight Connector 452">
              <a:extLst>
                <a:ext uri="{FF2B5EF4-FFF2-40B4-BE49-F238E27FC236}">
                  <a16:creationId xmlns:a16="http://schemas.microsoft.com/office/drawing/2014/main" id="{D93F3802-4CBE-47A9-823E-3F25F5074C31}"/>
                </a:ext>
              </a:extLst>
            </p:cNvPr>
            <p:cNvCxnSpPr>
              <a:cxnSpLocks/>
            </p:cNvCxnSpPr>
            <p:nvPr/>
          </p:nvCxnSpPr>
          <p:spPr>
            <a:xfrm>
              <a:off x="8986724" y="8399712"/>
              <a:ext cx="0" cy="1990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6" name="Straight Connector 452">
              <a:extLst>
                <a:ext uri="{FF2B5EF4-FFF2-40B4-BE49-F238E27FC236}">
                  <a16:creationId xmlns:a16="http://schemas.microsoft.com/office/drawing/2014/main" id="{FD6E2004-2102-4622-B7C5-CF1274C89EC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756582" y="8418045"/>
              <a:ext cx="239959" cy="8933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7" name="Straight Connector 452">
              <a:extLst>
                <a:ext uri="{FF2B5EF4-FFF2-40B4-BE49-F238E27FC236}">
                  <a16:creationId xmlns:a16="http://schemas.microsoft.com/office/drawing/2014/main" id="{6320187B-586A-4940-8B67-655B166ECBEC}"/>
                </a:ext>
              </a:extLst>
            </p:cNvPr>
            <p:cNvCxnSpPr>
              <a:cxnSpLocks/>
            </p:cNvCxnSpPr>
            <p:nvPr/>
          </p:nvCxnSpPr>
          <p:spPr>
            <a:xfrm>
              <a:off x="8756582" y="8496253"/>
              <a:ext cx="0" cy="1990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8" name="Straight Connector 452">
              <a:extLst>
                <a:ext uri="{FF2B5EF4-FFF2-40B4-BE49-F238E27FC236}">
                  <a16:creationId xmlns:a16="http://schemas.microsoft.com/office/drawing/2014/main" id="{8A7CE693-D2AD-4ED5-AEF2-FD36732C1C9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743670" y="8693862"/>
              <a:ext cx="247758" cy="1003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9" name="Straight Connector 452">
              <a:extLst>
                <a:ext uri="{FF2B5EF4-FFF2-40B4-BE49-F238E27FC236}">
                  <a16:creationId xmlns:a16="http://schemas.microsoft.com/office/drawing/2014/main" id="{B95AF71D-30E5-4389-A035-600F672E5A1B}"/>
                </a:ext>
              </a:extLst>
            </p:cNvPr>
            <p:cNvCxnSpPr>
              <a:cxnSpLocks/>
            </p:cNvCxnSpPr>
            <p:nvPr/>
          </p:nvCxnSpPr>
          <p:spPr>
            <a:xfrm>
              <a:off x="8978399" y="8785045"/>
              <a:ext cx="0" cy="55304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1" name="Straight Connector 452">
              <a:extLst>
                <a:ext uri="{FF2B5EF4-FFF2-40B4-BE49-F238E27FC236}">
                  <a16:creationId xmlns:a16="http://schemas.microsoft.com/office/drawing/2014/main" id="{65F29059-578B-41B6-820F-5865E217B3A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733375" y="9339405"/>
              <a:ext cx="239959" cy="8933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2" name="Straight Connector 452">
              <a:extLst>
                <a:ext uri="{FF2B5EF4-FFF2-40B4-BE49-F238E27FC236}">
                  <a16:creationId xmlns:a16="http://schemas.microsoft.com/office/drawing/2014/main" id="{373F2663-1D73-44BD-B9A5-ABED065B9F98}"/>
                </a:ext>
              </a:extLst>
            </p:cNvPr>
            <p:cNvCxnSpPr>
              <a:cxnSpLocks/>
            </p:cNvCxnSpPr>
            <p:nvPr/>
          </p:nvCxnSpPr>
          <p:spPr>
            <a:xfrm>
              <a:off x="8743670" y="8896702"/>
              <a:ext cx="0" cy="55304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3" name="Straight Connector 452">
              <a:extLst>
                <a:ext uri="{FF2B5EF4-FFF2-40B4-BE49-F238E27FC236}">
                  <a16:creationId xmlns:a16="http://schemas.microsoft.com/office/drawing/2014/main" id="{E0D19665-D87C-4191-BDFF-33AFB437434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514452" y="8800226"/>
              <a:ext cx="247758" cy="1003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4" name="Straight Connector 452">
              <a:extLst>
                <a:ext uri="{FF2B5EF4-FFF2-40B4-BE49-F238E27FC236}">
                  <a16:creationId xmlns:a16="http://schemas.microsoft.com/office/drawing/2014/main" id="{4AE71743-E1A5-44B2-8B28-A2BA238A68C7}"/>
                </a:ext>
              </a:extLst>
            </p:cNvPr>
            <p:cNvCxnSpPr>
              <a:cxnSpLocks/>
            </p:cNvCxnSpPr>
            <p:nvPr/>
          </p:nvCxnSpPr>
          <p:spPr>
            <a:xfrm>
              <a:off x="8514452" y="8788264"/>
              <a:ext cx="0" cy="55304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5" name="Straight Connector 452">
              <a:extLst>
                <a:ext uri="{FF2B5EF4-FFF2-40B4-BE49-F238E27FC236}">
                  <a16:creationId xmlns:a16="http://schemas.microsoft.com/office/drawing/2014/main" id="{4574E2F0-2813-483F-AD1E-6D1DB556B44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71181" y="9242872"/>
              <a:ext cx="247758" cy="1003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6" name="Straight Connector 452">
              <a:extLst>
                <a:ext uri="{FF2B5EF4-FFF2-40B4-BE49-F238E27FC236}">
                  <a16:creationId xmlns:a16="http://schemas.microsoft.com/office/drawing/2014/main" id="{9A72C246-D023-4850-AB1F-0E9F4062564E}"/>
                </a:ext>
              </a:extLst>
            </p:cNvPr>
            <p:cNvCxnSpPr>
              <a:cxnSpLocks/>
            </p:cNvCxnSpPr>
            <p:nvPr/>
          </p:nvCxnSpPr>
          <p:spPr>
            <a:xfrm>
              <a:off x="8271181" y="8702826"/>
              <a:ext cx="0" cy="55304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7" name="Straight Connector 452">
              <a:extLst>
                <a:ext uri="{FF2B5EF4-FFF2-40B4-BE49-F238E27FC236}">
                  <a16:creationId xmlns:a16="http://schemas.microsoft.com/office/drawing/2014/main" id="{EC0452BF-97E4-4A5F-9D4E-A02C8ACC526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57318" y="8630197"/>
              <a:ext cx="239959" cy="8933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8" name="Straight Connector 452">
              <a:extLst>
                <a:ext uri="{FF2B5EF4-FFF2-40B4-BE49-F238E27FC236}">
                  <a16:creationId xmlns:a16="http://schemas.microsoft.com/office/drawing/2014/main" id="{498CF400-5CFA-4097-B15E-5BA5045E05E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53418" y="8510330"/>
              <a:ext cx="247758" cy="1003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9" name="Straight Connector 452">
              <a:extLst>
                <a:ext uri="{FF2B5EF4-FFF2-40B4-BE49-F238E27FC236}">
                  <a16:creationId xmlns:a16="http://schemas.microsoft.com/office/drawing/2014/main" id="{E77DABFA-1A42-4E06-B88B-ECB1ABF38F6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041421" y="8515836"/>
              <a:ext cx="239959" cy="8933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0" name="Straight Connector 452">
              <a:extLst>
                <a:ext uri="{FF2B5EF4-FFF2-40B4-BE49-F238E27FC236}">
                  <a16:creationId xmlns:a16="http://schemas.microsoft.com/office/drawing/2014/main" id="{938369EF-385E-41D0-A7DF-B7B8BFEF91E2}"/>
                </a:ext>
              </a:extLst>
            </p:cNvPr>
            <p:cNvCxnSpPr>
              <a:cxnSpLocks/>
            </p:cNvCxnSpPr>
            <p:nvPr/>
          </p:nvCxnSpPr>
          <p:spPr>
            <a:xfrm>
              <a:off x="8060427" y="8589239"/>
              <a:ext cx="0" cy="3880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2" name="Straight Connector 452">
              <a:extLst>
                <a:ext uri="{FF2B5EF4-FFF2-40B4-BE49-F238E27FC236}">
                  <a16:creationId xmlns:a16="http://schemas.microsoft.com/office/drawing/2014/main" id="{F833313C-5349-4EAF-98CB-41E977C8B8C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577891" y="8785045"/>
              <a:ext cx="495274" cy="19700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4" name="Straight Connector 452">
              <a:extLst>
                <a:ext uri="{FF2B5EF4-FFF2-40B4-BE49-F238E27FC236}">
                  <a16:creationId xmlns:a16="http://schemas.microsoft.com/office/drawing/2014/main" id="{A73A8E6A-C4FC-4859-B7B7-70C1D6677458}"/>
                </a:ext>
              </a:extLst>
            </p:cNvPr>
            <p:cNvCxnSpPr>
              <a:cxnSpLocks/>
            </p:cNvCxnSpPr>
            <p:nvPr/>
          </p:nvCxnSpPr>
          <p:spPr>
            <a:xfrm>
              <a:off x="7577891" y="8588903"/>
              <a:ext cx="0" cy="1990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5" name="Straight Connector 452">
              <a:extLst>
                <a:ext uri="{FF2B5EF4-FFF2-40B4-BE49-F238E27FC236}">
                  <a16:creationId xmlns:a16="http://schemas.microsoft.com/office/drawing/2014/main" id="{320EB1DB-A1B2-4487-B2D5-279DF6D6076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580406" y="8617480"/>
              <a:ext cx="247758" cy="1003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6" name="Straight Connector 452">
              <a:extLst>
                <a:ext uri="{FF2B5EF4-FFF2-40B4-BE49-F238E27FC236}">
                  <a16:creationId xmlns:a16="http://schemas.microsoft.com/office/drawing/2014/main" id="{E5843986-EC40-4ADA-99AC-BB89C124E094}"/>
                </a:ext>
              </a:extLst>
            </p:cNvPr>
            <p:cNvCxnSpPr>
              <a:cxnSpLocks/>
            </p:cNvCxnSpPr>
            <p:nvPr/>
          </p:nvCxnSpPr>
          <p:spPr>
            <a:xfrm>
              <a:off x="7826507" y="8511166"/>
              <a:ext cx="0" cy="1990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7" name="Straight Connector 452">
              <a:extLst>
                <a:ext uri="{FF2B5EF4-FFF2-40B4-BE49-F238E27FC236}">
                  <a16:creationId xmlns:a16="http://schemas.microsoft.com/office/drawing/2014/main" id="{C2105E8C-8F7C-418F-AE4F-6D1481024D7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567476" y="8429848"/>
              <a:ext cx="247758" cy="1003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8" name="Straight Connector 452">
              <a:extLst>
                <a:ext uri="{FF2B5EF4-FFF2-40B4-BE49-F238E27FC236}">
                  <a16:creationId xmlns:a16="http://schemas.microsoft.com/office/drawing/2014/main" id="{A9FCBC62-AB3A-479C-90EC-D21528D666C8}"/>
                </a:ext>
              </a:extLst>
            </p:cNvPr>
            <p:cNvCxnSpPr>
              <a:cxnSpLocks/>
            </p:cNvCxnSpPr>
            <p:nvPr/>
          </p:nvCxnSpPr>
          <p:spPr>
            <a:xfrm>
              <a:off x="7569817" y="8238688"/>
              <a:ext cx="0" cy="1990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9" name="Straight Connector 452">
              <a:extLst>
                <a:ext uri="{FF2B5EF4-FFF2-40B4-BE49-F238E27FC236}">
                  <a16:creationId xmlns:a16="http://schemas.microsoft.com/office/drawing/2014/main" id="{9F4850E3-E699-434B-BFF3-4709C9D2AB9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328643" y="8145052"/>
              <a:ext cx="247758" cy="1003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0" name="Straight Connector 452">
              <a:extLst>
                <a:ext uri="{FF2B5EF4-FFF2-40B4-BE49-F238E27FC236}">
                  <a16:creationId xmlns:a16="http://schemas.microsoft.com/office/drawing/2014/main" id="{AF50C9D7-D20E-4EFA-8FE3-95CA43DD2904}"/>
                </a:ext>
              </a:extLst>
            </p:cNvPr>
            <p:cNvCxnSpPr>
              <a:cxnSpLocks/>
            </p:cNvCxnSpPr>
            <p:nvPr/>
          </p:nvCxnSpPr>
          <p:spPr>
            <a:xfrm>
              <a:off x="7337316" y="7966235"/>
              <a:ext cx="0" cy="1990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1" name="Straight Connector 452">
              <a:extLst>
                <a:ext uri="{FF2B5EF4-FFF2-40B4-BE49-F238E27FC236}">
                  <a16:creationId xmlns:a16="http://schemas.microsoft.com/office/drawing/2014/main" id="{F87D9614-7716-4138-89AE-67CDE1A3FB9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902239" y="7772865"/>
              <a:ext cx="446453" cy="20123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3" name="Straight Connector 452">
              <a:extLst>
                <a:ext uri="{FF2B5EF4-FFF2-40B4-BE49-F238E27FC236}">
                  <a16:creationId xmlns:a16="http://schemas.microsoft.com/office/drawing/2014/main" id="{110E7E69-0928-4135-9A65-2AC8D581B61A}"/>
                </a:ext>
              </a:extLst>
            </p:cNvPr>
            <p:cNvCxnSpPr>
              <a:cxnSpLocks/>
            </p:cNvCxnSpPr>
            <p:nvPr/>
          </p:nvCxnSpPr>
          <p:spPr>
            <a:xfrm>
              <a:off x="6896785" y="7594653"/>
              <a:ext cx="0" cy="1990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4" name="Straight Connector 452">
              <a:extLst>
                <a:ext uri="{FF2B5EF4-FFF2-40B4-BE49-F238E27FC236}">
                  <a16:creationId xmlns:a16="http://schemas.microsoft.com/office/drawing/2014/main" id="{B08FFEFD-260D-4BEB-86D4-F42B84028A6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49027" y="7497357"/>
              <a:ext cx="247758" cy="1003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5" name="Straight Connector 452">
              <a:extLst>
                <a:ext uri="{FF2B5EF4-FFF2-40B4-BE49-F238E27FC236}">
                  <a16:creationId xmlns:a16="http://schemas.microsoft.com/office/drawing/2014/main" id="{53E27F4A-711C-4E9F-A926-25C187E7A96B}"/>
                </a:ext>
              </a:extLst>
            </p:cNvPr>
            <p:cNvCxnSpPr>
              <a:cxnSpLocks/>
            </p:cNvCxnSpPr>
            <p:nvPr/>
          </p:nvCxnSpPr>
          <p:spPr>
            <a:xfrm>
              <a:off x="6646124" y="7294967"/>
              <a:ext cx="0" cy="1990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6" name="Straight Connector 452">
              <a:extLst>
                <a:ext uri="{FF2B5EF4-FFF2-40B4-BE49-F238E27FC236}">
                  <a16:creationId xmlns:a16="http://schemas.microsoft.com/office/drawing/2014/main" id="{39282CD9-C3C3-4349-9B3D-0D6CF6221F6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73331" y="7336172"/>
              <a:ext cx="439091" cy="1767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8" name="Straight Connector 452">
              <a:extLst>
                <a:ext uri="{FF2B5EF4-FFF2-40B4-BE49-F238E27FC236}">
                  <a16:creationId xmlns:a16="http://schemas.microsoft.com/office/drawing/2014/main" id="{1BCB0918-A4CA-46EB-9F41-DE433274EB27}"/>
                </a:ext>
              </a:extLst>
            </p:cNvPr>
            <p:cNvCxnSpPr>
              <a:cxnSpLocks/>
            </p:cNvCxnSpPr>
            <p:nvPr/>
          </p:nvCxnSpPr>
          <p:spPr>
            <a:xfrm>
              <a:off x="7098381" y="7502447"/>
              <a:ext cx="0" cy="1990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9" name="Straight Connector 452">
              <a:extLst>
                <a:ext uri="{FF2B5EF4-FFF2-40B4-BE49-F238E27FC236}">
                  <a16:creationId xmlns:a16="http://schemas.microsoft.com/office/drawing/2014/main" id="{F44927E5-41A3-4C69-B11F-194D755C24A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085973" y="7697595"/>
              <a:ext cx="247758" cy="1003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0" name="Straight Connector 452">
              <a:extLst>
                <a:ext uri="{FF2B5EF4-FFF2-40B4-BE49-F238E27FC236}">
                  <a16:creationId xmlns:a16="http://schemas.microsoft.com/office/drawing/2014/main" id="{31F6B812-1B13-4251-A94A-1455640BEB9B}"/>
                </a:ext>
              </a:extLst>
            </p:cNvPr>
            <p:cNvCxnSpPr>
              <a:cxnSpLocks/>
            </p:cNvCxnSpPr>
            <p:nvPr/>
          </p:nvCxnSpPr>
          <p:spPr>
            <a:xfrm>
              <a:off x="7340749" y="7576415"/>
              <a:ext cx="0" cy="1990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1" name="Straight Connector 452">
              <a:extLst>
                <a:ext uri="{FF2B5EF4-FFF2-40B4-BE49-F238E27FC236}">
                  <a16:creationId xmlns:a16="http://schemas.microsoft.com/office/drawing/2014/main" id="{E6FD6CA4-C6AF-4F85-BE7B-05D269EDF22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334031" y="7594037"/>
              <a:ext cx="247758" cy="1003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2" name="Straight Connector 452">
              <a:extLst>
                <a:ext uri="{FF2B5EF4-FFF2-40B4-BE49-F238E27FC236}">
                  <a16:creationId xmlns:a16="http://schemas.microsoft.com/office/drawing/2014/main" id="{1FD3E1DE-4DA6-4109-B95F-3C636CCC656F}"/>
                </a:ext>
              </a:extLst>
            </p:cNvPr>
            <p:cNvCxnSpPr>
              <a:cxnSpLocks/>
            </p:cNvCxnSpPr>
            <p:nvPr/>
          </p:nvCxnSpPr>
          <p:spPr>
            <a:xfrm>
              <a:off x="7578837" y="7345931"/>
              <a:ext cx="0" cy="32513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4" name="Straight Connector 452">
              <a:extLst>
                <a:ext uri="{FF2B5EF4-FFF2-40B4-BE49-F238E27FC236}">
                  <a16:creationId xmlns:a16="http://schemas.microsoft.com/office/drawing/2014/main" id="{119A0259-1708-4D52-867E-A303C6CBF0B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66009" y="7161484"/>
              <a:ext cx="478791" cy="18427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7" name="Straight Connector 452">
              <a:extLst>
                <a:ext uri="{FF2B5EF4-FFF2-40B4-BE49-F238E27FC236}">
                  <a16:creationId xmlns:a16="http://schemas.microsoft.com/office/drawing/2014/main" id="{5A784636-78B0-413B-8A46-14E12DBCD3D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051482" y="7159922"/>
              <a:ext cx="247758" cy="1003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8" name="Straight Connector 452">
              <a:extLst>
                <a:ext uri="{FF2B5EF4-FFF2-40B4-BE49-F238E27FC236}">
                  <a16:creationId xmlns:a16="http://schemas.microsoft.com/office/drawing/2014/main" id="{03191111-B96F-45DA-8C74-192ED2B3924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794270" y="7252294"/>
              <a:ext cx="478791" cy="18427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1" name="Straight Connector 452">
              <a:extLst>
                <a:ext uri="{FF2B5EF4-FFF2-40B4-BE49-F238E27FC236}">
                  <a16:creationId xmlns:a16="http://schemas.microsoft.com/office/drawing/2014/main" id="{E72AC0F7-8EF8-4259-8879-0F58B96C723B}"/>
                </a:ext>
              </a:extLst>
            </p:cNvPr>
            <p:cNvCxnSpPr>
              <a:cxnSpLocks/>
            </p:cNvCxnSpPr>
            <p:nvPr/>
          </p:nvCxnSpPr>
          <p:spPr>
            <a:xfrm>
              <a:off x="7800769" y="7418713"/>
              <a:ext cx="0" cy="1990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2" name="Straight Connector 452">
              <a:extLst>
                <a:ext uri="{FF2B5EF4-FFF2-40B4-BE49-F238E27FC236}">
                  <a16:creationId xmlns:a16="http://schemas.microsoft.com/office/drawing/2014/main" id="{2C94A224-ECD6-4AAD-A6F5-7F4A83A0EF2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803095" y="7497069"/>
              <a:ext cx="239959" cy="8933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3" name="Straight Connector 452">
              <a:extLst>
                <a:ext uri="{FF2B5EF4-FFF2-40B4-BE49-F238E27FC236}">
                  <a16:creationId xmlns:a16="http://schemas.microsoft.com/office/drawing/2014/main" id="{1B81EE36-2A7E-4D40-AD0C-0A569E1C0EC4}"/>
                </a:ext>
              </a:extLst>
            </p:cNvPr>
            <p:cNvCxnSpPr>
              <a:cxnSpLocks/>
            </p:cNvCxnSpPr>
            <p:nvPr/>
          </p:nvCxnSpPr>
          <p:spPr>
            <a:xfrm>
              <a:off x="8033665" y="7497525"/>
              <a:ext cx="6380" cy="37595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5" name="Straight Connector 452">
              <a:extLst>
                <a:ext uri="{FF2B5EF4-FFF2-40B4-BE49-F238E27FC236}">
                  <a16:creationId xmlns:a16="http://schemas.microsoft.com/office/drawing/2014/main" id="{EECE04C0-39C0-4FC3-AB28-69D430F31D9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798361" y="7864994"/>
              <a:ext cx="239959" cy="8933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6" name="Straight Connector 452">
              <a:extLst>
                <a:ext uri="{FF2B5EF4-FFF2-40B4-BE49-F238E27FC236}">
                  <a16:creationId xmlns:a16="http://schemas.microsoft.com/office/drawing/2014/main" id="{3F22E5A4-CBFA-44EC-AEC7-87757213D74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800769" y="7920871"/>
              <a:ext cx="2120" cy="41101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8" name="Straight Connector 452">
              <a:extLst>
                <a:ext uri="{FF2B5EF4-FFF2-40B4-BE49-F238E27FC236}">
                  <a16:creationId xmlns:a16="http://schemas.microsoft.com/office/drawing/2014/main" id="{EBC34825-B959-4F88-84B4-58EDFCE1E90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802092" y="8325550"/>
              <a:ext cx="247758" cy="1003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9" name="Straight Connector 452">
              <a:extLst>
                <a:ext uri="{FF2B5EF4-FFF2-40B4-BE49-F238E27FC236}">
                  <a16:creationId xmlns:a16="http://schemas.microsoft.com/office/drawing/2014/main" id="{D0AAC73D-DC90-48EB-BF15-A3AA6F37B74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065253" y="8140322"/>
              <a:ext cx="700438" cy="27776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1" name="Straight Connector 452">
              <a:extLst>
                <a:ext uri="{FF2B5EF4-FFF2-40B4-BE49-F238E27FC236}">
                  <a16:creationId xmlns:a16="http://schemas.microsoft.com/office/drawing/2014/main" id="{F5AC5F6F-EBC2-4FB5-A335-9EAC593FAA0B}"/>
                </a:ext>
              </a:extLst>
            </p:cNvPr>
            <p:cNvCxnSpPr>
              <a:cxnSpLocks/>
            </p:cNvCxnSpPr>
            <p:nvPr/>
          </p:nvCxnSpPr>
          <p:spPr>
            <a:xfrm>
              <a:off x="8756582" y="7941757"/>
              <a:ext cx="0" cy="1990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2" name="Straight Connector 452">
              <a:extLst>
                <a:ext uri="{FF2B5EF4-FFF2-40B4-BE49-F238E27FC236}">
                  <a16:creationId xmlns:a16="http://schemas.microsoft.com/office/drawing/2014/main" id="{3E239CD4-CBCC-4E27-878F-A056DF7D0F9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036855" y="7959202"/>
              <a:ext cx="700438" cy="27776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3" name="Straight Connector 452">
              <a:extLst>
                <a:ext uri="{FF2B5EF4-FFF2-40B4-BE49-F238E27FC236}">
                  <a16:creationId xmlns:a16="http://schemas.microsoft.com/office/drawing/2014/main" id="{18BFBC3C-CDD7-4277-8B59-85937D7EC6EA}"/>
                </a:ext>
              </a:extLst>
            </p:cNvPr>
            <p:cNvCxnSpPr>
              <a:cxnSpLocks/>
            </p:cNvCxnSpPr>
            <p:nvPr/>
          </p:nvCxnSpPr>
          <p:spPr>
            <a:xfrm>
              <a:off x="8054009" y="8037946"/>
              <a:ext cx="0" cy="1990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4" name="Straight Connector 452">
              <a:extLst>
                <a:ext uri="{FF2B5EF4-FFF2-40B4-BE49-F238E27FC236}">
                  <a16:creationId xmlns:a16="http://schemas.microsoft.com/office/drawing/2014/main" id="{F1B54134-6CDD-4161-939D-08606692E69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051815" y="7948427"/>
              <a:ext cx="239959" cy="8933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5" name="Straight Connector 452">
              <a:extLst>
                <a:ext uri="{FF2B5EF4-FFF2-40B4-BE49-F238E27FC236}">
                  <a16:creationId xmlns:a16="http://schemas.microsoft.com/office/drawing/2014/main" id="{D6B31C84-AE4B-43EB-A631-4CF8E73786D2}"/>
                </a:ext>
              </a:extLst>
            </p:cNvPr>
            <p:cNvCxnSpPr>
              <a:cxnSpLocks/>
            </p:cNvCxnSpPr>
            <p:nvPr/>
          </p:nvCxnSpPr>
          <p:spPr>
            <a:xfrm>
              <a:off x="8286764" y="7760905"/>
              <a:ext cx="0" cy="1990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6" name="Straight Connector 452">
              <a:extLst>
                <a:ext uri="{FF2B5EF4-FFF2-40B4-BE49-F238E27FC236}">
                  <a16:creationId xmlns:a16="http://schemas.microsoft.com/office/drawing/2014/main" id="{9DD6C91E-1FD7-4946-88BC-4D8C657A63B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95502" y="7788894"/>
              <a:ext cx="247758" cy="1003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7" name="Straight Connector 452">
              <a:extLst>
                <a:ext uri="{FF2B5EF4-FFF2-40B4-BE49-F238E27FC236}">
                  <a16:creationId xmlns:a16="http://schemas.microsoft.com/office/drawing/2014/main" id="{EBB2CB98-BFE8-4844-AC72-8F711208998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89995" y="7791035"/>
              <a:ext cx="239959" cy="8933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8" name="Straight Connector 452">
              <a:extLst>
                <a:ext uri="{FF2B5EF4-FFF2-40B4-BE49-F238E27FC236}">
                  <a16:creationId xmlns:a16="http://schemas.microsoft.com/office/drawing/2014/main" id="{4996857B-AAC8-4526-8442-DECB18765F98}"/>
                </a:ext>
              </a:extLst>
            </p:cNvPr>
            <p:cNvCxnSpPr>
              <a:cxnSpLocks/>
            </p:cNvCxnSpPr>
            <p:nvPr/>
          </p:nvCxnSpPr>
          <p:spPr>
            <a:xfrm>
              <a:off x="8750164" y="7594037"/>
              <a:ext cx="0" cy="1990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9" name="Straight Connector 452">
              <a:extLst>
                <a:ext uri="{FF2B5EF4-FFF2-40B4-BE49-F238E27FC236}">
                  <a16:creationId xmlns:a16="http://schemas.microsoft.com/office/drawing/2014/main" id="{2121679B-A6B6-447B-91E7-1855CE865CB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514452" y="7503988"/>
              <a:ext cx="247758" cy="1003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0" name="Straight Connector 452">
              <a:extLst>
                <a:ext uri="{FF2B5EF4-FFF2-40B4-BE49-F238E27FC236}">
                  <a16:creationId xmlns:a16="http://schemas.microsoft.com/office/drawing/2014/main" id="{831186D1-C10A-4A2C-BEF3-9BFCF410BFB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508824" y="7338371"/>
              <a:ext cx="247758" cy="1003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1" name="Straight Connector 452">
              <a:extLst>
                <a:ext uri="{FF2B5EF4-FFF2-40B4-BE49-F238E27FC236}">
                  <a16:creationId xmlns:a16="http://schemas.microsoft.com/office/drawing/2014/main" id="{468AF927-C70B-46A7-B5F3-6D66AAB90930}"/>
                </a:ext>
              </a:extLst>
            </p:cNvPr>
            <p:cNvCxnSpPr>
              <a:cxnSpLocks/>
            </p:cNvCxnSpPr>
            <p:nvPr/>
          </p:nvCxnSpPr>
          <p:spPr>
            <a:xfrm>
              <a:off x="8518939" y="7323730"/>
              <a:ext cx="0" cy="1990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2" name="Straight Connector 452">
              <a:extLst>
                <a:ext uri="{FF2B5EF4-FFF2-40B4-BE49-F238E27FC236}">
                  <a16:creationId xmlns:a16="http://schemas.microsoft.com/office/drawing/2014/main" id="{FEFA316F-FD40-48F9-AEB9-F8AD0F16D173}"/>
                </a:ext>
              </a:extLst>
            </p:cNvPr>
            <p:cNvCxnSpPr>
              <a:cxnSpLocks/>
            </p:cNvCxnSpPr>
            <p:nvPr/>
          </p:nvCxnSpPr>
          <p:spPr>
            <a:xfrm>
              <a:off x="8729954" y="7257103"/>
              <a:ext cx="0" cy="1990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3" name="Straight Connector 452">
              <a:extLst>
                <a:ext uri="{FF2B5EF4-FFF2-40B4-BE49-F238E27FC236}">
                  <a16:creationId xmlns:a16="http://schemas.microsoft.com/office/drawing/2014/main" id="{519AA0BD-1F72-4806-AA79-8543FB8255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741053" y="7151561"/>
              <a:ext cx="239959" cy="8933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4" name="Straight Connector 452">
              <a:extLst>
                <a:ext uri="{FF2B5EF4-FFF2-40B4-BE49-F238E27FC236}">
                  <a16:creationId xmlns:a16="http://schemas.microsoft.com/office/drawing/2014/main" id="{9E3784BF-0D8C-482F-99BC-6160D6252A9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983137" y="7162543"/>
              <a:ext cx="474984" cy="19697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5" name="Straight Connector 452">
              <a:extLst>
                <a:ext uri="{FF2B5EF4-FFF2-40B4-BE49-F238E27FC236}">
                  <a16:creationId xmlns:a16="http://schemas.microsoft.com/office/drawing/2014/main" id="{EF952BC9-65BF-4624-A6C9-DBEB61FD937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97277" y="6967149"/>
              <a:ext cx="477316" cy="18197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7" name="Straight Connector 452">
              <a:extLst>
                <a:ext uri="{FF2B5EF4-FFF2-40B4-BE49-F238E27FC236}">
                  <a16:creationId xmlns:a16="http://schemas.microsoft.com/office/drawing/2014/main" id="{26ED809F-9F3E-4BFE-9EE3-CF4941CCA2EC}"/>
                </a:ext>
              </a:extLst>
            </p:cNvPr>
            <p:cNvCxnSpPr>
              <a:cxnSpLocks/>
            </p:cNvCxnSpPr>
            <p:nvPr/>
          </p:nvCxnSpPr>
          <p:spPr>
            <a:xfrm>
              <a:off x="8504943" y="6964929"/>
              <a:ext cx="0" cy="1990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8" name="Straight Connector 452">
              <a:extLst>
                <a:ext uri="{FF2B5EF4-FFF2-40B4-BE49-F238E27FC236}">
                  <a16:creationId xmlns:a16="http://schemas.microsoft.com/office/drawing/2014/main" id="{20A7353B-D9CF-4566-88E4-B65CBB3C7A9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512099" y="6783423"/>
              <a:ext cx="477316" cy="18197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9" name="Straight Connector 452">
              <a:extLst>
                <a:ext uri="{FF2B5EF4-FFF2-40B4-BE49-F238E27FC236}">
                  <a16:creationId xmlns:a16="http://schemas.microsoft.com/office/drawing/2014/main" id="{7EA0557E-00AB-402E-9788-2539A99431E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739863" y="6687023"/>
              <a:ext cx="247758" cy="1003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0" name="Straight Connector 452">
              <a:extLst>
                <a:ext uri="{FF2B5EF4-FFF2-40B4-BE49-F238E27FC236}">
                  <a16:creationId xmlns:a16="http://schemas.microsoft.com/office/drawing/2014/main" id="{ECE33C35-52BF-4E74-92E0-88A67A551AC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57799" y="6691202"/>
              <a:ext cx="477316" cy="18197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1" name="Straight Connector 452">
              <a:extLst>
                <a:ext uri="{FF2B5EF4-FFF2-40B4-BE49-F238E27FC236}">
                  <a16:creationId xmlns:a16="http://schemas.microsoft.com/office/drawing/2014/main" id="{DAAC9108-F347-4B6D-8A5A-4553BCF7CD33}"/>
                </a:ext>
              </a:extLst>
            </p:cNvPr>
            <p:cNvCxnSpPr>
              <a:cxnSpLocks/>
            </p:cNvCxnSpPr>
            <p:nvPr/>
          </p:nvCxnSpPr>
          <p:spPr>
            <a:xfrm>
              <a:off x="8271181" y="6704437"/>
              <a:ext cx="0" cy="1990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2" name="Straight Connector 452">
              <a:extLst>
                <a:ext uri="{FF2B5EF4-FFF2-40B4-BE49-F238E27FC236}">
                  <a16:creationId xmlns:a16="http://schemas.microsoft.com/office/drawing/2014/main" id="{03647977-9DA4-4C8E-803F-6494B4149C6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71181" y="6513591"/>
              <a:ext cx="477316" cy="18197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3" name="Straight Connector 452">
              <a:extLst>
                <a:ext uri="{FF2B5EF4-FFF2-40B4-BE49-F238E27FC236}">
                  <a16:creationId xmlns:a16="http://schemas.microsoft.com/office/drawing/2014/main" id="{C3F09D20-6BE7-4B31-BBB1-40828BF5670A}"/>
                </a:ext>
              </a:extLst>
            </p:cNvPr>
            <p:cNvCxnSpPr>
              <a:cxnSpLocks/>
            </p:cNvCxnSpPr>
            <p:nvPr/>
          </p:nvCxnSpPr>
          <p:spPr>
            <a:xfrm>
              <a:off x="8716283" y="6312132"/>
              <a:ext cx="0" cy="1990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4" name="Straight Connector 452">
              <a:extLst>
                <a:ext uri="{FF2B5EF4-FFF2-40B4-BE49-F238E27FC236}">
                  <a16:creationId xmlns:a16="http://schemas.microsoft.com/office/drawing/2014/main" id="{BA041DCB-186E-43BE-B063-DED05D7AEA3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719065" y="6331871"/>
              <a:ext cx="247758" cy="1003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5" name="Straight Connector 452">
              <a:extLst>
                <a:ext uri="{FF2B5EF4-FFF2-40B4-BE49-F238E27FC236}">
                  <a16:creationId xmlns:a16="http://schemas.microsoft.com/office/drawing/2014/main" id="{E0497B4B-2316-492E-9929-002C56E72E3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971705" y="6249242"/>
              <a:ext cx="477316" cy="18197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6" name="Straight Connector 452">
              <a:extLst>
                <a:ext uri="{FF2B5EF4-FFF2-40B4-BE49-F238E27FC236}">
                  <a16:creationId xmlns:a16="http://schemas.microsoft.com/office/drawing/2014/main" id="{FC072B62-0E8D-4F57-8424-BBAE5707203A}"/>
                </a:ext>
              </a:extLst>
            </p:cNvPr>
            <p:cNvCxnSpPr>
              <a:cxnSpLocks/>
            </p:cNvCxnSpPr>
            <p:nvPr/>
          </p:nvCxnSpPr>
          <p:spPr>
            <a:xfrm>
              <a:off x="9450749" y="6044735"/>
              <a:ext cx="0" cy="1990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7" name="Straight Connector 452">
              <a:extLst>
                <a:ext uri="{FF2B5EF4-FFF2-40B4-BE49-F238E27FC236}">
                  <a16:creationId xmlns:a16="http://schemas.microsoft.com/office/drawing/2014/main" id="{D0869379-97BC-48D0-A84A-98497505948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948984" y="6059452"/>
              <a:ext cx="477316" cy="18197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8" name="Straight Connector 452">
              <a:extLst>
                <a:ext uri="{FF2B5EF4-FFF2-40B4-BE49-F238E27FC236}">
                  <a16:creationId xmlns:a16="http://schemas.microsoft.com/office/drawing/2014/main" id="{B16E4891-6B35-42DD-BD2A-FB7AC7986831}"/>
                </a:ext>
              </a:extLst>
            </p:cNvPr>
            <p:cNvCxnSpPr>
              <a:cxnSpLocks/>
            </p:cNvCxnSpPr>
            <p:nvPr/>
          </p:nvCxnSpPr>
          <p:spPr>
            <a:xfrm>
              <a:off x="8962745" y="5516638"/>
              <a:ext cx="8960" cy="70825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0" name="Straight Connector 452">
              <a:extLst>
                <a:ext uri="{FF2B5EF4-FFF2-40B4-BE49-F238E27FC236}">
                  <a16:creationId xmlns:a16="http://schemas.microsoft.com/office/drawing/2014/main" id="{C93861D5-B0FA-42E0-90AC-A2B2D6C20A1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938165" y="5505926"/>
              <a:ext cx="247758" cy="1003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1" name="Straight Connector 452">
              <a:extLst>
                <a:ext uri="{FF2B5EF4-FFF2-40B4-BE49-F238E27FC236}">
                  <a16:creationId xmlns:a16="http://schemas.microsoft.com/office/drawing/2014/main" id="{D9916824-5533-4FE6-8DE7-DCE5E865D8C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197917" y="5584250"/>
              <a:ext cx="8873" cy="37801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2" name="Straight Connector 452">
              <a:extLst>
                <a:ext uri="{FF2B5EF4-FFF2-40B4-BE49-F238E27FC236}">
                  <a16:creationId xmlns:a16="http://schemas.microsoft.com/office/drawing/2014/main" id="{EDE84AEA-0314-41FA-9427-3AD2CE0E57F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209796" y="5875703"/>
              <a:ext cx="246235" cy="10407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5" name="Straight Connector 452">
              <a:extLst>
                <a:ext uri="{FF2B5EF4-FFF2-40B4-BE49-F238E27FC236}">
                  <a16:creationId xmlns:a16="http://schemas.microsoft.com/office/drawing/2014/main" id="{733F48A5-3927-4986-81A1-D72213ED93E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183091" y="5056714"/>
              <a:ext cx="263250" cy="9789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6" name="Straight Connector 452">
              <a:extLst>
                <a:ext uri="{FF2B5EF4-FFF2-40B4-BE49-F238E27FC236}">
                  <a16:creationId xmlns:a16="http://schemas.microsoft.com/office/drawing/2014/main" id="{D1837D0D-22FE-4EAB-AC61-57B416D80BB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23207" y="5053621"/>
              <a:ext cx="493387" cy="1903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8" name="Straight Connector 452">
              <a:extLst>
                <a:ext uri="{FF2B5EF4-FFF2-40B4-BE49-F238E27FC236}">
                  <a16:creationId xmlns:a16="http://schemas.microsoft.com/office/drawing/2014/main" id="{8FF8A743-CDF7-4509-9494-7267E72EE03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501004" y="5160193"/>
              <a:ext cx="247758" cy="1003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9" name="Straight Connector 452">
              <a:extLst>
                <a:ext uri="{FF2B5EF4-FFF2-40B4-BE49-F238E27FC236}">
                  <a16:creationId xmlns:a16="http://schemas.microsoft.com/office/drawing/2014/main" id="{19946AE8-0BA4-46AF-A6EA-16DB176588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96976" y="4958873"/>
              <a:ext cx="493387" cy="1903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4" name="Straight Connector 452">
              <a:extLst>
                <a:ext uri="{FF2B5EF4-FFF2-40B4-BE49-F238E27FC236}">
                  <a16:creationId xmlns:a16="http://schemas.microsoft.com/office/drawing/2014/main" id="{00AF8503-5C4A-445B-915D-79C01AB23B0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995049" y="4164986"/>
              <a:ext cx="671102" cy="27460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2" name="Straight Connector 452">
              <a:extLst>
                <a:ext uri="{FF2B5EF4-FFF2-40B4-BE49-F238E27FC236}">
                  <a16:creationId xmlns:a16="http://schemas.microsoft.com/office/drawing/2014/main" id="{809EB77E-AFD1-4AE9-B31D-21578FCD964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885002" y="7869135"/>
              <a:ext cx="247758" cy="1003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4" name="Straight Connector 452">
              <a:extLst>
                <a:ext uri="{FF2B5EF4-FFF2-40B4-BE49-F238E27FC236}">
                  <a16:creationId xmlns:a16="http://schemas.microsoft.com/office/drawing/2014/main" id="{0B22E765-89B0-40E2-A59D-D156E137B1E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830047" y="8387776"/>
              <a:ext cx="8308" cy="35926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2" name="Straight Connector 452">
              <a:extLst>
                <a:ext uri="{FF2B5EF4-FFF2-40B4-BE49-F238E27FC236}">
                  <a16:creationId xmlns:a16="http://schemas.microsoft.com/office/drawing/2014/main" id="{D868BF2D-1ABA-438A-A331-BD20EFFD191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592502" y="8310686"/>
              <a:ext cx="258422" cy="10933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5" name="Straight Connector 452">
              <a:extLst>
                <a:ext uri="{FF2B5EF4-FFF2-40B4-BE49-F238E27FC236}">
                  <a16:creationId xmlns:a16="http://schemas.microsoft.com/office/drawing/2014/main" id="{2C68BF6C-7DA8-4280-81B7-C535ACBE81B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65004" y="7940005"/>
              <a:ext cx="3258" cy="18894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8" name="Straight Connector 452">
              <a:extLst>
                <a:ext uri="{FF2B5EF4-FFF2-40B4-BE49-F238E27FC236}">
                  <a16:creationId xmlns:a16="http://schemas.microsoft.com/office/drawing/2014/main" id="{2D317D08-B09B-45C3-B018-E8B95F74225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14357" y="8134084"/>
              <a:ext cx="3258" cy="18894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1" name="Straight Connector 452">
              <a:extLst>
                <a:ext uri="{FF2B5EF4-FFF2-40B4-BE49-F238E27FC236}">
                  <a16:creationId xmlns:a16="http://schemas.microsoft.com/office/drawing/2014/main" id="{D67BC38F-0EE3-439F-A31C-91E2A422ACC5}"/>
                </a:ext>
              </a:extLst>
            </p:cNvPr>
            <p:cNvCxnSpPr>
              <a:cxnSpLocks/>
            </p:cNvCxnSpPr>
            <p:nvPr/>
          </p:nvCxnSpPr>
          <p:spPr>
            <a:xfrm>
              <a:off x="10375153" y="8033798"/>
              <a:ext cx="234937" cy="10462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4" name="Straight Connector 452">
              <a:extLst>
                <a:ext uri="{FF2B5EF4-FFF2-40B4-BE49-F238E27FC236}">
                  <a16:creationId xmlns:a16="http://schemas.microsoft.com/office/drawing/2014/main" id="{3A664E75-1D82-49B9-A040-24189AE73CF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379388" y="7691549"/>
              <a:ext cx="3258" cy="33979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1" name="Straight Connector 452">
              <a:extLst>
                <a:ext uri="{FF2B5EF4-FFF2-40B4-BE49-F238E27FC236}">
                  <a16:creationId xmlns:a16="http://schemas.microsoft.com/office/drawing/2014/main" id="{BDA9A7E4-8497-4AE8-A3F5-79FD14BE59E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117405" y="7698800"/>
              <a:ext cx="236738" cy="10888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8" name="Straight Connector 452">
              <a:extLst>
                <a:ext uri="{FF2B5EF4-FFF2-40B4-BE49-F238E27FC236}">
                  <a16:creationId xmlns:a16="http://schemas.microsoft.com/office/drawing/2014/main" id="{AB2786A4-F365-4658-98BB-E1E33BA7326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889338" y="7693940"/>
              <a:ext cx="258422" cy="10933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3" name="Straight Connector 452">
              <a:extLst>
                <a:ext uri="{FF2B5EF4-FFF2-40B4-BE49-F238E27FC236}">
                  <a16:creationId xmlns:a16="http://schemas.microsoft.com/office/drawing/2014/main" id="{D37EDAAF-1FDB-44CB-BA8B-45F9BD8B228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650483" y="7701566"/>
              <a:ext cx="236738" cy="10888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6" name="Straight Connector 452">
              <a:extLst>
                <a:ext uri="{FF2B5EF4-FFF2-40B4-BE49-F238E27FC236}">
                  <a16:creationId xmlns:a16="http://schemas.microsoft.com/office/drawing/2014/main" id="{2B04EEA3-9DF8-481A-BA16-1A3EBE681419}"/>
                </a:ext>
              </a:extLst>
            </p:cNvPr>
            <p:cNvCxnSpPr>
              <a:cxnSpLocks/>
            </p:cNvCxnSpPr>
            <p:nvPr/>
          </p:nvCxnSpPr>
          <p:spPr>
            <a:xfrm>
              <a:off x="9674564" y="7252294"/>
              <a:ext cx="3107" cy="56482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2" name="Straight Connector 452">
              <a:extLst>
                <a:ext uri="{FF2B5EF4-FFF2-40B4-BE49-F238E27FC236}">
                  <a16:creationId xmlns:a16="http://schemas.microsoft.com/office/drawing/2014/main" id="{076A6D41-0F12-45D9-9606-A6413E64314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682680" y="7167251"/>
              <a:ext cx="236738" cy="10888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0" name="Straight Connector 452">
              <a:extLst>
                <a:ext uri="{FF2B5EF4-FFF2-40B4-BE49-F238E27FC236}">
                  <a16:creationId xmlns:a16="http://schemas.microsoft.com/office/drawing/2014/main" id="{D808928E-DF34-4F0B-A1B5-CFA6E4A5162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444166" y="6976107"/>
              <a:ext cx="472535" cy="1768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1" name="Straight Connector 452">
              <a:extLst>
                <a:ext uri="{FF2B5EF4-FFF2-40B4-BE49-F238E27FC236}">
                  <a16:creationId xmlns:a16="http://schemas.microsoft.com/office/drawing/2014/main" id="{17288E9B-37B7-45C7-8819-E739947AA8A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982259" y="6977829"/>
              <a:ext cx="482460" cy="19092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3" name="Straight Connector 452">
              <a:extLst>
                <a:ext uri="{FF2B5EF4-FFF2-40B4-BE49-F238E27FC236}">
                  <a16:creationId xmlns:a16="http://schemas.microsoft.com/office/drawing/2014/main" id="{EE2E902A-FE42-4018-9536-9BBB8EAFF44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458121" y="6969278"/>
              <a:ext cx="0" cy="19467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2" name="Straight Connector 452">
              <a:extLst>
                <a:ext uri="{FF2B5EF4-FFF2-40B4-BE49-F238E27FC236}">
                  <a16:creationId xmlns:a16="http://schemas.microsoft.com/office/drawing/2014/main" id="{43934067-B041-4CDA-94AE-EFCAD9412C2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464719" y="5885860"/>
              <a:ext cx="201432" cy="8751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7" name="Straight Connector 452">
              <a:extLst>
                <a:ext uri="{FF2B5EF4-FFF2-40B4-BE49-F238E27FC236}">
                  <a16:creationId xmlns:a16="http://schemas.microsoft.com/office/drawing/2014/main" id="{A47B0C27-8A31-48F0-8DE8-F472F612172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641442" y="5586260"/>
              <a:ext cx="274295" cy="10158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3" name="Straight Connector 452">
              <a:extLst>
                <a:ext uri="{FF2B5EF4-FFF2-40B4-BE49-F238E27FC236}">
                  <a16:creationId xmlns:a16="http://schemas.microsoft.com/office/drawing/2014/main" id="{F4CEC31E-77A0-4E7F-9D6D-F06AB81FFE0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415758" y="5598653"/>
              <a:ext cx="246235" cy="10407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5" name="Straight Connector 452">
              <a:extLst>
                <a:ext uri="{FF2B5EF4-FFF2-40B4-BE49-F238E27FC236}">
                  <a16:creationId xmlns:a16="http://schemas.microsoft.com/office/drawing/2014/main" id="{4FC612D8-A8B2-4D85-A66B-7D8A271C910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434566" y="5398238"/>
              <a:ext cx="246235" cy="10407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6" name="Straight Connector 452">
              <a:extLst>
                <a:ext uri="{FF2B5EF4-FFF2-40B4-BE49-F238E27FC236}">
                  <a16:creationId xmlns:a16="http://schemas.microsoft.com/office/drawing/2014/main" id="{2B502913-B313-46E9-B27B-645E87C718E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375153" y="5164039"/>
              <a:ext cx="0" cy="19679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9" name="Straight Connector 452">
              <a:extLst>
                <a:ext uri="{FF2B5EF4-FFF2-40B4-BE49-F238E27FC236}">
                  <a16:creationId xmlns:a16="http://schemas.microsoft.com/office/drawing/2014/main" id="{36F72A35-3851-424E-AE3B-B29DBEDF6C2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356593" y="5081608"/>
              <a:ext cx="246235" cy="10407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0" name="Straight Connector 452">
              <a:extLst>
                <a:ext uri="{FF2B5EF4-FFF2-40B4-BE49-F238E27FC236}">
                  <a16:creationId xmlns:a16="http://schemas.microsoft.com/office/drawing/2014/main" id="{299D80AB-EA63-4CF7-BD62-86DA1FB0C11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345376" y="4979626"/>
              <a:ext cx="263250" cy="9789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4" name="Straight Connector 452">
              <a:extLst>
                <a:ext uri="{FF2B5EF4-FFF2-40B4-BE49-F238E27FC236}">
                  <a16:creationId xmlns:a16="http://schemas.microsoft.com/office/drawing/2014/main" id="{AAA06FCB-3312-4836-89C7-8DB65307457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119392" y="4975755"/>
              <a:ext cx="246235" cy="10407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7" name="Straight Connector 452">
              <a:extLst>
                <a:ext uri="{FF2B5EF4-FFF2-40B4-BE49-F238E27FC236}">
                  <a16:creationId xmlns:a16="http://schemas.microsoft.com/office/drawing/2014/main" id="{5C2FE20A-600D-4C9B-A77A-62625EF24C5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140625" y="5047152"/>
              <a:ext cx="0" cy="19679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0" name="Straight Connector 452">
              <a:extLst>
                <a:ext uri="{FF2B5EF4-FFF2-40B4-BE49-F238E27FC236}">
                  <a16:creationId xmlns:a16="http://schemas.microsoft.com/office/drawing/2014/main" id="{A850DEB9-A308-4476-8941-AB5EC570291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01244" y="5245066"/>
              <a:ext cx="246235" cy="10407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6" name="Straight Connector 452">
              <a:extLst>
                <a:ext uri="{FF2B5EF4-FFF2-40B4-BE49-F238E27FC236}">
                  <a16:creationId xmlns:a16="http://schemas.microsoft.com/office/drawing/2014/main" id="{9013CD9E-E203-42E2-B765-5D3D2F76113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53151" y="4973241"/>
              <a:ext cx="246235" cy="10407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9" name="Straight Connector 452">
              <a:extLst>
                <a:ext uri="{FF2B5EF4-FFF2-40B4-BE49-F238E27FC236}">
                  <a16:creationId xmlns:a16="http://schemas.microsoft.com/office/drawing/2014/main" id="{95FA0ED4-DFC3-4A1D-AF8D-C77295AA1BE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418055" y="5243705"/>
              <a:ext cx="246235" cy="10407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1" name="Straight Connector 452">
              <a:extLst>
                <a:ext uri="{FF2B5EF4-FFF2-40B4-BE49-F238E27FC236}">
                  <a16:creationId xmlns:a16="http://schemas.microsoft.com/office/drawing/2014/main" id="{E889C0C1-46AE-4CE3-B7B1-72DF11E50EE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441865" y="5139470"/>
              <a:ext cx="0" cy="19467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2" name="Straight Connector 452">
              <a:extLst>
                <a:ext uri="{FF2B5EF4-FFF2-40B4-BE49-F238E27FC236}">
                  <a16:creationId xmlns:a16="http://schemas.microsoft.com/office/drawing/2014/main" id="{2A696541-80F1-497C-976D-9FAB860FCC0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70933" y="5057269"/>
              <a:ext cx="0" cy="19467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8" name="Straight Connector 452">
              <a:extLst>
                <a:ext uri="{FF2B5EF4-FFF2-40B4-BE49-F238E27FC236}">
                  <a16:creationId xmlns:a16="http://schemas.microsoft.com/office/drawing/2014/main" id="{CFFF4356-3B42-4862-8CA6-7B56AD9252D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00062" y="3521349"/>
              <a:ext cx="474886" cy="20493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4" name="Straight Connector 452">
              <a:extLst>
                <a:ext uri="{FF2B5EF4-FFF2-40B4-BE49-F238E27FC236}">
                  <a16:creationId xmlns:a16="http://schemas.microsoft.com/office/drawing/2014/main" id="{DE745D4D-6589-4353-9AD2-9647DD6C71B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668624" y="3803455"/>
              <a:ext cx="5940" cy="37058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7" name="Straight Connector 452">
              <a:extLst>
                <a:ext uri="{FF2B5EF4-FFF2-40B4-BE49-F238E27FC236}">
                  <a16:creationId xmlns:a16="http://schemas.microsoft.com/office/drawing/2014/main" id="{5D7E5125-1225-4116-B93B-BD74BD9AF2E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867487" y="3342474"/>
              <a:ext cx="495974" cy="19425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4" name="Straight Connector 452">
              <a:extLst>
                <a:ext uri="{FF2B5EF4-FFF2-40B4-BE49-F238E27FC236}">
                  <a16:creationId xmlns:a16="http://schemas.microsoft.com/office/drawing/2014/main" id="{1ADA1E78-752F-4868-BE22-2506C183376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360868" y="3340660"/>
              <a:ext cx="1" cy="21280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4" name="Straight Connector 452">
              <a:extLst>
                <a:ext uri="{FF2B5EF4-FFF2-40B4-BE49-F238E27FC236}">
                  <a16:creationId xmlns:a16="http://schemas.microsoft.com/office/drawing/2014/main" id="{37D9E8E9-B293-42D9-B6E8-9F1261F39CE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60007" y="4765207"/>
              <a:ext cx="0" cy="19467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4" name="Straight Connector 452">
              <a:extLst>
                <a:ext uri="{FF2B5EF4-FFF2-40B4-BE49-F238E27FC236}">
                  <a16:creationId xmlns:a16="http://schemas.microsoft.com/office/drawing/2014/main" id="{176FB88A-F915-4B85-BD31-8F3C22FDBDA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694840" y="4695858"/>
              <a:ext cx="263250" cy="9789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5" name="Straight Connector 452">
              <a:extLst>
                <a:ext uri="{FF2B5EF4-FFF2-40B4-BE49-F238E27FC236}">
                  <a16:creationId xmlns:a16="http://schemas.microsoft.com/office/drawing/2014/main" id="{82A995CA-90E8-46B9-91C4-C85311B95CD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93732" y="3530858"/>
              <a:ext cx="246235" cy="10407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team2">
            <a:extLst>
              <a:ext uri="{FF2B5EF4-FFF2-40B4-BE49-F238E27FC236}">
                <a16:creationId xmlns:a16="http://schemas.microsoft.com/office/drawing/2014/main" id="{3BE981CA-EDDA-459B-9EE7-B0BDFD22246F}"/>
              </a:ext>
            </a:extLst>
          </p:cNvPr>
          <p:cNvGrpSpPr/>
          <p:nvPr/>
        </p:nvGrpSpPr>
        <p:grpSpPr>
          <a:xfrm>
            <a:off x="565680" y="1790700"/>
            <a:ext cx="6805067" cy="8383898"/>
            <a:chOff x="565680" y="1790700"/>
            <a:chExt cx="6805067" cy="8383898"/>
          </a:xfrm>
        </p:grpSpPr>
        <p:cxnSp>
          <p:nvCxnSpPr>
            <p:cNvPr id="4" name="Straight Connector 452">
              <a:extLst>
                <a:ext uri="{FF2B5EF4-FFF2-40B4-BE49-F238E27FC236}">
                  <a16:creationId xmlns:a16="http://schemas.microsoft.com/office/drawing/2014/main" id="{A31ABA35-B6F8-4289-8FF3-3B02A951221C}"/>
                </a:ext>
              </a:extLst>
            </p:cNvPr>
            <p:cNvCxnSpPr>
              <a:cxnSpLocks/>
            </p:cNvCxnSpPr>
            <p:nvPr/>
          </p:nvCxnSpPr>
          <p:spPr>
            <a:xfrm>
              <a:off x="6403975" y="1790700"/>
              <a:ext cx="0" cy="3810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452">
              <a:extLst>
                <a:ext uri="{FF2B5EF4-FFF2-40B4-BE49-F238E27FC236}">
                  <a16:creationId xmlns:a16="http://schemas.microsoft.com/office/drawing/2014/main" id="{64B6597A-7BD2-4295-94CE-258884C312F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88075" y="2146300"/>
              <a:ext cx="215900" cy="14287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452">
              <a:extLst>
                <a:ext uri="{FF2B5EF4-FFF2-40B4-BE49-F238E27FC236}">
                  <a16:creationId xmlns:a16="http://schemas.microsoft.com/office/drawing/2014/main" id="{2E634530-C013-4EE9-8D46-967850369BDA}"/>
                </a:ext>
              </a:extLst>
            </p:cNvPr>
            <p:cNvCxnSpPr>
              <a:cxnSpLocks/>
            </p:cNvCxnSpPr>
            <p:nvPr/>
          </p:nvCxnSpPr>
          <p:spPr>
            <a:xfrm>
              <a:off x="6176961" y="2289175"/>
              <a:ext cx="661" cy="91654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452">
              <a:extLst>
                <a:ext uri="{FF2B5EF4-FFF2-40B4-BE49-F238E27FC236}">
                  <a16:creationId xmlns:a16="http://schemas.microsoft.com/office/drawing/2014/main" id="{6C90CAAA-4F45-4375-B779-20F0C9A94FA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91075" y="4254692"/>
              <a:ext cx="1397000" cy="53638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452">
              <a:extLst>
                <a:ext uri="{FF2B5EF4-FFF2-40B4-BE49-F238E27FC236}">
                  <a16:creationId xmlns:a16="http://schemas.microsoft.com/office/drawing/2014/main" id="{12DBEF74-521F-48AC-8E67-BC57130C183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559300" y="4705350"/>
              <a:ext cx="231775" cy="8572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452">
              <a:extLst>
                <a:ext uri="{FF2B5EF4-FFF2-40B4-BE49-F238E27FC236}">
                  <a16:creationId xmlns:a16="http://schemas.microsoft.com/office/drawing/2014/main" id="{D8E389B3-2768-496A-9B3B-8A0F680A603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48031" y="4708526"/>
              <a:ext cx="717622" cy="28752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52">
              <a:extLst>
                <a:ext uri="{FF2B5EF4-FFF2-40B4-BE49-F238E27FC236}">
                  <a16:creationId xmlns:a16="http://schemas.microsoft.com/office/drawing/2014/main" id="{71CCBCC4-6B2D-459D-9D56-4BFE6558723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517523" y="4429127"/>
              <a:ext cx="706374" cy="28347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52">
              <a:extLst>
                <a:ext uri="{FF2B5EF4-FFF2-40B4-BE49-F238E27FC236}">
                  <a16:creationId xmlns:a16="http://schemas.microsoft.com/office/drawing/2014/main" id="{DE68BC7D-2002-4705-8F08-835E55AE51E0}"/>
                </a:ext>
              </a:extLst>
            </p:cNvPr>
            <p:cNvCxnSpPr>
              <a:cxnSpLocks/>
            </p:cNvCxnSpPr>
            <p:nvPr/>
          </p:nvCxnSpPr>
          <p:spPr>
            <a:xfrm>
              <a:off x="1517523" y="2960689"/>
              <a:ext cx="0" cy="146843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452">
              <a:extLst>
                <a:ext uri="{FF2B5EF4-FFF2-40B4-BE49-F238E27FC236}">
                  <a16:creationId xmlns:a16="http://schemas.microsoft.com/office/drawing/2014/main" id="{9217F176-8B66-4912-8293-27211762162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684906" y="4534693"/>
              <a:ext cx="1171196" cy="46135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452">
              <a:extLst>
                <a:ext uri="{FF2B5EF4-FFF2-40B4-BE49-F238E27FC236}">
                  <a16:creationId xmlns:a16="http://schemas.microsoft.com/office/drawing/2014/main" id="{452DC84A-1608-4561-900A-E66EFB73C4A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16814" y="4525168"/>
              <a:ext cx="487940" cy="18018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52">
              <a:extLst>
                <a:ext uri="{FF2B5EF4-FFF2-40B4-BE49-F238E27FC236}">
                  <a16:creationId xmlns:a16="http://schemas.microsoft.com/office/drawing/2014/main" id="{444E2C02-BB54-4958-A027-436852EE29B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63034" y="2883551"/>
              <a:ext cx="231775" cy="8572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Straight Connector 452">
              <a:extLst>
                <a:ext uri="{FF2B5EF4-FFF2-40B4-BE49-F238E27FC236}">
                  <a16:creationId xmlns:a16="http://schemas.microsoft.com/office/drawing/2014/main" id="{D810433A-C635-4800-AF42-48513AC4BE57}"/>
                </a:ext>
              </a:extLst>
            </p:cNvPr>
            <p:cNvCxnSpPr>
              <a:cxnSpLocks/>
            </p:cNvCxnSpPr>
            <p:nvPr/>
          </p:nvCxnSpPr>
          <p:spPr>
            <a:xfrm>
              <a:off x="1291609" y="2883551"/>
              <a:ext cx="0" cy="166042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Straight Connector 452">
              <a:extLst>
                <a:ext uri="{FF2B5EF4-FFF2-40B4-BE49-F238E27FC236}">
                  <a16:creationId xmlns:a16="http://schemas.microsoft.com/office/drawing/2014/main" id="{8E93F016-8073-47A3-9ACE-5C5CC894C55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86787" y="4538178"/>
              <a:ext cx="937174" cy="34338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Straight Connector 452">
              <a:extLst>
                <a:ext uri="{FF2B5EF4-FFF2-40B4-BE49-F238E27FC236}">
                  <a16:creationId xmlns:a16="http://schemas.microsoft.com/office/drawing/2014/main" id="{A568C35C-CA59-45E1-AE6D-04FDC627DA9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10663" y="4712597"/>
              <a:ext cx="487940" cy="18018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Straight Connector 452">
              <a:extLst>
                <a:ext uri="{FF2B5EF4-FFF2-40B4-BE49-F238E27FC236}">
                  <a16:creationId xmlns:a16="http://schemas.microsoft.com/office/drawing/2014/main" id="{DBAE4047-CE24-4A49-8C0F-A21D256CB30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680353" y="4712598"/>
              <a:ext cx="468587" cy="18018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traight Connector 452">
              <a:extLst>
                <a:ext uri="{FF2B5EF4-FFF2-40B4-BE49-F238E27FC236}">
                  <a16:creationId xmlns:a16="http://schemas.microsoft.com/office/drawing/2014/main" id="{E9F36CA9-9358-4CB6-A240-2105A51F6AE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51612" y="4888018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Straight Connector 452">
              <a:extLst>
                <a:ext uri="{FF2B5EF4-FFF2-40B4-BE49-F238E27FC236}">
                  <a16:creationId xmlns:a16="http://schemas.microsoft.com/office/drawing/2014/main" id="{373D13C3-59E1-4F90-9392-CF94D970EA7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324373" y="4977254"/>
              <a:ext cx="231775" cy="8572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Straight Connector 452">
              <a:extLst>
                <a:ext uri="{FF2B5EF4-FFF2-40B4-BE49-F238E27FC236}">
                  <a16:creationId xmlns:a16="http://schemas.microsoft.com/office/drawing/2014/main" id="{F61AA4C9-C202-4546-A098-BFF8A9908E6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84291" y="4973039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Straight Connector 452">
              <a:extLst>
                <a:ext uri="{FF2B5EF4-FFF2-40B4-BE49-F238E27FC236}">
                  <a16:creationId xmlns:a16="http://schemas.microsoft.com/office/drawing/2014/main" id="{E0B760EA-1A35-4F31-98A3-082D2271CF7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392117" y="4980116"/>
              <a:ext cx="461377" cy="17920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Straight Connector 452">
              <a:extLst>
                <a:ext uri="{FF2B5EF4-FFF2-40B4-BE49-F238E27FC236}">
                  <a16:creationId xmlns:a16="http://schemas.microsoft.com/office/drawing/2014/main" id="{1B269733-6590-440A-AB8C-7C0F8073998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60602" y="4971263"/>
              <a:ext cx="462206" cy="17834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Straight Connector 452">
              <a:extLst>
                <a:ext uri="{FF2B5EF4-FFF2-40B4-BE49-F238E27FC236}">
                  <a16:creationId xmlns:a16="http://schemas.microsoft.com/office/drawing/2014/main" id="{633FF690-8046-41CE-9D34-9A0DB094614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129629" y="5078081"/>
              <a:ext cx="231775" cy="8572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Straight Connector 452">
              <a:extLst>
                <a:ext uri="{FF2B5EF4-FFF2-40B4-BE49-F238E27FC236}">
                  <a16:creationId xmlns:a16="http://schemas.microsoft.com/office/drawing/2014/main" id="{FC4981CC-847E-49F1-8A11-C34C03B98A0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557651" y="5060272"/>
              <a:ext cx="7075" cy="37484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452">
              <a:extLst>
                <a:ext uri="{FF2B5EF4-FFF2-40B4-BE49-F238E27FC236}">
                  <a16:creationId xmlns:a16="http://schemas.microsoft.com/office/drawing/2014/main" id="{3D6FB5C7-5388-4FA4-A2F8-3775B2CBFE8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333676" y="5338367"/>
              <a:ext cx="231775" cy="8572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Connector 452">
              <a:extLst>
                <a:ext uri="{FF2B5EF4-FFF2-40B4-BE49-F238E27FC236}">
                  <a16:creationId xmlns:a16="http://schemas.microsoft.com/office/drawing/2014/main" id="{289806EA-9FC2-41AA-A7CA-B41FBE5F667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39943" y="5149540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Connector 452">
              <a:extLst>
                <a:ext uri="{FF2B5EF4-FFF2-40B4-BE49-F238E27FC236}">
                  <a16:creationId xmlns:a16="http://schemas.microsoft.com/office/drawing/2014/main" id="{B397299D-2A3A-43C8-BE20-1CABC9A3D44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48832" y="5161932"/>
              <a:ext cx="486021" cy="19234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Straight Connector 452">
              <a:extLst>
                <a:ext uri="{FF2B5EF4-FFF2-40B4-BE49-F238E27FC236}">
                  <a16:creationId xmlns:a16="http://schemas.microsoft.com/office/drawing/2014/main" id="{4EEC3C0F-DA76-4F80-86A2-1A3BE528FF0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609949" y="5259478"/>
              <a:ext cx="231775" cy="8572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Straight Connector 452">
              <a:extLst>
                <a:ext uri="{FF2B5EF4-FFF2-40B4-BE49-F238E27FC236}">
                  <a16:creationId xmlns:a16="http://schemas.microsoft.com/office/drawing/2014/main" id="{EFA0E349-EA88-41BA-99A0-B71F674A49A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19043" y="5253048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Straight Connector 452">
              <a:extLst>
                <a:ext uri="{FF2B5EF4-FFF2-40B4-BE49-F238E27FC236}">
                  <a16:creationId xmlns:a16="http://schemas.microsoft.com/office/drawing/2014/main" id="{12693B72-BBB5-4AE4-B254-25A356F43DB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613173" y="5430914"/>
              <a:ext cx="231775" cy="8572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Straight Connector 452">
              <a:extLst>
                <a:ext uri="{FF2B5EF4-FFF2-40B4-BE49-F238E27FC236}">
                  <a16:creationId xmlns:a16="http://schemas.microsoft.com/office/drawing/2014/main" id="{B4380E6E-93F8-4E7D-8CCF-315D59E30F2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41942" y="5412346"/>
              <a:ext cx="258889" cy="10502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Straight Connector 452">
              <a:extLst>
                <a:ext uri="{FF2B5EF4-FFF2-40B4-BE49-F238E27FC236}">
                  <a16:creationId xmlns:a16="http://schemas.microsoft.com/office/drawing/2014/main" id="{2B2794F0-6014-4144-8CC7-91D0426AF3C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87260" y="5417586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452">
              <a:extLst>
                <a:ext uri="{FF2B5EF4-FFF2-40B4-BE49-F238E27FC236}">
                  <a16:creationId xmlns:a16="http://schemas.microsoft.com/office/drawing/2014/main" id="{04A23565-C4AF-4122-9D82-FA58F21FC32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33815" y="5610058"/>
              <a:ext cx="258889" cy="10502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452">
              <a:extLst>
                <a:ext uri="{FF2B5EF4-FFF2-40B4-BE49-F238E27FC236}">
                  <a16:creationId xmlns:a16="http://schemas.microsoft.com/office/drawing/2014/main" id="{E7577012-2A35-43F1-9A63-BE5A4E72257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129239" y="5425691"/>
              <a:ext cx="721581" cy="27770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452">
              <a:extLst>
                <a:ext uri="{FF2B5EF4-FFF2-40B4-BE49-F238E27FC236}">
                  <a16:creationId xmlns:a16="http://schemas.microsoft.com/office/drawing/2014/main" id="{D1AD1329-A099-4EBA-9F9B-2A98A1CDBFF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47534" y="5421829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452">
              <a:extLst>
                <a:ext uri="{FF2B5EF4-FFF2-40B4-BE49-F238E27FC236}">
                  <a16:creationId xmlns:a16="http://schemas.microsoft.com/office/drawing/2014/main" id="{EBB52706-1BA7-4FD2-9586-1053FF080DB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148646" y="5614789"/>
              <a:ext cx="721581" cy="27770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452">
              <a:extLst>
                <a:ext uri="{FF2B5EF4-FFF2-40B4-BE49-F238E27FC236}">
                  <a16:creationId xmlns:a16="http://schemas.microsoft.com/office/drawing/2014/main" id="{86C09E53-54E5-4C3A-A241-BB1BB204488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46333" y="5768601"/>
              <a:ext cx="258889" cy="10502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Straight Connector 452">
              <a:extLst>
                <a:ext uri="{FF2B5EF4-FFF2-40B4-BE49-F238E27FC236}">
                  <a16:creationId xmlns:a16="http://schemas.microsoft.com/office/drawing/2014/main" id="{A79AA0FC-111E-4474-8AAF-8DC9BCF995A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90030" y="5763823"/>
              <a:ext cx="0" cy="39314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Straight Connector 452">
              <a:extLst>
                <a:ext uri="{FF2B5EF4-FFF2-40B4-BE49-F238E27FC236}">
                  <a16:creationId xmlns:a16="http://schemas.microsoft.com/office/drawing/2014/main" id="{30F0E5BC-2C66-40D7-8EEC-32B41190035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158961" y="5783269"/>
              <a:ext cx="939797" cy="36992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Straight Connector 452">
              <a:extLst>
                <a:ext uri="{FF2B5EF4-FFF2-40B4-BE49-F238E27FC236}">
                  <a16:creationId xmlns:a16="http://schemas.microsoft.com/office/drawing/2014/main" id="{FBF0F778-4C60-4AAB-B3F6-ECF22FD4F59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57058" y="5788228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Straight Connector 452">
              <a:extLst>
                <a:ext uri="{FF2B5EF4-FFF2-40B4-BE49-F238E27FC236}">
                  <a16:creationId xmlns:a16="http://schemas.microsoft.com/office/drawing/2014/main" id="{4D149264-DE7B-436B-A030-A732CD1FE3D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152516" y="5968474"/>
              <a:ext cx="231775" cy="8572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Straight Connector 452">
              <a:extLst>
                <a:ext uri="{FF2B5EF4-FFF2-40B4-BE49-F238E27FC236}">
                  <a16:creationId xmlns:a16="http://schemas.microsoft.com/office/drawing/2014/main" id="{0C16F8A4-5B1F-4DEC-B96A-D737EF5C1BF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71154" y="6054199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452">
              <a:extLst>
                <a:ext uri="{FF2B5EF4-FFF2-40B4-BE49-F238E27FC236}">
                  <a16:creationId xmlns:a16="http://schemas.microsoft.com/office/drawing/2014/main" id="{86EF69AA-3A97-4334-BEBF-19FA50031BB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374142" y="6233319"/>
              <a:ext cx="476890" cy="18152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Straight Connector 452">
              <a:extLst>
                <a:ext uri="{FF2B5EF4-FFF2-40B4-BE49-F238E27FC236}">
                  <a16:creationId xmlns:a16="http://schemas.microsoft.com/office/drawing/2014/main" id="{3C34F007-C3E5-41F0-895B-DD41D02A95F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42873" y="6240713"/>
              <a:ext cx="479935" cy="18508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Straight Connector 452">
              <a:extLst>
                <a:ext uri="{FF2B5EF4-FFF2-40B4-BE49-F238E27FC236}">
                  <a16:creationId xmlns:a16="http://schemas.microsoft.com/office/drawing/2014/main" id="{4A79ACFA-3211-48C4-9A6A-DD652990650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304668" y="6241431"/>
              <a:ext cx="231775" cy="8572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Straight Connector 452">
              <a:extLst>
                <a:ext uri="{FF2B5EF4-FFF2-40B4-BE49-F238E27FC236}">
                  <a16:creationId xmlns:a16="http://schemas.microsoft.com/office/drawing/2014/main" id="{A5D52D94-A4C9-445B-8E70-FD4902DD85E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49177" y="6315788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Straight Connector 452">
              <a:extLst>
                <a:ext uri="{FF2B5EF4-FFF2-40B4-BE49-F238E27FC236}">
                  <a16:creationId xmlns:a16="http://schemas.microsoft.com/office/drawing/2014/main" id="{303C95F2-BA77-442F-B374-DABBADA8106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538981" y="6506758"/>
              <a:ext cx="241818" cy="9324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Straight Connector 452">
              <a:extLst>
                <a:ext uri="{FF2B5EF4-FFF2-40B4-BE49-F238E27FC236}">
                  <a16:creationId xmlns:a16="http://schemas.microsoft.com/office/drawing/2014/main" id="{A13D767C-2FF3-4A1F-87F6-9824B763C30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36443" y="6606628"/>
              <a:ext cx="258889" cy="10502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Straight Connector 452">
              <a:extLst>
                <a:ext uri="{FF2B5EF4-FFF2-40B4-BE49-F238E27FC236}">
                  <a16:creationId xmlns:a16="http://schemas.microsoft.com/office/drawing/2014/main" id="{F439581B-159E-4C80-A64E-2CE87B7BC82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56148" y="6705357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Straight Connector 452">
              <a:extLst>
                <a:ext uri="{FF2B5EF4-FFF2-40B4-BE49-F238E27FC236}">
                  <a16:creationId xmlns:a16="http://schemas.microsoft.com/office/drawing/2014/main" id="{1C8AE480-4050-4AC8-96D0-8D76C5AD92E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04668" y="6882635"/>
              <a:ext cx="258889" cy="10502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Straight Connector 452">
              <a:extLst>
                <a:ext uri="{FF2B5EF4-FFF2-40B4-BE49-F238E27FC236}">
                  <a16:creationId xmlns:a16="http://schemas.microsoft.com/office/drawing/2014/main" id="{63D0594D-70ED-4643-A5F9-5758A28BE7F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33675" y="6414840"/>
              <a:ext cx="6268" cy="56452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452">
              <a:extLst>
                <a:ext uri="{FF2B5EF4-FFF2-40B4-BE49-F238E27FC236}">
                  <a16:creationId xmlns:a16="http://schemas.microsoft.com/office/drawing/2014/main" id="{C006C95F-CED0-442B-A5B3-B7D558DB397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65254" y="6407410"/>
              <a:ext cx="479935" cy="18508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452">
              <a:extLst>
                <a:ext uri="{FF2B5EF4-FFF2-40B4-BE49-F238E27FC236}">
                  <a16:creationId xmlns:a16="http://schemas.microsoft.com/office/drawing/2014/main" id="{4AB530A1-21A2-49CC-A7FF-CF99E772E5C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361404" y="6422235"/>
              <a:ext cx="507306" cy="18743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452">
              <a:extLst>
                <a:ext uri="{FF2B5EF4-FFF2-40B4-BE49-F238E27FC236}">
                  <a16:creationId xmlns:a16="http://schemas.microsoft.com/office/drawing/2014/main" id="{C5DFC767-9E35-4B24-B7DA-F176407E8F0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79628" y="6414840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452">
              <a:extLst>
                <a:ext uri="{FF2B5EF4-FFF2-40B4-BE49-F238E27FC236}">
                  <a16:creationId xmlns:a16="http://schemas.microsoft.com/office/drawing/2014/main" id="{E51D260B-942B-462A-A15E-57951FCEA01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374243" y="6605455"/>
              <a:ext cx="507306" cy="18743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452">
              <a:extLst>
                <a:ext uri="{FF2B5EF4-FFF2-40B4-BE49-F238E27FC236}">
                  <a16:creationId xmlns:a16="http://schemas.microsoft.com/office/drawing/2014/main" id="{CF2B0A50-8993-419A-80E9-222408E061E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60602" y="6772153"/>
              <a:ext cx="3579" cy="38273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452">
              <a:extLst>
                <a:ext uri="{FF2B5EF4-FFF2-40B4-BE49-F238E27FC236}">
                  <a16:creationId xmlns:a16="http://schemas.microsoft.com/office/drawing/2014/main" id="{82DB772A-4F09-460F-972F-085E09A9E13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29960" y="7039637"/>
              <a:ext cx="268798" cy="12431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452">
              <a:extLst>
                <a:ext uri="{FF2B5EF4-FFF2-40B4-BE49-F238E27FC236}">
                  <a16:creationId xmlns:a16="http://schemas.microsoft.com/office/drawing/2014/main" id="{5F8D11A0-8793-47AF-9950-67D3B9E8F1B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90030" y="7039637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452">
              <a:extLst>
                <a:ext uri="{FF2B5EF4-FFF2-40B4-BE49-F238E27FC236}">
                  <a16:creationId xmlns:a16="http://schemas.microsoft.com/office/drawing/2014/main" id="{3DA6C3EC-AAE2-4A45-B95A-7A8474A33FC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86982" y="7162076"/>
              <a:ext cx="258889" cy="10502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452">
              <a:extLst>
                <a:ext uri="{FF2B5EF4-FFF2-40B4-BE49-F238E27FC236}">
                  <a16:creationId xmlns:a16="http://schemas.microsoft.com/office/drawing/2014/main" id="{65148F67-3570-4EF4-AA87-3BA4ACA9358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333675" y="7157425"/>
              <a:ext cx="241818" cy="9324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452">
              <a:extLst>
                <a:ext uri="{FF2B5EF4-FFF2-40B4-BE49-F238E27FC236}">
                  <a16:creationId xmlns:a16="http://schemas.microsoft.com/office/drawing/2014/main" id="{FBBB80DA-58E0-4891-AA0D-86FCC50C5A2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48223" y="7067799"/>
              <a:ext cx="459761" cy="18876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452">
              <a:extLst>
                <a:ext uri="{FF2B5EF4-FFF2-40B4-BE49-F238E27FC236}">
                  <a16:creationId xmlns:a16="http://schemas.microsoft.com/office/drawing/2014/main" id="{AC6FDF6C-03ED-46AD-984E-98846EBC309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007984" y="7057265"/>
              <a:ext cx="725986" cy="27543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452">
              <a:extLst>
                <a:ext uri="{FF2B5EF4-FFF2-40B4-BE49-F238E27FC236}">
                  <a16:creationId xmlns:a16="http://schemas.microsoft.com/office/drawing/2014/main" id="{D0AE50DC-5685-40D9-9F55-448D1414ADE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10399" y="7247429"/>
              <a:ext cx="258889" cy="10502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452">
              <a:extLst>
                <a:ext uri="{FF2B5EF4-FFF2-40B4-BE49-F238E27FC236}">
                  <a16:creationId xmlns:a16="http://schemas.microsoft.com/office/drawing/2014/main" id="{8FF16293-EFDA-4F13-A346-5EE7B4AD502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965293" y="7240131"/>
              <a:ext cx="241818" cy="9324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452">
              <a:extLst>
                <a:ext uri="{FF2B5EF4-FFF2-40B4-BE49-F238E27FC236}">
                  <a16:creationId xmlns:a16="http://schemas.microsoft.com/office/drawing/2014/main" id="{4E90C1C1-0884-43F7-8605-5DCEC11C44E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65657" y="7236126"/>
              <a:ext cx="258889" cy="10502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452">
              <a:extLst>
                <a:ext uri="{FF2B5EF4-FFF2-40B4-BE49-F238E27FC236}">
                  <a16:creationId xmlns:a16="http://schemas.microsoft.com/office/drawing/2014/main" id="{2DA0FB9F-F957-4709-8568-6CA2FEBF075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20197" y="7228977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Straight Connector 452">
              <a:extLst>
                <a:ext uri="{FF2B5EF4-FFF2-40B4-BE49-F238E27FC236}">
                  <a16:creationId xmlns:a16="http://schemas.microsoft.com/office/drawing/2014/main" id="{0326B0FC-B370-4FC5-B20A-C7AE1C31D83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83570" y="7401545"/>
              <a:ext cx="258889" cy="10502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452">
              <a:extLst>
                <a:ext uri="{FF2B5EF4-FFF2-40B4-BE49-F238E27FC236}">
                  <a16:creationId xmlns:a16="http://schemas.microsoft.com/office/drawing/2014/main" id="{CAADA319-56A2-4232-9BD7-F3893DFF06B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93898" y="7506568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7" name="Straight Connector 452">
              <a:extLst>
                <a:ext uri="{FF2B5EF4-FFF2-40B4-BE49-F238E27FC236}">
                  <a16:creationId xmlns:a16="http://schemas.microsoft.com/office/drawing/2014/main" id="{0274807B-4B83-4314-9BA2-336E2F2ACC2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75653" y="7702565"/>
              <a:ext cx="241818" cy="9324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Straight Connector 452">
              <a:extLst>
                <a:ext uri="{FF2B5EF4-FFF2-40B4-BE49-F238E27FC236}">
                  <a16:creationId xmlns:a16="http://schemas.microsoft.com/office/drawing/2014/main" id="{BDDD7B7F-6914-47B5-A700-AFBA6BA9B70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17470" y="7772865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" name="Straight Connector 452">
              <a:extLst>
                <a:ext uri="{FF2B5EF4-FFF2-40B4-BE49-F238E27FC236}">
                  <a16:creationId xmlns:a16="http://schemas.microsoft.com/office/drawing/2014/main" id="{5D197AE9-27C0-47FC-8415-308E7839305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404306" y="7970970"/>
              <a:ext cx="241818" cy="9324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Straight Connector 452">
              <a:extLst>
                <a:ext uri="{FF2B5EF4-FFF2-40B4-BE49-F238E27FC236}">
                  <a16:creationId xmlns:a16="http://schemas.microsoft.com/office/drawing/2014/main" id="{09B06B85-3ECD-4783-93BF-F65D7AA52AF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31283" y="8041270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" name="Straight Connector 452">
              <a:extLst>
                <a:ext uri="{FF2B5EF4-FFF2-40B4-BE49-F238E27FC236}">
                  <a16:creationId xmlns:a16="http://schemas.microsoft.com/office/drawing/2014/main" id="{FD454162-EFCD-4AAE-8E35-6D6F654D6BD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33329" y="8239375"/>
              <a:ext cx="241818" cy="9324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Straight Connector 452">
              <a:extLst>
                <a:ext uri="{FF2B5EF4-FFF2-40B4-BE49-F238E27FC236}">
                  <a16:creationId xmlns:a16="http://schemas.microsoft.com/office/drawing/2014/main" id="{D68BE075-9012-40A2-8240-5BA74D2552A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70040" y="8134516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" name="Straight Connector 452">
              <a:extLst>
                <a:ext uri="{FF2B5EF4-FFF2-40B4-BE49-F238E27FC236}">
                  <a16:creationId xmlns:a16="http://schemas.microsoft.com/office/drawing/2014/main" id="{0DDD78B2-B79A-4DEE-88D3-6A35DFDA391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72808" y="8053435"/>
              <a:ext cx="258889" cy="10502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Straight Connector 452">
              <a:extLst>
                <a:ext uri="{FF2B5EF4-FFF2-40B4-BE49-F238E27FC236}">
                  <a16:creationId xmlns:a16="http://schemas.microsoft.com/office/drawing/2014/main" id="{3AF465E5-BADE-4F29-BC06-A75811D2A8F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31696" y="8053435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" name="Straight Connector 452">
              <a:extLst>
                <a:ext uri="{FF2B5EF4-FFF2-40B4-BE49-F238E27FC236}">
                  <a16:creationId xmlns:a16="http://schemas.microsoft.com/office/drawing/2014/main" id="{07948544-E5B9-4235-9F84-B89731F98AF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128929" y="8241983"/>
              <a:ext cx="241818" cy="9324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Straight Connector 452">
              <a:extLst>
                <a:ext uri="{FF2B5EF4-FFF2-40B4-BE49-F238E27FC236}">
                  <a16:creationId xmlns:a16="http://schemas.microsoft.com/office/drawing/2014/main" id="{76F0318C-8524-426B-97FF-3AB1DE97956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54539" y="8319702"/>
              <a:ext cx="0" cy="39249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Straight Connector 452">
              <a:extLst>
                <a:ext uri="{FF2B5EF4-FFF2-40B4-BE49-F238E27FC236}">
                  <a16:creationId xmlns:a16="http://schemas.microsoft.com/office/drawing/2014/main" id="{3F0CC13C-8089-4A38-BCAB-57F87C001AF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096001" y="8596397"/>
              <a:ext cx="241818" cy="9324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" name="Straight Connector 452">
              <a:extLst>
                <a:ext uri="{FF2B5EF4-FFF2-40B4-BE49-F238E27FC236}">
                  <a16:creationId xmlns:a16="http://schemas.microsoft.com/office/drawing/2014/main" id="{A48D6D01-CEE8-42FE-8E61-8A36D588A61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53752" y="8590508"/>
              <a:ext cx="258889" cy="10502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Straight Connector 452">
              <a:extLst>
                <a:ext uri="{FF2B5EF4-FFF2-40B4-BE49-F238E27FC236}">
                  <a16:creationId xmlns:a16="http://schemas.microsoft.com/office/drawing/2014/main" id="{C3DCCF87-9F1E-45DD-9218-FFE55E17219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11934" y="8598253"/>
              <a:ext cx="241818" cy="9324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" name="Straight Connector 452">
              <a:extLst>
                <a:ext uri="{FF2B5EF4-FFF2-40B4-BE49-F238E27FC236}">
                  <a16:creationId xmlns:a16="http://schemas.microsoft.com/office/drawing/2014/main" id="{8CD04C52-F094-4D5F-953A-7A9F1F46051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03849" y="8596397"/>
              <a:ext cx="258889" cy="10502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" name="Straight Connector 452">
              <a:extLst>
                <a:ext uri="{FF2B5EF4-FFF2-40B4-BE49-F238E27FC236}">
                  <a16:creationId xmlns:a16="http://schemas.microsoft.com/office/drawing/2014/main" id="{224E556A-0235-4C8B-9525-DA1B7A1588E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25785" y="8152487"/>
              <a:ext cx="0" cy="54893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Straight Connector 452">
              <a:extLst>
                <a:ext uri="{FF2B5EF4-FFF2-40B4-BE49-F238E27FC236}">
                  <a16:creationId xmlns:a16="http://schemas.microsoft.com/office/drawing/2014/main" id="{29193C59-79E9-4812-AD2F-DB5FA96AE69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92105" y="8061695"/>
              <a:ext cx="241818" cy="9324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" name="Straight Connector 452">
              <a:extLst>
                <a:ext uri="{FF2B5EF4-FFF2-40B4-BE49-F238E27FC236}">
                  <a16:creationId xmlns:a16="http://schemas.microsoft.com/office/drawing/2014/main" id="{CD638588-5834-4B02-ACEF-99A0F874CC6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02661" y="8045235"/>
              <a:ext cx="0" cy="54893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Straight Connector 452">
              <a:extLst>
                <a:ext uri="{FF2B5EF4-FFF2-40B4-BE49-F238E27FC236}">
                  <a16:creationId xmlns:a16="http://schemas.microsoft.com/office/drawing/2014/main" id="{571A1A20-60D8-47D2-832E-9B31081C1A3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52913" y="8590507"/>
              <a:ext cx="258889" cy="10502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" name="Straight Connector 452">
              <a:extLst>
                <a:ext uri="{FF2B5EF4-FFF2-40B4-BE49-F238E27FC236}">
                  <a16:creationId xmlns:a16="http://schemas.microsoft.com/office/drawing/2014/main" id="{8BC44A16-F7E8-4E0D-B36F-0472736F20A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54267" y="7970971"/>
              <a:ext cx="0" cy="74122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Straight Connector 452">
              <a:extLst>
                <a:ext uri="{FF2B5EF4-FFF2-40B4-BE49-F238E27FC236}">
                  <a16:creationId xmlns:a16="http://schemas.microsoft.com/office/drawing/2014/main" id="{D20745E1-362C-43CF-9330-BCC8DB902D0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56757" y="7876241"/>
              <a:ext cx="258889" cy="10502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Straight Connector 452">
              <a:extLst>
                <a:ext uri="{FF2B5EF4-FFF2-40B4-BE49-F238E27FC236}">
                  <a16:creationId xmlns:a16="http://schemas.microsoft.com/office/drawing/2014/main" id="{079A90F2-999F-4F0F-9173-FA0871BA9D2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948333" y="7785798"/>
              <a:ext cx="241818" cy="9324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Straight Connector 452">
              <a:extLst>
                <a:ext uri="{FF2B5EF4-FFF2-40B4-BE49-F238E27FC236}">
                  <a16:creationId xmlns:a16="http://schemas.microsoft.com/office/drawing/2014/main" id="{A7517AA6-EDAC-4688-9735-8829787241D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66096" y="7421457"/>
              <a:ext cx="0" cy="36117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3" name="Straight Connector 452">
              <a:extLst>
                <a:ext uri="{FF2B5EF4-FFF2-40B4-BE49-F238E27FC236}">
                  <a16:creationId xmlns:a16="http://schemas.microsoft.com/office/drawing/2014/main" id="{7EBE83FC-F194-47B1-B36C-062C853AE9D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486940" y="7409505"/>
              <a:ext cx="241818" cy="9324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Straight Connector 452">
              <a:extLst>
                <a:ext uri="{FF2B5EF4-FFF2-40B4-BE49-F238E27FC236}">
                  <a16:creationId xmlns:a16="http://schemas.microsoft.com/office/drawing/2014/main" id="{F19A380F-4FF0-4348-B463-7CD4595826C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16044" y="7405939"/>
              <a:ext cx="258889" cy="10502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Straight Connector 452">
              <a:extLst>
                <a:ext uri="{FF2B5EF4-FFF2-40B4-BE49-F238E27FC236}">
                  <a16:creationId xmlns:a16="http://schemas.microsoft.com/office/drawing/2014/main" id="{85498DA1-DE58-40A8-B32F-CC41A542451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18421" y="7411691"/>
              <a:ext cx="0" cy="36117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" name="Straight Connector 452">
              <a:extLst>
                <a:ext uri="{FF2B5EF4-FFF2-40B4-BE49-F238E27FC236}">
                  <a16:creationId xmlns:a16="http://schemas.microsoft.com/office/drawing/2014/main" id="{EBCA04DF-84F5-4423-9249-ECEF5B4354E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503836" y="7792446"/>
              <a:ext cx="241818" cy="9324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Straight Connector 452">
              <a:extLst>
                <a:ext uri="{FF2B5EF4-FFF2-40B4-BE49-F238E27FC236}">
                  <a16:creationId xmlns:a16="http://schemas.microsoft.com/office/drawing/2014/main" id="{98F2D711-8260-4E64-9369-9479826C720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28758" y="7862953"/>
              <a:ext cx="0" cy="74122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Straight Connector 452">
              <a:extLst>
                <a:ext uri="{FF2B5EF4-FFF2-40B4-BE49-F238E27FC236}">
                  <a16:creationId xmlns:a16="http://schemas.microsoft.com/office/drawing/2014/main" id="{22F88327-691E-4722-9FAE-F1992648759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79864" y="8601342"/>
              <a:ext cx="258889" cy="10502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Straight Connector 452">
              <a:extLst>
                <a:ext uri="{FF2B5EF4-FFF2-40B4-BE49-F238E27FC236}">
                  <a16:creationId xmlns:a16="http://schemas.microsoft.com/office/drawing/2014/main" id="{10B1841C-5DFF-44E4-9881-1124DCE6E93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007984" y="8515951"/>
              <a:ext cx="488266" cy="17369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Straight Connector 452">
              <a:extLst>
                <a:ext uri="{FF2B5EF4-FFF2-40B4-BE49-F238E27FC236}">
                  <a16:creationId xmlns:a16="http://schemas.microsoft.com/office/drawing/2014/main" id="{E6F2FB8A-C8A6-4CB7-B1AC-09712B40EE8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15706" y="8335229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" name="Straight Connector 452">
              <a:extLst>
                <a:ext uri="{FF2B5EF4-FFF2-40B4-BE49-F238E27FC236}">
                  <a16:creationId xmlns:a16="http://schemas.microsoft.com/office/drawing/2014/main" id="{34F0E9A6-561A-41E3-A186-49CAA26B2FF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998243" y="8347435"/>
              <a:ext cx="488266" cy="17369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Straight Connector 452">
              <a:extLst>
                <a:ext uri="{FF2B5EF4-FFF2-40B4-BE49-F238E27FC236}">
                  <a16:creationId xmlns:a16="http://schemas.microsoft.com/office/drawing/2014/main" id="{9A75E486-788E-4D52-A430-571A183EC78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82808" y="7981264"/>
              <a:ext cx="0" cy="54893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4" name="Straight Connector 452">
              <a:extLst>
                <a:ext uri="{FF2B5EF4-FFF2-40B4-BE49-F238E27FC236}">
                  <a16:creationId xmlns:a16="http://schemas.microsoft.com/office/drawing/2014/main" id="{8E6C721E-081D-45EF-B89A-D0795D785F0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36671" y="7975068"/>
              <a:ext cx="258889" cy="10502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Straight Connector 452">
              <a:extLst>
                <a:ext uri="{FF2B5EF4-FFF2-40B4-BE49-F238E27FC236}">
                  <a16:creationId xmlns:a16="http://schemas.microsoft.com/office/drawing/2014/main" id="{67474E67-D374-419E-9B72-C85DC1C202E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991292" y="7972888"/>
              <a:ext cx="241818" cy="9324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" name="Straight Connector 452">
              <a:extLst>
                <a:ext uri="{FF2B5EF4-FFF2-40B4-BE49-F238E27FC236}">
                  <a16:creationId xmlns:a16="http://schemas.microsoft.com/office/drawing/2014/main" id="{CF460C51-5653-48A3-B0FD-2DA982BD84C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94867" y="7879044"/>
              <a:ext cx="258889" cy="10502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Straight Connector 452">
              <a:extLst>
                <a:ext uri="{FF2B5EF4-FFF2-40B4-BE49-F238E27FC236}">
                  <a16:creationId xmlns:a16="http://schemas.microsoft.com/office/drawing/2014/main" id="{73391BC7-8484-48DF-ACA3-6CFEA9C5039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52117" y="7341149"/>
              <a:ext cx="0" cy="54200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Straight Connector 452">
              <a:extLst>
                <a:ext uri="{FF2B5EF4-FFF2-40B4-BE49-F238E27FC236}">
                  <a16:creationId xmlns:a16="http://schemas.microsoft.com/office/drawing/2014/main" id="{69AE7299-E715-436C-9B98-77290225291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017023" y="7245125"/>
              <a:ext cx="241818" cy="9324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" name="Straight Connector 452">
              <a:extLst>
                <a:ext uri="{FF2B5EF4-FFF2-40B4-BE49-F238E27FC236}">
                  <a16:creationId xmlns:a16="http://schemas.microsoft.com/office/drawing/2014/main" id="{BF611585-DC38-4640-96B2-15AE0B810FE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15706" y="7240870"/>
              <a:ext cx="0" cy="54176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Straight Connector 452">
              <a:extLst>
                <a:ext uri="{FF2B5EF4-FFF2-40B4-BE49-F238E27FC236}">
                  <a16:creationId xmlns:a16="http://schemas.microsoft.com/office/drawing/2014/main" id="{C3837E11-D694-4799-85D0-09BF8F1E6DF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769720" y="7682670"/>
              <a:ext cx="241818" cy="9324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" name="Straight Connector 452">
              <a:extLst>
                <a:ext uri="{FF2B5EF4-FFF2-40B4-BE49-F238E27FC236}">
                  <a16:creationId xmlns:a16="http://schemas.microsoft.com/office/drawing/2014/main" id="{96330122-D727-4760-90DB-84A74AC3E5A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84996" y="7330375"/>
              <a:ext cx="0" cy="36117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4" name="Straight Connector 452">
              <a:extLst>
                <a:ext uri="{FF2B5EF4-FFF2-40B4-BE49-F238E27FC236}">
                  <a16:creationId xmlns:a16="http://schemas.microsoft.com/office/drawing/2014/main" id="{DDFFED78-71D3-4B36-BF5C-470DDF5CFA3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32631" y="7330375"/>
              <a:ext cx="258889" cy="10502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Straight Connector 452">
              <a:extLst>
                <a:ext uri="{FF2B5EF4-FFF2-40B4-BE49-F238E27FC236}">
                  <a16:creationId xmlns:a16="http://schemas.microsoft.com/office/drawing/2014/main" id="{9937EF6C-11F5-4953-9015-EAD259687B2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48223" y="7421457"/>
              <a:ext cx="0" cy="36117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6" name="Straight Connector 452">
              <a:extLst>
                <a:ext uri="{FF2B5EF4-FFF2-40B4-BE49-F238E27FC236}">
                  <a16:creationId xmlns:a16="http://schemas.microsoft.com/office/drawing/2014/main" id="{B5003731-FE8F-4D1C-8EC8-18109587E94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321739" y="7702565"/>
              <a:ext cx="241818" cy="9324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7" name="Straight Connector 452">
              <a:extLst>
                <a:ext uri="{FF2B5EF4-FFF2-40B4-BE49-F238E27FC236}">
                  <a16:creationId xmlns:a16="http://schemas.microsoft.com/office/drawing/2014/main" id="{E1F41B42-EA3D-4A03-888E-944640F287A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24831" y="7352452"/>
              <a:ext cx="0" cy="36117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8" name="Straight Connector 452">
              <a:extLst>
                <a:ext uri="{FF2B5EF4-FFF2-40B4-BE49-F238E27FC236}">
                  <a16:creationId xmlns:a16="http://schemas.microsoft.com/office/drawing/2014/main" id="{240F7E74-0FC1-4CB2-8642-493128FAD30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50820" y="7330375"/>
              <a:ext cx="489650" cy="18746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0" name="Straight Connector 452">
              <a:extLst>
                <a:ext uri="{FF2B5EF4-FFF2-40B4-BE49-F238E27FC236}">
                  <a16:creationId xmlns:a16="http://schemas.microsoft.com/office/drawing/2014/main" id="{C57BC8BB-8BF5-49BB-820E-BEF9BBE1E2F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66549" y="7502751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1" name="Straight Connector 452">
              <a:extLst>
                <a:ext uri="{FF2B5EF4-FFF2-40B4-BE49-F238E27FC236}">
                  <a16:creationId xmlns:a16="http://schemas.microsoft.com/office/drawing/2014/main" id="{53F303FC-7363-4753-B62C-CE4BEC1FC18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56386" y="7601803"/>
              <a:ext cx="258889" cy="10502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2" name="Straight Connector 452">
              <a:extLst>
                <a:ext uri="{FF2B5EF4-FFF2-40B4-BE49-F238E27FC236}">
                  <a16:creationId xmlns:a16="http://schemas.microsoft.com/office/drawing/2014/main" id="{CA4CE669-8401-47F1-93F5-B76409F2792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92516" y="7594341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3" name="Straight Connector 452">
              <a:extLst>
                <a:ext uri="{FF2B5EF4-FFF2-40B4-BE49-F238E27FC236}">
                  <a16:creationId xmlns:a16="http://schemas.microsoft.com/office/drawing/2014/main" id="{A22FB90C-F760-4CD1-ADA4-62EE552D1C5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09949" y="7786557"/>
              <a:ext cx="485170" cy="19470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5" name="Straight Connector 452">
              <a:extLst>
                <a:ext uri="{FF2B5EF4-FFF2-40B4-BE49-F238E27FC236}">
                  <a16:creationId xmlns:a16="http://schemas.microsoft.com/office/drawing/2014/main" id="{7AAE874E-B7B9-489D-AE61-9FEAE6AC021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19043" y="7954382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6" name="Straight Connector 452">
              <a:extLst>
                <a:ext uri="{FF2B5EF4-FFF2-40B4-BE49-F238E27FC236}">
                  <a16:creationId xmlns:a16="http://schemas.microsoft.com/office/drawing/2014/main" id="{47425D1A-68C3-4D65-BBC8-D6E91AE8E18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20500" y="7885692"/>
              <a:ext cx="685722" cy="26184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8" name="Straight Connector 452">
              <a:extLst>
                <a:ext uri="{FF2B5EF4-FFF2-40B4-BE49-F238E27FC236}">
                  <a16:creationId xmlns:a16="http://schemas.microsoft.com/office/drawing/2014/main" id="{09F7139F-07B8-43F0-BCD0-BCE203E7D94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00615" y="7863590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9" name="Straight Connector 452">
              <a:extLst>
                <a:ext uri="{FF2B5EF4-FFF2-40B4-BE49-F238E27FC236}">
                  <a16:creationId xmlns:a16="http://schemas.microsoft.com/office/drawing/2014/main" id="{80E30C52-9F09-4DEA-90EB-3BFFC27CEEB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05263" y="8060995"/>
              <a:ext cx="685722" cy="26184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0" name="Straight Connector 452">
              <a:extLst>
                <a:ext uri="{FF2B5EF4-FFF2-40B4-BE49-F238E27FC236}">
                  <a16:creationId xmlns:a16="http://schemas.microsoft.com/office/drawing/2014/main" id="{B691B444-E2E0-454C-975B-48E42FAB42F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596669" y="8322840"/>
              <a:ext cx="267511" cy="11922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1" name="Straight Connector 452">
              <a:extLst>
                <a:ext uri="{FF2B5EF4-FFF2-40B4-BE49-F238E27FC236}">
                  <a16:creationId xmlns:a16="http://schemas.microsoft.com/office/drawing/2014/main" id="{B8438A13-EFAE-4FD0-97E7-1C20AF8CF30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43161" y="8171471"/>
              <a:ext cx="706616" cy="27473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3" name="Straight Connector 452">
              <a:extLst>
                <a:ext uri="{FF2B5EF4-FFF2-40B4-BE49-F238E27FC236}">
                  <a16:creationId xmlns:a16="http://schemas.microsoft.com/office/drawing/2014/main" id="{0CA68985-D442-43C8-812F-ECF5AB67975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532494" y="8154941"/>
              <a:ext cx="267511" cy="11922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5" name="Straight Connector 452">
              <a:extLst>
                <a:ext uri="{FF2B5EF4-FFF2-40B4-BE49-F238E27FC236}">
                  <a16:creationId xmlns:a16="http://schemas.microsoft.com/office/drawing/2014/main" id="{9F55FD00-1C8B-4FD2-A2A8-1A2BF8927E3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48031" y="8241984"/>
              <a:ext cx="933565" cy="39131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7" name="Straight Connector 452">
              <a:extLst>
                <a:ext uri="{FF2B5EF4-FFF2-40B4-BE49-F238E27FC236}">
                  <a16:creationId xmlns:a16="http://schemas.microsoft.com/office/drawing/2014/main" id="{F6A7465E-6022-4E55-8485-28CE25D9F68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827608" y="8610679"/>
              <a:ext cx="267511" cy="11922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8" name="Straight Connector 452">
              <a:extLst>
                <a:ext uri="{FF2B5EF4-FFF2-40B4-BE49-F238E27FC236}">
                  <a16:creationId xmlns:a16="http://schemas.microsoft.com/office/drawing/2014/main" id="{86258FB8-6AE0-4088-A207-E03088DAEA3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81499" y="8444803"/>
              <a:ext cx="706616" cy="27473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9" name="Straight Connector 452">
              <a:extLst>
                <a:ext uri="{FF2B5EF4-FFF2-40B4-BE49-F238E27FC236}">
                  <a16:creationId xmlns:a16="http://schemas.microsoft.com/office/drawing/2014/main" id="{644564A7-2366-4D8A-9389-52502FA84AF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787993" y="8434021"/>
              <a:ext cx="7733" cy="37660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1" name="Straight Connector 452">
              <a:extLst>
                <a:ext uri="{FF2B5EF4-FFF2-40B4-BE49-F238E27FC236}">
                  <a16:creationId xmlns:a16="http://schemas.microsoft.com/office/drawing/2014/main" id="{FA94DE90-3F7A-40BD-A1E5-5E664CD2973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770574" y="8777478"/>
              <a:ext cx="267511" cy="11922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2" name="Straight Connector 452">
              <a:extLst>
                <a:ext uri="{FF2B5EF4-FFF2-40B4-BE49-F238E27FC236}">
                  <a16:creationId xmlns:a16="http://schemas.microsoft.com/office/drawing/2014/main" id="{3B4B828D-26C9-4850-B37A-F16EB625027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38084" y="8869591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3" name="Straight Connector 452">
              <a:extLst>
                <a:ext uri="{FF2B5EF4-FFF2-40B4-BE49-F238E27FC236}">
                  <a16:creationId xmlns:a16="http://schemas.microsoft.com/office/drawing/2014/main" id="{3A3D3991-0A9A-4AAC-B5BC-7B500ADE94E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556148" y="8884495"/>
              <a:ext cx="481084" cy="17376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5" name="Straight Connector 452">
              <a:extLst>
                <a:ext uri="{FF2B5EF4-FFF2-40B4-BE49-F238E27FC236}">
                  <a16:creationId xmlns:a16="http://schemas.microsoft.com/office/drawing/2014/main" id="{2502A5A9-1D39-49B3-8EA5-81BD52ED3A0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61538" y="8695280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6" name="Straight Connector 452">
              <a:extLst>
                <a:ext uri="{FF2B5EF4-FFF2-40B4-BE49-F238E27FC236}">
                  <a16:creationId xmlns:a16="http://schemas.microsoft.com/office/drawing/2014/main" id="{1A949219-E05F-440F-A993-A9A6DC2DDCF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100831" y="8704207"/>
              <a:ext cx="468692" cy="18028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" name="Straight Connector 452">
              <a:extLst>
                <a:ext uri="{FF2B5EF4-FFF2-40B4-BE49-F238E27FC236}">
                  <a16:creationId xmlns:a16="http://schemas.microsoft.com/office/drawing/2014/main" id="{4C514F93-ABB0-477D-8D4B-E45D80A45DC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079109" y="8875026"/>
              <a:ext cx="712411" cy="29025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" name="Straight Connector 452">
              <a:extLst>
                <a:ext uri="{FF2B5EF4-FFF2-40B4-BE49-F238E27FC236}">
                  <a16:creationId xmlns:a16="http://schemas.microsoft.com/office/drawing/2014/main" id="{24C789E0-48F0-4559-9781-951D145CD5F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36804" y="9157545"/>
              <a:ext cx="258889" cy="10502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1" name="Straight Connector 452">
              <a:extLst>
                <a:ext uri="{FF2B5EF4-FFF2-40B4-BE49-F238E27FC236}">
                  <a16:creationId xmlns:a16="http://schemas.microsoft.com/office/drawing/2014/main" id="{BACE3EB9-8728-45A3-B037-8229ED17EF6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856102" y="8969200"/>
              <a:ext cx="712411" cy="29025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2" name="Straight Connector 452">
              <a:extLst>
                <a:ext uri="{FF2B5EF4-FFF2-40B4-BE49-F238E27FC236}">
                  <a16:creationId xmlns:a16="http://schemas.microsoft.com/office/drawing/2014/main" id="{4F5C4371-CECF-4037-B5E0-83AC1B472C5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55378" y="8955768"/>
              <a:ext cx="0" cy="39460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5" name="Straight Connector 452">
              <a:extLst>
                <a:ext uri="{FF2B5EF4-FFF2-40B4-BE49-F238E27FC236}">
                  <a16:creationId xmlns:a16="http://schemas.microsoft.com/office/drawing/2014/main" id="{EB4A904E-A434-459C-B9E6-BCFF1063DAC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847764" y="9317765"/>
              <a:ext cx="267511" cy="11922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6" name="Straight Connector 452">
              <a:extLst>
                <a:ext uri="{FF2B5EF4-FFF2-40B4-BE49-F238E27FC236}">
                  <a16:creationId xmlns:a16="http://schemas.microsoft.com/office/drawing/2014/main" id="{573AD022-8966-4CE3-902B-7A2AE80FA87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95118" y="9404574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7" name="Straight Connector 452">
              <a:extLst>
                <a:ext uri="{FF2B5EF4-FFF2-40B4-BE49-F238E27FC236}">
                  <a16:creationId xmlns:a16="http://schemas.microsoft.com/office/drawing/2014/main" id="{62542E19-102A-460C-8060-DD1765267C6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814368" y="9483455"/>
              <a:ext cx="267511" cy="11922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8" name="Straight Connector 452">
              <a:extLst>
                <a:ext uri="{FF2B5EF4-FFF2-40B4-BE49-F238E27FC236}">
                  <a16:creationId xmlns:a16="http://schemas.microsoft.com/office/drawing/2014/main" id="{82B8A384-2ACD-4798-B584-AC217728E28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841724" y="9503627"/>
              <a:ext cx="7108" cy="37860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1" name="Straight Connector 452">
              <a:extLst>
                <a:ext uri="{FF2B5EF4-FFF2-40B4-BE49-F238E27FC236}">
                  <a16:creationId xmlns:a16="http://schemas.microsoft.com/office/drawing/2014/main" id="{6B24BC0F-58B5-4221-A612-BD55E834239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619043" y="9798986"/>
              <a:ext cx="238283" cy="10342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4" name="Straight Connector 452">
              <a:extLst>
                <a:ext uri="{FF2B5EF4-FFF2-40B4-BE49-F238E27FC236}">
                  <a16:creationId xmlns:a16="http://schemas.microsoft.com/office/drawing/2014/main" id="{C30B7014-0B82-4BE1-A03A-11527D366D8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19043" y="9783183"/>
              <a:ext cx="0" cy="36729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6" name="Straight Connector 452">
              <a:extLst>
                <a:ext uri="{FF2B5EF4-FFF2-40B4-BE49-F238E27FC236}">
                  <a16:creationId xmlns:a16="http://schemas.microsoft.com/office/drawing/2014/main" id="{7E0CD82B-A778-421D-85B0-822D91A95CB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147534" y="9966829"/>
              <a:ext cx="471510" cy="18364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8" name="Straight Connector 452">
              <a:extLst>
                <a:ext uri="{FF2B5EF4-FFF2-40B4-BE49-F238E27FC236}">
                  <a16:creationId xmlns:a16="http://schemas.microsoft.com/office/drawing/2014/main" id="{516CBB40-EC59-4BE4-9617-5F6A04715EA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157058" y="9602679"/>
              <a:ext cx="7108" cy="37860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9" name="Straight Connector 452">
              <a:extLst>
                <a:ext uri="{FF2B5EF4-FFF2-40B4-BE49-F238E27FC236}">
                  <a16:creationId xmlns:a16="http://schemas.microsoft.com/office/drawing/2014/main" id="{2DCD9590-4A6A-44EF-8A20-87FF78EF2B9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135604" y="9520002"/>
              <a:ext cx="258889" cy="10502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0" name="Straight Connector 452">
              <a:extLst>
                <a:ext uri="{FF2B5EF4-FFF2-40B4-BE49-F238E27FC236}">
                  <a16:creationId xmlns:a16="http://schemas.microsoft.com/office/drawing/2014/main" id="{353B8F00-C2E3-4F8D-885F-5D391A823E3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407535" y="9520002"/>
              <a:ext cx="238283" cy="10342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1" name="Straight Connector 452">
              <a:extLst>
                <a:ext uri="{FF2B5EF4-FFF2-40B4-BE49-F238E27FC236}">
                  <a16:creationId xmlns:a16="http://schemas.microsoft.com/office/drawing/2014/main" id="{A36C1DF3-66E6-4ADA-9095-39ABBC8C39E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628859" y="8869591"/>
              <a:ext cx="6083" cy="76846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4" name="Straight Connector 452">
              <a:extLst>
                <a:ext uri="{FF2B5EF4-FFF2-40B4-BE49-F238E27FC236}">
                  <a16:creationId xmlns:a16="http://schemas.microsoft.com/office/drawing/2014/main" id="{BC5FD460-459A-4A7F-A07B-2FA6E7AD66C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17703" y="8794222"/>
              <a:ext cx="258889" cy="10502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5" name="Straight Connector 452">
              <a:extLst>
                <a:ext uri="{FF2B5EF4-FFF2-40B4-BE49-F238E27FC236}">
                  <a16:creationId xmlns:a16="http://schemas.microsoft.com/office/drawing/2014/main" id="{98D37B00-4896-46DA-819D-71B4FE4BF70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397361" y="8588903"/>
              <a:ext cx="459348" cy="21275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7" name="Straight Connector 452">
              <a:extLst>
                <a:ext uri="{FF2B5EF4-FFF2-40B4-BE49-F238E27FC236}">
                  <a16:creationId xmlns:a16="http://schemas.microsoft.com/office/drawing/2014/main" id="{CDD8E203-90BB-4A69-A145-893AE16FD57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92117" y="8580175"/>
              <a:ext cx="0" cy="7702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9" name="Straight Connector 452">
              <a:extLst>
                <a:ext uri="{FF2B5EF4-FFF2-40B4-BE49-F238E27FC236}">
                  <a16:creationId xmlns:a16="http://schemas.microsoft.com/office/drawing/2014/main" id="{E16AC5D2-A17B-42B6-B3B1-4579AD31627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14646" y="9325516"/>
              <a:ext cx="486094" cy="19244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1" name="Straight Connector 452">
              <a:extLst>
                <a:ext uri="{FF2B5EF4-FFF2-40B4-BE49-F238E27FC236}">
                  <a16:creationId xmlns:a16="http://schemas.microsoft.com/office/drawing/2014/main" id="{6AFEC665-5A6E-40B6-9777-7A384A28774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23890" y="9514271"/>
              <a:ext cx="0" cy="54438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3" name="Straight Connector 452">
              <a:extLst>
                <a:ext uri="{FF2B5EF4-FFF2-40B4-BE49-F238E27FC236}">
                  <a16:creationId xmlns:a16="http://schemas.microsoft.com/office/drawing/2014/main" id="{F410F45A-2464-4379-B9F2-A0643349B89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84411" y="10058652"/>
              <a:ext cx="258889" cy="10502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4" name="Straight Connector 452">
              <a:extLst>
                <a:ext uri="{FF2B5EF4-FFF2-40B4-BE49-F238E27FC236}">
                  <a16:creationId xmlns:a16="http://schemas.microsoft.com/office/drawing/2014/main" id="{37360FCA-1AF9-431E-A1E4-CD7CCD1EC66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99118" y="9436989"/>
              <a:ext cx="0" cy="73760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6" name="Straight Connector 452">
              <a:extLst>
                <a:ext uri="{FF2B5EF4-FFF2-40B4-BE49-F238E27FC236}">
                  <a16:creationId xmlns:a16="http://schemas.microsoft.com/office/drawing/2014/main" id="{380A10BD-88ED-4356-8596-520BC4BC7B3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26597" y="9252079"/>
              <a:ext cx="415854" cy="17737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8" name="Straight Connector 452">
              <a:extLst>
                <a:ext uri="{FF2B5EF4-FFF2-40B4-BE49-F238E27FC236}">
                  <a16:creationId xmlns:a16="http://schemas.microsoft.com/office/drawing/2014/main" id="{D15C4C3C-E598-4C2A-9D8A-8C7BEBF58D5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64166" y="8530197"/>
              <a:ext cx="0" cy="72922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0" name="Straight Connector 452">
              <a:extLst>
                <a:ext uri="{FF2B5EF4-FFF2-40B4-BE49-F238E27FC236}">
                  <a16:creationId xmlns:a16="http://schemas.microsoft.com/office/drawing/2014/main" id="{DFF80D26-0B63-4393-B7F1-1AAF391E95E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149312" y="8431885"/>
              <a:ext cx="258889" cy="10502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1" name="Straight Connector 452">
              <a:extLst>
                <a:ext uri="{FF2B5EF4-FFF2-40B4-BE49-F238E27FC236}">
                  <a16:creationId xmlns:a16="http://schemas.microsoft.com/office/drawing/2014/main" id="{A3B296F5-2BB6-488E-B3C8-1A120A550CC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32665" y="8251540"/>
              <a:ext cx="471412" cy="18248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3" name="Straight Connector 452">
              <a:extLst>
                <a:ext uri="{FF2B5EF4-FFF2-40B4-BE49-F238E27FC236}">
                  <a16:creationId xmlns:a16="http://schemas.microsoft.com/office/drawing/2014/main" id="{77B4CAE0-7AA4-4EAB-A274-F14839CE362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23890" y="8238689"/>
              <a:ext cx="10813" cy="55553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5" name="Straight Connector 452">
              <a:extLst>
                <a:ext uri="{FF2B5EF4-FFF2-40B4-BE49-F238E27FC236}">
                  <a16:creationId xmlns:a16="http://schemas.microsoft.com/office/drawing/2014/main" id="{CD8B633F-47C9-4851-87A5-56C01CC489F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59162" y="8780882"/>
              <a:ext cx="258889" cy="10502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6" name="Straight Connector 452">
              <a:extLst>
                <a:ext uri="{FF2B5EF4-FFF2-40B4-BE49-F238E27FC236}">
                  <a16:creationId xmlns:a16="http://schemas.microsoft.com/office/drawing/2014/main" id="{3C655623-3253-4B8F-921F-94E9DD2CEA4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98603" y="8514896"/>
              <a:ext cx="0" cy="39460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7" name="Straight Connector 452">
              <a:extLst>
                <a:ext uri="{FF2B5EF4-FFF2-40B4-BE49-F238E27FC236}">
                  <a16:creationId xmlns:a16="http://schemas.microsoft.com/office/drawing/2014/main" id="{7D50DE5C-179A-4BF3-8B1E-74C6224D321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50970" y="8514896"/>
              <a:ext cx="258889" cy="10502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8" name="Straight Connector 452">
              <a:extLst>
                <a:ext uri="{FF2B5EF4-FFF2-40B4-BE49-F238E27FC236}">
                  <a16:creationId xmlns:a16="http://schemas.microsoft.com/office/drawing/2014/main" id="{8A6886F3-0059-46D0-989B-783096AC84A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60784" y="8602798"/>
              <a:ext cx="0" cy="55027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0" name="Straight Connector 452">
              <a:extLst>
                <a:ext uri="{FF2B5EF4-FFF2-40B4-BE49-F238E27FC236}">
                  <a16:creationId xmlns:a16="http://schemas.microsoft.com/office/drawing/2014/main" id="{5C1A51D6-54C7-4FFC-9382-C43E112F772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442486" y="9130357"/>
              <a:ext cx="238283" cy="10342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1" name="Straight Connector 452">
              <a:extLst>
                <a:ext uri="{FF2B5EF4-FFF2-40B4-BE49-F238E27FC236}">
                  <a16:creationId xmlns:a16="http://schemas.microsoft.com/office/drawing/2014/main" id="{9B7C6251-0E3D-4CD0-85F9-FD00F3BD3B9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32027" y="9231134"/>
              <a:ext cx="258889" cy="10502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2" name="Straight Connector 452">
              <a:extLst>
                <a:ext uri="{FF2B5EF4-FFF2-40B4-BE49-F238E27FC236}">
                  <a16:creationId xmlns:a16="http://schemas.microsoft.com/office/drawing/2014/main" id="{261B108A-1E5F-4E52-9837-511D0DD82CE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55345" y="9296576"/>
              <a:ext cx="0" cy="76207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4" name="Straight Connector 452">
              <a:extLst>
                <a:ext uri="{FF2B5EF4-FFF2-40B4-BE49-F238E27FC236}">
                  <a16:creationId xmlns:a16="http://schemas.microsoft.com/office/drawing/2014/main" id="{AEB811F7-2B0A-47AB-A98E-FF190E0ECCF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95744" y="10057842"/>
              <a:ext cx="258889" cy="10502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5" name="Straight Connector 452">
              <a:extLst>
                <a:ext uri="{FF2B5EF4-FFF2-40B4-BE49-F238E27FC236}">
                  <a16:creationId xmlns:a16="http://schemas.microsoft.com/office/drawing/2014/main" id="{AAFB2887-F739-46D1-BE6E-3278FD35ED1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750377" y="9966829"/>
              <a:ext cx="471510" cy="18364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6" name="Straight Connector 452">
              <a:extLst>
                <a:ext uri="{FF2B5EF4-FFF2-40B4-BE49-F238E27FC236}">
                  <a16:creationId xmlns:a16="http://schemas.microsoft.com/office/drawing/2014/main" id="{CCD2C416-FA45-4EEE-A7DB-8DC90967B27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55374" y="9780859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7" name="Straight Connector 452">
              <a:extLst>
                <a:ext uri="{FF2B5EF4-FFF2-40B4-BE49-F238E27FC236}">
                  <a16:creationId xmlns:a16="http://schemas.microsoft.com/office/drawing/2014/main" id="{52CA7894-D543-43D5-9886-29987FECFF4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96074" y="9602679"/>
              <a:ext cx="447924" cy="19787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9" name="Straight Connector 452">
              <a:extLst>
                <a:ext uri="{FF2B5EF4-FFF2-40B4-BE49-F238E27FC236}">
                  <a16:creationId xmlns:a16="http://schemas.microsoft.com/office/drawing/2014/main" id="{C0586295-B3EF-401C-A97F-87466C2148F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55968" y="9596592"/>
              <a:ext cx="258889" cy="10502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0" name="Straight Connector 452">
              <a:extLst>
                <a:ext uri="{FF2B5EF4-FFF2-40B4-BE49-F238E27FC236}">
                  <a16:creationId xmlns:a16="http://schemas.microsoft.com/office/drawing/2014/main" id="{E73CF7F3-26D9-4E0A-B979-4D23009D318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18597" y="9597392"/>
              <a:ext cx="238283" cy="10342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1" name="Straight Connector 452">
              <a:extLst>
                <a:ext uri="{FF2B5EF4-FFF2-40B4-BE49-F238E27FC236}">
                  <a16:creationId xmlns:a16="http://schemas.microsoft.com/office/drawing/2014/main" id="{D489F75A-D77C-4845-A7A8-B93D15790CD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5641" y="9058260"/>
              <a:ext cx="4150" cy="5444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3" name="Straight Connector 452">
              <a:extLst>
                <a:ext uri="{FF2B5EF4-FFF2-40B4-BE49-F238E27FC236}">
                  <a16:creationId xmlns:a16="http://schemas.microsoft.com/office/drawing/2014/main" id="{C98E56F9-30DC-475C-BE55-E5631030BDC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17685" y="9061624"/>
              <a:ext cx="238283" cy="10342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4" name="Straight Connector 452">
              <a:extLst>
                <a:ext uri="{FF2B5EF4-FFF2-40B4-BE49-F238E27FC236}">
                  <a16:creationId xmlns:a16="http://schemas.microsoft.com/office/drawing/2014/main" id="{E3284CD6-A26A-4961-8FEE-3DF4E159DF8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50228" y="9152271"/>
              <a:ext cx="6452" cy="3620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6" name="Straight Connector 452">
              <a:extLst>
                <a:ext uri="{FF2B5EF4-FFF2-40B4-BE49-F238E27FC236}">
                  <a16:creationId xmlns:a16="http://schemas.microsoft.com/office/drawing/2014/main" id="{F2515416-3996-4C74-ACA7-380CD76FD76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48679" y="9428300"/>
              <a:ext cx="258889" cy="10502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7" name="Straight Connector 452">
              <a:extLst>
                <a:ext uri="{FF2B5EF4-FFF2-40B4-BE49-F238E27FC236}">
                  <a16:creationId xmlns:a16="http://schemas.microsoft.com/office/drawing/2014/main" id="{BFEDBECB-3216-48AA-AB9C-A1C3D2B5512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89091" y="8877934"/>
              <a:ext cx="10209" cy="57927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9" name="Straight Connector 452">
              <a:extLst>
                <a:ext uri="{FF2B5EF4-FFF2-40B4-BE49-F238E27FC236}">
                  <a16:creationId xmlns:a16="http://schemas.microsoft.com/office/drawing/2014/main" id="{EC89EE6B-9EA2-4B28-BC81-6FB86F6A88B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89061" y="8770966"/>
              <a:ext cx="258889" cy="10502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0" name="Straight Connector 452">
              <a:extLst>
                <a:ext uri="{FF2B5EF4-FFF2-40B4-BE49-F238E27FC236}">
                  <a16:creationId xmlns:a16="http://schemas.microsoft.com/office/drawing/2014/main" id="{788D35BF-70A7-47C4-808D-3037C1EABCD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526566" y="8767921"/>
              <a:ext cx="9328" cy="76540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2" name="Straight Connector 452">
              <a:extLst>
                <a:ext uri="{FF2B5EF4-FFF2-40B4-BE49-F238E27FC236}">
                  <a16:creationId xmlns:a16="http://schemas.microsoft.com/office/drawing/2014/main" id="{4EB2AE4C-568D-48A9-98F3-8E705536D14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533071" y="9523391"/>
              <a:ext cx="238283" cy="10342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3" name="Straight Connector 452">
              <a:extLst>
                <a:ext uri="{FF2B5EF4-FFF2-40B4-BE49-F238E27FC236}">
                  <a16:creationId xmlns:a16="http://schemas.microsoft.com/office/drawing/2014/main" id="{9753F687-8154-491E-8CAE-76CA6406ED6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760937" y="8683503"/>
              <a:ext cx="12775" cy="95455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5" name="Straight Connector 452">
              <a:extLst>
                <a:ext uri="{FF2B5EF4-FFF2-40B4-BE49-F238E27FC236}">
                  <a16:creationId xmlns:a16="http://schemas.microsoft.com/office/drawing/2014/main" id="{B386AC63-B123-46B4-824B-BB8B2A97C1B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56986" y="8602797"/>
              <a:ext cx="248887" cy="9543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6" name="Straight Connector 452">
              <a:extLst>
                <a:ext uri="{FF2B5EF4-FFF2-40B4-BE49-F238E27FC236}">
                  <a16:creationId xmlns:a16="http://schemas.microsoft.com/office/drawing/2014/main" id="{0939E6E7-352C-4C51-B5CE-8A1A11554C3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985385" y="8610679"/>
              <a:ext cx="15433" cy="126923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8" name="Straight Connector 452">
              <a:extLst>
                <a:ext uri="{FF2B5EF4-FFF2-40B4-BE49-F238E27FC236}">
                  <a16:creationId xmlns:a16="http://schemas.microsoft.com/office/drawing/2014/main" id="{D8F03E29-0527-460E-98CE-094477D80AA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001535" y="9851019"/>
              <a:ext cx="238283" cy="10342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9" name="Straight Connector 452">
              <a:extLst>
                <a:ext uri="{FF2B5EF4-FFF2-40B4-BE49-F238E27FC236}">
                  <a16:creationId xmlns:a16="http://schemas.microsoft.com/office/drawing/2014/main" id="{5FA7EBE9-0D26-4F1F-AA5F-5738BCAFB19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234767" y="8514896"/>
              <a:ext cx="1801" cy="145193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6" name="Straight Connector 452">
              <a:extLst>
                <a:ext uri="{FF2B5EF4-FFF2-40B4-BE49-F238E27FC236}">
                  <a16:creationId xmlns:a16="http://schemas.microsoft.com/office/drawing/2014/main" id="{D332A0CB-CCF7-4AE4-9090-687C73966E8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001257" y="8411475"/>
              <a:ext cx="238283" cy="10342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7" name="Straight Connector 452">
              <a:extLst>
                <a:ext uri="{FF2B5EF4-FFF2-40B4-BE49-F238E27FC236}">
                  <a16:creationId xmlns:a16="http://schemas.microsoft.com/office/drawing/2014/main" id="{088DBDA6-B48F-4E04-869F-1CB51819EDD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514412" y="8415466"/>
              <a:ext cx="504212" cy="17343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9" name="Straight Connector 452">
              <a:extLst>
                <a:ext uri="{FF2B5EF4-FFF2-40B4-BE49-F238E27FC236}">
                  <a16:creationId xmlns:a16="http://schemas.microsoft.com/office/drawing/2014/main" id="{0E8B3004-DF7E-4049-A96B-C84D979D05F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533071" y="8217226"/>
              <a:ext cx="6452" cy="3620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0" name="Straight Connector 452">
              <a:extLst>
                <a:ext uri="{FF2B5EF4-FFF2-40B4-BE49-F238E27FC236}">
                  <a16:creationId xmlns:a16="http://schemas.microsoft.com/office/drawing/2014/main" id="{626AC439-7BC9-4057-A357-629A3902991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526930" y="8228785"/>
              <a:ext cx="267511" cy="11922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1" name="Straight Connector 452">
              <a:extLst>
                <a:ext uri="{FF2B5EF4-FFF2-40B4-BE49-F238E27FC236}">
                  <a16:creationId xmlns:a16="http://schemas.microsoft.com/office/drawing/2014/main" id="{4563022B-92B5-47CE-A0B2-0A2B9F4E0CC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72532" y="8246500"/>
              <a:ext cx="217661" cy="8538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3" name="Straight Connector 452">
              <a:extLst>
                <a:ext uri="{FF2B5EF4-FFF2-40B4-BE49-F238E27FC236}">
                  <a16:creationId xmlns:a16="http://schemas.microsoft.com/office/drawing/2014/main" id="{F0BA0318-D35B-4FA3-90C0-E7C405342B2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732067" y="8138489"/>
              <a:ext cx="267511" cy="11922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4" name="Straight Connector 452">
              <a:extLst>
                <a:ext uri="{FF2B5EF4-FFF2-40B4-BE49-F238E27FC236}">
                  <a16:creationId xmlns:a16="http://schemas.microsoft.com/office/drawing/2014/main" id="{167E3C97-011D-489A-B992-A2240148C52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50376" y="7954232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5" name="Straight Connector 452">
              <a:extLst>
                <a:ext uri="{FF2B5EF4-FFF2-40B4-BE49-F238E27FC236}">
                  <a16:creationId xmlns:a16="http://schemas.microsoft.com/office/drawing/2014/main" id="{BA5C0120-1C25-4A63-B76B-378FD0BBCDA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66085" y="7874953"/>
              <a:ext cx="217661" cy="8538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6" name="Straight Connector 452">
              <a:extLst>
                <a:ext uri="{FF2B5EF4-FFF2-40B4-BE49-F238E27FC236}">
                  <a16:creationId xmlns:a16="http://schemas.microsoft.com/office/drawing/2014/main" id="{08445E42-6BF5-43AD-8B06-0DAD29112AB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81493" y="7860418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7" name="Straight Connector 452">
              <a:extLst>
                <a:ext uri="{FF2B5EF4-FFF2-40B4-BE49-F238E27FC236}">
                  <a16:creationId xmlns:a16="http://schemas.microsoft.com/office/drawing/2014/main" id="{8058B000-3AEB-4E54-8C76-8B894B94BE6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962335" y="8034358"/>
              <a:ext cx="487281" cy="21104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9" name="Straight Connector 452">
              <a:extLst>
                <a:ext uri="{FF2B5EF4-FFF2-40B4-BE49-F238E27FC236}">
                  <a16:creationId xmlns:a16="http://schemas.microsoft.com/office/drawing/2014/main" id="{A005FA90-94E5-4651-B2D8-39DE41710B3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45937" y="8174292"/>
              <a:ext cx="217661" cy="8538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0" name="Straight Connector 452">
              <a:extLst>
                <a:ext uri="{FF2B5EF4-FFF2-40B4-BE49-F238E27FC236}">
                  <a16:creationId xmlns:a16="http://schemas.microsoft.com/office/drawing/2014/main" id="{B1352EA5-E179-4DF2-AD92-EE043AF7FB3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206252" y="7954232"/>
              <a:ext cx="487281" cy="21104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1" name="Straight Connector 452">
              <a:extLst>
                <a:ext uri="{FF2B5EF4-FFF2-40B4-BE49-F238E27FC236}">
                  <a16:creationId xmlns:a16="http://schemas.microsoft.com/office/drawing/2014/main" id="{A1895692-D3FA-4719-A5DF-F8A9B0F46EA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20244" y="7753475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2" name="Straight Connector 452">
              <a:extLst>
                <a:ext uri="{FF2B5EF4-FFF2-40B4-BE49-F238E27FC236}">
                  <a16:creationId xmlns:a16="http://schemas.microsoft.com/office/drawing/2014/main" id="{CFC8004E-3E34-4759-87B6-6B46A265B9D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193073" y="7782632"/>
              <a:ext cx="1214197" cy="47054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4" name="Straight Connector 452">
              <a:extLst>
                <a:ext uri="{FF2B5EF4-FFF2-40B4-BE49-F238E27FC236}">
                  <a16:creationId xmlns:a16="http://schemas.microsoft.com/office/drawing/2014/main" id="{4B2D464F-D36C-472D-8D2A-B7EDD2A8F50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07270" y="8049177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5" name="Straight Connector 452">
              <a:extLst>
                <a:ext uri="{FF2B5EF4-FFF2-40B4-BE49-F238E27FC236}">
                  <a16:creationId xmlns:a16="http://schemas.microsoft.com/office/drawing/2014/main" id="{4FC4D86A-6FDC-4DBE-8E29-47C0A48F80A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437184" y="7688796"/>
              <a:ext cx="979181" cy="37727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7" name="Straight Connector 452">
              <a:extLst>
                <a:ext uri="{FF2B5EF4-FFF2-40B4-BE49-F238E27FC236}">
                  <a16:creationId xmlns:a16="http://schemas.microsoft.com/office/drawing/2014/main" id="{C01E9377-AE2F-4D54-BAAB-7E3BFF8F7DC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60984" y="7508721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8" name="Straight Connector 452">
              <a:extLst>
                <a:ext uri="{FF2B5EF4-FFF2-40B4-BE49-F238E27FC236}">
                  <a16:creationId xmlns:a16="http://schemas.microsoft.com/office/drawing/2014/main" id="{B9FB281C-59A9-4D31-933C-80C1D830308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444632" y="7514304"/>
              <a:ext cx="979181" cy="37727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9" name="Straight Connector 452">
              <a:extLst>
                <a:ext uri="{FF2B5EF4-FFF2-40B4-BE49-F238E27FC236}">
                  <a16:creationId xmlns:a16="http://schemas.microsoft.com/office/drawing/2014/main" id="{F0C32FB6-B840-40BD-89FD-00FB4A74076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11917" y="7683780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0" name="Straight Connector 452">
              <a:extLst>
                <a:ext uri="{FF2B5EF4-FFF2-40B4-BE49-F238E27FC236}">
                  <a16:creationId xmlns:a16="http://schemas.microsoft.com/office/drawing/2014/main" id="{529FF6C8-4C1F-46B6-A1A5-5AC190025D0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455449" y="7323813"/>
              <a:ext cx="979181" cy="37727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1" name="Straight Connector 452">
              <a:extLst>
                <a:ext uri="{FF2B5EF4-FFF2-40B4-BE49-F238E27FC236}">
                  <a16:creationId xmlns:a16="http://schemas.microsoft.com/office/drawing/2014/main" id="{87C4363F-CE44-4207-8D8A-CE4BE63F4FA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17994" y="7335934"/>
              <a:ext cx="217661" cy="8538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2" name="Straight Connector 452">
              <a:extLst>
                <a:ext uri="{FF2B5EF4-FFF2-40B4-BE49-F238E27FC236}">
                  <a16:creationId xmlns:a16="http://schemas.microsoft.com/office/drawing/2014/main" id="{542BD15D-585B-4E31-BF4A-2F0F3B7F328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24714" y="7227788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3" name="Straight Connector 452">
              <a:extLst>
                <a:ext uri="{FF2B5EF4-FFF2-40B4-BE49-F238E27FC236}">
                  <a16:creationId xmlns:a16="http://schemas.microsoft.com/office/drawing/2014/main" id="{C9FC0E8A-228D-4B1E-AF11-1A2486C0963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36973" y="7060137"/>
              <a:ext cx="447438" cy="18729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7" name="Straight Connector 452">
              <a:extLst>
                <a:ext uri="{FF2B5EF4-FFF2-40B4-BE49-F238E27FC236}">
                  <a16:creationId xmlns:a16="http://schemas.microsoft.com/office/drawing/2014/main" id="{D4D84B96-8E1E-4C57-92F9-3747FA481ED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651000" y="7069746"/>
              <a:ext cx="243558" cy="9310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9" name="Straight Connector 452">
              <a:extLst>
                <a:ext uri="{FF2B5EF4-FFF2-40B4-BE49-F238E27FC236}">
                  <a16:creationId xmlns:a16="http://schemas.microsoft.com/office/drawing/2014/main" id="{DC4BBC3C-9004-4EF1-BBCD-1E12A41FDC2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98921" y="7154347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0" name="Straight Connector 452">
              <a:extLst>
                <a:ext uri="{FF2B5EF4-FFF2-40B4-BE49-F238E27FC236}">
                  <a16:creationId xmlns:a16="http://schemas.microsoft.com/office/drawing/2014/main" id="{B4A5AC92-FF8E-40E2-B5CD-485EB3BAB04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892046" y="7352080"/>
              <a:ext cx="243558" cy="9310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1" name="Straight Connector 452">
              <a:extLst>
                <a:ext uri="{FF2B5EF4-FFF2-40B4-BE49-F238E27FC236}">
                  <a16:creationId xmlns:a16="http://schemas.microsoft.com/office/drawing/2014/main" id="{BE0E9612-E147-4025-BC63-69785907001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30370" y="7269281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2" name="Straight Connector 452">
              <a:extLst>
                <a:ext uri="{FF2B5EF4-FFF2-40B4-BE49-F238E27FC236}">
                  <a16:creationId xmlns:a16="http://schemas.microsoft.com/office/drawing/2014/main" id="{3DDA8165-3BDB-4D96-9E6C-4C3D50BBCDF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136070" y="7266413"/>
              <a:ext cx="243558" cy="9310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3" name="Straight Connector 452">
              <a:extLst>
                <a:ext uri="{FF2B5EF4-FFF2-40B4-BE49-F238E27FC236}">
                  <a16:creationId xmlns:a16="http://schemas.microsoft.com/office/drawing/2014/main" id="{172F6E5C-DE99-4D98-8494-57C6D8BD97C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70426" y="7345931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4" name="Straight Connector 452">
              <a:extLst>
                <a:ext uri="{FF2B5EF4-FFF2-40B4-BE49-F238E27FC236}">
                  <a16:creationId xmlns:a16="http://schemas.microsoft.com/office/drawing/2014/main" id="{B205A727-236D-4AC3-814A-0F0784118FA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367710" y="7432954"/>
              <a:ext cx="255095" cy="10578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6" name="Straight Connector 452">
              <a:extLst>
                <a:ext uri="{FF2B5EF4-FFF2-40B4-BE49-F238E27FC236}">
                  <a16:creationId xmlns:a16="http://schemas.microsoft.com/office/drawing/2014/main" id="{CCDB48F8-6CC2-44AC-97DC-8419B6B5D8C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618857" y="6878386"/>
              <a:ext cx="185" cy="56970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8" name="Straight Connector 452">
              <a:extLst>
                <a:ext uri="{FF2B5EF4-FFF2-40B4-BE49-F238E27FC236}">
                  <a16:creationId xmlns:a16="http://schemas.microsoft.com/office/drawing/2014/main" id="{62D020B4-5F9E-4B1B-9966-473B904242C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366004" y="6792743"/>
              <a:ext cx="258845" cy="10072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9" name="Straight Connector 452">
              <a:extLst>
                <a:ext uri="{FF2B5EF4-FFF2-40B4-BE49-F238E27FC236}">
                  <a16:creationId xmlns:a16="http://schemas.microsoft.com/office/drawing/2014/main" id="{1014AAB0-9E86-4DD1-BADE-59F6657151A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139731" y="6879883"/>
              <a:ext cx="243558" cy="9310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0" name="Straight Connector 452">
              <a:extLst>
                <a:ext uri="{FF2B5EF4-FFF2-40B4-BE49-F238E27FC236}">
                  <a16:creationId xmlns:a16="http://schemas.microsoft.com/office/drawing/2014/main" id="{756927E0-2854-4450-AF1D-926D8CBDD59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879202" y="6876146"/>
              <a:ext cx="255095" cy="10578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1" name="Straight Connector 452">
              <a:extLst>
                <a:ext uri="{FF2B5EF4-FFF2-40B4-BE49-F238E27FC236}">
                  <a16:creationId xmlns:a16="http://schemas.microsoft.com/office/drawing/2014/main" id="{C436C409-76EE-4FC6-98D2-E14F43949C6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13000" y="6771080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3" name="Straight Connector 452">
              <a:extLst>
                <a:ext uri="{FF2B5EF4-FFF2-40B4-BE49-F238E27FC236}">
                  <a16:creationId xmlns:a16="http://schemas.microsoft.com/office/drawing/2014/main" id="{FA355D52-91B9-4D37-AC12-5D6D686ABD7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74141" y="6778002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4" name="Straight Connector 452">
              <a:extLst>
                <a:ext uri="{FF2B5EF4-FFF2-40B4-BE49-F238E27FC236}">
                  <a16:creationId xmlns:a16="http://schemas.microsoft.com/office/drawing/2014/main" id="{89D6224C-9150-4EED-9562-0D3D1B5005C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18051" y="6688684"/>
              <a:ext cx="255095" cy="10578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5" name="Straight Connector 452">
              <a:extLst>
                <a:ext uri="{FF2B5EF4-FFF2-40B4-BE49-F238E27FC236}">
                  <a16:creationId xmlns:a16="http://schemas.microsoft.com/office/drawing/2014/main" id="{5282EBF9-6F8A-4FBC-A3D3-EDED5A0B2D7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54855" y="6153251"/>
              <a:ext cx="0" cy="56309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7" name="Straight Connector 452">
              <a:extLst>
                <a:ext uri="{FF2B5EF4-FFF2-40B4-BE49-F238E27FC236}">
                  <a16:creationId xmlns:a16="http://schemas.microsoft.com/office/drawing/2014/main" id="{C1C7A741-2A44-4E71-B1A8-1B192F62FD4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684313" y="5981247"/>
              <a:ext cx="472018" cy="1856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9" name="Straight Connector 452">
              <a:extLst>
                <a:ext uri="{FF2B5EF4-FFF2-40B4-BE49-F238E27FC236}">
                  <a16:creationId xmlns:a16="http://schemas.microsoft.com/office/drawing/2014/main" id="{6529124A-36B9-454D-8EEA-8A21A59BFA1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79014" y="5879687"/>
              <a:ext cx="246387" cy="1199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1" name="Straight Connector 452">
              <a:extLst>
                <a:ext uri="{FF2B5EF4-FFF2-40B4-BE49-F238E27FC236}">
                  <a16:creationId xmlns:a16="http://schemas.microsoft.com/office/drawing/2014/main" id="{992A6D45-2583-4F29-8818-F1DB90BCAB2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22511" y="5693576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2" name="Straight Connector 452">
              <a:extLst>
                <a:ext uri="{FF2B5EF4-FFF2-40B4-BE49-F238E27FC236}">
                  <a16:creationId xmlns:a16="http://schemas.microsoft.com/office/drawing/2014/main" id="{B81EC73D-BD09-4C10-AB81-3E153AE999E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70966" y="5700569"/>
              <a:ext cx="246387" cy="1199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3" name="Straight Connector 452">
              <a:extLst>
                <a:ext uri="{FF2B5EF4-FFF2-40B4-BE49-F238E27FC236}">
                  <a16:creationId xmlns:a16="http://schemas.microsoft.com/office/drawing/2014/main" id="{376D6E18-9B53-4765-A6C2-31AC57C4AD6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447570" y="5713480"/>
              <a:ext cx="231775" cy="8572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4" name="Straight Connector 452">
              <a:extLst>
                <a:ext uri="{FF2B5EF4-FFF2-40B4-BE49-F238E27FC236}">
                  <a16:creationId xmlns:a16="http://schemas.microsoft.com/office/drawing/2014/main" id="{A598D4DD-6B1C-4935-B80C-6339A8B176E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52920" y="5334146"/>
              <a:ext cx="0" cy="37937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6" name="Straight Connector 455">
              <a:extLst>
                <a:ext uri="{FF2B5EF4-FFF2-40B4-BE49-F238E27FC236}">
                  <a16:creationId xmlns:a16="http://schemas.microsoft.com/office/drawing/2014/main" id="{F469ED0F-C65D-4A93-A0F5-C6BD9396569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440706" y="5347243"/>
              <a:ext cx="482424" cy="19362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8" name="Straight Connector 452">
              <a:extLst>
                <a:ext uri="{FF2B5EF4-FFF2-40B4-BE49-F238E27FC236}">
                  <a16:creationId xmlns:a16="http://schemas.microsoft.com/office/drawing/2014/main" id="{57DB0AB0-EDF7-4D93-8F79-C4FCC214816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30238" y="5359366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9" name="Straight Connector 452">
              <a:extLst>
                <a:ext uri="{FF2B5EF4-FFF2-40B4-BE49-F238E27FC236}">
                  <a16:creationId xmlns:a16="http://schemas.microsoft.com/office/drawing/2014/main" id="{E652D760-E17D-4A1C-93DB-3D4635662FF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714223" y="5260896"/>
              <a:ext cx="231775" cy="8572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0" name="Straight Connector 452">
              <a:extLst>
                <a:ext uri="{FF2B5EF4-FFF2-40B4-BE49-F238E27FC236}">
                  <a16:creationId xmlns:a16="http://schemas.microsoft.com/office/drawing/2014/main" id="{06FAC4A8-4908-4464-B8FB-84FB977549F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115275" y="3336043"/>
              <a:ext cx="1147625" cy="47371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5" name="Straight Connector 452">
              <a:extLst>
                <a:ext uri="{FF2B5EF4-FFF2-40B4-BE49-F238E27FC236}">
                  <a16:creationId xmlns:a16="http://schemas.microsoft.com/office/drawing/2014/main" id="{9F58987A-6898-4C13-B4EF-800387D0435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037232" y="2702183"/>
              <a:ext cx="225470" cy="11213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7" name="Straight Connector 452">
              <a:extLst>
                <a:ext uri="{FF2B5EF4-FFF2-40B4-BE49-F238E27FC236}">
                  <a16:creationId xmlns:a16="http://schemas.microsoft.com/office/drawing/2014/main" id="{CAC54A38-F40F-4942-800D-FFE64C54F90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19351" y="2709863"/>
              <a:ext cx="228982" cy="9366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9" name="Straight Connector 452">
              <a:extLst>
                <a:ext uri="{FF2B5EF4-FFF2-40B4-BE49-F238E27FC236}">
                  <a16:creationId xmlns:a16="http://schemas.microsoft.com/office/drawing/2014/main" id="{85876F62-BE5F-4800-8CA1-07FF92D52CF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01523" y="2615359"/>
              <a:ext cx="212116" cy="11136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1" name="Straight Connector 452">
              <a:extLst>
                <a:ext uri="{FF2B5EF4-FFF2-40B4-BE49-F238E27FC236}">
                  <a16:creationId xmlns:a16="http://schemas.microsoft.com/office/drawing/2014/main" id="{E53EF771-3541-42A4-B997-43190F4BE6C9}"/>
                </a:ext>
              </a:extLst>
            </p:cNvPr>
            <p:cNvCxnSpPr>
              <a:cxnSpLocks/>
            </p:cNvCxnSpPr>
            <p:nvPr/>
          </p:nvCxnSpPr>
          <p:spPr>
            <a:xfrm>
              <a:off x="5717421" y="2251872"/>
              <a:ext cx="0" cy="37623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2" name="Straight Connector 452">
              <a:extLst>
                <a:ext uri="{FF2B5EF4-FFF2-40B4-BE49-F238E27FC236}">
                  <a16:creationId xmlns:a16="http://schemas.microsoft.com/office/drawing/2014/main" id="{D557B695-E263-4432-84E2-598AB519014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477747" y="2170691"/>
              <a:ext cx="240765" cy="8783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3" name="Straight Connector 452">
              <a:extLst>
                <a:ext uri="{FF2B5EF4-FFF2-40B4-BE49-F238E27FC236}">
                  <a16:creationId xmlns:a16="http://schemas.microsoft.com/office/drawing/2014/main" id="{328D211A-E21F-49EF-83C3-E89660839D6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756731" y="4886537"/>
              <a:ext cx="237701" cy="8921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5" name="Straight Connector 452">
              <a:extLst>
                <a:ext uri="{FF2B5EF4-FFF2-40B4-BE49-F238E27FC236}">
                  <a16:creationId xmlns:a16="http://schemas.microsoft.com/office/drawing/2014/main" id="{75347069-6654-48F5-8EAA-BB6D120C82D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50935" y="2611118"/>
              <a:ext cx="4205" cy="235737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7" name="Straight Connector 452">
              <a:extLst>
                <a:ext uri="{FF2B5EF4-FFF2-40B4-BE49-F238E27FC236}">
                  <a16:creationId xmlns:a16="http://schemas.microsoft.com/office/drawing/2014/main" id="{2EEEAB24-11B4-4CE4-A47E-B937583E81B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57899" y="2609691"/>
              <a:ext cx="711797" cy="27804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9" name="Straight Connector 452">
              <a:extLst>
                <a:ext uri="{FF2B5EF4-FFF2-40B4-BE49-F238E27FC236}">
                  <a16:creationId xmlns:a16="http://schemas.microsoft.com/office/drawing/2014/main" id="{9E3470B4-99F0-45AA-AFC4-11C97EEE562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30460" y="3037148"/>
              <a:ext cx="289" cy="59700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1" name="Straight Connector 452">
              <a:extLst>
                <a:ext uri="{FF2B5EF4-FFF2-40B4-BE49-F238E27FC236}">
                  <a16:creationId xmlns:a16="http://schemas.microsoft.com/office/drawing/2014/main" id="{C0AFA32E-EDF1-4409-9880-7B53245DE88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790047" y="3090748"/>
              <a:ext cx="206787" cy="8378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3" name="Straight Connector 452">
              <a:extLst>
                <a:ext uri="{FF2B5EF4-FFF2-40B4-BE49-F238E27FC236}">
                  <a16:creationId xmlns:a16="http://schemas.microsoft.com/office/drawing/2014/main" id="{32F2A435-ED15-4194-A6B1-E4FA934DD83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771355" y="3453010"/>
              <a:ext cx="463412" cy="16837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4" name="Straight Connector 452">
              <a:extLst>
                <a:ext uri="{FF2B5EF4-FFF2-40B4-BE49-F238E27FC236}">
                  <a16:creationId xmlns:a16="http://schemas.microsoft.com/office/drawing/2014/main" id="{BECBEE4F-BCFB-4C87-8021-985AAFC608D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81007" y="3456633"/>
              <a:ext cx="9040" cy="694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7" name="Straight Connector 452">
              <a:extLst>
                <a:ext uri="{FF2B5EF4-FFF2-40B4-BE49-F238E27FC236}">
                  <a16:creationId xmlns:a16="http://schemas.microsoft.com/office/drawing/2014/main" id="{81A54736-5485-4E71-A122-2066750A45C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230460" y="3797326"/>
              <a:ext cx="237796" cy="9190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9" name="Straight Connector 452">
              <a:extLst>
                <a:ext uri="{FF2B5EF4-FFF2-40B4-BE49-F238E27FC236}">
                  <a16:creationId xmlns:a16="http://schemas.microsoft.com/office/drawing/2014/main" id="{2262D522-98D7-4842-89C3-A7B0CC7F0CB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451679" y="3871482"/>
              <a:ext cx="2954" cy="37819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1" name="Straight Connector 452">
              <a:extLst>
                <a:ext uri="{FF2B5EF4-FFF2-40B4-BE49-F238E27FC236}">
                  <a16:creationId xmlns:a16="http://schemas.microsoft.com/office/drawing/2014/main" id="{56D4FC92-776D-4685-A7EA-474FE23C5A6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438880" y="4239756"/>
              <a:ext cx="977485" cy="40127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3" name="Straight Connector 452">
              <a:extLst>
                <a:ext uri="{FF2B5EF4-FFF2-40B4-BE49-F238E27FC236}">
                  <a16:creationId xmlns:a16="http://schemas.microsoft.com/office/drawing/2014/main" id="{E4F42305-ACDB-438E-8A9B-6AFDC069376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77121" y="4524722"/>
              <a:ext cx="262606" cy="12807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5" name="Straight Connector 452">
              <a:extLst>
                <a:ext uri="{FF2B5EF4-FFF2-40B4-BE49-F238E27FC236}">
                  <a16:creationId xmlns:a16="http://schemas.microsoft.com/office/drawing/2014/main" id="{035E88FB-AB8B-4C54-8DB1-B560E569ED4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726597" y="3797326"/>
              <a:ext cx="672569" cy="28074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9" name="Straight Connector 452">
              <a:extLst>
                <a:ext uri="{FF2B5EF4-FFF2-40B4-BE49-F238E27FC236}">
                  <a16:creationId xmlns:a16="http://schemas.microsoft.com/office/drawing/2014/main" id="{22BB1B70-BC50-4F17-A334-CF47461CA6D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698603" y="3420875"/>
              <a:ext cx="1921" cy="39677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3" name="Straight Connector 452">
              <a:extLst>
                <a:ext uri="{FF2B5EF4-FFF2-40B4-BE49-F238E27FC236}">
                  <a16:creationId xmlns:a16="http://schemas.microsoft.com/office/drawing/2014/main" id="{C6DA02D5-7489-4C27-8D46-A964B412526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96264" y="3335560"/>
              <a:ext cx="230510" cy="8980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5" name="Straight Connector 452">
              <a:extLst>
                <a:ext uri="{FF2B5EF4-FFF2-40B4-BE49-F238E27FC236}">
                  <a16:creationId xmlns:a16="http://schemas.microsoft.com/office/drawing/2014/main" id="{D0655F9E-704D-4147-AC7B-0DE086178A2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17091" y="3324937"/>
              <a:ext cx="5935" cy="36178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6" name="Straight Connector 452">
              <a:extLst>
                <a:ext uri="{FF2B5EF4-FFF2-40B4-BE49-F238E27FC236}">
                  <a16:creationId xmlns:a16="http://schemas.microsoft.com/office/drawing/2014/main" id="{0CCBFB50-F49A-4637-A20A-FEE7C7F7438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24407" y="3681881"/>
              <a:ext cx="708171" cy="29279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1" name="Straight Connector 452">
              <a:extLst>
                <a:ext uri="{FF2B5EF4-FFF2-40B4-BE49-F238E27FC236}">
                  <a16:creationId xmlns:a16="http://schemas.microsoft.com/office/drawing/2014/main" id="{9D6A2031-62AB-4104-8BB9-0228A7F513F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635748" y="3618310"/>
              <a:ext cx="469474" cy="17901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4" name="Straight Connector 452">
              <a:extLst>
                <a:ext uri="{FF2B5EF4-FFF2-40B4-BE49-F238E27FC236}">
                  <a16:creationId xmlns:a16="http://schemas.microsoft.com/office/drawing/2014/main" id="{DE5E22F0-A679-46CF-A2B1-8A391FD5857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34747" y="3621387"/>
              <a:ext cx="0" cy="35797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9" name="Straight Connector 452">
              <a:extLst>
                <a:ext uri="{FF2B5EF4-FFF2-40B4-BE49-F238E27FC236}">
                  <a16:creationId xmlns:a16="http://schemas.microsoft.com/office/drawing/2014/main" id="{C2C6CDF8-B5EB-42CE-AC17-C84D51CFB79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618417" y="4506386"/>
              <a:ext cx="267638" cy="11731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1" name="Straight Connector 452">
              <a:extLst>
                <a:ext uri="{FF2B5EF4-FFF2-40B4-BE49-F238E27FC236}">
                  <a16:creationId xmlns:a16="http://schemas.microsoft.com/office/drawing/2014/main" id="{717D7560-F534-41B2-81D5-F23BF56E2BC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08201" y="4235208"/>
              <a:ext cx="453093" cy="18993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3" name="Straight Connector 452">
              <a:extLst>
                <a:ext uri="{FF2B5EF4-FFF2-40B4-BE49-F238E27FC236}">
                  <a16:creationId xmlns:a16="http://schemas.microsoft.com/office/drawing/2014/main" id="{6B006D57-4DA1-4667-B40B-2FCF75E249A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851634" y="4236717"/>
              <a:ext cx="235082" cy="10866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5" name="Straight Connector 452">
              <a:extLst>
                <a:ext uri="{FF2B5EF4-FFF2-40B4-BE49-F238E27FC236}">
                  <a16:creationId xmlns:a16="http://schemas.microsoft.com/office/drawing/2014/main" id="{B7911A20-C809-4BE7-9579-AD595A09CE0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689708" y="4158595"/>
              <a:ext cx="709458" cy="26654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7" name="Straight Connector 452">
              <a:extLst>
                <a:ext uri="{FF2B5EF4-FFF2-40B4-BE49-F238E27FC236}">
                  <a16:creationId xmlns:a16="http://schemas.microsoft.com/office/drawing/2014/main" id="{9D534B3E-C19A-47D7-BECF-79CF0DBB6E3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77141" y="4520469"/>
              <a:ext cx="210736" cy="9825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3" name="Straight Connector 452">
              <a:extLst>
                <a:ext uri="{FF2B5EF4-FFF2-40B4-BE49-F238E27FC236}">
                  <a16:creationId xmlns:a16="http://schemas.microsoft.com/office/drawing/2014/main" id="{3CA7A8B8-50C1-4540-A505-2C669A2F61C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33166" y="5128370"/>
              <a:ext cx="246387" cy="1199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4" name="Straight Connector 452">
              <a:extLst>
                <a:ext uri="{FF2B5EF4-FFF2-40B4-BE49-F238E27FC236}">
                  <a16:creationId xmlns:a16="http://schemas.microsoft.com/office/drawing/2014/main" id="{FFC27596-4E0D-49E3-8E33-B03B8FE1220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44801" y="4960838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6" name="Straight Connector 452">
              <a:extLst>
                <a:ext uri="{FF2B5EF4-FFF2-40B4-BE49-F238E27FC236}">
                  <a16:creationId xmlns:a16="http://schemas.microsoft.com/office/drawing/2014/main" id="{DC50C583-8456-4C0C-9F3E-088E07137E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80084" y="4967182"/>
              <a:ext cx="246387" cy="1199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8" name="Straight Connector 452">
              <a:extLst>
                <a:ext uri="{FF2B5EF4-FFF2-40B4-BE49-F238E27FC236}">
                  <a16:creationId xmlns:a16="http://schemas.microsoft.com/office/drawing/2014/main" id="{1ACBD9C4-52D6-4694-8A94-70453B0A472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83042" y="4869442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0" name="Straight Connector 452">
              <a:extLst>
                <a:ext uri="{FF2B5EF4-FFF2-40B4-BE49-F238E27FC236}">
                  <a16:creationId xmlns:a16="http://schemas.microsoft.com/office/drawing/2014/main" id="{34BB346E-DF2F-40F5-9FD3-5F9AE81D8E7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83935" y="4872469"/>
              <a:ext cx="681047" cy="28757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6" name="Straight Connector 452">
              <a:extLst>
                <a:ext uri="{FF2B5EF4-FFF2-40B4-BE49-F238E27FC236}">
                  <a16:creationId xmlns:a16="http://schemas.microsoft.com/office/drawing/2014/main" id="{3774BA98-ECF8-4D6D-900F-51D7EAFA46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91991" y="4989274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8" name="Straight Connector 807">
              <a:extLst>
                <a:ext uri="{FF2B5EF4-FFF2-40B4-BE49-F238E27FC236}">
                  <a16:creationId xmlns:a16="http://schemas.microsoft.com/office/drawing/2014/main" id="{A79DDB90-7BD5-41D7-A1F9-59501BFECE1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523599" y="4974598"/>
              <a:ext cx="231775" cy="8572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2" name="Straight Connector 452">
              <a:extLst>
                <a:ext uri="{FF2B5EF4-FFF2-40B4-BE49-F238E27FC236}">
                  <a16:creationId xmlns:a16="http://schemas.microsoft.com/office/drawing/2014/main" id="{12C447F7-0713-4548-A7D8-D2B65EB9BB9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68662" y="4883503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5" name="Straight Connector 452">
              <a:extLst>
                <a:ext uri="{FF2B5EF4-FFF2-40B4-BE49-F238E27FC236}">
                  <a16:creationId xmlns:a16="http://schemas.microsoft.com/office/drawing/2014/main" id="{457EA46D-2B29-47C5-A57D-51D34ABBFE4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42676" y="4807823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6" name="Straight Connector 452">
              <a:extLst>
                <a:ext uri="{FF2B5EF4-FFF2-40B4-BE49-F238E27FC236}">
                  <a16:creationId xmlns:a16="http://schemas.microsoft.com/office/drawing/2014/main" id="{3008D6CD-B46F-4BF3-8AA7-BF0AC4BF962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83582" y="4714409"/>
              <a:ext cx="237701" cy="8921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8" name="Straight Connector 452">
              <a:extLst>
                <a:ext uri="{FF2B5EF4-FFF2-40B4-BE49-F238E27FC236}">
                  <a16:creationId xmlns:a16="http://schemas.microsoft.com/office/drawing/2014/main" id="{471650A8-3F57-4BC4-B64D-8A4B991EC5F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84116" y="4707438"/>
              <a:ext cx="12778" cy="35618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0" name="Straight Connector 452">
              <a:extLst>
                <a:ext uri="{FF2B5EF4-FFF2-40B4-BE49-F238E27FC236}">
                  <a16:creationId xmlns:a16="http://schemas.microsoft.com/office/drawing/2014/main" id="{81E948E7-374F-4DE9-A055-6697BC213CC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1495" y="5053970"/>
              <a:ext cx="506648" cy="20413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2" name="Straight Connector 452">
              <a:extLst>
                <a:ext uri="{FF2B5EF4-FFF2-40B4-BE49-F238E27FC236}">
                  <a16:creationId xmlns:a16="http://schemas.microsoft.com/office/drawing/2014/main" id="{E37D3FD4-B5C6-4E2A-9828-F7ED77230ED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87940" y="5168367"/>
              <a:ext cx="237701" cy="8921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4" name="Straight Connector 452">
              <a:extLst>
                <a:ext uri="{FF2B5EF4-FFF2-40B4-BE49-F238E27FC236}">
                  <a16:creationId xmlns:a16="http://schemas.microsoft.com/office/drawing/2014/main" id="{66CB2C42-5D99-494C-8726-EE6F1DEA596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6056" y="3357976"/>
              <a:ext cx="7160" cy="181472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6" name="Straight Connector 452">
              <a:extLst>
                <a:ext uri="{FF2B5EF4-FFF2-40B4-BE49-F238E27FC236}">
                  <a16:creationId xmlns:a16="http://schemas.microsoft.com/office/drawing/2014/main" id="{AC89669F-33D5-46AA-8FA1-4CF862B9EFC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5680" y="3242499"/>
              <a:ext cx="246387" cy="1199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7" name="Straight Connector 452">
              <a:extLst>
                <a:ext uri="{FF2B5EF4-FFF2-40B4-BE49-F238E27FC236}">
                  <a16:creationId xmlns:a16="http://schemas.microsoft.com/office/drawing/2014/main" id="{50F730FC-9C57-4062-80B1-F3722E87175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18597" y="3235843"/>
              <a:ext cx="7044" cy="163359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8" name="Straight Connector 827">
              <a:extLst>
                <a:ext uri="{FF2B5EF4-FFF2-40B4-BE49-F238E27FC236}">
                  <a16:creationId xmlns:a16="http://schemas.microsoft.com/office/drawing/2014/main" id="{9EC2831C-2715-4C9A-9BCB-2ED4DE4768F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8577" y="4878775"/>
              <a:ext cx="231775" cy="8572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0" name="Straight Connector 452">
              <a:extLst>
                <a:ext uri="{FF2B5EF4-FFF2-40B4-BE49-F238E27FC236}">
                  <a16:creationId xmlns:a16="http://schemas.microsoft.com/office/drawing/2014/main" id="{B3EC8F91-9E0C-447F-A3A5-9CD8B6ACD06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76641" y="2894022"/>
              <a:ext cx="0" cy="18577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1" name="Straight Connector 452">
              <a:extLst>
                <a:ext uri="{FF2B5EF4-FFF2-40B4-BE49-F238E27FC236}">
                  <a16:creationId xmlns:a16="http://schemas.microsoft.com/office/drawing/2014/main" id="{82957399-5BA8-442C-BEA1-5CD503042F1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05873" y="2997861"/>
              <a:ext cx="0" cy="18577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4" name="Straight Connector 452">
              <a:extLst>
                <a:ext uri="{FF2B5EF4-FFF2-40B4-BE49-F238E27FC236}">
                  <a16:creationId xmlns:a16="http://schemas.microsoft.com/office/drawing/2014/main" id="{6A97C17A-EFB5-47CF-8311-74D71D8258A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025436" y="2986322"/>
              <a:ext cx="206787" cy="8378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7" name="Straight Connector 452">
              <a:extLst>
                <a:ext uri="{FF2B5EF4-FFF2-40B4-BE49-F238E27FC236}">
                  <a16:creationId xmlns:a16="http://schemas.microsoft.com/office/drawing/2014/main" id="{86D1070C-018F-4AB5-828A-CF0EDBCC9ED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65552" y="4051323"/>
              <a:ext cx="246387" cy="1199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9" name="Straight Connector 452">
              <a:extLst>
                <a:ext uri="{FF2B5EF4-FFF2-40B4-BE49-F238E27FC236}">
                  <a16:creationId xmlns:a16="http://schemas.microsoft.com/office/drawing/2014/main" id="{5D493857-48AF-4A3B-885E-D5918C9D5B0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012722" y="3912625"/>
              <a:ext cx="6252" cy="17101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0" name="Straight Connector 452">
              <a:extLst>
                <a:ext uri="{FF2B5EF4-FFF2-40B4-BE49-F238E27FC236}">
                  <a16:creationId xmlns:a16="http://schemas.microsoft.com/office/drawing/2014/main" id="{A7181424-DC68-4FC6-92B6-8E9C585F20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90492" y="4067200"/>
              <a:ext cx="239746" cy="1004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2" name="Straight Connector 452">
              <a:extLst>
                <a:ext uri="{FF2B5EF4-FFF2-40B4-BE49-F238E27FC236}">
                  <a16:creationId xmlns:a16="http://schemas.microsoft.com/office/drawing/2014/main" id="{DD9FF726-12B5-43AC-837C-6D063EC3987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50374" y="4075356"/>
              <a:ext cx="468587" cy="18018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3" name="Straight Connector 452">
              <a:extLst>
                <a:ext uri="{FF2B5EF4-FFF2-40B4-BE49-F238E27FC236}">
                  <a16:creationId xmlns:a16="http://schemas.microsoft.com/office/drawing/2014/main" id="{6F2AE736-BDFB-463C-9366-0F6EC6B04C0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10645" y="4069822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3" name="Straight Connector 452">
              <a:extLst>
                <a:ext uri="{FF2B5EF4-FFF2-40B4-BE49-F238E27FC236}">
                  <a16:creationId xmlns:a16="http://schemas.microsoft.com/office/drawing/2014/main" id="{1C9FF132-45CF-4C91-A498-ABBE77A25E5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89039" y="3798382"/>
              <a:ext cx="239746" cy="1004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0" name="Straight Connector 452">
              <a:extLst>
                <a:ext uri="{FF2B5EF4-FFF2-40B4-BE49-F238E27FC236}">
                  <a16:creationId xmlns:a16="http://schemas.microsoft.com/office/drawing/2014/main" id="{C8416073-FB92-4F50-A82E-7A4E3508687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72546" y="4325468"/>
              <a:ext cx="210736" cy="9825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2" name="Straight Connector 452">
              <a:extLst>
                <a:ext uri="{FF2B5EF4-FFF2-40B4-BE49-F238E27FC236}">
                  <a16:creationId xmlns:a16="http://schemas.microsoft.com/office/drawing/2014/main" id="{96915B32-7420-41FF-B12C-8D5A31955C0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866621" y="4442727"/>
              <a:ext cx="231775" cy="8572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8" name="Straight Connector 452">
              <a:extLst>
                <a:ext uri="{FF2B5EF4-FFF2-40B4-BE49-F238E27FC236}">
                  <a16:creationId xmlns:a16="http://schemas.microsoft.com/office/drawing/2014/main" id="{8A784316-FA7C-483C-9400-B2BAF81E3EC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520184" y="2721242"/>
              <a:ext cx="225470" cy="11213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3" name="Straight Connector 452">
              <a:extLst>
                <a:ext uri="{FF2B5EF4-FFF2-40B4-BE49-F238E27FC236}">
                  <a16:creationId xmlns:a16="http://schemas.microsoft.com/office/drawing/2014/main" id="{02CFE66D-3143-4A28-BE75-C2727F82CBD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55979" y="2735802"/>
              <a:ext cx="228982" cy="9366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9" name="team3">
            <a:extLst>
              <a:ext uri="{FF2B5EF4-FFF2-40B4-BE49-F238E27FC236}">
                <a16:creationId xmlns:a16="http://schemas.microsoft.com/office/drawing/2014/main" id="{B6DD5914-5783-45F4-8C9C-E08DB59A0856}"/>
              </a:ext>
            </a:extLst>
          </p:cNvPr>
          <p:cNvGrpSpPr/>
          <p:nvPr/>
        </p:nvGrpSpPr>
        <p:grpSpPr>
          <a:xfrm>
            <a:off x="5007984" y="2519978"/>
            <a:ext cx="3032061" cy="4284432"/>
            <a:chOff x="5015361" y="2538277"/>
            <a:chExt cx="3032061" cy="4284432"/>
          </a:xfrm>
          <a:effectLst/>
        </p:grpSpPr>
        <p:cxnSp>
          <p:nvCxnSpPr>
            <p:cNvPr id="64" name="Straight Connector 452">
              <a:extLst>
                <a:ext uri="{FF2B5EF4-FFF2-40B4-BE49-F238E27FC236}">
                  <a16:creationId xmlns:a16="http://schemas.microsoft.com/office/drawing/2014/main" id="{50CFEF5D-70BC-4044-A262-87BB4F24301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99497" y="3214366"/>
              <a:ext cx="3744" cy="1036208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452">
              <a:extLst>
                <a:ext uri="{FF2B5EF4-FFF2-40B4-BE49-F238E27FC236}">
                  <a16:creationId xmlns:a16="http://schemas.microsoft.com/office/drawing/2014/main" id="{369E7231-241D-4916-BAD1-FCB84BAAD67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95452" y="4283604"/>
              <a:ext cx="467287" cy="201470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452">
              <a:extLst>
                <a:ext uri="{FF2B5EF4-FFF2-40B4-BE49-F238E27FC236}">
                  <a16:creationId xmlns:a16="http://schemas.microsoft.com/office/drawing/2014/main" id="{7B6380AB-855D-4E36-B2AE-A27F017382F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53955" y="4479601"/>
              <a:ext cx="8783" cy="553799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452">
              <a:extLst>
                <a:ext uri="{FF2B5EF4-FFF2-40B4-BE49-F238E27FC236}">
                  <a16:creationId xmlns:a16="http://schemas.microsoft.com/office/drawing/2014/main" id="{E2C885CE-5682-4CCE-BB68-A77AD288539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11352" y="5014350"/>
              <a:ext cx="242481" cy="79135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452">
              <a:extLst>
                <a:ext uri="{FF2B5EF4-FFF2-40B4-BE49-F238E27FC236}">
                  <a16:creationId xmlns:a16="http://schemas.microsoft.com/office/drawing/2014/main" id="{9843C77D-2B54-4376-89C2-5A3ED2E78B9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18460" y="5084139"/>
              <a:ext cx="0" cy="220712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452">
              <a:extLst>
                <a:ext uri="{FF2B5EF4-FFF2-40B4-BE49-F238E27FC236}">
                  <a16:creationId xmlns:a16="http://schemas.microsoft.com/office/drawing/2014/main" id="{0F7E1505-CAE6-4B54-8B4E-FFAB9889E51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415330" y="5292664"/>
              <a:ext cx="254785" cy="81976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452">
              <a:extLst>
                <a:ext uri="{FF2B5EF4-FFF2-40B4-BE49-F238E27FC236}">
                  <a16:creationId xmlns:a16="http://schemas.microsoft.com/office/drawing/2014/main" id="{DC06FEFC-2D84-4436-A416-5CE15B16E60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57766" y="5374640"/>
              <a:ext cx="0" cy="220712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452">
              <a:extLst>
                <a:ext uri="{FF2B5EF4-FFF2-40B4-BE49-F238E27FC236}">
                  <a16:creationId xmlns:a16="http://schemas.microsoft.com/office/drawing/2014/main" id="{385BBFE3-98A0-4872-8919-0737B5BCCE3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95452" y="5554769"/>
              <a:ext cx="458382" cy="166928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452">
              <a:extLst>
                <a:ext uri="{FF2B5EF4-FFF2-40B4-BE49-F238E27FC236}">
                  <a16:creationId xmlns:a16="http://schemas.microsoft.com/office/drawing/2014/main" id="{D28335D0-93D5-4E3D-89B0-5AC3ED6F410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95452" y="5721697"/>
              <a:ext cx="0" cy="360851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452">
              <a:extLst>
                <a:ext uri="{FF2B5EF4-FFF2-40B4-BE49-F238E27FC236}">
                  <a16:creationId xmlns:a16="http://schemas.microsoft.com/office/drawing/2014/main" id="{2B572533-4762-4329-BF71-32B1FEF4074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88969" y="6081205"/>
              <a:ext cx="464864" cy="177808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452">
              <a:extLst>
                <a:ext uri="{FF2B5EF4-FFF2-40B4-BE49-F238E27FC236}">
                  <a16:creationId xmlns:a16="http://schemas.microsoft.com/office/drawing/2014/main" id="{BA14B247-D5F0-4C34-8912-8BDE8CE9C89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53834" y="6081205"/>
              <a:ext cx="445468" cy="178241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452">
              <a:extLst>
                <a:ext uri="{FF2B5EF4-FFF2-40B4-BE49-F238E27FC236}">
                  <a16:creationId xmlns:a16="http://schemas.microsoft.com/office/drawing/2014/main" id="{5F7BDC5E-B5E5-4D96-B241-B2D78281C28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05758" y="5722368"/>
              <a:ext cx="0" cy="359508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452">
              <a:extLst>
                <a:ext uri="{FF2B5EF4-FFF2-40B4-BE49-F238E27FC236}">
                  <a16:creationId xmlns:a16="http://schemas.microsoft.com/office/drawing/2014/main" id="{468B80C7-1C8D-4FEB-9CDB-D65A2B2EB20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850973" y="5642255"/>
              <a:ext cx="254785" cy="81976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452">
              <a:extLst>
                <a:ext uri="{FF2B5EF4-FFF2-40B4-BE49-F238E27FC236}">
                  <a16:creationId xmlns:a16="http://schemas.microsoft.com/office/drawing/2014/main" id="{47D0BC03-918F-4D78-ADB1-0896A7C5B56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76568" y="5444413"/>
              <a:ext cx="0" cy="220712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452">
              <a:extLst>
                <a:ext uri="{FF2B5EF4-FFF2-40B4-BE49-F238E27FC236}">
                  <a16:creationId xmlns:a16="http://schemas.microsoft.com/office/drawing/2014/main" id="{13164DA3-73A5-457C-9192-CB5B340D196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96593" y="5374640"/>
              <a:ext cx="242481" cy="79135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452">
              <a:extLst>
                <a:ext uri="{FF2B5EF4-FFF2-40B4-BE49-F238E27FC236}">
                  <a16:creationId xmlns:a16="http://schemas.microsoft.com/office/drawing/2014/main" id="{2BEF8C7C-E5CC-474F-95F7-37A146C8D9B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29693" y="5194495"/>
              <a:ext cx="0" cy="142837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452">
              <a:extLst>
                <a:ext uri="{FF2B5EF4-FFF2-40B4-BE49-F238E27FC236}">
                  <a16:creationId xmlns:a16="http://schemas.microsoft.com/office/drawing/2014/main" id="{4BA660AF-B5BB-44C7-923C-5BCB5CF633F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869105" y="5098255"/>
              <a:ext cx="254785" cy="81976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452">
              <a:extLst>
                <a:ext uri="{FF2B5EF4-FFF2-40B4-BE49-F238E27FC236}">
                  <a16:creationId xmlns:a16="http://schemas.microsoft.com/office/drawing/2014/main" id="{978DC371-1E35-4330-99C8-D5D97A482B3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04162" y="4989562"/>
              <a:ext cx="242481" cy="79135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452">
              <a:extLst>
                <a:ext uri="{FF2B5EF4-FFF2-40B4-BE49-F238E27FC236}">
                  <a16:creationId xmlns:a16="http://schemas.microsoft.com/office/drawing/2014/main" id="{33FA8ADE-5D07-46D3-87D2-9D0E4A567ED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142188" y="5014350"/>
              <a:ext cx="447084" cy="180145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452">
              <a:extLst>
                <a:ext uri="{FF2B5EF4-FFF2-40B4-BE49-F238E27FC236}">
                  <a16:creationId xmlns:a16="http://schemas.microsoft.com/office/drawing/2014/main" id="{841D43CC-0188-477D-A943-B89F7A53903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34551" y="5185179"/>
              <a:ext cx="242481" cy="79135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452">
              <a:extLst>
                <a:ext uri="{FF2B5EF4-FFF2-40B4-BE49-F238E27FC236}">
                  <a16:creationId xmlns:a16="http://schemas.microsoft.com/office/drawing/2014/main" id="{E9038D39-FEED-4916-8EAF-FFB8AA79E06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34551" y="5310938"/>
              <a:ext cx="0" cy="142837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452">
              <a:extLst>
                <a:ext uri="{FF2B5EF4-FFF2-40B4-BE49-F238E27FC236}">
                  <a16:creationId xmlns:a16="http://schemas.microsoft.com/office/drawing/2014/main" id="{E6C38FD2-B580-418A-812D-1751CAAB8DC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103047" y="5458897"/>
              <a:ext cx="242481" cy="79135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452">
              <a:extLst>
                <a:ext uri="{FF2B5EF4-FFF2-40B4-BE49-F238E27FC236}">
                  <a16:creationId xmlns:a16="http://schemas.microsoft.com/office/drawing/2014/main" id="{337764BA-BD21-4092-B605-6D5E8629DF1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129280" y="5547083"/>
              <a:ext cx="254785" cy="81976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452">
              <a:extLst>
                <a:ext uri="{FF2B5EF4-FFF2-40B4-BE49-F238E27FC236}">
                  <a16:creationId xmlns:a16="http://schemas.microsoft.com/office/drawing/2014/main" id="{4B21C4E4-13AD-440E-BED5-3CDB530FBA7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65730" y="5553672"/>
              <a:ext cx="242481" cy="79135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452">
              <a:extLst>
                <a:ext uri="{FF2B5EF4-FFF2-40B4-BE49-F238E27FC236}">
                  <a16:creationId xmlns:a16="http://schemas.microsoft.com/office/drawing/2014/main" id="{71263FE0-B23B-40B6-B50D-B5CFB6A75B2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89272" y="5372572"/>
              <a:ext cx="0" cy="142837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452">
              <a:extLst>
                <a:ext uri="{FF2B5EF4-FFF2-40B4-BE49-F238E27FC236}">
                  <a16:creationId xmlns:a16="http://schemas.microsoft.com/office/drawing/2014/main" id="{40BE1E16-32E2-4BA3-ABC6-384EA0EC6E2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580898" y="5360415"/>
              <a:ext cx="254785" cy="81976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452">
              <a:extLst>
                <a:ext uri="{FF2B5EF4-FFF2-40B4-BE49-F238E27FC236}">
                  <a16:creationId xmlns:a16="http://schemas.microsoft.com/office/drawing/2014/main" id="{6F5CD6CB-9C98-42C6-99DA-9701B622A10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831868" y="5453776"/>
              <a:ext cx="3815" cy="184457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452">
              <a:extLst>
                <a:ext uri="{FF2B5EF4-FFF2-40B4-BE49-F238E27FC236}">
                  <a16:creationId xmlns:a16="http://schemas.microsoft.com/office/drawing/2014/main" id="{3F547F2E-0705-4EE4-8DB0-B88D04891FF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42208" y="5619293"/>
              <a:ext cx="489661" cy="182275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452">
              <a:extLst>
                <a:ext uri="{FF2B5EF4-FFF2-40B4-BE49-F238E27FC236}">
                  <a16:creationId xmlns:a16="http://schemas.microsoft.com/office/drawing/2014/main" id="{D34DD98C-EB71-4281-BB0D-37F1124A314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356235" y="5803779"/>
              <a:ext cx="3815" cy="184457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452">
              <a:extLst>
                <a:ext uri="{FF2B5EF4-FFF2-40B4-BE49-F238E27FC236}">
                  <a16:creationId xmlns:a16="http://schemas.microsoft.com/office/drawing/2014/main" id="{CFF10ED6-5F66-4501-8E98-7A1940D8DE1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65334" y="5895220"/>
              <a:ext cx="242481" cy="79135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452">
              <a:extLst>
                <a:ext uri="{FF2B5EF4-FFF2-40B4-BE49-F238E27FC236}">
                  <a16:creationId xmlns:a16="http://schemas.microsoft.com/office/drawing/2014/main" id="{723A27AE-9BEA-4DE2-AA0B-850E354787E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577083" y="5902122"/>
              <a:ext cx="254785" cy="81976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452">
              <a:extLst>
                <a:ext uri="{FF2B5EF4-FFF2-40B4-BE49-F238E27FC236}">
                  <a16:creationId xmlns:a16="http://schemas.microsoft.com/office/drawing/2014/main" id="{E4515C7E-7E8F-46CE-8071-34B6EF5D583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831869" y="5902122"/>
              <a:ext cx="211748" cy="87838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452">
              <a:extLst>
                <a:ext uri="{FF2B5EF4-FFF2-40B4-BE49-F238E27FC236}">
                  <a16:creationId xmlns:a16="http://schemas.microsoft.com/office/drawing/2014/main" id="{C4F9441C-9C3D-4AB4-BF92-7D36786980B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47422" y="5895220"/>
              <a:ext cx="0" cy="142837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452">
              <a:extLst>
                <a:ext uri="{FF2B5EF4-FFF2-40B4-BE49-F238E27FC236}">
                  <a16:creationId xmlns:a16="http://schemas.microsoft.com/office/drawing/2014/main" id="{1B8135BA-A148-4363-B0FD-08741999E4B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835674" y="6080763"/>
              <a:ext cx="211748" cy="87838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452">
              <a:extLst>
                <a:ext uri="{FF2B5EF4-FFF2-40B4-BE49-F238E27FC236}">
                  <a16:creationId xmlns:a16="http://schemas.microsoft.com/office/drawing/2014/main" id="{D629F294-C05B-463E-823F-28322C7145B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25193" y="6187594"/>
              <a:ext cx="0" cy="142837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452">
              <a:extLst>
                <a:ext uri="{FF2B5EF4-FFF2-40B4-BE49-F238E27FC236}">
                  <a16:creationId xmlns:a16="http://schemas.microsoft.com/office/drawing/2014/main" id="{78695234-6508-40D2-A195-8C73C40132D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77032" y="6345302"/>
              <a:ext cx="211748" cy="87838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452">
              <a:extLst>
                <a:ext uri="{FF2B5EF4-FFF2-40B4-BE49-F238E27FC236}">
                  <a16:creationId xmlns:a16="http://schemas.microsoft.com/office/drawing/2014/main" id="{9EA1ED3E-E575-474D-B52A-0A79050962B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87389" y="6103301"/>
              <a:ext cx="0" cy="359508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452">
              <a:extLst>
                <a:ext uri="{FF2B5EF4-FFF2-40B4-BE49-F238E27FC236}">
                  <a16:creationId xmlns:a16="http://schemas.microsoft.com/office/drawing/2014/main" id="{7195D909-6B6F-4D20-A6F3-00698D7A69A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56235" y="6099756"/>
              <a:ext cx="211748" cy="87838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452">
              <a:extLst>
                <a:ext uri="{FF2B5EF4-FFF2-40B4-BE49-F238E27FC236}">
                  <a16:creationId xmlns:a16="http://schemas.microsoft.com/office/drawing/2014/main" id="{739AD8AC-F344-4F3A-B91A-535482AA847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56235" y="6165548"/>
              <a:ext cx="0" cy="359508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452">
              <a:extLst>
                <a:ext uri="{FF2B5EF4-FFF2-40B4-BE49-F238E27FC236}">
                  <a16:creationId xmlns:a16="http://schemas.microsoft.com/office/drawing/2014/main" id="{AAB0049E-9CC1-4C87-A932-7C42462C02C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098118" y="6445794"/>
              <a:ext cx="254785" cy="81976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452">
              <a:extLst>
                <a:ext uri="{FF2B5EF4-FFF2-40B4-BE49-F238E27FC236}">
                  <a16:creationId xmlns:a16="http://schemas.microsoft.com/office/drawing/2014/main" id="{202625C4-8D7D-4EFE-B4F9-6D7394563D0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23586" y="6445794"/>
              <a:ext cx="0" cy="142837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452">
              <a:extLst>
                <a:ext uri="{FF2B5EF4-FFF2-40B4-BE49-F238E27FC236}">
                  <a16:creationId xmlns:a16="http://schemas.microsoft.com/office/drawing/2014/main" id="{779A872B-CB60-4040-A104-D1A2D5E0222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110549" y="6618303"/>
              <a:ext cx="254785" cy="81976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452">
              <a:extLst>
                <a:ext uri="{FF2B5EF4-FFF2-40B4-BE49-F238E27FC236}">
                  <a16:creationId xmlns:a16="http://schemas.microsoft.com/office/drawing/2014/main" id="{D855C5FE-3612-42C4-A4FD-3476FF03264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123586" y="6729951"/>
              <a:ext cx="211748" cy="87838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452">
              <a:extLst>
                <a:ext uri="{FF2B5EF4-FFF2-40B4-BE49-F238E27FC236}">
                  <a16:creationId xmlns:a16="http://schemas.microsoft.com/office/drawing/2014/main" id="{448134E1-4FC7-4228-B998-DAA05BC5C5D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53833" y="6623364"/>
              <a:ext cx="485242" cy="190647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452">
              <a:extLst>
                <a:ext uri="{FF2B5EF4-FFF2-40B4-BE49-F238E27FC236}">
                  <a16:creationId xmlns:a16="http://schemas.microsoft.com/office/drawing/2014/main" id="{17B9191F-30D2-48A6-8590-416060F4CC2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56772" y="6658532"/>
              <a:ext cx="0" cy="142837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452">
              <a:extLst>
                <a:ext uri="{FF2B5EF4-FFF2-40B4-BE49-F238E27FC236}">
                  <a16:creationId xmlns:a16="http://schemas.microsoft.com/office/drawing/2014/main" id="{27E3E942-2648-4B1B-8871-348B6584697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427574" y="6718687"/>
              <a:ext cx="213466" cy="81076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452">
              <a:extLst>
                <a:ext uri="{FF2B5EF4-FFF2-40B4-BE49-F238E27FC236}">
                  <a16:creationId xmlns:a16="http://schemas.microsoft.com/office/drawing/2014/main" id="{8D68462E-CE6B-4B50-9F05-E9716CEE2CC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97528" y="6734871"/>
              <a:ext cx="211748" cy="87838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452">
              <a:extLst>
                <a:ext uri="{FF2B5EF4-FFF2-40B4-BE49-F238E27FC236}">
                  <a16:creationId xmlns:a16="http://schemas.microsoft.com/office/drawing/2014/main" id="{F251165C-B56F-4D46-A853-7C86A52C374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929553" y="6717787"/>
              <a:ext cx="254785" cy="81976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452">
              <a:extLst>
                <a:ext uri="{FF2B5EF4-FFF2-40B4-BE49-F238E27FC236}">
                  <a16:creationId xmlns:a16="http://schemas.microsoft.com/office/drawing/2014/main" id="{3FA411B5-D102-4EB9-A00F-922128886B0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74457" y="6544296"/>
              <a:ext cx="432052" cy="155983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452">
              <a:extLst>
                <a:ext uri="{FF2B5EF4-FFF2-40B4-BE49-F238E27FC236}">
                  <a16:creationId xmlns:a16="http://schemas.microsoft.com/office/drawing/2014/main" id="{EE9635E5-5D1C-415E-BF0A-3DEBA4496F8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84339" y="6283056"/>
              <a:ext cx="6608" cy="195214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452">
              <a:extLst>
                <a:ext uri="{FF2B5EF4-FFF2-40B4-BE49-F238E27FC236}">
                  <a16:creationId xmlns:a16="http://schemas.microsoft.com/office/drawing/2014/main" id="{B5124F2B-1435-49CE-87A4-F703FEC044D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66029" y="6259453"/>
              <a:ext cx="211748" cy="87838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452">
              <a:extLst>
                <a:ext uri="{FF2B5EF4-FFF2-40B4-BE49-F238E27FC236}">
                  <a16:creationId xmlns:a16="http://schemas.microsoft.com/office/drawing/2014/main" id="{93B97224-549F-4536-889A-CD90677BC81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74457" y="6374375"/>
              <a:ext cx="0" cy="142837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452">
              <a:extLst>
                <a:ext uri="{FF2B5EF4-FFF2-40B4-BE49-F238E27FC236}">
                  <a16:creationId xmlns:a16="http://schemas.microsoft.com/office/drawing/2014/main" id="{784FE111-F852-4128-A196-9AC977EF1DC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718800" y="6421821"/>
              <a:ext cx="258990" cy="112899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452">
              <a:extLst>
                <a:ext uri="{FF2B5EF4-FFF2-40B4-BE49-F238E27FC236}">
                  <a16:creationId xmlns:a16="http://schemas.microsoft.com/office/drawing/2014/main" id="{A27DC4F4-5101-4BBF-B5B2-F2D733BC63D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94317" y="6459878"/>
              <a:ext cx="211748" cy="87838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452">
              <a:extLst>
                <a:ext uri="{FF2B5EF4-FFF2-40B4-BE49-F238E27FC236}">
                  <a16:creationId xmlns:a16="http://schemas.microsoft.com/office/drawing/2014/main" id="{5AEDD638-BDE7-4EAC-B20D-887D64512D1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477942" y="6165548"/>
              <a:ext cx="8210" cy="388367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452">
              <a:extLst>
                <a:ext uri="{FF2B5EF4-FFF2-40B4-BE49-F238E27FC236}">
                  <a16:creationId xmlns:a16="http://schemas.microsoft.com/office/drawing/2014/main" id="{E65D0CCE-43D2-4E24-855B-4FA96EC1959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019561" y="5984098"/>
              <a:ext cx="465563" cy="184364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452">
              <a:extLst>
                <a:ext uri="{FF2B5EF4-FFF2-40B4-BE49-F238E27FC236}">
                  <a16:creationId xmlns:a16="http://schemas.microsoft.com/office/drawing/2014/main" id="{4F529A5A-934C-44E6-A4FD-B8DF3C8AE54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19561" y="5830703"/>
              <a:ext cx="0" cy="142837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452">
              <a:extLst>
                <a:ext uri="{FF2B5EF4-FFF2-40B4-BE49-F238E27FC236}">
                  <a16:creationId xmlns:a16="http://schemas.microsoft.com/office/drawing/2014/main" id="{F8D48811-12E7-475F-883A-78B8D518A3E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015361" y="5728023"/>
              <a:ext cx="211748" cy="87838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452">
              <a:extLst>
                <a:ext uri="{FF2B5EF4-FFF2-40B4-BE49-F238E27FC236}">
                  <a16:creationId xmlns:a16="http://schemas.microsoft.com/office/drawing/2014/main" id="{0B11A3A7-B550-4739-9BC4-DB61911E92A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42946" y="5538032"/>
              <a:ext cx="0" cy="142837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452">
              <a:extLst>
                <a:ext uri="{FF2B5EF4-FFF2-40B4-BE49-F238E27FC236}">
                  <a16:creationId xmlns:a16="http://schemas.microsoft.com/office/drawing/2014/main" id="{95E58530-C420-4B47-A0A9-19AD2B5337F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229053" y="5525334"/>
              <a:ext cx="258990" cy="112899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452">
              <a:extLst>
                <a:ext uri="{FF2B5EF4-FFF2-40B4-BE49-F238E27FC236}">
                  <a16:creationId xmlns:a16="http://schemas.microsoft.com/office/drawing/2014/main" id="{4FD61E70-1622-4D9F-A878-EB63BADC74B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77942" y="5650278"/>
              <a:ext cx="0" cy="142837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452">
              <a:extLst>
                <a:ext uri="{FF2B5EF4-FFF2-40B4-BE49-F238E27FC236}">
                  <a16:creationId xmlns:a16="http://schemas.microsoft.com/office/drawing/2014/main" id="{54E9D735-3A40-4527-80D6-1AEE5F12694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40487" y="5793336"/>
              <a:ext cx="211748" cy="87838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452">
              <a:extLst>
                <a:ext uri="{FF2B5EF4-FFF2-40B4-BE49-F238E27FC236}">
                  <a16:creationId xmlns:a16="http://schemas.microsoft.com/office/drawing/2014/main" id="{0E34A2B2-7357-4BB5-9055-3FB652C3458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252342" y="5891733"/>
              <a:ext cx="466342" cy="189030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452">
              <a:extLst>
                <a:ext uri="{FF2B5EF4-FFF2-40B4-BE49-F238E27FC236}">
                  <a16:creationId xmlns:a16="http://schemas.microsoft.com/office/drawing/2014/main" id="{3EE0ED44-C7CB-484A-94E0-A81E9D1B612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95255" y="6094129"/>
              <a:ext cx="0" cy="142837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452">
              <a:extLst>
                <a:ext uri="{FF2B5EF4-FFF2-40B4-BE49-F238E27FC236}">
                  <a16:creationId xmlns:a16="http://schemas.microsoft.com/office/drawing/2014/main" id="{222545D9-391D-4100-8E63-681EED76D6A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08283" y="6175267"/>
              <a:ext cx="211748" cy="87838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452">
              <a:extLst>
                <a:ext uri="{FF2B5EF4-FFF2-40B4-BE49-F238E27FC236}">
                  <a16:creationId xmlns:a16="http://schemas.microsoft.com/office/drawing/2014/main" id="{097C8D8F-95D3-43C9-9802-81A72D8D232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30173" y="6011305"/>
              <a:ext cx="0" cy="142837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452">
              <a:extLst>
                <a:ext uri="{FF2B5EF4-FFF2-40B4-BE49-F238E27FC236}">
                  <a16:creationId xmlns:a16="http://schemas.microsoft.com/office/drawing/2014/main" id="{B08207BA-6921-4625-B348-48341DA28AC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83389" y="5891733"/>
              <a:ext cx="258990" cy="112899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452">
              <a:extLst>
                <a:ext uri="{FF2B5EF4-FFF2-40B4-BE49-F238E27FC236}">
                  <a16:creationId xmlns:a16="http://schemas.microsoft.com/office/drawing/2014/main" id="{10491D68-0FDA-4972-A39D-AC8D56633AA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26739" y="5801697"/>
              <a:ext cx="211748" cy="87838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452">
              <a:extLst>
                <a:ext uri="{FF2B5EF4-FFF2-40B4-BE49-F238E27FC236}">
                  <a16:creationId xmlns:a16="http://schemas.microsoft.com/office/drawing/2014/main" id="{428DFA9A-A354-4689-A674-1A5E970DDBC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64275" y="5633942"/>
              <a:ext cx="0" cy="142837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Connector 452">
              <a:extLst>
                <a:ext uri="{FF2B5EF4-FFF2-40B4-BE49-F238E27FC236}">
                  <a16:creationId xmlns:a16="http://schemas.microsoft.com/office/drawing/2014/main" id="{883CDF33-9F36-4FAD-9AE4-F5F3615ADCD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717726" y="5529356"/>
              <a:ext cx="258990" cy="112899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Straight Connector 452">
              <a:extLst>
                <a:ext uri="{FF2B5EF4-FFF2-40B4-BE49-F238E27FC236}">
                  <a16:creationId xmlns:a16="http://schemas.microsoft.com/office/drawing/2014/main" id="{55453E59-0946-43AE-9EB6-448F85F2F4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06065" y="5360415"/>
              <a:ext cx="0" cy="142837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Connector 452">
              <a:extLst>
                <a:ext uri="{FF2B5EF4-FFF2-40B4-BE49-F238E27FC236}">
                  <a16:creationId xmlns:a16="http://schemas.microsoft.com/office/drawing/2014/main" id="{4A5706FF-A991-48A1-97BA-2FFBFC545F4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86073" y="5361646"/>
              <a:ext cx="496535" cy="183543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Straight Connector 452">
              <a:extLst>
                <a:ext uri="{FF2B5EF4-FFF2-40B4-BE49-F238E27FC236}">
                  <a16:creationId xmlns:a16="http://schemas.microsoft.com/office/drawing/2014/main" id="{4CE6E436-ADBC-4389-93E0-104F1B8914D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94761" y="5454627"/>
              <a:ext cx="211748" cy="87838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Straight Connector 452">
              <a:extLst>
                <a:ext uri="{FF2B5EF4-FFF2-40B4-BE49-F238E27FC236}">
                  <a16:creationId xmlns:a16="http://schemas.microsoft.com/office/drawing/2014/main" id="{89558175-8055-48FD-AC44-4A89BCA572E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717726" y="5178341"/>
              <a:ext cx="697727" cy="291111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Straight Connector 452">
              <a:extLst>
                <a:ext uri="{FF2B5EF4-FFF2-40B4-BE49-F238E27FC236}">
                  <a16:creationId xmlns:a16="http://schemas.microsoft.com/office/drawing/2014/main" id="{A142B708-A2ED-4696-8D22-CC9AA1E9F41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41347" y="4980009"/>
              <a:ext cx="441261" cy="184882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Straight Connector 452">
              <a:extLst>
                <a:ext uri="{FF2B5EF4-FFF2-40B4-BE49-F238E27FC236}">
                  <a16:creationId xmlns:a16="http://schemas.microsoft.com/office/drawing/2014/main" id="{4C0D3A5A-54D7-4222-8D2D-AFEF015E394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97528" y="5003832"/>
              <a:ext cx="0" cy="142837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Straight Connector 452">
              <a:extLst>
                <a:ext uri="{FF2B5EF4-FFF2-40B4-BE49-F238E27FC236}">
                  <a16:creationId xmlns:a16="http://schemas.microsoft.com/office/drawing/2014/main" id="{A605D9D7-C07F-4469-9AF8-0FBF1D12615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70050" y="6452323"/>
              <a:ext cx="258990" cy="112899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6" name="Straight Connector 452">
              <a:extLst>
                <a:ext uri="{FF2B5EF4-FFF2-40B4-BE49-F238E27FC236}">
                  <a16:creationId xmlns:a16="http://schemas.microsoft.com/office/drawing/2014/main" id="{39D2F70E-22BB-4082-BF78-63EB963AF6D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91286" y="3914854"/>
              <a:ext cx="399661" cy="17064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7" name="Straight Connector 452">
              <a:extLst>
                <a:ext uri="{FF2B5EF4-FFF2-40B4-BE49-F238E27FC236}">
                  <a16:creationId xmlns:a16="http://schemas.microsoft.com/office/drawing/2014/main" id="{35847BE5-7BB9-490E-BAA8-F704D3F9A18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03695" y="3744585"/>
              <a:ext cx="451895" cy="16013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8" name="Straight Connector 452">
              <a:extLst>
                <a:ext uri="{FF2B5EF4-FFF2-40B4-BE49-F238E27FC236}">
                  <a16:creationId xmlns:a16="http://schemas.microsoft.com/office/drawing/2014/main" id="{9100318C-C91B-45BB-9C59-B385CB5AD92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53501" y="3717698"/>
              <a:ext cx="0" cy="22071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9" name="Straight Connector 452">
              <a:extLst>
                <a:ext uri="{FF2B5EF4-FFF2-40B4-BE49-F238E27FC236}">
                  <a16:creationId xmlns:a16="http://schemas.microsoft.com/office/drawing/2014/main" id="{3EDAED15-87A8-4BEB-B12C-AE422783D0A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51993" y="3908749"/>
              <a:ext cx="254785" cy="8197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0" name="Straight Connector 452">
              <a:extLst>
                <a:ext uri="{FF2B5EF4-FFF2-40B4-BE49-F238E27FC236}">
                  <a16:creationId xmlns:a16="http://schemas.microsoft.com/office/drawing/2014/main" id="{93033523-6DD0-4A1E-B33B-1D93E79C440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19528" y="3914854"/>
              <a:ext cx="211748" cy="8783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1" name="Straight Connector 452">
              <a:extLst>
                <a:ext uri="{FF2B5EF4-FFF2-40B4-BE49-F238E27FC236}">
                  <a16:creationId xmlns:a16="http://schemas.microsoft.com/office/drawing/2014/main" id="{C965EC53-7422-48FA-AD86-89D2DBB77B6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29280" y="3712851"/>
              <a:ext cx="0" cy="22071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2" name="Straight Connector 452">
              <a:extLst>
                <a:ext uri="{FF2B5EF4-FFF2-40B4-BE49-F238E27FC236}">
                  <a16:creationId xmlns:a16="http://schemas.microsoft.com/office/drawing/2014/main" id="{F6ABEF4A-DF3E-41A6-8073-61668D725C6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139608" y="3544864"/>
              <a:ext cx="435245" cy="17316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5" name="Straight Connector 452">
              <a:extLst>
                <a:ext uri="{FF2B5EF4-FFF2-40B4-BE49-F238E27FC236}">
                  <a16:creationId xmlns:a16="http://schemas.microsoft.com/office/drawing/2014/main" id="{213FD56F-B942-4753-AB5E-8CE99F29A90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365334" y="3445256"/>
              <a:ext cx="436314" cy="16798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7" name="Straight Connector 452">
              <a:extLst>
                <a:ext uri="{FF2B5EF4-FFF2-40B4-BE49-F238E27FC236}">
                  <a16:creationId xmlns:a16="http://schemas.microsoft.com/office/drawing/2014/main" id="{B0096BCA-F4C3-4101-ACA4-0A679774493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48720" y="2901850"/>
              <a:ext cx="0" cy="57875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9" name="Straight Connector 452">
              <a:extLst>
                <a:ext uri="{FF2B5EF4-FFF2-40B4-BE49-F238E27FC236}">
                  <a16:creationId xmlns:a16="http://schemas.microsoft.com/office/drawing/2014/main" id="{4E3F7B28-75A6-42DD-9D10-E4F40F32978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49916" y="2723989"/>
              <a:ext cx="480806" cy="21725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1" name="Straight Connector 452">
              <a:extLst>
                <a:ext uri="{FF2B5EF4-FFF2-40B4-BE49-F238E27FC236}">
                  <a16:creationId xmlns:a16="http://schemas.microsoft.com/office/drawing/2014/main" id="{D5BE37CA-E954-4F2A-814E-2EEA778B038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30722" y="2538277"/>
              <a:ext cx="0" cy="22071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7" name="箭头3">
            <a:extLst>
              <a:ext uri="{FF2B5EF4-FFF2-40B4-BE49-F238E27FC236}">
                <a16:creationId xmlns:a16="http://schemas.microsoft.com/office/drawing/2014/main" id="{23EF46EC-4D04-4128-BF19-1D4A12A3A202}"/>
              </a:ext>
            </a:extLst>
          </p:cNvPr>
          <p:cNvGrpSpPr/>
          <p:nvPr/>
        </p:nvGrpSpPr>
        <p:grpSpPr>
          <a:xfrm rot="3079241">
            <a:off x="9175377" y="1461986"/>
            <a:ext cx="482240" cy="909320"/>
            <a:chOff x="6104773" y="431293"/>
            <a:chExt cx="482240" cy="909320"/>
          </a:xfrm>
          <a:solidFill>
            <a:srgbClr val="99FFCC">
              <a:alpha val="45882"/>
            </a:srgbClr>
          </a:solidFill>
        </p:grpSpPr>
        <p:sp>
          <p:nvSpPr>
            <p:cNvPr id="68" name="Arrow: Down 67">
              <a:extLst>
                <a:ext uri="{FF2B5EF4-FFF2-40B4-BE49-F238E27FC236}">
                  <a16:creationId xmlns:a16="http://schemas.microsoft.com/office/drawing/2014/main" id="{EBDFC653-D8B5-4DB9-A0E1-91518281712F}"/>
                </a:ext>
              </a:extLst>
            </p:cNvPr>
            <p:cNvSpPr/>
            <p:nvPr/>
          </p:nvSpPr>
          <p:spPr>
            <a:xfrm rot="19166643">
              <a:off x="6104773" y="431293"/>
              <a:ext cx="323531" cy="909320"/>
            </a:xfrm>
            <a:prstGeom prst="downArrow">
              <a:avLst>
                <a:gd name="adj1" fmla="val 50000"/>
                <a:gd name="adj2" fmla="val 142525"/>
              </a:avLst>
            </a:prstGeom>
            <a:solidFill>
              <a:srgbClr val="FFFF00"/>
            </a:solidFill>
            <a:ln>
              <a:solidFill>
                <a:srgbClr val="41719C"/>
              </a:solidFill>
            </a:ln>
            <a:effectLst>
              <a:glow rad="2286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11A2FE0A-8895-4CB1-8FFF-77855B3D7738}"/>
                </a:ext>
              </a:extLst>
            </p:cNvPr>
            <p:cNvSpPr/>
            <p:nvPr/>
          </p:nvSpPr>
          <p:spPr>
            <a:xfrm>
              <a:off x="6541294" y="1216819"/>
              <a:ext cx="45719" cy="45719"/>
            </a:xfrm>
            <a:prstGeom prst="ellipse">
              <a:avLst/>
            </a:prstGeom>
            <a:grpFill/>
            <a:ln>
              <a:noFill/>
            </a:ln>
            <a:effectLst>
              <a:glow rad="2286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grpSp>
        <p:nvGrpSpPr>
          <p:cNvPr id="54" name="箭头2">
            <a:extLst>
              <a:ext uri="{FF2B5EF4-FFF2-40B4-BE49-F238E27FC236}">
                <a16:creationId xmlns:a16="http://schemas.microsoft.com/office/drawing/2014/main" id="{435690C3-9C11-4894-8155-DC6B36DD0129}"/>
              </a:ext>
            </a:extLst>
          </p:cNvPr>
          <p:cNvGrpSpPr/>
          <p:nvPr/>
        </p:nvGrpSpPr>
        <p:grpSpPr>
          <a:xfrm rot="8148607">
            <a:off x="6632481" y="5903280"/>
            <a:ext cx="909320" cy="440456"/>
            <a:chOff x="1365670" y="869445"/>
            <a:chExt cx="909320" cy="440456"/>
          </a:xfrm>
        </p:grpSpPr>
        <p:sp>
          <p:nvSpPr>
            <p:cNvPr id="57" name="Arrow: Down 56">
              <a:extLst>
                <a:ext uri="{FF2B5EF4-FFF2-40B4-BE49-F238E27FC236}">
                  <a16:creationId xmlns:a16="http://schemas.microsoft.com/office/drawing/2014/main" id="{2FE6EFE0-830D-4273-B5CC-CEB535D53075}"/>
                </a:ext>
              </a:extLst>
            </p:cNvPr>
            <p:cNvSpPr/>
            <p:nvPr/>
          </p:nvSpPr>
          <p:spPr>
            <a:xfrm rot="18167711">
              <a:off x="1658564" y="576551"/>
              <a:ext cx="323531" cy="909320"/>
            </a:xfrm>
            <a:prstGeom prst="downArrow">
              <a:avLst>
                <a:gd name="adj1" fmla="val 50000"/>
                <a:gd name="adj2" fmla="val 142525"/>
              </a:avLst>
            </a:prstGeom>
            <a:solidFill>
              <a:schemeClr val="accent1">
                <a:lumMod val="60000"/>
                <a:lumOff val="40000"/>
                <a:alpha val="38039"/>
              </a:schemeClr>
            </a:solidFill>
            <a:effectLst>
              <a:glow rad="228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FA12DB38-A224-4194-A526-1CC2827A624C}"/>
                </a:ext>
              </a:extLst>
            </p:cNvPr>
            <p:cNvSpPr/>
            <p:nvPr/>
          </p:nvSpPr>
          <p:spPr>
            <a:xfrm>
              <a:off x="2183289" y="1264182"/>
              <a:ext cx="45719" cy="45719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>
              <a:glow rad="2286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grpSp>
        <p:nvGrpSpPr>
          <p:cNvPr id="63" name="箭头1">
            <a:extLst>
              <a:ext uri="{FF2B5EF4-FFF2-40B4-BE49-F238E27FC236}">
                <a16:creationId xmlns:a16="http://schemas.microsoft.com/office/drawing/2014/main" id="{704ECEE1-AC7F-43E6-8B80-EC4D22F7D152}"/>
              </a:ext>
            </a:extLst>
          </p:cNvPr>
          <p:cNvGrpSpPr/>
          <p:nvPr/>
        </p:nvGrpSpPr>
        <p:grpSpPr>
          <a:xfrm rot="5011035">
            <a:off x="3429054" y="4110521"/>
            <a:ext cx="471503" cy="909320"/>
            <a:chOff x="6115510" y="444784"/>
            <a:chExt cx="471503" cy="909320"/>
          </a:xfrm>
        </p:grpSpPr>
        <p:sp>
          <p:nvSpPr>
            <p:cNvPr id="74" name="Arrow: Down 73">
              <a:extLst>
                <a:ext uri="{FF2B5EF4-FFF2-40B4-BE49-F238E27FC236}">
                  <a16:creationId xmlns:a16="http://schemas.microsoft.com/office/drawing/2014/main" id="{59CB4F64-90D6-4C5B-ABF9-6B45584E30DF}"/>
                </a:ext>
              </a:extLst>
            </p:cNvPr>
            <p:cNvSpPr/>
            <p:nvPr/>
          </p:nvSpPr>
          <p:spPr>
            <a:xfrm rot="19166643">
              <a:off x="6115510" y="444784"/>
              <a:ext cx="323531" cy="909320"/>
            </a:xfrm>
            <a:prstGeom prst="downArrow">
              <a:avLst>
                <a:gd name="adj1" fmla="val 50000"/>
                <a:gd name="adj2" fmla="val 142525"/>
              </a:avLst>
            </a:prstGeom>
            <a:solidFill>
              <a:srgbClr val="FF99CC">
                <a:alpha val="34118"/>
              </a:srgbClr>
            </a:solidFill>
            <a:ln>
              <a:solidFill>
                <a:srgbClr val="41719C"/>
              </a:solidFill>
            </a:ln>
            <a:effectLst>
              <a:glow rad="2286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FCC63EE9-4F92-4706-82DF-F3910006A6E0}"/>
                </a:ext>
              </a:extLst>
            </p:cNvPr>
            <p:cNvSpPr/>
            <p:nvPr/>
          </p:nvSpPr>
          <p:spPr>
            <a:xfrm>
              <a:off x="6541294" y="1216819"/>
              <a:ext cx="45719" cy="45719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>
              <a:glow rad="2286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58" name="version">
            <a:extLst>
              <a:ext uri="{FF2B5EF4-FFF2-40B4-BE49-F238E27FC236}">
                <a16:creationId xmlns:a16="http://schemas.microsoft.com/office/drawing/2014/main" id="{647D581B-E2E7-4258-B860-2A47B52DDA9A}"/>
              </a:ext>
            </a:extLst>
          </p:cNvPr>
          <p:cNvSpPr txBox="1"/>
          <p:nvPr/>
        </p:nvSpPr>
        <p:spPr>
          <a:xfrm>
            <a:off x="109728" y="124581"/>
            <a:ext cx="6511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7.0.7</a:t>
            </a:r>
          </a:p>
        </p:txBody>
      </p:sp>
    </p:spTree>
    <p:extLst>
      <p:ext uri="{BB962C8B-B14F-4D97-AF65-F5344CB8AC3E}">
        <p14:creationId xmlns:p14="http://schemas.microsoft.com/office/powerpoint/2010/main" val="3003488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team1">
            <a:extLst>
              <a:ext uri="{FF2B5EF4-FFF2-40B4-BE49-F238E27FC236}">
                <a16:creationId xmlns:a16="http://schemas.microsoft.com/office/drawing/2014/main" id="{A367528E-F917-4819-A6D3-81B8C9F702FB}"/>
              </a:ext>
            </a:extLst>
          </p:cNvPr>
          <p:cNvGrpSpPr/>
          <p:nvPr/>
        </p:nvGrpSpPr>
        <p:grpSpPr>
          <a:xfrm>
            <a:off x="6403975" y="793751"/>
            <a:ext cx="6067770" cy="9373663"/>
            <a:chOff x="6403975" y="793751"/>
            <a:chExt cx="6067770" cy="9373663"/>
          </a:xfrm>
        </p:grpSpPr>
        <p:cxnSp>
          <p:nvCxnSpPr>
            <p:cNvPr id="5" name="Straight Connector 452">
              <a:extLst>
                <a:ext uri="{FF2B5EF4-FFF2-40B4-BE49-F238E27FC236}">
                  <a16:creationId xmlns:a16="http://schemas.microsoft.com/office/drawing/2014/main" id="{93EE25D1-FD17-4CDA-A7FD-280059FD1C0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03975" y="793751"/>
              <a:ext cx="244475" cy="1079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452">
              <a:extLst>
                <a:ext uri="{FF2B5EF4-FFF2-40B4-BE49-F238E27FC236}">
                  <a16:creationId xmlns:a16="http://schemas.microsoft.com/office/drawing/2014/main" id="{A389FF8F-7219-4F33-82B4-B4FA94E2B45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03975" y="901701"/>
              <a:ext cx="0" cy="88899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52">
              <a:extLst>
                <a:ext uri="{FF2B5EF4-FFF2-40B4-BE49-F238E27FC236}">
                  <a16:creationId xmlns:a16="http://schemas.microsoft.com/office/drawing/2014/main" id="{D92FFC48-C27D-4785-AD2D-6D0F148A000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62738" y="4076700"/>
              <a:ext cx="919157" cy="35242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52">
              <a:extLst>
                <a:ext uri="{FF2B5EF4-FFF2-40B4-BE49-F238E27FC236}">
                  <a16:creationId xmlns:a16="http://schemas.microsoft.com/office/drawing/2014/main" id="{5FC5B232-023F-4112-AA93-6D42618EC931}"/>
                </a:ext>
              </a:extLst>
            </p:cNvPr>
            <p:cNvCxnSpPr>
              <a:cxnSpLocks/>
            </p:cNvCxnSpPr>
            <p:nvPr/>
          </p:nvCxnSpPr>
          <p:spPr>
            <a:xfrm>
              <a:off x="7581895" y="4076700"/>
              <a:ext cx="2085977" cy="80486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452">
              <a:extLst>
                <a:ext uri="{FF2B5EF4-FFF2-40B4-BE49-F238E27FC236}">
                  <a16:creationId xmlns:a16="http://schemas.microsoft.com/office/drawing/2014/main" id="{3DE7C9EB-8665-40C3-B013-9B598800F6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151732" y="4002899"/>
              <a:ext cx="935367" cy="34685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452">
              <a:extLst>
                <a:ext uri="{FF2B5EF4-FFF2-40B4-BE49-F238E27FC236}">
                  <a16:creationId xmlns:a16="http://schemas.microsoft.com/office/drawing/2014/main" id="{F44FA54D-955B-4FFE-A7EC-E0A6A9051C4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84374" y="2714626"/>
              <a:ext cx="12248" cy="12867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452">
              <a:extLst>
                <a:ext uri="{FF2B5EF4-FFF2-40B4-BE49-F238E27FC236}">
                  <a16:creationId xmlns:a16="http://schemas.microsoft.com/office/drawing/2014/main" id="{1AACC9A3-64B5-4302-BA60-9633F5414B4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96622" y="2630488"/>
              <a:ext cx="228600" cy="7937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52">
              <a:extLst>
                <a:ext uri="{FF2B5EF4-FFF2-40B4-BE49-F238E27FC236}">
                  <a16:creationId xmlns:a16="http://schemas.microsoft.com/office/drawing/2014/main" id="{5F029CC6-03ED-48A8-85D7-B763465DCA2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08845" y="4615259"/>
              <a:ext cx="0" cy="19467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452">
              <a:extLst>
                <a:ext uri="{FF2B5EF4-FFF2-40B4-BE49-F238E27FC236}">
                  <a16:creationId xmlns:a16="http://schemas.microsoft.com/office/drawing/2014/main" id="{BD7DF835-3756-4276-BC4C-2D7229055A9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67872" y="4791075"/>
              <a:ext cx="242891" cy="9049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452">
              <a:extLst>
                <a:ext uri="{FF2B5EF4-FFF2-40B4-BE49-F238E27FC236}">
                  <a16:creationId xmlns:a16="http://schemas.microsoft.com/office/drawing/2014/main" id="{746BD5F5-F56E-4455-BBE8-46EE8A4DCDA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05497" y="4525168"/>
              <a:ext cx="246235" cy="10407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452">
              <a:extLst>
                <a:ext uri="{FF2B5EF4-FFF2-40B4-BE49-F238E27FC236}">
                  <a16:creationId xmlns:a16="http://schemas.microsoft.com/office/drawing/2014/main" id="{422FEA54-C7D6-4D1F-8CC5-17F4235EC44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142206" y="4349300"/>
              <a:ext cx="0" cy="19467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0" name="Straight Connector 452">
              <a:extLst>
                <a:ext uri="{FF2B5EF4-FFF2-40B4-BE49-F238E27FC236}">
                  <a16:creationId xmlns:a16="http://schemas.microsoft.com/office/drawing/2014/main" id="{8D8CE24A-1701-4CE4-975D-6646FFD1884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096622" y="2521551"/>
              <a:ext cx="222557" cy="10655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2" name="Straight Connector 452">
              <a:extLst>
                <a:ext uri="{FF2B5EF4-FFF2-40B4-BE49-F238E27FC236}">
                  <a16:creationId xmlns:a16="http://schemas.microsoft.com/office/drawing/2014/main" id="{BAE5B71B-1572-4B76-8D01-3C3149FC9C3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74522" y="2519978"/>
              <a:ext cx="228600" cy="7937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5" name="Straight Connector 452">
              <a:extLst>
                <a:ext uri="{FF2B5EF4-FFF2-40B4-BE49-F238E27FC236}">
                  <a16:creationId xmlns:a16="http://schemas.microsoft.com/office/drawing/2014/main" id="{F1B3D875-8192-4D88-8D38-E93FECA10C5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56228" y="2584782"/>
              <a:ext cx="12248" cy="12867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6" name="Straight Connector 452">
              <a:extLst>
                <a:ext uri="{FF2B5EF4-FFF2-40B4-BE49-F238E27FC236}">
                  <a16:creationId xmlns:a16="http://schemas.microsoft.com/office/drawing/2014/main" id="{D83255D5-B8F9-4514-89D4-9D497C960FA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367963" y="3873129"/>
              <a:ext cx="487811" cy="20357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8" name="Straight Connector 452">
              <a:extLst>
                <a:ext uri="{FF2B5EF4-FFF2-40B4-BE49-F238E27FC236}">
                  <a16:creationId xmlns:a16="http://schemas.microsoft.com/office/drawing/2014/main" id="{817883F1-66C2-439B-B743-C7ACF1B006A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148569" y="3974914"/>
              <a:ext cx="222557" cy="10655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9" name="Straight Connector 452">
              <a:extLst>
                <a:ext uri="{FF2B5EF4-FFF2-40B4-BE49-F238E27FC236}">
                  <a16:creationId xmlns:a16="http://schemas.microsoft.com/office/drawing/2014/main" id="{A1B766D9-BE3D-4510-8581-FF75B53A41D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148569" y="3979362"/>
              <a:ext cx="0" cy="19467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0" name="Straight Connector 452">
              <a:extLst>
                <a:ext uri="{FF2B5EF4-FFF2-40B4-BE49-F238E27FC236}">
                  <a16:creationId xmlns:a16="http://schemas.microsoft.com/office/drawing/2014/main" id="{146AD590-39D6-4AB6-8552-0BDCA08E824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210363" y="4178426"/>
              <a:ext cx="931289" cy="35871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2" name="Straight Connector 452">
              <a:extLst>
                <a:ext uri="{FF2B5EF4-FFF2-40B4-BE49-F238E27FC236}">
                  <a16:creationId xmlns:a16="http://schemas.microsoft.com/office/drawing/2014/main" id="{A40DAC1E-860B-45A4-900E-1F8376A52D3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986724" y="4439595"/>
              <a:ext cx="229870" cy="9800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5" name="Straight Connector 452">
              <a:extLst>
                <a:ext uri="{FF2B5EF4-FFF2-40B4-BE49-F238E27FC236}">
                  <a16:creationId xmlns:a16="http://schemas.microsoft.com/office/drawing/2014/main" id="{20EB48AD-0369-4AEF-969A-E1E4EB023CD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18939" y="3721673"/>
              <a:ext cx="0" cy="3202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7" name="Straight Connector 452">
              <a:extLst>
                <a:ext uri="{FF2B5EF4-FFF2-40B4-BE49-F238E27FC236}">
                  <a16:creationId xmlns:a16="http://schemas.microsoft.com/office/drawing/2014/main" id="{B348F6B4-2B1F-4E25-88C2-53F13A34524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436225" y="3713764"/>
              <a:ext cx="485896" cy="19886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9" name="Straight Connector 452">
              <a:extLst>
                <a:ext uri="{FF2B5EF4-FFF2-40B4-BE49-F238E27FC236}">
                  <a16:creationId xmlns:a16="http://schemas.microsoft.com/office/drawing/2014/main" id="{49857041-02A1-42F3-A7D1-F4F3A5E93EB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79313" y="3710440"/>
              <a:ext cx="246235" cy="10407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0" name="Straight Connector 452">
              <a:extLst>
                <a:ext uri="{FF2B5EF4-FFF2-40B4-BE49-F238E27FC236}">
                  <a16:creationId xmlns:a16="http://schemas.microsoft.com/office/drawing/2014/main" id="{B4A87D0E-A0A5-410F-B59A-E529A9078F0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203823" y="3615079"/>
              <a:ext cx="0" cy="19467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1" name="Straight Connector 452">
              <a:extLst>
                <a:ext uri="{FF2B5EF4-FFF2-40B4-BE49-F238E27FC236}">
                  <a16:creationId xmlns:a16="http://schemas.microsoft.com/office/drawing/2014/main" id="{AAC8B6C8-7157-43D5-8AA3-F8EFC9A5339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962745" y="3513714"/>
              <a:ext cx="247760" cy="10388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2" name="Straight Connector 452">
              <a:extLst>
                <a:ext uri="{FF2B5EF4-FFF2-40B4-BE49-F238E27FC236}">
                  <a16:creationId xmlns:a16="http://schemas.microsoft.com/office/drawing/2014/main" id="{91292CB8-6ECE-4508-A928-26DE8CA741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43260" y="3517977"/>
              <a:ext cx="435139" cy="19019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4" name="Straight Connector 452">
              <a:extLst>
                <a:ext uri="{FF2B5EF4-FFF2-40B4-BE49-F238E27FC236}">
                  <a16:creationId xmlns:a16="http://schemas.microsoft.com/office/drawing/2014/main" id="{3F7D2D04-1A9C-41C2-A0CE-133C6DC36538}"/>
                </a:ext>
              </a:extLst>
            </p:cNvPr>
            <p:cNvCxnSpPr>
              <a:cxnSpLocks/>
            </p:cNvCxnSpPr>
            <p:nvPr/>
          </p:nvCxnSpPr>
          <p:spPr>
            <a:xfrm>
              <a:off x="9427670" y="3517978"/>
              <a:ext cx="470975" cy="20066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5" name="Straight Connector 452">
              <a:extLst>
                <a:ext uri="{FF2B5EF4-FFF2-40B4-BE49-F238E27FC236}">
                  <a16:creationId xmlns:a16="http://schemas.microsoft.com/office/drawing/2014/main" id="{9D9BAC30-2FC9-4359-B985-68B205F61C1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412502" y="3335560"/>
              <a:ext cx="492995" cy="19289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7" name="Straight Connector 452">
              <a:extLst>
                <a:ext uri="{FF2B5EF4-FFF2-40B4-BE49-F238E27FC236}">
                  <a16:creationId xmlns:a16="http://schemas.microsoft.com/office/drawing/2014/main" id="{762B8797-6CC5-41E1-955B-A68A10726D3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898645" y="2969276"/>
              <a:ext cx="0" cy="36628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9" name="Straight Connector 452">
              <a:extLst>
                <a:ext uri="{FF2B5EF4-FFF2-40B4-BE49-F238E27FC236}">
                  <a16:creationId xmlns:a16="http://schemas.microsoft.com/office/drawing/2014/main" id="{2F043105-F621-434C-9AB3-C0F531E54CC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905497" y="2969276"/>
              <a:ext cx="247760" cy="10388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0" name="Straight Connector 452">
              <a:extLst>
                <a:ext uri="{FF2B5EF4-FFF2-40B4-BE49-F238E27FC236}">
                  <a16:creationId xmlns:a16="http://schemas.microsoft.com/office/drawing/2014/main" id="{A5D0BBAB-CB46-4049-BA53-DD665F4CAEC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160006" y="2883551"/>
              <a:ext cx="459409" cy="19624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2" name="Straight Connector 452">
              <a:extLst>
                <a:ext uri="{FF2B5EF4-FFF2-40B4-BE49-F238E27FC236}">
                  <a16:creationId xmlns:a16="http://schemas.microsoft.com/office/drawing/2014/main" id="{356B8100-56DD-409D-BB9B-8F6E152B9E1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618663" y="2338683"/>
              <a:ext cx="6798" cy="54486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4" name="Straight Connector 452">
              <a:extLst>
                <a:ext uri="{FF2B5EF4-FFF2-40B4-BE49-F238E27FC236}">
                  <a16:creationId xmlns:a16="http://schemas.microsoft.com/office/drawing/2014/main" id="{C2EC78FE-8886-4023-A6CF-160B6800FD5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619415" y="2247279"/>
              <a:ext cx="236359" cy="9140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6" name="Straight Connector 452">
              <a:extLst>
                <a:ext uri="{FF2B5EF4-FFF2-40B4-BE49-F238E27FC236}">
                  <a16:creationId xmlns:a16="http://schemas.microsoft.com/office/drawing/2014/main" id="{B5CB9B28-4CEC-4140-8384-DBBE9C772C3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857588" y="2239607"/>
              <a:ext cx="943887" cy="39326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1" name="Straight Connector 452">
              <a:extLst>
                <a:ext uri="{FF2B5EF4-FFF2-40B4-BE49-F238E27FC236}">
                  <a16:creationId xmlns:a16="http://schemas.microsoft.com/office/drawing/2014/main" id="{49E236EE-1BBF-454A-A205-CE97E61D8D5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80422" y="2587957"/>
              <a:ext cx="0" cy="56446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3" name="Straight Connector 452">
              <a:extLst>
                <a:ext uri="{FF2B5EF4-FFF2-40B4-BE49-F238E27FC236}">
                  <a16:creationId xmlns:a16="http://schemas.microsoft.com/office/drawing/2014/main" id="{FAB920ED-5380-48F9-9C28-87962D32CEB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780423" y="3152419"/>
              <a:ext cx="683800" cy="27958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5" name="Straight Connector 452">
              <a:extLst>
                <a:ext uri="{FF2B5EF4-FFF2-40B4-BE49-F238E27FC236}">
                  <a16:creationId xmlns:a16="http://schemas.microsoft.com/office/drawing/2014/main" id="{66C4F4B3-D30F-442F-8193-412B803E975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471745" y="3412322"/>
              <a:ext cx="0" cy="56446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6" name="Straight Connector 452">
              <a:extLst>
                <a:ext uri="{FF2B5EF4-FFF2-40B4-BE49-F238E27FC236}">
                  <a16:creationId xmlns:a16="http://schemas.microsoft.com/office/drawing/2014/main" id="{499511FC-5613-4E45-B133-A1AA35CFD3A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71672" y="3975741"/>
              <a:ext cx="1400073" cy="55895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8" name="Straight Connector 452">
              <a:extLst>
                <a:ext uri="{FF2B5EF4-FFF2-40B4-BE49-F238E27FC236}">
                  <a16:creationId xmlns:a16="http://schemas.microsoft.com/office/drawing/2014/main" id="{CAF34BFE-B9F5-4F2E-8A45-C19448CE630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852278" y="4429126"/>
              <a:ext cx="247547" cy="10031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0" name="Straight Connector 452">
              <a:extLst>
                <a:ext uri="{FF2B5EF4-FFF2-40B4-BE49-F238E27FC236}">
                  <a16:creationId xmlns:a16="http://schemas.microsoft.com/office/drawing/2014/main" id="{5086AABF-847A-473D-8DF3-E54BA979623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389357" y="4430195"/>
              <a:ext cx="471443" cy="17295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5" name="Straight Connector 452">
              <a:extLst>
                <a:ext uri="{FF2B5EF4-FFF2-40B4-BE49-F238E27FC236}">
                  <a16:creationId xmlns:a16="http://schemas.microsoft.com/office/drawing/2014/main" id="{1071020E-3AF7-46DA-8587-A2C8C85BDAD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367963" y="4596399"/>
              <a:ext cx="0" cy="19467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6" name="Straight Connector 452">
              <a:extLst>
                <a:ext uri="{FF2B5EF4-FFF2-40B4-BE49-F238E27FC236}">
                  <a16:creationId xmlns:a16="http://schemas.microsoft.com/office/drawing/2014/main" id="{D819ADB5-24D6-4487-A158-C72B7C68E98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361639" y="4781464"/>
              <a:ext cx="499161" cy="18979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8" name="Straight Connector 452">
              <a:extLst>
                <a:ext uri="{FF2B5EF4-FFF2-40B4-BE49-F238E27FC236}">
                  <a16:creationId xmlns:a16="http://schemas.microsoft.com/office/drawing/2014/main" id="{625F1E67-1524-4302-8631-B11226D541C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45544" y="4882027"/>
              <a:ext cx="246235" cy="10407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9" name="Straight Connector 452">
              <a:extLst>
                <a:ext uri="{FF2B5EF4-FFF2-40B4-BE49-F238E27FC236}">
                  <a16:creationId xmlns:a16="http://schemas.microsoft.com/office/drawing/2014/main" id="{F920C176-09F9-4034-A0A5-FA5908B5A82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84374" y="4888018"/>
              <a:ext cx="0" cy="19467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0" name="Straight Connector 452">
              <a:extLst>
                <a:ext uri="{FF2B5EF4-FFF2-40B4-BE49-F238E27FC236}">
                  <a16:creationId xmlns:a16="http://schemas.microsoft.com/office/drawing/2014/main" id="{40350EEA-9842-4B12-B797-7F73116BF04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610489" y="5042514"/>
              <a:ext cx="495884" cy="20350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8" name="Straight Connector 452">
              <a:extLst>
                <a:ext uri="{FF2B5EF4-FFF2-40B4-BE49-F238E27FC236}">
                  <a16:creationId xmlns:a16="http://schemas.microsoft.com/office/drawing/2014/main" id="{AA19CF27-973E-46FD-9BD3-940DC826AAB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608626" y="5230804"/>
              <a:ext cx="0" cy="19467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2" name="Straight Connector 452">
              <a:extLst>
                <a:ext uri="{FF2B5EF4-FFF2-40B4-BE49-F238E27FC236}">
                  <a16:creationId xmlns:a16="http://schemas.microsoft.com/office/drawing/2014/main" id="{FAF4A2A6-66F7-4AD0-B6F9-E18B05C12DD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133913" y="5424092"/>
              <a:ext cx="468380" cy="20788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5" name="Straight Connector 452">
              <a:extLst>
                <a:ext uri="{FF2B5EF4-FFF2-40B4-BE49-F238E27FC236}">
                  <a16:creationId xmlns:a16="http://schemas.microsoft.com/office/drawing/2014/main" id="{26CFFB28-F9A2-4ACB-9FD2-1BF0A8BE336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20618" y="5317371"/>
              <a:ext cx="469092" cy="19727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6" name="Straight Connector 452">
              <a:extLst>
                <a:ext uri="{FF2B5EF4-FFF2-40B4-BE49-F238E27FC236}">
                  <a16:creationId xmlns:a16="http://schemas.microsoft.com/office/drawing/2014/main" id="{04F76DE3-8B54-452D-B32E-17F0BBA66A4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914737" y="4979136"/>
              <a:ext cx="2050" cy="36962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7" name="Straight Connector 452">
              <a:extLst>
                <a:ext uri="{FF2B5EF4-FFF2-40B4-BE49-F238E27FC236}">
                  <a16:creationId xmlns:a16="http://schemas.microsoft.com/office/drawing/2014/main" id="{8AC28B74-CD15-4277-9A3E-59554DC4908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439772" y="5509631"/>
              <a:ext cx="0" cy="19467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8" name="Straight Connector 452">
              <a:extLst>
                <a:ext uri="{FF2B5EF4-FFF2-40B4-BE49-F238E27FC236}">
                  <a16:creationId xmlns:a16="http://schemas.microsoft.com/office/drawing/2014/main" id="{AF98755D-1CF3-4053-AA0A-57033A3E842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651975" y="5409472"/>
              <a:ext cx="274295" cy="10158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1" name="Straight Connector 452">
              <a:extLst>
                <a:ext uri="{FF2B5EF4-FFF2-40B4-BE49-F238E27FC236}">
                  <a16:creationId xmlns:a16="http://schemas.microsoft.com/office/drawing/2014/main" id="{A9246876-1E19-4B5A-91EF-6F2F490FCDD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75886" y="5680971"/>
              <a:ext cx="246235" cy="10407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2" name="Straight Connector 452">
              <a:extLst>
                <a:ext uri="{FF2B5EF4-FFF2-40B4-BE49-F238E27FC236}">
                  <a16:creationId xmlns:a16="http://schemas.microsoft.com/office/drawing/2014/main" id="{154416CE-15CA-4A44-BE3C-55E845B6C89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74564" y="5782987"/>
              <a:ext cx="0" cy="19679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5" name="Straight Connector 452">
              <a:extLst>
                <a:ext uri="{FF2B5EF4-FFF2-40B4-BE49-F238E27FC236}">
                  <a16:creationId xmlns:a16="http://schemas.microsoft.com/office/drawing/2014/main" id="{6DF0D42B-2194-4E91-A47B-5233CF9C4AA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133925" y="5603231"/>
              <a:ext cx="7727" cy="37801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7" name="Straight Connector 452">
              <a:extLst>
                <a:ext uri="{FF2B5EF4-FFF2-40B4-BE49-F238E27FC236}">
                  <a16:creationId xmlns:a16="http://schemas.microsoft.com/office/drawing/2014/main" id="{7DB9CFBB-987C-4676-9E0A-C41E6B2BA57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67872" y="5983759"/>
              <a:ext cx="473443" cy="18308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0" name="Straight Connector 452">
              <a:extLst>
                <a:ext uri="{FF2B5EF4-FFF2-40B4-BE49-F238E27FC236}">
                  <a16:creationId xmlns:a16="http://schemas.microsoft.com/office/drawing/2014/main" id="{C8654A86-80FD-4661-AFB2-6EB92197440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667872" y="6166847"/>
              <a:ext cx="1" cy="16640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2" name="Straight Connector 452">
              <a:extLst>
                <a:ext uri="{FF2B5EF4-FFF2-40B4-BE49-F238E27FC236}">
                  <a16:creationId xmlns:a16="http://schemas.microsoft.com/office/drawing/2014/main" id="{6C833364-4242-4C19-B4FC-4F34FC80A28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437748" y="6313885"/>
              <a:ext cx="246235" cy="10407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3" name="Straight Connector 452">
              <a:extLst>
                <a:ext uri="{FF2B5EF4-FFF2-40B4-BE49-F238E27FC236}">
                  <a16:creationId xmlns:a16="http://schemas.microsoft.com/office/drawing/2014/main" id="{35952641-B559-4602-BA6E-6DFC919DB75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441865" y="6403523"/>
              <a:ext cx="5379" cy="40281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4" name="Straight Connector 452">
              <a:extLst>
                <a:ext uri="{FF2B5EF4-FFF2-40B4-BE49-F238E27FC236}">
                  <a16:creationId xmlns:a16="http://schemas.microsoft.com/office/drawing/2014/main" id="{90CA4AB9-BFE3-49A7-B237-873378D24F6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436224" y="6695609"/>
              <a:ext cx="247759" cy="11016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8" name="Straight Connector 452">
              <a:extLst>
                <a:ext uri="{FF2B5EF4-FFF2-40B4-BE49-F238E27FC236}">
                  <a16:creationId xmlns:a16="http://schemas.microsoft.com/office/drawing/2014/main" id="{C0077876-FCB1-49E1-B395-839FBD91A06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83983" y="6689691"/>
              <a:ext cx="0" cy="19467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4" name="Straight Connector 452">
              <a:extLst>
                <a:ext uri="{FF2B5EF4-FFF2-40B4-BE49-F238E27FC236}">
                  <a16:creationId xmlns:a16="http://schemas.microsoft.com/office/drawing/2014/main" id="{C68B5D46-92A9-4401-818A-C686CFDD580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683983" y="6879883"/>
              <a:ext cx="480918" cy="19710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5" name="Straight Connector 452">
              <a:extLst>
                <a:ext uri="{FF2B5EF4-FFF2-40B4-BE49-F238E27FC236}">
                  <a16:creationId xmlns:a16="http://schemas.microsoft.com/office/drawing/2014/main" id="{E9F894A9-2DD7-4AA7-AA3A-99B42A7AA178}"/>
                </a:ext>
              </a:extLst>
            </p:cNvPr>
            <p:cNvCxnSpPr>
              <a:cxnSpLocks/>
            </p:cNvCxnSpPr>
            <p:nvPr/>
          </p:nvCxnSpPr>
          <p:spPr>
            <a:xfrm>
              <a:off x="10156027" y="7069491"/>
              <a:ext cx="0" cy="19387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0" name="Straight Connector 452">
              <a:extLst>
                <a:ext uri="{FF2B5EF4-FFF2-40B4-BE49-F238E27FC236}">
                  <a16:creationId xmlns:a16="http://schemas.microsoft.com/office/drawing/2014/main" id="{1C00A9B8-4B91-46F0-B7B4-8D5D18686CCD}"/>
                </a:ext>
              </a:extLst>
            </p:cNvPr>
            <p:cNvCxnSpPr>
              <a:cxnSpLocks/>
            </p:cNvCxnSpPr>
            <p:nvPr/>
          </p:nvCxnSpPr>
          <p:spPr>
            <a:xfrm>
              <a:off x="9447244" y="7349170"/>
              <a:ext cx="0" cy="53652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2" name="Straight Connector 452">
              <a:extLst>
                <a:ext uri="{FF2B5EF4-FFF2-40B4-BE49-F238E27FC236}">
                  <a16:creationId xmlns:a16="http://schemas.microsoft.com/office/drawing/2014/main" id="{82748E40-1279-4F84-9A7C-95C9F882BA4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436225" y="7868523"/>
              <a:ext cx="247758" cy="1003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4" name="Straight Connector 452">
              <a:extLst>
                <a:ext uri="{FF2B5EF4-FFF2-40B4-BE49-F238E27FC236}">
                  <a16:creationId xmlns:a16="http://schemas.microsoft.com/office/drawing/2014/main" id="{50C58A51-E4DE-48B0-B803-48D41BF45A3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669491" y="7868523"/>
              <a:ext cx="218199" cy="10741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5" name="Straight Connector 452">
              <a:extLst>
                <a:ext uri="{FF2B5EF4-FFF2-40B4-BE49-F238E27FC236}">
                  <a16:creationId xmlns:a16="http://schemas.microsoft.com/office/drawing/2014/main" id="{7C64DEDB-BD1C-4581-A16B-1A6E43496CC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14737" y="7236126"/>
              <a:ext cx="241290" cy="9168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6" name="Straight Connector 452">
              <a:extLst>
                <a:ext uri="{FF2B5EF4-FFF2-40B4-BE49-F238E27FC236}">
                  <a16:creationId xmlns:a16="http://schemas.microsoft.com/office/drawing/2014/main" id="{872488E8-1938-4897-8CD0-4643B457F8F6}"/>
                </a:ext>
              </a:extLst>
            </p:cNvPr>
            <p:cNvCxnSpPr>
              <a:cxnSpLocks/>
            </p:cNvCxnSpPr>
            <p:nvPr/>
          </p:nvCxnSpPr>
          <p:spPr>
            <a:xfrm>
              <a:off x="9905141" y="7330375"/>
              <a:ext cx="0" cy="20836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8" name="Straight Connector 452">
              <a:extLst>
                <a:ext uri="{FF2B5EF4-FFF2-40B4-BE49-F238E27FC236}">
                  <a16:creationId xmlns:a16="http://schemas.microsoft.com/office/drawing/2014/main" id="{DF4C427A-D49A-48F9-BFFA-5945A2CC50E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905141" y="7517839"/>
              <a:ext cx="250886" cy="9349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9" name="Straight Connector 452">
              <a:extLst>
                <a:ext uri="{FF2B5EF4-FFF2-40B4-BE49-F238E27FC236}">
                  <a16:creationId xmlns:a16="http://schemas.microsoft.com/office/drawing/2014/main" id="{1E209EE4-7811-463E-85CE-FE2679648BE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135124" y="7502447"/>
              <a:ext cx="236738" cy="10888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0" name="Straight Connector 452">
              <a:extLst>
                <a:ext uri="{FF2B5EF4-FFF2-40B4-BE49-F238E27FC236}">
                  <a16:creationId xmlns:a16="http://schemas.microsoft.com/office/drawing/2014/main" id="{65EECBC5-A222-4877-AFEA-3466DDB0D6E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389711" y="7507360"/>
              <a:ext cx="455833" cy="17531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2" name="Straight Connector 452">
              <a:extLst>
                <a:ext uri="{FF2B5EF4-FFF2-40B4-BE49-F238E27FC236}">
                  <a16:creationId xmlns:a16="http://schemas.microsoft.com/office/drawing/2014/main" id="{5D001A87-68AB-4FD3-B114-0737A080838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08626" y="7682670"/>
              <a:ext cx="236738" cy="10888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5" name="Straight Connector 452">
              <a:extLst>
                <a:ext uri="{FF2B5EF4-FFF2-40B4-BE49-F238E27FC236}">
                  <a16:creationId xmlns:a16="http://schemas.microsoft.com/office/drawing/2014/main" id="{6D8F5E59-BCA1-4F2C-9448-92CF31AE2993}"/>
                </a:ext>
              </a:extLst>
            </p:cNvPr>
            <p:cNvCxnSpPr>
              <a:cxnSpLocks/>
            </p:cNvCxnSpPr>
            <p:nvPr/>
          </p:nvCxnSpPr>
          <p:spPr>
            <a:xfrm>
              <a:off x="10603193" y="7951684"/>
              <a:ext cx="234937" cy="10462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6" name="Straight Connector 452">
              <a:extLst>
                <a:ext uri="{FF2B5EF4-FFF2-40B4-BE49-F238E27FC236}">
                  <a16:creationId xmlns:a16="http://schemas.microsoft.com/office/drawing/2014/main" id="{42EBE733-C15B-41B2-B49D-578AEE02D11C}"/>
                </a:ext>
              </a:extLst>
            </p:cNvPr>
            <p:cNvCxnSpPr>
              <a:cxnSpLocks/>
            </p:cNvCxnSpPr>
            <p:nvPr/>
          </p:nvCxnSpPr>
          <p:spPr>
            <a:xfrm>
              <a:off x="10140625" y="7940005"/>
              <a:ext cx="0" cy="19387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7" name="Straight Connector 452">
              <a:extLst>
                <a:ext uri="{FF2B5EF4-FFF2-40B4-BE49-F238E27FC236}">
                  <a16:creationId xmlns:a16="http://schemas.microsoft.com/office/drawing/2014/main" id="{034AD6EF-B703-4E31-82F4-6B0CC7FDE53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15953" y="8119896"/>
              <a:ext cx="236738" cy="10888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8" name="Straight Connector 452">
              <a:extLst>
                <a:ext uri="{FF2B5EF4-FFF2-40B4-BE49-F238E27FC236}">
                  <a16:creationId xmlns:a16="http://schemas.microsoft.com/office/drawing/2014/main" id="{0479E1F2-29EC-4939-A791-D197B076737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444166" y="8411475"/>
              <a:ext cx="478817" cy="2031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2" name="Straight Connector 452">
              <a:extLst>
                <a:ext uri="{FF2B5EF4-FFF2-40B4-BE49-F238E27FC236}">
                  <a16:creationId xmlns:a16="http://schemas.microsoft.com/office/drawing/2014/main" id="{20529D70-57BD-41D0-97BE-1DEB26A2270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03922" y="7797944"/>
              <a:ext cx="6567" cy="17799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4" name="Straight Connector 452">
              <a:extLst>
                <a:ext uri="{FF2B5EF4-FFF2-40B4-BE49-F238E27FC236}">
                  <a16:creationId xmlns:a16="http://schemas.microsoft.com/office/drawing/2014/main" id="{A2193084-DE95-4636-8960-91A50C8CFD38}"/>
                </a:ext>
              </a:extLst>
            </p:cNvPr>
            <p:cNvCxnSpPr>
              <a:cxnSpLocks/>
            </p:cNvCxnSpPr>
            <p:nvPr/>
          </p:nvCxnSpPr>
          <p:spPr>
            <a:xfrm>
              <a:off x="10151419" y="8308311"/>
              <a:ext cx="0" cy="19387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5" name="Straight Connector 452">
              <a:extLst>
                <a:ext uri="{FF2B5EF4-FFF2-40B4-BE49-F238E27FC236}">
                  <a16:creationId xmlns:a16="http://schemas.microsoft.com/office/drawing/2014/main" id="{53B04051-095C-4EB3-93E0-3A6F777B32A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135968" y="8502184"/>
              <a:ext cx="247758" cy="1003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6" name="Straight Connector 452">
              <a:extLst>
                <a:ext uri="{FF2B5EF4-FFF2-40B4-BE49-F238E27FC236}">
                  <a16:creationId xmlns:a16="http://schemas.microsoft.com/office/drawing/2014/main" id="{C9F0B0C7-8318-4CE6-8CE4-4D53791ADA40}"/>
                </a:ext>
              </a:extLst>
            </p:cNvPr>
            <p:cNvCxnSpPr>
              <a:cxnSpLocks/>
            </p:cNvCxnSpPr>
            <p:nvPr/>
          </p:nvCxnSpPr>
          <p:spPr>
            <a:xfrm>
              <a:off x="10371812" y="8387459"/>
              <a:ext cx="0" cy="19387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7" name="Straight Connector 452">
              <a:extLst>
                <a:ext uri="{FF2B5EF4-FFF2-40B4-BE49-F238E27FC236}">
                  <a16:creationId xmlns:a16="http://schemas.microsoft.com/office/drawing/2014/main" id="{DA80D09F-F2C9-4536-AC4C-4518A2557C0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360868" y="8401836"/>
              <a:ext cx="258422" cy="10933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9" name="Straight Connector 452">
              <a:extLst>
                <a:ext uri="{FF2B5EF4-FFF2-40B4-BE49-F238E27FC236}">
                  <a16:creationId xmlns:a16="http://schemas.microsoft.com/office/drawing/2014/main" id="{8E2D419B-A26C-4A7E-AD7D-E658FE6B764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08627" y="8510330"/>
              <a:ext cx="8308" cy="35926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1" name="Straight Connector 452">
              <a:extLst>
                <a:ext uri="{FF2B5EF4-FFF2-40B4-BE49-F238E27FC236}">
                  <a16:creationId xmlns:a16="http://schemas.microsoft.com/office/drawing/2014/main" id="{C7416553-78F5-4E3A-B917-40AF30E9C95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02293" y="8769462"/>
              <a:ext cx="236738" cy="10888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2" name="Straight Connector 452">
              <a:extLst>
                <a:ext uri="{FF2B5EF4-FFF2-40B4-BE49-F238E27FC236}">
                  <a16:creationId xmlns:a16="http://schemas.microsoft.com/office/drawing/2014/main" id="{A355B065-4A2F-4DE0-960A-1555B279EEC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842287" y="8048025"/>
              <a:ext cx="3258" cy="18894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4" name="Straight Connector 452">
              <a:extLst>
                <a:ext uri="{FF2B5EF4-FFF2-40B4-BE49-F238E27FC236}">
                  <a16:creationId xmlns:a16="http://schemas.microsoft.com/office/drawing/2014/main" id="{D99B9886-91CB-4367-A8AA-7532F645ECD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841402" y="8132886"/>
              <a:ext cx="236738" cy="10888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5" name="Straight Connector 452">
              <a:extLst>
                <a:ext uri="{FF2B5EF4-FFF2-40B4-BE49-F238E27FC236}">
                  <a16:creationId xmlns:a16="http://schemas.microsoft.com/office/drawing/2014/main" id="{054B4241-4707-4860-BE90-70E31011E5B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054568" y="7952945"/>
              <a:ext cx="518307" cy="19459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7" name="Straight Connector 452">
              <a:extLst>
                <a:ext uri="{FF2B5EF4-FFF2-40B4-BE49-F238E27FC236}">
                  <a16:creationId xmlns:a16="http://schemas.microsoft.com/office/drawing/2014/main" id="{1462CD36-8397-4B5A-AEBD-25390B5280D5}"/>
                </a:ext>
              </a:extLst>
            </p:cNvPr>
            <p:cNvCxnSpPr>
              <a:cxnSpLocks/>
            </p:cNvCxnSpPr>
            <p:nvPr/>
          </p:nvCxnSpPr>
          <p:spPr>
            <a:xfrm>
              <a:off x="11562609" y="8139176"/>
              <a:ext cx="0" cy="1990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8" name="Straight Connector 452">
              <a:extLst>
                <a:ext uri="{FF2B5EF4-FFF2-40B4-BE49-F238E27FC236}">
                  <a16:creationId xmlns:a16="http://schemas.microsoft.com/office/drawing/2014/main" id="{2936D8D1-9ECB-4FB4-9CD3-6C473A81C04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542322" y="8316935"/>
              <a:ext cx="725878" cy="29374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0" name="Straight Connector 452">
              <a:extLst>
                <a:ext uri="{FF2B5EF4-FFF2-40B4-BE49-F238E27FC236}">
                  <a16:creationId xmlns:a16="http://schemas.microsoft.com/office/drawing/2014/main" id="{870416F1-72BD-4BB3-AA22-27933611A5CA}"/>
                </a:ext>
              </a:extLst>
            </p:cNvPr>
            <p:cNvCxnSpPr>
              <a:cxnSpLocks/>
            </p:cNvCxnSpPr>
            <p:nvPr/>
          </p:nvCxnSpPr>
          <p:spPr>
            <a:xfrm>
              <a:off x="12267459" y="8588903"/>
              <a:ext cx="0" cy="1990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1" name="Straight Connector 452">
              <a:extLst>
                <a:ext uri="{FF2B5EF4-FFF2-40B4-BE49-F238E27FC236}">
                  <a16:creationId xmlns:a16="http://schemas.microsoft.com/office/drawing/2014/main" id="{C8CE3338-8D2A-4D56-A8C3-330614CF5CA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759215" y="8602797"/>
              <a:ext cx="518307" cy="19459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2" name="Straight Connector 452">
              <a:extLst>
                <a:ext uri="{FF2B5EF4-FFF2-40B4-BE49-F238E27FC236}">
                  <a16:creationId xmlns:a16="http://schemas.microsoft.com/office/drawing/2014/main" id="{D157F218-DBED-45B6-ABCC-AA0BBBD8D16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542322" y="8591986"/>
              <a:ext cx="237359" cy="10624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4" name="Straight Connector 452">
              <a:extLst>
                <a:ext uri="{FF2B5EF4-FFF2-40B4-BE49-F238E27FC236}">
                  <a16:creationId xmlns:a16="http://schemas.microsoft.com/office/drawing/2014/main" id="{DD8ADAF7-0261-4C55-97DC-84CBD0664E4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551653" y="8701287"/>
              <a:ext cx="518307" cy="19459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5" name="Straight Connector 452">
              <a:extLst>
                <a:ext uri="{FF2B5EF4-FFF2-40B4-BE49-F238E27FC236}">
                  <a16:creationId xmlns:a16="http://schemas.microsoft.com/office/drawing/2014/main" id="{BCA4001B-DCCD-4237-A06E-9506EB86F42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779681" y="8889949"/>
              <a:ext cx="290279" cy="7532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7" name="Straight Connector 452">
              <a:extLst>
                <a:ext uri="{FF2B5EF4-FFF2-40B4-BE49-F238E27FC236}">
                  <a16:creationId xmlns:a16="http://schemas.microsoft.com/office/drawing/2014/main" id="{56C57772-9211-4070-9709-519B354DE4C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533116" y="8881698"/>
              <a:ext cx="246566" cy="9716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8" name="Straight Connector 452">
              <a:extLst>
                <a:ext uri="{FF2B5EF4-FFF2-40B4-BE49-F238E27FC236}">
                  <a16:creationId xmlns:a16="http://schemas.microsoft.com/office/drawing/2014/main" id="{A6FB4816-0A8C-4B10-8194-88E37C11CD7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562609" y="9047932"/>
              <a:ext cx="704851" cy="29022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9" name="Straight Connector 452">
              <a:extLst>
                <a:ext uri="{FF2B5EF4-FFF2-40B4-BE49-F238E27FC236}">
                  <a16:creationId xmlns:a16="http://schemas.microsoft.com/office/drawing/2014/main" id="{EE49507E-A48D-4BD2-AD91-887C0724954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989429" y="9346410"/>
              <a:ext cx="290279" cy="7532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0" name="Straight Connector 452">
              <a:extLst>
                <a:ext uri="{FF2B5EF4-FFF2-40B4-BE49-F238E27FC236}">
                  <a16:creationId xmlns:a16="http://schemas.microsoft.com/office/drawing/2014/main" id="{A2B02819-D00D-4E96-97CC-C029127537D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767454" y="9321387"/>
              <a:ext cx="247758" cy="1003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1" name="Straight Connector 452">
              <a:extLst>
                <a:ext uri="{FF2B5EF4-FFF2-40B4-BE49-F238E27FC236}">
                  <a16:creationId xmlns:a16="http://schemas.microsoft.com/office/drawing/2014/main" id="{2D338294-143F-4FB2-B6AA-F0C1EDB2EA99}"/>
                </a:ext>
              </a:extLst>
            </p:cNvPr>
            <p:cNvCxnSpPr>
              <a:cxnSpLocks/>
            </p:cNvCxnSpPr>
            <p:nvPr/>
          </p:nvCxnSpPr>
          <p:spPr>
            <a:xfrm>
              <a:off x="11779681" y="9311592"/>
              <a:ext cx="0" cy="41343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3" name="Straight Connector 452">
              <a:extLst>
                <a:ext uri="{FF2B5EF4-FFF2-40B4-BE49-F238E27FC236}">
                  <a16:creationId xmlns:a16="http://schemas.microsoft.com/office/drawing/2014/main" id="{D6CD8592-BFD4-43B8-9879-0E759CE6063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542322" y="9698599"/>
              <a:ext cx="250187" cy="822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8" name="Straight Connector 452">
              <a:extLst>
                <a:ext uri="{FF2B5EF4-FFF2-40B4-BE49-F238E27FC236}">
                  <a16:creationId xmlns:a16="http://schemas.microsoft.com/office/drawing/2014/main" id="{ECCBE61F-C8D9-455E-B70C-81A4B99654F1}"/>
                </a:ext>
              </a:extLst>
            </p:cNvPr>
            <p:cNvCxnSpPr>
              <a:cxnSpLocks/>
            </p:cNvCxnSpPr>
            <p:nvPr/>
          </p:nvCxnSpPr>
          <p:spPr>
            <a:xfrm>
              <a:off x="11551653" y="8865762"/>
              <a:ext cx="0" cy="1990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0" name="Straight Connector 452">
              <a:extLst>
                <a:ext uri="{FF2B5EF4-FFF2-40B4-BE49-F238E27FC236}">
                  <a16:creationId xmlns:a16="http://schemas.microsoft.com/office/drawing/2014/main" id="{F93762C7-2014-4765-A090-0AAA77602E3F}"/>
                </a:ext>
              </a:extLst>
            </p:cNvPr>
            <p:cNvCxnSpPr>
              <a:cxnSpLocks/>
            </p:cNvCxnSpPr>
            <p:nvPr/>
          </p:nvCxnSpPr>
          <p:spPr>
            <a:xfrm>
              <a:off x="11551653" y="9210056"/>
              <a:ext cx="0" cy="59325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2" name="Straight Connector 452">
              <a:extLst>
                <a:ext uri="{FF2B5EF4-FFF2-40B4-BE49-F238E27FC236}">
                  <a16:creationId xmlns:a16="http://schemas.microsoft.com/office/drawing/2014/main" id="{E77CC52B-92AA-4AF2-9E43-B4065BEBB28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302675" y="9147902"/>
              <a:ext cx="247758" cy="1003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3" name="Straight Connector 452">
              <a:extLst>
                <a:ext uri="{FF2B5EF4-FFF2-40B4-BE49-F238E27FC236}">
                  <a16:creationId xmlns:a16="http://schemas.microsoft.com/office/drawing/2014/main" id="{CA329C1E-D927-4297-A27C-479B5FC6B956}"/>
                </a:ext>
              </a:extLst>
            </p:cNvPr>
            <p:cNvCxnSpPr>
              <a:cxnSpLocks/>
            </p:cNvCxnSpPr>
            <p:nvPr/>
          </p:nvCxnSpPr>
          <p:spPr>
            <a:xfrm>
              <a:off x="11325222" y="8228785"/>
              <a:ext cx="4178" cy="93360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5" name="Straight Connector 452">
              <a:extLst>
                <a:ext uri="{FF2B5EF4-FFF2-40B4-BE49-F238E27FC236}">
                  <a16:creationId xmlns:a16="http://schemas.microsoft.com/office/drawing/2014/main" id="{109BF86E-1288-45D6-B6DA-D3542A2984C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96622" y="8232236"/>
              <a:ext cx="227715" cy="9331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6" name="Straight Connector 452">
              <a:extLst>
                <a:ext uri="{FF2B5EF4-FFF2-40B4-BE49-F238E27FC236}">
                  <a16:creationId xmlns:a16="http://schemas.microsoft.com/office/drawing/2014/main" id="{5821E27B-CE5A-49C4-83A1-98CA611ED5A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88282" y="8325550"/>
              <a:ext cx="1377" cy="93387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8" name="Straight Connector 452">
              <a:extLst>
                <a:ext uri="{FF2B5EF4-FFF2-40B4-BE49-F238E27FC236}">
                  <a16:creationId xmlns:a16="http://schemas.microsoft.com/office/drawing/2014/main" id="{C25E1785-67E1-4342-959D-DBAE460E104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088095" y="9233470"/>
              <a:ext cx="247758" cy="1003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9" name="Straight Connector 452">
              <a:extLst>
                <a:ext uri="{FF2B5EF4-FFF2-40B4-BE49-F238E27FC236}">
                  <a16:creationId xmlns:a16="http://schemas.microsoft.com/office/drawing/2014/main" id="{B95A8BF5-ED4F-4E11-8A1E-5033062272D2}"/>
                </a:ext>
              </a:extLst>
            </p:cNvPr>
            <p:cNvCxnSpPr>
              <a:cxnSpLocks/>
            </p:cNvCxnSpPr>
            <p:nvPr/>
          </p:nvCxnSpPr>
          <p:spPr>
            <a:xfrm>
              <a:off x="11313721" y="9297690"/>
              <a:ext cx="0" cy="41343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0" name="Straight Connector 452">
              <a:extLst>
                <a:ext uri="{FF2B5EF4-FFF2-40B4-BE49-F238E27FC236}">
                  <a16:creationId xmlns:a16="http://schemas.microsoft.com/office/drawing/2014/main" id="{BF95C7B8-46BC-49EA-9573-800DEFB8E10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834934" y="9690280"/>
              <a:ext cx="503834" cy="18963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3" name="Straight Connector 452">
              <a:extLst>
                <a:ext uri="{FF2B5EF4-FFF2-40B4-BE49-F238E27FC236}">
                  <a16:creationId xmlns:a16="http://schemas.microsoft.com/office/drawing/2014/main" id="{9A5A46FC-2B6B-4143-A65C-6102708D9BC4}"/>
                </a:ext>
              </a:extLst>
            </p:cNvPr>
            <p:cNvCxnSpPr>
              <a:cxnSpLocks/>
            </p:cNvCxnSpPr>
            <p:nvPr/>
          </p:nvCxnSpPr>
          <p:spPr>
            <a:xfrm>
              <a:off x="10842287" y="9879451"/>
              <a:ext cx="0" cy="1990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5" name="Straight Connector 452">
              <a:extLst>
                <a:ext uri="{FF2B5EF4-FFF2-40B4-BE49-F238E27FC236}">
                  <a16:creationId xmlns:a16="http://schemas.microsoft.com/office/drawing/2014/main" id="{09A9D2C7-0D45-4601-AE35-9AEEA4774C0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584747" y="10079524"/>
              <a:ext cx="250187" cy="822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6" name="Straight Connector 452">
              <a:extLst>
                <a:ext uri="{FF2B5EF4-FFF2-40B4-BE49-F238E27FC236}">
                  <a16:creationId xmlns:a16="http://schemas.microsoft.com/office/drawing/2014/main" id="{08B8E50A-675A-4090-9C36-95ACF331A3D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363461" y="10067065"/>
              <a:ext cx="247758" cy="1003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7" name="Straight Connector 452">
              <a:extLst>
                <a:ext uri="{FF2B5EF4-FFF2-40B4-BE49-F238E27FC236}">
                  <a16:creationId xmlns:a16="http://schemas.microsoft.com/office/drawing/2014/main" id="{BB19EB94-E688-4D3D-A9F3-574B475EF28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110681" y="10076109"/>
              <a:ext cx="250187" cy="822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8" name="Straight Connector 452">
              <a:extLst>
                <a:ext uri="{FF2B5EF4-FFF2-40B4-BE49-F238E27FC236}">
                  <a16:creationId xmlns:a16="http://schemas.microsoft.com/office/drawing/2014/main" id="{002A63AE-6CD1-48CC-B6F0-C821F0C75AD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855570" y="10057842"/>
              <a:ext cx="247758" cy="1003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9" name="Straight Connector 452">
              <a:extLst>
                <a:ext uri="{FF2B5EF4-FFF2-40B4-BE49-F238E27FC236}">
                  <a16:creationId xmlns:a16="http://schemas.microsoft.com/office/drawing/2014/main" id="{ADC9E193-3DE4-41A7-A84F-94B5FAF648C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05840" y="9978355"/>
              <a:ext cx="250187" cy="822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0" name="Straight Connector 452">
              <a:extLst>
                <a:ext uri="{FF2B5EF4-FFF2-40B4-BE49-F238E27FC236}">
                  <a16:creationId xmlns:a16="http://schemas.microsoft.com/office/drawing/2014/main" id="{206110D4-5D88-42D9-B833-A2E381B60094}"/>
                </a:ext>
              </a:extLst>
            </p:cNvPr>
            <p:cNvCxnSpPr>
              <a:cxnSpLocks/>
            </p:cNvCxnSpPr>
            <p:nvPr/>
          </p:nvCxnSpPr>
          <p:spPr>
            <a:xfrm>
              <a:off x="10148569" y="9798986"/>
              <a:ext cx="0" cy="1990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1" name="Straight Connector 452">
              <a:extLst>
                <a:ext uri="{FF2B5EF4-FFF2-40B4-BE49-F238E27FC236}">
                  <a16:creationId xmlns:a16="http://schemas.microsoft.com/office/drawing/2014/main" id="{53BD5DC6-37AA-4F8F-B58A-2072D31BAA0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133913" y="9797438"/>
              <a:ext cx="497467" cy="17832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3" name="Straight Connector 452">
              <a:extLst>
                <a:ext uri="{FF2B5EF4-FFF2-40B4-BE49-F238E27FC236}">
                  <a16:creationId xmlns:a16="http://schemas.microsoft.com/office/drawing/2014/main" id="{BA540684-E0DA-40A7-AE8C-C384367222C0}"/>
                </a:ext>
              </a:extLst>
            </p:cNvPr>
            <p:cNvCxnSpPr>
              <a:cxnSpLocks/>
            </p:cNvCxnSpPr>
            <p:nvPr/>
          </p:nvCxnSpPr>
          <p:spPr>
            <a:xfrm>
              <a:off x="10614114" y="9780859"/>
              <a:ext cx="0" cy="1990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4" name="Straight Connector 452">
              <a:extLst>
                <a:ext uri="{FF2B5EF4-FFF2-40B4-BE49-F238E27FC236}">
                  <a16:creationId xmlns:a16="http://schemas.microsoft.com/office/drawing/2014/main" id="{E67EE4E1-4550-4215-AC14-ADA6818092F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10489" y="9603099"/>
              <a:ext cx="486133" cy="19637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6" name="Straight Connector 452">
              <a:extLst>
                <a:ext uri="{FF2B5EF4-FFF2-40B4-BE49-F238E27FC236}">
                  <a16:creationId xmlns:a16="http://schemas.microsoft.com/office/drawing/2014/main" id="{D96A0284-54C9-4948-940B-AD234F450E90}"/>
                </a:ext>
              </a:extLst>
            </p:cNvPr>
            <p:cNvCxnSpPr>
              <a:cxnSpLocks/>
            </p:cNvCxnSpPr>
            <p:nvPr/>
          </p:nvCxnSpPr>
          <p:spPr>
            <a:xfrm>
              <a:off x="11091779" y="9411743"/>
              <a:ext cx="0" cy="1990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7" name="Straight Connector 452">
              <a:extLst>
                <a:ext uri="{FF2B5EF4-FFF2-40B4-BE49-F238E27FC236}">
                  <a16:creationId xmlns:a16="http://schemas.microsoft.com/office/drawing/2014/main" id="{03C026AB-8612-4B48-B86D-96944B3C22A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360868" y="9392480"/>
              <a:ext cx="742893" cy="29510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9" name="Straight Connector 452">
              <a:extLst>
                <a:ext uri="{FF2B5EF4-FFF2-40B4-BE49-F238E27FC236}">
                  <a16:creationId xmlns:a16="http://schemas.microsoft.com/office/drawing/2014/main" id="{D3ED8F00-FF6B-417D-A606-3A3F853CEC49}"/>
                </a:ext>
              </a:extLst>
            </p:cNvPr>
            <p:cNvCxnSpPr>
              <a:cxnSpLocks/>
            </p:cNvCxnSpPr>
            <p:nvPr/>
          </p:nvCxnSpPr>
          <p:spPr>
            <a:xfrm>
              <a:off x="10367006" y="9509743"/>
              <a:ext cx="0" cy="1990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0" name="Straight Connector 452">
              <a:extLst>
                <a:ext uri="{FF2B5EF4-FFF2-40B4-BE49-F238E27FC236}">
                  <a16:creationId xmlns:a16="http://schemas.microsoft.com/office/drawing/2014/main" id="{B4183A3E-49C9-4844-9421-5094C64DEC6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352904" y="9336157"/>
              <a:ext cx="498020" cy="18789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2" name="Straight Connector 452">
              <a:extLst>
                <a:ext uri="{FF2B5EF4-FFF2-40B4-BE49-F238E27FC236}">
                  <a16:creationId xmlns:a16="http://schemas.microsoft.com/office/drawing/2014/main" id="{AA50D6C8-F29C-4DD6-8A4A-F5EAEE6482E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619900" y="9235295"/>
              <a:ext cx="247758" cy="1003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3" name="Straight Connector 452">
              <a:extLst>
                <a:ext uri="{FF2B5EF4-FFF2-40B4-BE49-F238E27FC236}">
                  <a16:creationId xmlns:a16="http://schemas.microsoft.com/office/drawing/2014/main" id="{74B59459-0151-48EF-ABDE-EFB3EE83E8C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651975" y="9235719"/>
              <a:ext cx="967315" cy="36478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5" name="Straight Connector 452">
              <a:extLst>
                <a:ext uri="{FF2B5EF4-FFF2-40B4-BE49-F238E27FC236}">
                  <a16:creationId xmlns:a16="http://schemas.microsoft.com/office/drawing/2014/main" id="{4269A09A-C0DF-40DA-BAEB-F60648275FE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430781" y="9511255"/>
              <a:ext cx="247758" cy="1003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6" name="Straight Connector 452">
              <a:extLst>
                <a:ext uri="{FF2B5EF4-FFF2-40B4-BE49-F238E27FC236}">
                  <a16:creationId xmlns:a16="http://schemas.microsoft.com/office/drawing/2014/main" id="{D0393011-DCE7-47EC-B6E2-58F3F4DA615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436961" y="9155698"/>
              <a:ext cx="967315" cy="36478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7" name="Straight Connector 452">
              <a:extLst>
                <a:ext uri="{FF2B5EF4-FFF2-40B4-BE49-F238E27FC236}">
                  <a16:creationId xmlns:a16="http://schemas.microsoft.com/office/drawing/2014/main" id="{32373D00-DC17-4F8C-810A-1D841C63FCA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161284" y="9069721"/>
              <a:ext cx="247758" cy="1003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8" name="Straight Connector 452">
              <a:extLst>
                <a:ext uri="{FF2B5EF4-FFF2-40B4-BE49-F238E27FC236}">
                  <a16:creationId xmlns:a16="http://schemas.microsoft.com/office/drawing/2014/main" id="{304762F6-E298-478B-A57D-AF0A4E21D39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197336" y="9071932"/>
              <a:ext cx="967315" cy="36478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9" name="Straight Connector 452">
              <a:extLst>
                <a:ext uri="{FF2B5EF4-FFF2-40B4-BE49-F238E27FC236}">
                  <a16:creationId xmlns:a16="http://schemas.microsoft.com/office/drawing/2014/main" id="{87E1B187-C918-48A7-87AD-18264372036C}"/>
                </a:ext>
              </a:extLst>
            </p:cNvPr>
            <p:cNvCxnSpPr>
              <a:cxnSpLocks/>
            </p:cNvCxnSpPr>
            <p:nvPr/>
          </p:nvCxnSpPr>
          <p:spPr>
            <a:xfrm>
              <a:off x="9210505" y="9237108"/>
              <a:ext cx="0" cy="1990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0" name="Straight Connector 452">
              <a:extLst>
                <a:ext uri="{FF2B5EF4-FFF2-40B4-BE49-F238E27FC236}">
                  <a16:creationId xmlns:a16="http://schemas.microsoft.com/office/drawing/2014/main" id="{1D105FE2-762D-4C17-B001-7B12BCA167D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205376" y="8881698"/>
              <a:ext cx="954609" cy="37417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2" name="Straight Connector 452">
              <a:extLst>
                <a:ext uri="{FF2B5EF4-FFF2-40B4-BE49-F238E27FC236}">
                  <a16:creationId xmlns:a16="http://schemas.microsoft.com/office/drawing/2014/main" id="{527F737D-912C-4A7F-B26D-A0AAC9561A7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159151" y="8876970"/>
              <a:ext cx="247758" cy="1003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3" name="Straight Connector 452">
              <a:extLst>
                <a:ext uri="{FF2B5EF4-FFF2-40B4-BE49-F238E27FC236}">
                  <a16:creationId xmlns:a16="http://schemas.microsoft.com/office/drawing/2014/main" id="{B6303959-0A9D-481D-B70A-B734736E8932}"/>
                </a:ext>
              </a:extLst>
            </p:cNvPr>
            <p:cNvCxnSpPr>
              <a:cxnSpLocks/>
            </p:cNvCxnSpPr>
            <p:nvPr/>
          </p:nvCxnSpPr>
          <p:spPr>
            <a:xfrm>
              <a:off x="10404276" y="8782185"/>
              <a:ext cx="0" cy="1990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4" name="Straight Connector 452">
              <a:extLst>
                <a:ext uri="{FF2B5EF4-FFF2-40B4-BE49-F238E27FC236}">
                  <a16:creationId xmlns:a16="http://schemas.microsoft.com/office/drawing/2014/main" id="{907A46CA-6DAB-42B2-880B-CA82AD14984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169426" y="8679613"/>
              <a:ext cx="247758" cy="1003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5" name="Straight Connector 452">
              <a:extLst>
                <a:ext uri="{FF2B5EF4-FFF2-40B4-BE49-F238E27FC236}">
                  <a16:creationId xmlns:a16="http://schemas.microsoft.com/office/drawing/2014/main" id="{CF1F30D3-9EF8-49CB-AC0A-BCC3279E317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678228" y="8691099"/>
              <a:ext cx="498020" cy="18789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6" name="Straight Connector 452">
              <a:extLst>
                <a:ext uri="{FF2B5EF4-FFF2-40B4-BE49-F238E27FC236}">
                  <a16:creationId xmlns:a16="http://schemas.microsoft.com/office/drawing/2014/main" id="{C1ABF1C1-B715-46F5-B744-34A23B54415F}"/>
                </a:ext>
              </a:extLst>
            </p:cNvPr>
            <p:cNvCxnSpPr>
              <a:cxnSpLocks/>
            </p:cNvCxnSpPr>
            <p:nvPr/>
          </p:nvCxnSpPr>
          <p:spPr>
            <a:xfrm>
              <a:off x="9683983" y="8699217"/>
              <a:ext cx="0" cy="1990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7" name="Straight Connector 452">
              <a:extLst>
                <a:ext uri="{FF2B5EF4-FFF2-40B4-BE49-F238E27FC236}">
                  <a16:creationId xmlns:a16="http://schemas.microsoft.com/office/drawing/2014/main" id="{3E2D66DD-AFE4-4F4C-9204-4362A90AD44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682680" y="8604653"/>
              <a:ext cx="236738" cy="10888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9" name="Straight Connector 452">
              <a:extLst>
                <a:ext uri="{FF2B5EF4-FFF2-40B4-BE49-F238E27FC236}">
                  <a16:creationId xmlns:a16="http://schemas.microsoft.com/office/drawing/2014/main" id="{6CB74B5D-875E-4D63-A205-A3F9E6ADE8E7}"/>
                </a:ext>
              </a:extLst>
            </p:cNvPr>
            <p:cNvCxnSpPr>
              <a:cxnSpLocks/>
            </p:cNvCxnSpPr>
            <p:nvPr/>
          </p:nvCxnSpPr>
          <p:spPr>
            <a:xfrm>
              <a:off x="9450749" y="8234996"/>
              <a:ext cx="0" cy="1990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0" name="Straight Connector 452">
              <a:extLst>
                <a:ext uri="{FF2B5EF4-FFF2-40B4-BE49-F238E27FC236}">
                  <a16:creationId xmlns:a16="http://schemas.microsoft.com/office/drawing/2014/main" id="{A0FA7897-6531-41A6-BCD0-D809028CAC0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928490" y="8218278"/>
              <a:ext cx="247758" cy="1003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1" name="Straight Connector 452">
              <a:extLst>
                <a:ext uri="{FF2B5EF4-FFF2-40B4-BE49-F238E27FC236}">
                  <a16:creationId xmlns:a16="http://schemas.microsoft.com/office/drawing/2014/main" id="{0E7674AD-44CF-4ADF-AFFD-7D2F4A9C5D1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210363" y="8151816"/>
              <a:ext cx="247758" cy="1003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2" name="Straight Connector 452">
              <a:extLst>
                <a:ext uri="{FF2B5EF4-FFF2-40B4-BE49-F238E27FC236}">
                  <a16:creationId xmlns:a16="http://schemas.microsoft.com/office/drawing/2014/main" id="{7CB7DC09-FCA4-4805-A2C6-BE56D6061884}"/>
                </a:ext>
              </a:extLst>
            </p:cNvPr>
            <p:cNvCxnSpPr>
              <a:cxnSpLocks/>
            </p:cNvCxnSpPr>
            <p:nvPr/>
          </p:nvCxnSpPr>
          <p:spPr>
            <a:xfrm>
              <a:off x="9210363" y="7601803"/>
              <a:ext cx="9093" cy="55313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4" name="Straight Connector 452">
              <a:extLst>
                <a:ext uri="{FF2B5EF4-FFF2-40B4-BE49-F238E27FC236}">
                  <a16:creationId xmlns:a16="http://schemas.microsoft.com/office/drawing/2014/main" id="{7E77E529-74D4-4C62-89B2-2D55E76B5F2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962746" y="7493992"/>
              <a:ext cx="247758" cy="1003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5" name="Straight Connector 452">
              <a:extLst>
                <a:ext uri="{FF2B5EF4-FFF2-40B4-BE49-F238E27FC236}">
                  <a16:creationId xmlns:a16="http://schemas.microsoft.com/office/drawing/2014/main" id="{D3806B53-69A0-4C10-98B8-CA62C364DC85}"/>
                </a:ext>
              </a:extLst>
            </p:cNvPr>
            <p:cNvCxnSpPr>
              <a:cxnSpLocks/>
            </p:cNvCxnSpPr>
            <p:nvPr/>
          </p:nvCxnSpPr>
          <p:spPr>
            <a:xfrm>
              <a:off x="8978399" y="7491558"/>
              <a:ext cx="16650" cy="75384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7" name="Straight Connector 452">
              <a:extLst>
                <a:ext uri="{FF2B5EF4-FFF2-40B4-BE49-F238E27FC236}">
                  <a16:creationId xmlns:a16="http://schemas.microsoft.com/office/drawing/2014/main" id="{FC52B7FC-0FBF-4A8A-87E3-F93AC3BF253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996541" y="8233537"/>
              <a:ext cx="247758" cy="1003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8" name="Straight Connector 452">
              <a:extLst>
                <a:ext uri="{FF2B5EF4-FFF2-40B4-BE49-F238E27FC236}">
                  <a16:creationId xmlns:a16="http://schemas.microsoft.com/office/drawing/2014/main" id="{982AF115-5B9C-4359-84D4-F69C99E498E6}"/>
                </a:ext>
              </a:extLst>
            </p:cNvPr>
            <p:cNvCxnSpPr>
              <a:cxnSpLocks/>
            </p:cNvCxnSpPr>
            <p:nvPr/>
          </p:nvCxnSpPr>
          <p:spPr>
            <a:xfrm>
              <a:off x="9214261" y="8322102"/>
              <a:ext cx="0" cy="1990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9" name="Straight Connector 452">
              <a:extLst>
                <a:ext uri="{FF2B5EF4-FFF2-40B4-BE49-F238E27FC236}">
                  <a16:creationId xmlns:a16="http://schemas.microsoft.com/office/drawing/2014/main" id="{91260614-4E44-4480-877E-17D04A2E5C6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213889" y="8499225"/>
              <a:ext cx="247758" cy="1003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0" name="Straight Connector 452">
              <a:extLst>
                <a:ext uri="{FF2B5EF4-FFF2-40B4-BE49-F238E27FC236}">
                  <a16:creationId xmlns:a16="http://schemas.microsoft.com/office/drawing/2014/main" id="{51D0AA31-A920-4B0B-BF6C-B0D01130127A}"/>
                </a:ext>
              </a:extLst>
            </p:cNvPr>
            <p:cNvCxnSpPr>
              <a:cxnSpLocks/>
            </p:cNvCxnSpPr>
            <p:nvPr/>
          </p:nvCxnSpPr>
          <p:spPr>
            <a:xfrm>
              <a:off x="9444166" y="8600914"/>
              <a:ext cx="0" cy="1990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1" name="Straight Connector 452">
              <a:extLst>
                <a:ext uri="{FF2B5EF4-FFF2-40B4-BE49-F238E27FC236}">
                  <a16:creationId xmlns:a16="http://schemas.microsoft.com/office/drawing/2014/main" id="{5B05B5DC-7F95-46D5-BADF-F135C008103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202784" y="8786653"/>
              <a:ext cx="239959" cy="8933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3" name="Straight Connector 452">
              <a:extLst>
                <a:ext uri="{FF2B5EF4-FFF2-40B4-BE49-F238E27FC236}">
                  <a16:creationId xmlns:a16="http://schemas.microsoft.com/office/drawing/2014/main" id="{A9C08442-FBA6-4EB7-A48A-094D84227F3B}"/>
                </a:ext>
              </a:extLst>
            </p:cNvPr>
            <p:cNvCxnSpPr>
              <a:cxnSpLocks/>
            </p:cNvCxnSpPr>
            <p:nvPr/>
          </p:nvCxnSpPr>
          <p:spPr>
            <a:xfrm>
              <a:off x="9219456" y="8685533"/>
              <a:ext cx="0" cy="1990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4" name="Straight Connector 452">
              <a:extLst>
                <a:ext uri="{FF2B5EF4-FFF2-40B4-BE49-F238E27FC236}">
                  <a16:creationId xmlns:a16="http://schemas.microsoft.com/office/drawing/2014/main" id="{42E0806C-733A-4E69-8DD8-323BB2FEEF7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967023" y="8595866"/>
              <a:ext cx="247758" cy="1003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5" name="Straight Connector 452">
              <a:extLst>
                <a:ext uri="{FF2B5EF4-FFF2-40B4-BE49-F238E27FC236}">
                  <a16:creationId xmlns:a16="http://schemas.microsoft.com/office/drawing/2014/main" id="{D93F3802-4CBE-47A9-823E-3F25F5074C31}"/>
                </a:ext>
              </a:extLst>
            </p:cNvPr>
            <p:cNvCxnSpPr>
              <a:cxnSpLocks/>
            </p:cNvCxnSpPr>
            <p:nvPr/>
          </p:nvCxnSpPr>
          <p:spPr>
            <a:xfrm>
              <a:off x="8986724" y="8399712"/>
              <a:ext cx="0" cy="1990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6" name="Straight Connector 452">
              <a:extLst>
                <a:ext uri="{FF2B5EF4-FFF2-40B4-BE49-F238E27FC236}">
                  <a16:creationId xmlns:a16="http://schemas.microsoft.com/office/drawing/2014/main" id="{FD6E2004-2102-4622-B7C5-CF1274C89EC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756582" y="8418045"/>
              <a:ext cx="239959" cy="8933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7" name="Straight Connector 452">
              <a:extLst>
                <a:ext uri="{FF2B5EF4-FFF2-40B4-BE49-F238E27FC236}">
                  <a16:creationId xmlns:a16="http://schemas.microsoft.com/office/drawing/2014/main" id="{6320187B-586A-4940-8B67-655B166ECBEC}"/>
                </a:ext>
              </a:extLst>
            </p:cNvPr>
            <p:cNvCxnSpPr>
              <a:cxnSpLocks/>
            </p:cNvCxnSpPr>
            <p:nvPr/>
          </p:nvCxnSpPr>
          <p:spPr>
            <a:xfrm>
              <a:off x="8756582" y="8496253"/>
              <a:ext cx="0" cy="1990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8" name="Straight Connector 452">
              <a:extLst>
                <a:ext uri="{FF2B5EF4-FFF2-40B4-BE49-F238E27FC236}">
                  <a16:creationId xmlns:a16="http://schemas.microsoft.com/office/drawing/2014/main" id="{8A7CE693-D2AD-4ED5-AEF2-FD36732C1C9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743670" y="8693862"/>
              <a:ext cx="247758" cy="1003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9" name="Straight Connector 452">
              <a:extLst>
                <a:ext uri="{FF2B5EF4-FFF2-40B4-BE49-F238E27FC236}">
                  <a16:creationId xmlns:a16="http://schemas.microsoft.com/office/drawing/2014/main" id="{B95AF71D-30E5-4389-A035-600F672E5A1B}"/>
                </a:ext>
              </a:extLst>
            </p:cNvPr>
            <p:cNvCxnSpPr>
              <a:cxnSpLocks/>
            </p:cNvCxnSpPr>
            <p:nvPr/>
          </p:nvCxnSpPr>
          <p:spPr>
            <a:xfrm>
              <a:off x="8978399" y="8785045"/>
              <a:ext cx="0" cy="55304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1" name="Straight Connector 452">
              <a:extLst>
                <a:ext uri="{FF2B5EF4-FFF2-40B4-BE49-F238E27FC236}">
                  <a16:creationId xmlns:a16="http://schemas.microsoft.com/office/drawing/2014/main" id="{65F29059-578B-41B6-820F-5865E217B3A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733375" y="9339405"/>
              <a:ext cx="239959" cy="8933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2" name="Straight Connector 452">
              <a:extLst>
                <a:ext uri="{FF2B5EF4-FFF2-40B4-BE49-F238E27FC236}">
                  <a16:creationId xmlns:a16="http://schemas.microsoft.com/office/drawing/2014/main" id="{373F2663-1D73-44BD-B9A5-ABED065B9F98}"/>
                </a:ext>
              </a:extLst>
            </p:cNvPr>
            <p:cNvCxnSpPr>
              <a:cxnSpLocks/>
            </p:cNvCxnSpPr>
            <p:nvPr/>
          </p:nvCxnSpPr>
          <p:spPr>
            <a:xfrm>
              <a:off x="8743670" y="8896702"/>
              <a:ext cx="0" cy="55304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3" name="Straight Connector 452">
              <a:extLst>
                <a:ext uri="{FF2B5EF4-FFF2-40B4-BE49-F238E27FC236}">
                  <a16:creationId xmlns:a16="http://schemas.microsoft.com/office/drawing/2014/main" id="{E0D19665-D87C-4191-BDFF-33AFB437434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514452" y="8800226"/>
              <a:ext cx="247758" cy="1003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4" name="Straight Connector 452">
              <a:extLst>
                <a:ext uri="{FF2B5EF4-FFF2-40B4-BE49-F238E27FC236}">
                  <a16:creationId xmlns:a16="http://schemas.microsoft.com/office/drawing/2014/main" id="{4AE71743-E1A5-44B2-8B28-A2BA238A68C7}"/>
                </a:ext>
              </a:extLst>
            </p:cNvPr>
            <p:cNvCxnSpPr>
              <a:cxnSpLocks/>
            </p:cNvCxnSpPr>
            <p:nvPr/>
          </p:nvCxnSpPr>
          <p:spPr>
            <a:xfrm>
              <a:off x="8514452" y="8788264"/>
              <a:ext cx="0" cy="55304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5" name="Straight Connector 452">
              <a:extLst>
                <a:ext uri="{FF2B5EF4-FFF2-40B4-BE49-F238E27FC236}">
                  <a16:creationId xmlns:a16="http://schemas.microsoft.com/office/drawing/2014/main" id="{4574E2F0-2813-483F-AD1E-6D1DB556B44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71181" y="9242872"/>
              <a:ext cx="247758" cy="1003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6" name="Straight Connector 452">
              <a:extLst>
                <a:ext uri="{FF2B5EF4-FFF2-40B4-BE49-F238E27FC236}">
                  <a16:creationId xmlns:a16="http://schemas.microsoft.com/office/drawing/2014/main" id="{9A72C246-D023-4850-AB1F-0E9F4062564E}"/>
                </a:ext>
              </a:extLst>
            </p:cNvPr>
            <p:cNvCxnSpPr>
              <a:cxnSpLocks/>
            </p:cNvCxnSpPr>
            <p:nvPr/>
          </p:nvCxnSpPr>
          <p:spPr>
            <a:xfrm>
              <a:off x="8271181" y="8702826"/>
              <a:ext cx="0" cy="55304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7" name="Straight Connector 452">
              <a:extLst>
                <a:ext uri="{FF2B5EF4-FFF2-40B4-BE49-F238E27FC236}">
                  <a16:creationId xmlns:a16="http://schemas.microsoft.com/office/drawing/2014/main" id="{EC0452BF-97E4-4A5F-9D4E-A02C8ACC526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57318" y="8630197"/>
              <a:ext cx="239959" cy="8933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8" name="Straight Connector 452">
              <a:extLst>
                <a:ext uri="{FF2B5EF4-FFF2-40B4-BE49-F238E27FC236}">
                  <a16:creationId xmlns:a16="http://schemas.microsoft.com/office/drawing/2014/main" id="{498CF400-5CFA-4097-B15E-5BA5045E05E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53418" y="8510330"/>
              <a:ext cx="247758" cy="1003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9" name="Straight Connector 452">
              <a:extLst>
                <a:ext uri="{FF2B5EF4-FFF2-40B4-BE49-F238E27FC236}">
                  <a16:creationId xmlns:a16="http://schemas.microsoft.com/office/drawing/2014/main" id="{E77DABFA-1A42-4E06-B88B-ECB1ABF38F6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041421" y="8515836"/>
              <a:ext cx="239959" cy="8933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0" name="Straight Connector 452">
              <a:extLst>
                <a:ext uri="{FF2B5EF4-FFF2-40B4-BE49-F238E27FC236}">
                  <a16:creationId xmlns:a16="http://schemas.microsoft.com/office/drawing/2014/main" id="{938369EF-385E-41D0-A7DF-B7B8BFEF91E2}"/>
                </a:ext>
              </a:extLst>
            </p:cNvPr>
            <p:cNvCxnSpPr>
              <a:cxnSpLocks/>
            </p:cNvCxnSpPr>
            <p:nvPr/>
          </p:nvCxnSpPr>
          <p:spPr>
            <a:xfrm>
              <a:off x="8060427" y="8589239"/>
              <a:ext cx="0" cy="3880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2" name="Straight Connector 452">
              <a:extLst>
                <a:ext uri="{FF2B5EF4-FFF2-40B4-BE49-F238E27FC236}">
                  <a16:creationId xmlns:a16="http://schemas.microsoft.com/office/drawing/2014/main" id="{F833313C-5349-4EAF-98CB-41E977C8B8C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577891" y="8785045"/>
              <a:ext cx="495274" cy="19700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4" name="Straight Connector 452">
              <a:extLst>
                <a:ext uri="{FF2B5EF4-FFF2-40B4-BE49-F238E27FC236}">
                  <a16:creationId xmlns:a16="http://schemas.microsoft.com/office/drawing/2014/main" id="{A73A8E6A-C4FC-4859-B7B7-70C1D6677458}"/>
                </a:ext>
              </a:extLst>
            </p:cNvPr>
            <p:cNvCxnSpPr>
              <a:cxnSpLocks/>
            </p:cNvCxnSpPr>
            <p:nvPr/>
          </p:nvCxnSpPr>
          <p:spPr>
            <a:xfrm>
              <a:off x="7577891" y="8588903"/>
              <a:ext cx="0" cy="1990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5" name="Straight Connector 452">
              <a:extLst>
                <a:ext uri="{FF2B5EF4-FFF2-40B4-BE49-F238E27FC236}">
                  <a16:creationId xmlns:a16="http://schemas.microsoft.com/office/drawing/2014/main" id="{320EB1DB-A1B2-4487-B2D5-279DF6D6076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580406" y="8617480"/>
              <a:ext cx="247758" cy="1003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6" name="Straight Connector 452">
              <a:extLst>
                <a:ext uri="{FF2B5EF4-FFF2-40B4-BE49-F238E27FC236}">
                  <a16:creationId xmlns:a16="http://schemas.microsoft.com/office/drawing/2014/main" id="{E5843986-EC40-4ADA-99AC-BB89C124E094}"/>
                </a:ext>
              </a:extLst>
            </p:cNvPr>
            <p:cNvCxnSpPr>
              <a:cxnSpLocks/>
            </p:cNvCxnSpPr>
            <p:nvPr/>
          </p:nvCxnSpPr>
          <p:spPr>
            <a:xfrm>
              <a:off x="7826507" y="8511166"/>
              <a:ext cx="0" cy="1990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7" name="Straight Connector 452">
              <a:extLst>
                <a:ext uri="{FF2B5EF4-FFF2-40B4-BE49-F238E27FC236}">
                  <a16:creationId xmlns:a16="http://schemas.microsoft.com/office/drawing/2014/main" id="{C2105E8C-8F7C-418F-AE4F-6D1481024D7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567476" y="8429848"/>
              <a:ext cx="247758" cy="1003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8" name="Straight Connector 452">
              <a:extLst>
                <a:ext uri="{FF2B5EF4-FFF2-40B4-BE49-F238E27FC236}">
                  <a16:creationId xmlns:a16="http://schemas.microsoft.com/office/drawing/2014/main" id="{A9FCBC62-AB3A-479C-90EC-D21528D666C8}"/>
                </a:ext>
              </a:extLst>
            </p:cNvPr>
            <p:cNvCxnSpPr>
              <a:cxnSpLocks/>
            </p:cNvCxnSpPr>
            <p:nvPr/>
          </p:nvCxnSpPr>
          <p:spPr>
            <a:xfrm>
              <a:off x="7569817" y="8238688"/>
              <a:ext cx="0" cy="1990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9" name="Straight Connector 452">
              <a:extLst>
                <a:ext uri="{FF2B5EF4-FFF2-40B4-BE49-F238E27FC236}">
                  <a16:creationId xmlns:a16="http://schemas.microsoft.com/office/drawing/2014/main" id="{9F4850E3-E699-434B-BFF3-4709C9D2AB9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328643" y="8145052"/>
              <a:ext cx="247758" cy="1003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0" name="Straight Connector 452">
              <a:extLst>
                <a:ext uri="{FF2B5EF4-FFF2-40B4-BE49-F238E27FC236}">
                  <a16:creationId xmlns:a16="http://schemas.microsoft.com/office/drawing/2014/main" id="{AF50C9D7-D20E-4EFA-8FE3-95CA43DD2904}"/>
                </a:ext>
              </a:extLst>
            </p:cNvPr>
            <p:cNvCxnSpPr>
              <a:cxnSpLocks/>
            </p:cNvCxnSpPr>
            <p:nvPr/>
          </p:nvCxnSpPr>
          <p:spPr>
            <a:xfrm>
              <a:off x="7337316" y="7966235"/>
              <a:ext cx="0" cy="1990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1" name="Straight Connector 452">
              <a:extLst>
                <a:ext uri="{FF2B5EF4-FFF2-40B4-BE49-F238E27FC236}">
                  <a16:creationId xmlns:a16="http://schemas.microsoft.com/office/drawing/2014/main" id="{F87D9614-7716-4138-89AE-67CDE1A3FB9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902239" y="7772865"/>
              <a:ext cx="446453" cy="20123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3" name="Straight Connector 452">
              <a:extLst>
                <a:ext uri="{FF2B5EF4-FFF2-40B4-BE49-F238E27FC236}">
                  <a16:creationId xmlns:a16="http://schemas.microsoft.com/office/drawing/2014/main" id="{110E7E69-0928-4135-9A65-2AC8D581B61A}"/>
                </a:ext>
              </a:extLst>
            </p:cNvPr>
            <p:cNvCxnSpPr>
              <a:cxnSpLocks/>
            </p:cNvCxnSpPr>
            <p:nvPr/>
          </p:nvCxnSpPr>
          <p:spPr>
            <a:xfrm>
              <a:off x="6896785" y="7594653"/>
              <a:ext cx="0" cy="1990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4" name="Straight Connector 452">
              <a:extLst>
                <a:ext uri="{FF2B5EF4-FFF2-40B4-BE49-F238E27FC236}">
                  <a16:creationId xmlns:a16="http://schemas.microsoft.com/office/drawing/2014/main" id="{B08FFEFD-260D-4BEB-86D4-F42B84028A6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49027" y="7497357"/>
              <a:ext cx="247758" cy="1003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5" name="Straight Connector 452">
              <a:extLst>
                <a:ext uri="{FF2B5EF4-FFF2-40B4-BE49-F238E27FC236}">
                  <a16:creationId xmlns:a16="http://schemas.microsoft.com/office/drawing/2014/main" id="{53E27F4A-711C-4E9F-A926-25C187E7A96B}"/>
                </a:ext>
              </a:extLst>
            </p:cNvPr>
            <p:cNvCxnSpPr>
              <a:cxnSpLocks/>
            </p:cNvCxnSpPr>
            <p:nvPr/>
          </p:nvCxnSpPr>
          <p:spPr>
            <a:xfrm>
              <a:off x="6646124" y="7294967"/>
              <a:ext cx="0" cy="1990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6" name="Straight Connector 452">
              <a:extLst>
                <a:ext uri="{FF2B5EF4-FFF2-40B4-BE49-F238E27FC236}">
                  <a16:creationId xmlns:a16="http://schemas.microsoft.com/office/drawing/2014/main" id="{39282CD9-C3C3-4349-9B3D-0D6CF6221F6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73331" y="7336172"/>
              <a:ext cx="439091" cy="1767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8" name="Straight Connector 452">
              <a:extLst>
                <a:ext uri="{FF2B5EF4-FFF2-40B4-BE49-F238E27FC236}">
                  <a16:creationId xmlns:a16="http://schemas.microsoft.com/office/drawing/2014/main" id="{1BCB0918-A4CA-46EB-9F41-DE433274EB27}"/>
                </a:ext>
              </a:extLst>
            </p:cNvPr>
            <p:cNvCxnSpPr>
              <a:cxnSpLocks/>
            </p:cNvCxnSpPr>
            <p:nvPr/>
          </p:nvCxnSpPr>
          <p:spPr>
            <a:xfrm>
              <a:off x="7098381" y="7502447"/>
              <a:ext cx="0" cy="1990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9" name="Straight Connector 452">
              <a:extLst>
                <a:ext uri="{FF2B5EF4-FFF2-40B4-BE49-F238E27FC236}">
                  <a16:creationId xmlns:a16="http://schemas.microsoft.com/office/drawing/2014/main" id="{F44927E5-41A3-4C69-B11F-194D755C24A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085973" y="7697595"/>
              <a:ext cx="247758" cy="1003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0" name="Straight Connector 452">
              <a:extLst>
                <a:ext uri="{FF2B5EF4-FFF2-40B4-BE49-F238E27FC236}">
                  <a16:creationId xmlns:a16="http://schemas.microsoft.com/office/drawing/2014/main" id="{31F6B812-1B13-4251-A94A-1455640BEB9B}"/>
                </a:ext>
              </a:extLst>
            </p:cNvPr>
            <p:cNvCxnSpPr>
              <a:cxnSpLocks/>
            </p:cNvCxnSpPr>
            <p:nvPr/>
          </p:nvCxnSpPr>
          <p:spPr>
            <a:xfrm>
              <a:off x="7340749" y="7576415"/>
              <a:ext cx="0" cy="1990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1" name="Straight Connector 452">
              <a:extLst>
                <a:ext uri="{FF2B5EF4-FFF2-40B4-BE49-F238E27FC236}">
                  <a16:creationId xmlns:a16="http://schemas.microsoft.com/office/drawing/2014/main" id="{E6FD6CA4-C6AF-4F85-BE7B-05D269EDF22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334031" y="7594037"/>
              <a:ext cx="247758" cy="1003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2" name="Straight Connector 452">
              <a:extLst>
                <a:ext uri="{FF2B5EF4-FFF2-40B4-BE49-F238E27FC236}">
                  <a16:creationId xmlns:a16="http://schemas.microsoft.com/office/drawing/2014/main" id="{1FD3E1DE-4DA6-4109-B95F-3C636CCC656F}"/>
                </a:ext>
              </a:extLst>
            </p:cNvPr>
            <p:cNvCxnSpPr>
              <a:cxnSpLocks/>
            </p:cNvCxnSpPr>
            <p:nvPr/>
          </p:nvCxnSpPr>
          <p:spPr>
            <a:xfrm>
              <a:off x="7578837" y="7345931"/>
              <a:ext cx="0" cy="32513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4" name="Straight Connector 452">
              <a:extLst>
                <a:ext uri="{FF2B5EF4-FFF2-40B4-BE49-F238E27FC236}">
                  <a16:creationId xmlns:a16="http://schemas.microsoft.com/office/drawing/2014/main" id="{119A0259-1708-4D52-867E-A303C6CBF0B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66009" y="7161484"/>
              <a:ext cx="478791" cy="18427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7" name="Straight Connector 452">
              <a:extLst>
                <a:ext uri="{FF2B5EF4-FFF2-40B4-BE49-F238E27FC236}">
                  <a16:creationId xmlns:a16="http://schemas.microsoft.com/office/drawing/2014/main" id="{5A784636-78B0-413B-8A46-14E12DBCD3D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051482" y="7159922"/>
              <a:ext cx="247758" cy="1003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8" name="Straight Connector 452">
              <a:extLst>
                <a:ext uri="{FF2B5EF4-FFF2-40B4-BE49-F238E27FC236}">
                  <a16:creationId xmlns:a16="http://schemas.microsoft.com/office/drawing/2014/main" id="{03191111-B96F-45DA-8C74-192ED2B3924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794270" y="7252294"/>
              <a:ext cx="478791" cy="18427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1" name="Straight Connector 452">
              <a:extLst>
                <a:ext uri="{FF2B5EF4-FFF2-40B4-BE49-F238E27FC236}">
                  <a16:creationId xmlns:a16="http://schemas.microsoft.com/office/drawing/2014/main" id="{E72AC0F7-8EF8-4259-8879-0F58B96C723B}"/>
                </a:ext>
              </a:extLst>
            </p:cNvPr>
            <p:cNvCxnSpPr>
              <a:cxnSpLocks/>
            </p:cNvCxnSpPr>
            <p:nvPr/>
          </p:nvCxnSpPr>
          <p:spPr>
            <a:xfrm>
              <a:off x="7800769" y="7418713"/>
              <a:ext cx="0" cy="1990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2" name="Straight Connector 452">
              <a:extLst>
                <a:ext uri="{FF2B5EF4-FFF2-40B4-BE49-F238E27FC236}">
                  <a16:creationId xmlns:a16="http://schemas.microsoft.com/office/drawing/2014/main" id="{2C94A224-ECD6-4AAD-A6F5-7F4A83A0EF2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803095" y="7497069"/>
              <a:ext cx="239959" cy="8933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3" name="Straight Connector 452">
              <a:extLst>
                <a:ext uri="{FF2B5EF4-FFF2-40B4-BE49-F238E27FC236}">
                  <a16:creationId xmlns:a16="http://schemas.microsoft.com/office/drawing/2014/main" id="{1B81EE36-2A7E-4D40-AD0C-0A569E1C0EC4}"/>
                </a:ext>
              </a:extLst>
            </p:cNvPr>
            <p:cNvCxnSpPr>
              <a:cxnSpLocks/>
            </p:cNvCxnSpPr>
            <p:nvPr/>
          </p:nvCxnSpPr>
          <p:spPr>
            <a:xfrm>
              <a:off x="8033665" y="7497525"/>
              <a:ext cx="6380" cy="37595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5" name="Straight Connector 452">
              <a:extLst>
                <a:ext uri="{FF2B5EF4-FFF2-40B4-BE49-F238E27FC236}">
                  <a16:creationId xmlns:a16="http://schemas.microsoft.com/office/drawing/2014/main" id="{EECE04C0-39C0-4FC3-AB28-69D430F31D9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798361" y="7864994"/>
              <a:ext cx="239959" cy="8933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6" name="Straight Connector 452">
              <a:extLst>
                <a:ext uri="{FF2B5EF4-FFF2-40B4-BE49-F238E27FC236}">
                  <a16:creationId xmlns:a16="http://schemas.microsoft.com/office/drawing/2014/main" id="{3F22E5A4-CBFA-44EC-AEC7-87757213D74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800769" y="7920871"/>
              <a:ext cx="2120" cy="41101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8" name="Straight Connector 452">
              <a:extLst>
                <a:ext uri="{FF2B5EF4-FFF2-40B4-BE49-F238E27FC236}">
                  <a16:creationId xmlns:a16="http://schemas.microsoft.com/office/drawing/2014/main" id="{EBC34825-B959-4F88-84B4-58EDFCE1E90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802092" y="8325550"/>
              <a:ext cx="247758" cy="1003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9" name="Straight Connector 452">
              <a:extLst>
                <a:ext uri="{FF2B5EF4-FFF2-40B4-BE49-F238E27FC236}">
                  <a16:creationId xmlns:a16="http://schemas.microsoft.com/office/drawing/2014/main" id="{D0AAC73D-DC90-48EB-BF15-A3AA6F37B74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065253" y="8140322"/>
              <a:ext cx="700438" cy="27776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1" name="Straight Connector 452">
              <a:extLst>
                <a:ext uri="{FF2B5EF4-FFF2-40B4-BE49-F238E27FC236}">
                  <a16:creationId xmlns:a16="http://schemas.microsoft.com/office/drawing/2014/main" id="{F5AC5F6F-EBC2-4FB5-A335-9EAC593FAA0B}"/>
                </a:ext>
              </a:extLst>
            </p:cNvPr>
            <p:cNvCxnSpPr>
              <a:cxnSpLocks/>
            </p:cNvCxnSpPr>
            <p:nvPr/>
          </p:nvCxnSpPr>
          <p:spPr>
            <a:xfrm>
              <a:off x="8756582" y="7941757"/>
              <a:ext cx="0" cy="1990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2" name="Straight Connector 452">
              <a:extLst>
                <a:ext uri="{FF2B5EF4-FFF2-40B4-BE49-F238E27FC236}">
                  <a16:creationId xmlns:a16="http://schemas.microsoft.com/office/drawing/2014/main" id="{3E239CD4-CBCC-4E27-878F-A056DF7D0F9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036855" y="7959202"/>
              <a:ext cx="700438" cy="27776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3" name="Straight Connector 452">
              <a:extLst>
                <a:ext uri="{FF2B5EF4-FFF2-40B4-BE49-F238E27FC236}">
                  <a16:creationId xmlns:a16="http://schemas.microsoft.com/office/drawing/2014/main" id="{18BFBC3C-CDD7-4277-8B59-85937D7EC6EA}"/>
                </a:ext>
              </a:extLst>
            </p:cNvPr>
            <p:cNvCxnSpPr>
              <a:cxnSpLocks/>
            </p:cNvCxnSpPr>
            <p:nvPr/>
          </p:nvCxnSpPr>
          <p:spPr>
            <a:xfrm>
              <a:off x="8054009" y="8037946"/>
              <a:ext cx="0" cy="1990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4" name="Straight Connector 452">
              <a:extLst>
                <a:ext uri="{FF2B5EF4-FFF2-40B4-BE49-F238E27FC236}">
                  <a16:creationId xmlns:a16="http://schemas.microsoft.com/office/drawing/2014/main" id="{F1B54134-6CDD-4161-939D-08606692E69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051815" y="7948427"/>
              <a:ext cx="239959" cy="8933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5" name="Straight Connector 452">
              <a:extLst>
                <a:ext uri="{FF2B5EF4-FFF2-40B4-BE49-F238E27FC236}">
                  <a16:creationId xmlns:a16="http://schemas.microsoft.com/office/drawing/2014/main" id="{D6B31C84-AE4B-43EB-A631-4CF8E73786D2}"/>
                </a:ext>
              </a:extLst>
            </p:cNvPr>
            <p:cNvCxnSpPr>
              <a:cxnSpLocks/>
            </p:cNvCxnSpPr>
            <p:nvPr/>
          </p:nvCxnSpPr>
          <p:spPr>
            <a:xfrm>
              <a:off x="8286764" y="7760905"/>
              <a:ext cx="0" cy="1990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6" name="Straight Connector 452">
              <a:extLst>
                <a:ext uri="{FF2B5EF4-FFF2-40B4-BE49-F238E27FC236}">
                  <a16:creationId xmlns:a16="http://schemas.microsoft.com/office/drawing/2014/main" id="{9DD6C91E-1FD7-4946-88BC-4D8C657A63B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95502" y="7788894"/>
              <a:ext cx="247758" cy="1003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7" name="Straight Connector 452">
              <a:extLst>
                <a:ext uri="{FF2B5EF4-FFF2-40B4-BE49-F238E27FC236}">
                  <a16:creationId xmlns:a16="http://schemas.microsoft.com/office/drawing/2014/main" id="{EBB2CB98-BFE8-4844-AC72-8F711208998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89995" y="7791035"/>
              <a:ext cx="239959" cy="8933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8" name="Straight Connector 452">
              <a:extLst>
                <a:ext uri="{FF2B5EF4-FFF2-40B4-BE49-F238E27FC236}">
                  <a16:creationId xmlns:a16="http://schemas.microsoft.com/office/drawing/2014/main" id="{4996857B-AAC8-4526-8442-DECB18765F98}"/>
                </a:ext>
              </a:extLst>
            </p:cNvPr>
            <p:cNvCxnSpPr>
              <a:cxnSpLocks/>
            </p:cNvCxnSpPr>
            <p:nvPr/>
          </p:nvCxnSpPr>
          <p:spPr>
            <a:xfrm>
              <a:off x="8750164" y="7594037"/>
              <a:ext cx="0" cy="1990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9" name="Straight Connector 452">
              <a:extLst>
                <a:ext uri="{FF2B5EF4-FFF2-40B4-BE49-F238E27FC236}">
                  <a16:creationId xmlns:a16="http://schemas.microsoft.com/office/drawing/2014/main" id="{2121679B-A6B6-447B-91E7-1855CE865CB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514452" y="7503988"/>
              <a:ext cx="247758" cy="1003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0" name="Straight Connector 452">
              <a:extLst>
                <a:ext uri="{FF2B5EF4-FFF2-40B4-BE49-F238E27FC236}">
                  <a16:creationId xmlns:a16="http://schemas.microsoft.com/office/drawing/2014/main" id="{831186D1-C10A-4A2C-BEF3-9BFCF410BFB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508824" y="7338371"/>
              <a:ext cx="247758" cy="1003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1" name="Straight Connector 452">
              <a:extLst>
                <a:ext uri="{FF2B5EF4-FFF2-40B4-BE49-F238E27FC236}">
                  <a16:creationId xmlns:a16="http://schemas.microsoft.com/office/drawing/2014/main" id="{468AF927-C70B-46A7-B5F3-6D66AAB90930}"/>
                </a:ext>
              </a:extLst>
            </p:cNvPr>
            <p:cNvCxnSpPr>
              <a:cxnSpLocks/>
            </p:cNvCxnSpPr>
            <p:nvPr/>
          </p:nvCxnSpPr>
          <p:spPr>
            <a:xfrm>
              <a:off x="8518939" y="7323730"/>
              <a:ext cx="0" cy="1990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2" name="Straight Connector 452">
              <a:extLst>
                <a:ext uri="{FF2B5EF4-FFF2-40B4-BE49-F238E27FC236}">
                  <a16:creationId xmlns:a16="http://schemas.microsoft.com/office/drawing/2014/main" id="{FEFA316F-FD40-48F9-AEB9-F8AD0F16D173}"/>
                </a:ext>
              </a:extLst>
            </p:cNvPr>
            <p:cNvCxnSpPr>
              <a:cxnSpLocks/>
            </p:cNvCxnSpPr>
            <p:nvPr/>
          </p:nvCxnSpPr>
          <p:spPr>
            <a:xfrm>
              <a:off x="8729954" y="7257103"/>
              <a:ext cx="0" cy="1990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3" name="Straight Connector 452">
              <a:extLst>
                <a:ext uri="{FF2B5EF4-FFF2-40B4-BE49-F238E27FC236}">
                  <a16:creationId xmlns:a16="http://schemas.microsoft.com/office/drawing/2014/main" id="{519AA0BD-1F72-4806-AA79-8543FB8255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741053" y="7151561"/>
              <a:ext cx="239959" cy="8933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4" name="Straight Connector 452">
              <a:extLst>
                <a:ext uri="{FF2B5EF4-FFF2-40B4-BE49-F238E27FC236}">
                  <a16:creationId xmlns:a16="http://schemas.microsoft.com/office/drawing/2014/main" id="{9E3784BF-0D8C-482F-99BC-6160D6252A9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983137" y="7162543"/>
              <a:ext cx="474984" cy="19697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5" name="Straight Connector 452">
              <a:extLst>
                <a:ext uri="{FF2B5EF4-FFF2-40B4-BE49-F238E27FC236}">
                  <a16:creationId xmlns:a16="http://schemas.microsoft.com/office/drawing/2014/main" id="{EF952BC9-65BF-4624-A6C9-DBEB61FD937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97277" y="6967149"/>
              <a:ext cx="477316" cy="18197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7" name="Straight Connector 452">
              <a:extLst>
                <a:ext uri="{FF2B5EF4-FFF2-40B4-BE49-F238E27FC236}">
                  <a16:creationId xmlns:a16="http://schemas.microsoft.com/office/drawing/2014/main" id="{26ED809F-9F3E-4BFE-9EE3-CF4941CCA2EC}"/>
                </a:ext>
              </a:extLst>
            </p:cNvPr>
            <p:cNvCxnSpPr>
              <a:cxnSpLocks/>
            </p:cNvCxnSpPr>
            <p:nvPr/>
          </p:nvCxnSpPr>
          <p:spPr>
            <a:xfrm>
              <a:off x="8504943" y="6964929"/>
              <a:ext cx="0" cy="1990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8" name="Straight Connector 452">
              <a:extLst>
                <a:ext uri="{FF2B5EF4-FFF2-40B4-BE49-F238E27FC236}">
                  <a16:creationId xmlns:a16="http://schemas.microsoft.com/office/drawing/2014/main" id="{20A7353B-D9CF-4566-88E4-B65CBB3C7A9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512099" y="6783423"/>
              <a:ext cx="477316" cy="18197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9" name="Straight Connector 452">
              <a:extLst>
                <a:ext uri="{FF2B5EF4-FFF2-40B4-BE49-F238E27FC236}">
                  <a16:creationId xmlns:a16="http://schemas.microsoft.com/office/drawing/2014/main" id="{7EA0557E-00AB-402E-9788-2539A99431E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739863" y="6687023"/>
              <a:ext cx="247758" cy="1003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0" name="Straight Connector 452">
              <a:extLst>
                <a:ext uri="{FF2B5EF4-FFF2-40B4-BE49-F238E27FC236}">
                  <a16:creationId xmlns:a16="http://schemas.microsoft.com/office/drawing/2014/main" id="{ECE33C35-52BF-4E74-92E0-88A67A551AC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57799" y="6691202"/>
              <a:ext cx="477316" cy="18197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1" name="Straight Connector 452">
              <a:extLst>
                <a:ext uri="{FF2B5EF4-FFF2-40B4-BE49-F238E27FC236}">
                  <a16:creationId xmlns:a16="http://schemas.microsoft.com/office/drawing/2014/main" id="{DAAC9108-F347-4B6D-8A5A-4553BCF7CD33}"/>
                </a:ext>
              </a:extLst>
            </p:cNvPr>
            <p:cNvCxnSpPr>
              <a:cxnSpLocks/>
            </p:cNvCxnSpPr>
            <p:nvPr/>
          </p:nvCxnSpPr>
          <p:spPr>
            <a:xfrm>
              <a:off x="8271181" y="6704437"/>
              <a:ext cx="0" cy="1990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2" name="Straight Connector 452">
              <a:extLst>
                <a:ext uri="{FF2B5EF4-FFF2-40B4-BE49-F238E27FC236}">
                  <a16:creationId xmlns:a16="http://schemas.microsoft.com/office/drawing/2014/main" id="{03647977-9DA4-4C8E-803F-6494B4149C6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71181" y="6513591"/>
              <a:ext cx="477316" cy="18197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3" name="Straight Connector 452">
              <a:extLst>
                <a:ext uri="{FF2B5EF4-FFF2-40B4-BE49-F238E27FC236}">
                  <a16:creationId xmlns:a16="http://schemas.microsoft.com/office/drawing/2014/main" id="{C3F09D20-6BE7-4B31-BBB1-40828BF5670A}"/>
                </a:ext>
              </a:extLst>
            </p:cNvPr>
            <p:cNvCxnSpPr>
              <a:cxnSpLocks/>
            </p:cNvCxnSpPr>
            <p:nvPr/>
          </p:nvCxnSpPr>
          <p:spPr>
            <a:xfrm>
              <a:off x="8716283" y="6312132"/>
              <a:ext cx="0" cy="1990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4" name="Straight Connector 452">
              <a:extLst>
                <a:ext uri="{FF2B5EF4-FFF2-40B4-BE49-F238E27FC236}">
                  <a16:creationId xmlns:a16="http://schemas.microsoft.com/office/drawing/2014/main" id="{BA041DCB-186E-43BE-B063-DED05D7AEA3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719065" y="6331871"/>
              <a:ext cx="247758" cy="1003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5" name="Straight Connector 452">
              <a:extLst>
                <a:ext uri="{FF2B5EF4-FFF2-40B4-BE49-F238E27FC236}">
                  <a16:creationId xmlns:a16="http://schemas.microsoft.com/office/drawing/2014/main" id="{E0497B4B-2316-492E-9929-002C56E72E3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971705" y="6249242"/>
              <a:ext cx="477316" cy="18197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6" name="Straight Connector 452">
              <a:extLst>
                <a:ext uri="{FF2B5EF4-FFF2-40B4-BE49-F238E27FC236}">
                  <a16:creationId xmlns:a16="http://schemas.microsoft.com/office/drawing/2014/main" id="{FC072B62-0E8D-4F57-8424-BBAE5707203A}"/>
                </a:ext>
              </a:extLst>
            </p:cNvPr>
            <p:cNvCxnSpPr>
              <a:cxnSpLocks/>
            </p:cNvCxnSpPr>
            <p:nvPr/>
          </p:nvCxnSpPr>
          <p:spPr>
            <a:xfrm>
              <a:off x="9450749" y="6044735"/>
              <a:ext cx="0" cy="1990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7" name="Straight Connector 452">
              <a:extLst>
                <a:ext uri="{FF2B5EF4-FFF2-40B4-BE49-F238E27FC236}">
                  <a16:creationId xmlns:a16="http://schemas.microsoft.com/office/drawing/2014/main" id="{D0869379-97BC-48D0-A84A-98497505948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948984" y="6059452"/>
              <a:ext cx="477316" cy="18197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8" name="Straight Connector 452">
              <a:extLst>
                <a:ext uri="{FF2B5EF4-FFF2-40B4-BE49-F238E27FC236}">
                  <a16:creationId xmlns:a16="http://schemas.microsoft.com/office/drawing/2014/main" id="{B16E4891-6B35-42DD-BD2A-FB7AC7986831}"/>
                </a:ext>
              </a:extLst>
            </p:cNvPr>
            <p:cNvCxnSpPr>
              <a:cxnSpLocks/>
            </p:cNvCxnSpPr>
            <p:nvPr/>
          </p:nvCxnSpPr>
          <p:spPr>
            <a:xfrm>
              <a:off x="8962745" y="5516638"/>
              <a:ext cx="8960" cy="70825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0" name="Straight Connector 452">
              <a:extLst>
                <a:ext uri="{FF2B5EF4-FFF2-40B4-BE49-F238E27FC236}">
                  <a16:creationId xmlns:a16="http://schemas.microsoft.com/office/drawing/2014/main" id="{C93861D5-B0FA-42E0-90AC-A2B2D6C20A1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938165" y="5505926"/>
              <a:ext cx="247758" cy="1003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1" name="Straight Connector 452">
              <a:extLst>
                <a:ext uri="{FF2B5EF4-FFF2-40B4-BE49-F238E27FC236}">
                  <a16:creationId xmlns:a16="http://schemas.microsoft.com/office/drawing/2014/main" id="{D9916824-5533-4FE6-8DE7-DCE5E865D8C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197917" y="5584250"/>
              <a:ext cx="8873" cy="37801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2" name="Straight Connector 452">
              <a:extLst>
                <a:ext uri="{FF2B5EF4-FFF2-40B4-BE49-F238E27FC236}">
                  <a16:creationId xmlns:a16="http://schemas.microsoft.com/office/drawing/2014/main" id="{EDE84AEA-0314-41FA-9427-3AD2CE0E57F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209796" y="5875703"/>
              <a:ext cx="246235" cy="10407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5" name="Straight Connector 452">
              <a:extLst>
                <a:ext uri="{FF2B5EF4-FFF2-40B4-BE49-F238E27FC236}">
                  <a16:creationId xmlns:a16="http://schemas.microsoft.com/office/drawing/2014/main" id="{733F48A5-3927-4986-81A1-D72213ED93E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183091" y="5056714"/>
              <a:ext cx="263250" cy="9789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6" name="Straight Connector 452">
              <a:extLst>
                <a:ext uri="{FF2B5EF4-FFF2-40B4-BE49-F238E27FC236}">
                  <a16:creationId xmlns:a16="http://schemas.microsoft.com/office/drawing/2014/main" id="{D1837D0D-22FE-4EAB-AC61-57B416D80BB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23207" y="5053621"/>
              <a:ext cx="493387" cy="1903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8" name="Straight Connector 452">
              <a:extLst>
                <a:ext uri="{FF2B5EF4-FFF2-40B4-BE49-F238E27FC236}">
                  <a16:creationId xmlns:a16="http://schemas.microsoft.com/office/drawing/2014/main" id="{8FF8A743-CDF7-4509-9494-7267E72EE03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501004" y="5160193"/>
              <a:ext cx="247758" cy="1003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9" name="Straight Connector 452">
              <a:extLst>
                <a:ext uri="{FF2B5EF4-FFF2-40B4-BE49-F238E27FC236}">
                  <a16:creationId xmlns:a16="http://schemas.microsoft.com/office/drawing/2014/main" id="{19946AE8-0BA4-46AF-A6EA-16DB176588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96976" y="4958873"/>
              <a:ext cx="493387" cy="1903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1" name="Straight Connector 452">
              <a:extLst>
                <a:ext uri="{FF2B5EF4-FFF2-40B4-BE49-F238E27FC236}">
                  <a16:creationId xmlns:a16="http://schemas.microsoft.com/office/drawing/2014/main" id="{20F4EB99-D87E-4FB9-A4A5-1CB5B35136E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543260" y="4041893"/>
              <a:ext cx="676196" cy="31586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4" name="Straight Connector 452">
              <a:extLst>
                <a:ext uri="{FF2B5EF4-FFF2-40B4-BE49-F238E27FC236}">
                  <a16:creationId xmlns:a16="http://schemas.microsoft.com/office/drawing/2014/main" id="{00AF8503-5C4A-445B-915D-79C01AB23B0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995049" y="4357758"/>
              <a:ext cx="212152" cy="8183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2" name="Straight Connector 452">
              <a:extLst>
                <a:ext uri="{FF2B5EF4-FFF2-40B4-BE49-F238E27FC236}">
                  <a16:creationId xmlns:a16="http://schemas.microsoft.com/office/drawing/2014/main" id="{809EB77E-AFD1-4AE9-B31D-21578FCD964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885002" y="7869135"/>
              <a:ext cx="247758" cy="1003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4" name="Straight Connector 452">
              <a:extLst>
                <a:ext uri="{FF2B5EF4-FFF2-40B4-BE49-F238E27FC236}">
                  <a16:creationId xmlns:a16="http://schemas.microsoft.com/office/drawing/2014/main" id="{0B22E765-89B0-40E2-A59D-D156E137B1E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830047" y="8387776"/>
              <a:ext cx="8308" cy="35926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2" name="Straight Connector 452">
              <a:extLst>
                <a:ext uri="{FF2B5EF4-FFF2-40B4-BE49-F238E27FC236}">
                  <a16:creationId xmlns:a16="http://schemas.microsoft.com/office/drawing/2014/main" id="{D868BF2D-1ABA-438A-A331-BD20EFFD191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592502" y="8310686"/>
              <a:ext cx="258422" cy="10933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5" name="Straight Connector 452">
              <a:extLst>
                <a:ext uri="{FF2B5EF4-FFF2-40B4-BE49-F238E27FC236}">
                  <a16:creationId xmlns:a16="http://schemas.microsoft.com/office/drawing/2014/main" id="{2C68BF6C-7DA8-4280-81B7-C535ACBE81B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65004" y="7940005"/>
              <a:ext cx="3258" cy="18894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8" name="Straight Connector 452">
              <a:extLst>
                <a:ext uri="{FF2B5EF4-FFF2-40B4-BE49-F238E27FC236}">
                  <a16:creationId xmlns:a16="http://schemas.microsoft.com/office/drawing/2014/main" id="{2D317D08-B09B-45C3-B018-E8B95F74225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14357" y="8134084"/>
              <a:ext cx="3258" cy="18894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1" name="Straight Connector 452">
              <a:extLst>
                <a:ext uri="{FF2B5EF4-FFF2-40B4-BE49-F238E27FC236}">
                  <a16:creationId xmlns:a16="http://schemas.microsoft.com/office/drawing/2014/main" id="{D67BC38F-0EE3-439F-A31C-91E2A422ACC5}"/>
                </a:ext>
              </a:extLst>
            </p:cNvPr>
            <p:cNvCxnSpPr>
              <a:cxnSpLocks/>
            </p:cNvCxnSpPr>
            <p:nvPr/>
          </p:nvCxnSpPr>
          <p:spPr>
            <a:xfrm>
              <a:off x="10375153" y="8033798"/>
              <a:ext cx="234937" cy="10462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4" name="Straight Connector 452">
              <a:extLst>
                <a:ext uri="{FF2B5EF4-FFF2-40B4-BE49-F238E27FC236}">
                  <a16:creationId xmlns:a16="http://schemas.microsoft.com/office/drawing/2014/main" id="{3A664E75-1D82-49B9-A040-24189AE73CF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379388" y="7691549"/>
              <a:ext cx="3258" cy="33979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1" name="Straight Connector 452">
              <a:extLst>
                <a:ext uri="{FF2B5EF4-FFF2-40B4-BE49-F238E27FC236}">
                  <a16:creationId xmlns:a16="http://schemas.microsoft.com/office/drawing/2014/main" id="{BDA9A7E4-8497-4AE8-A3F5-79FD14BE59E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117405" y="7698800"/>
              <a:ext cx="236738" cy="10888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8" name="Straight Connector 452">
              <a:extLst>
                <a:ext uri="{FF2B5EF4-FFF2-40B4-BE49-F238E27FC236}">
                  <a16:creationId xmlns:a16="http://schemas.microsoft.com/office/drawing/2014/main" id="{AB2786A4-F365-4658-98BB-E1E33BA7326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889338" y="7693940"/>
              <a:ext cx="258422" cy="10933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3" name="Straight Connector 452">
              <a:extLst>
                <a:ext uri="{FF2B5EF4-FFF2-40B4-BE49-F238E27FC236}">
                  <a16:creationId xmlns:a16="http://schemas.microsoft.com/office/drawing/2014/main" id="{D37EDAAF-1FDB-44CB-BA8B-45F9BD8B228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650483" y="7701566"/>
              <a:ext cx="236738" cy="10888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6" name="Straight Connector 452">
              <a:extLst>
                <a:ext uri="{FF2B5EF4-FFF2-40B4-BE49-F238E27FC236}">
                  <a16:creationId xmlns:a16="http://schemas.microsoft.com/office/drawing/2014/main" id="{2B04EEA3-9DF8-481A-BA16-1A3EBE681419}"/>
                </a:ext>
              </a:extLst>
            </p:cNvPr>
            <p:cNvCxnSpPr>
              <a:cxnSpLocks/>
            </p:cNvCxnSpPr>
            <p:nvPr/>
          </p:nvCxnSpPr>
          <p:spPr>
            <a:xfrm>
              <a:off x="9674564" y="7252294"/>
              <a:ext cx="3107" cy="56482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2" name="Straight Connector 452">
              <a:extLst>
                <a:ext uri="{FF2B5EF4-FFF2-40B4-BE49-F238E27FC236}">
                  <a16:creationId xmlns:a16="http://schemas.microsoft.com/office/drawing/2014/main" id="{076A6D41-0F12-45D9-9606-A6413E64314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682680" y="7167251"/>
              <a:ext cx="236738" cy="10888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0" name="Straight Connector 452">
              <a:extLst>
                <a:ext uri="{FF2B5EF4-FFF2-40B4-BE49-F238E27FC236}">
                  <a16:creationId xmlns:a16="http://schemas.microsoft.com/office/drawing/2014/main" id="{D808928E-DF34-4F0B-A1B5-CFA6E4A5162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444166" y="6976107"/>
              <a:ext cx="472535" cy="1768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1" name="Straight Connector 452">
              <a:extLst>
                <a:ext uri="{FF2B5EF4-FFF2-40B4-BE49-F238E27FC236}">
                  <a16:creationId xmlns:a16="http://schemas.microsoft.com/office/drawing/2014/main" id="{17288E9B-37B7-45C7-8819-E739947AA8A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982259" y="6977829"/>
              <a:ext cx="482460" cy="19092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3" name="Straight Connector 452">
              <a:extLst>
                <a:ext uri="{FF2B5EF4-FFF2-40B4-BE49-F238E27FC236}">
                  <a16:creationId xmlns:a16="http://schemas.microsoft.com/office/drawing/2014/main" id="{EE2E902A-FE42-4018-9536-9BBB8EAFF44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458121" y="6969278"/>
              <a:ext cx="0" cy="19467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2" name="Straight Connector 452">
              <a:extLst>
                <a:ext uri="{FF2B5EF4-FFF2-40B4-BE49-F238E27FC236}">
                  <a16:creationId xmlns:a16="http://schemas.microsoft.com/office/drawing/2014/main" id="{43934067-B041-4CDA-94AE-EFCAD9412C2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464719" y="5885860"/>
              <a:ext cx="201432" cy="8751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7" name="Straight Connector 452">
              <a:extLst>
                <a:ext uri="{FF2B5EF4-FFF2-40B4-BE49-F238E27FC236}">
                  <a16:creationId xmlns:a16="http://schemas.microsoft.com/office/drawing/2014/main" id="{A47B0C27-8A31-48F0-8DE8-F472F612172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641442" y="5586260"/>
              <a:ext cx="274295" cy="10158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3" name="Straight Connector 452">
              <a:extLst>
                <a:ext uri="{FF2B5EF4-FFF2-40B4-BE49-F238E27FC236}">
                  <a16:creationId xmlns:a16="http://schemas.microsoft.com/office/drawing/2014/main" id="{F4CEC31E-77A0-4E7F-9D6D-F06AB81FFE0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415758" y="5598653"/>
              <a:ext cx="246235" cy="10407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5" name="Straight Connector 452">
              <a:extLst>
                <a:ext uri="{FF2B5EF4-FFF2-40B4-BE49-F238E27FC236}">
                  <a16:creationId xmlns:a16="http://schemas.microsoft.com/office/drawing/2014/main" id="{4FC612D8-A8B2-4D85-A66B-7D8A271C910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434566" y="5398238"/>
              <a:ext cx="246235" cy="10407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6" name="Straight Connector 452">
              <a:extLst>
                <a:ext uri="{FF2B5EF4-FFF2-40B4-BE49-F238E27FC236}">
                  <a16:creationId xmlns:a16="http://schemas.microsoft.com/office/drawing/2014/main" id="{2B502913-B313-46E9-B27B-645E87C718E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375153" y="5164039"/>
              <a:ext cx="0" cy="19679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9" name="Straight Connector 452">
              <a:extLst>
                <a:ext uri="{FF2B5EF4-FFF2-40B4-BE49-F238E27FC236}">
                  <a16:creationId xmlns:a16="http://schemas.microsoft.com/office/drawing/2014/main" id="{36F72A35-3851-424E-AE3B-B29DBEDF6C2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356593" y="5081608"/>
              <a:ext cx="246235" cy="10407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0" name="Straight Connector 452">
              <a:extLst>
                <a:ext uri="{FF2B5EF4-FFF2-40B4-BE49-F238E27FC236}">
                  <a16:creationId xmlns:a16="http://schemas.microsoft.com/office/drawing/2014/main" id="{299D80AB-EA63-4CF7-BD62-86DA1FB0C11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345376" y="4979626"/>
              <a:ext cx="263250" cy="9789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4" name="Straight Connector 452">
              <a:extLst>
                <a:ext uri="{FF2B5EF4-FFF2-40B4-BE49-F238E27FC236}">
                  <a16:creationId xmlns:a16="http://schemas.microsoft.com/office/drawing/2014/main" id="{AAA06FCB-3312-4836-89C7-8DB65307457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119392" y="4975755"/>
              <a:ext cx="246235" cy="10407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7" name="Straight Connector 452">
              <a:extLst>
                <a:ext uri="{FF2B5EF4-FFF2-40B4-BE49-F238E27FC236}">
                  <a16:creationId xmlns:a16="http://schemas.microsoft.com/office/drawing/2014/main" id="{5C2FE20A-600D-4C9B-A77A-62625EF24C5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140625" y="5047152"/>
              <a:ext cx="0" cy="19679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0" name="Straight Connector 452">
              <a:extLst>
                <a:ext uri="{FF2B5EF4-FFF2-40B4-BE49-F238E27FC236}">
                  <a16:creationId xmlns:a16="http://schemas.microsoft.com/office/drawing/2014/main" id="{A850DEB9-A308-4476-8941-AB5EC570291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01244" y="5245066"/>
              <a:ext cx="246235" cy="10407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6" name="Straight Connector 452">
              <a:extLst>
                <a:ext uri="{FF2B5EF4-FFF2-40B4-BE49-F238E27FC236}">
                  <a16:creationId xmlns:a16="http://schemas.microsoft.com/office/drawing/2014/main" id="{9013CD9E-E203-42E2-B765-5D3D2F76113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53151" y="4973241"/>
              <a:ext cx="246235" cy="10407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9" name="Straight Connector 452">
              <a:extLst>
                <a:ext uri="{FF2B5EF4-FFF2-40B4-BE49-F238E27FC236}">
                  <a16:creationId xmlns:a16="http://schemas.microsoft.com/office/drawing/2014/main" id="{95FA0ED4-DFC3-4A1D-AF8D-C77295AA1BE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418055" y="5243705"/>
              <a:ext cx="246235" cy="10407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1" name="Straight Connector 452">
              <a:extLst>
                <a:ext uri="{FF2B5EF4-FFF2-40B4-BE49-F238E27FC236}">
                  <a16:creationId xmlns:a16="http://schemas.microsoft.com/office/drawing/2014/main" id="{E889C0C1-46AE-4CE3-B7B1-72DF11E50EE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441865" y="5139470"/>
              <a:ext cx="0" cy="19467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2" name="Straight Connector 452">
              <a:extLst>
                <a:ext uri="{FF2B5EF4-FFF2-40B4-BE49-F238E27FC236}">
                  <a16:creationId xmlns:a16="http://schemas.microsoft.com/office/drawing/2014/main" id="{2A696541-80F1-497C-976D-9FAB860FCC0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70933" y="5057269"/>
              <a:ext cx="0" cy="19467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8" name="Straight Connector 452">
              <a:extLst>
                <a:ext uri="{FF2B5EF4-FFF2-40B4-BE49-F238E27FC236}">
                  <a16:creationId xmlns:a16="http://schemas.microsoft.com/office/drawing/2014/main" id="{CFFF4356-3B42-4862-8CA6-7B56AD9252D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00060" y="3726286"/>
              <a:ext cx="0" cy="19467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team2">
            <a:extLst>
              <a:ext uri="{FF2B5EF4-FFF2-40B4-BE49-F238E27FC236}">
                <a16:creationId xmlns:a16="http://schemas.microsoft.com/office/drawing/2014/main" id="{3BE981CA-EDDA-459B-9EE7-B0BDFD22246F}"/>
              </a:ext>
            </a:extLst>
          </p:cNvPr>
          <p:cNvGrpSpPr/>
          <p:nvPr/>
        </p:nvGrpSpPr>
        <p:grpSpPr>
          <a:xfrm>
            <a:off x="565680" y="1790700"/>
            <a:ext cx="6805067" cy="8383898"/>
            <a:chOff x="565680" y="1790700"/>
            <a:chExt cx="6805067" cy="8383898"/>
          </a:xfrm>
        </p:grpSpPr>
        <p:cxnSp>
          <p:nvCxnSpPr>
            <p:cNvPr id="4" name="Straight Connector 452">
              <a:extLst>
                <a:ext uri="{FF2B5EF4-FFF2-40B4-BE49-F238E27FC236}">
                  <a16:creationId xmlns:a16="http://schemas.microsoft.com/office/drawing/2014/main" id="{A31ABA35-B6F8-4289-8FF3-3B02A951221C}"/>
                </a:ext>
              </a:extLst>
            </p:cNvPr>
            <p:cNvCxnSpPr>
              <a:cxnSpLocks/>
            </p:cNvCxnSpPr>
            <p:nvPr/>
          </p:nvCxnSpPr>
          <p:spPr>
            <a:xfrm>
              <a:off x="6403975" y="1790700"/>
              <a:ext cx="0" cy="3810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452">
              <a:extLst>
                <a:ext uri="{FF2B5EF4-FFF2-40B4-BE49-F238E27FC236}">
                  <a16:creationId xmlns:a16="http://schemas.microsoft.com/office/drawing/2014/main" id="{64B6597A-7BD2-4295-94CE-258884C312F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88075" y="2146300"/>
              <a:ext cx="215900" cy="14287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452">
              <a:extLst>
                <a:ext uri="{FF2B5EF4-FFF2-40B4-BE49-F238E27FC236}">
                  <a16:creationId xmlns:a16="http://schemas.microsoft.com/office/drawing/2014/main" id="{2E634530-C013-4EE9-8D46-967850369BDA}"/>
                </a:ext>
              </a:extLst>
            </p:cNvPr>
            <p:cNvCxnSpPr>
              <a:cxnSpLocks/>
            </p:cNvCxnSpPr>
            <p:nvPr/>
          </p:nvCxnSpPr>
          <p:spPr>
            <a:xfrm>
              <a:off x="6176961" y="2289175"/>
              <a:ext cx="661" cy="91654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452">
              <a:extLst>
                <a:ext uri="{FF2B5EF4-FFF2-40B4-BE49-F238E27FC236}">
                  <a16:creationId xmlns:a16="http://schemas.microsoft.com/office/drawing/2014/main" id="{6C90CAAA-4F45-4375-B779-20F0C9A94FA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91075" y="4254692"/>
              <a:ext cx="1397000" cy="53638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452">
              <a:extLst>
                <a:ext uri="{FF2B5EF4-FFF2-40B4-BE49-F238E27FC236}">
                  <a16:creationId xmlns:a16="http://schemas.microsoft.com/office/drawing/2014/main" id="{12DBEF74-521F-48AC-8E67-BC57130C183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559300" y="4705350"/>
              <a:ext cx="231775" cy="8572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452">
              <a:extLst>
                <a:ext uri="{FF2B5EF4-FFF2-40B4-BE49-F238E27FC236}">
                  <a16:creationId xmlns:a16="http://schemas.microsoft.com/office/drawing/2014/main" id="{D8E389B3-2768-496A-9B3B-8A0F680A603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48031" y="4708526"/>
              <a:ext cx="717622" cy="28752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52">
              <a:extLst>
                <a:ext uri="{FF2B5EF4-FFF2-40B4-BE49-F238E27FC236}">
                  <a16:creationId xmlns:a16="http://schemas.microsoft.com/office/drawing/2014/main" id="{71CCBCC4-6B2D-459D-9D56-4BFE6558723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517523" y="4429127"/>
              <a:ext cx="706374" cy="28347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52">
              <a:extLst>
                <a:ext uri="{FF2B5EF4-FFF2-40B4-BE49-F238E27FC236}">
                  <a16:creationId xmlns:a16="http://schemas.microsoft.com/office/drawing/2014/main" id="{DE68BC7D-2002-4705-8F08-835E55AE51E0}"/>
                </a:ext>
              </a:extLst>
            </p:cNvPr>
            <p:cNvCxnSpPr>
              <a:cxnSpLocks/>
            </p:cNvCxnSpPr>
            <p:nvPr/>
          </p:nvCxnSpPr>
          <p:spPr>
            <a:xfrm>
              <a:off x="1517523" y="2960689"/>
              <a:ext cx="0" cy="146843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452">
              <a:extLst>
                <a:ext uri="{FF2B5EF4-FFF2-40B4-BE49-F238E27FC236}">
                  <a16:creationId xmlns:a16="http://schemas.microsoft.com/office/drawing/2014/main" id="{9217F176-8B66-4912-8293-27211762162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684906" y="4534693"/>
              <a:ext cx="1171196" cy="46135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452">
              <a:extLst>
                <a:ext uri="{FF2B5EF4-FFF2-40B4-BE49-F238E27FC236}">
                  <a16:creationId xmlns:a16="http://schemas.microsoft.com/office/drawing/2014/main" id="{452DC84A-1608-4561-900A-E66EFB73C4A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16814" y="4525168"/>
              <a:ext cx="487940" cy="18018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52">
              <a:extLst>
                <a:ext uri="{FF2B5EF4-FFF2-40B4-BE49-F238E27FC236}">
                  <a16:creationId xmlns:a16="http://schemas.microsoft.com/office/drawing/2014/main" id="{444E2C02-BB54-4958-A027-436852EE29B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63034" y="2883551"/>
              <a:ext cx="231775" cy="8572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Straight Connector 452">
              <a:extLst>
                <a:ext uri="{FF2B5EF4-FFF2-40B4-BE49-F238E27FC236}">
                  <a16:creationId xmlns:a16="http://schemas.microsoft.com/office/drawing/2014/main" id="{D810433A-C635-4800-AF42-48513AC4BE57}"/>
                </a:ext>
              </a:extLst>
            </p:cNvPr>
            <p:cNvCxnSpPr>
              <a:cxnSpLocks/>
            </p:cNvCxnSpPr>
            <p:nvPr/>
          </p:nvCxnSpPr>
          <p:spPr>
            <a:xfrm>
              <a:off x="1291609" y="2883551"/>
              <a:ext cx="0" cy="166042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Straight Connector 452">
              <a:extLst>
                <a:ext uri="{FF2B5EF4-FFF2-40B4-BE49-F238E27FC236}">
                  <a16:creationId xmlns:a16="http://schemas.microsoft.com/office/drawing/2014/main" id="{8E93F016-8073-47A3-9ACE-5C5CC894C55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86787" y="4538178"/>
              <a:ext cx="937174" cy="34338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Straight Connector 452">
              <a:extLst>
                <a:ext uri="{FF2B5EF4-FFF2-40B4-BE49-F238E27FC236}">
                  <a16:creationId xmlns:a16="http://schemas.microsoft.com/office/drawing/2014/main" id="{A568C35C-CA59-45E1-AE6D-04FDC627DA9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10663" y="4712597"/>
              <a:ext cx="487940" cy="18018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Straight Connector 452">
              <a:extLst>
                <a:ext uri="{FF2B5EF4-FFF2-40B4-BE49-F238E27FC236}">
                  <a16:creationId xmlns:a16="http://schemas.microsoft.com/office/drawing/2014/main" id="{DBAE4047-CE24-4A49-8C0F-A21D256CB30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680353" y="4712598"/>
              <a:ext cx="468587" cy="18018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traight Connector 452">
              <a:extLst>
                <a:ext uri="{FF2B5EF4-FFF2-40B4-BE49-F238E27FC236}">
                  <a16:creationId xmlns:a16="http://schemas.microsoft.com/office/drawing/2014/main" id="{E9F36CA9-9358-4CB6-A240-2105A51F6AE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51612" y="4888018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Straight Connector 452">
              <a:extLst>
                <a:ext uri="{FF2B5EF4-FFF2-40B4-BE49-F238E27FC236}">
                  <a16:creationId xmlns:a16="http://schemas.microsoft.com/office/drawing/2014/main" id="{373D13C3-59E1-4F90-9392-CF94D970EA7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324373" y="4977254"/>
              <a:ext cx="231775" cy="8572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Straight Connector 452">
              <a:extLst>
                <a:ext uri="{FF2B5EF4-FFF2-40B4-BE49-F238E27FC236}">
                  <a16:creationId xmlns:a16="http://schemas.microsoft.com/office/drawing/2014/main" id="{F61AA4C9-C202-4546-A098-BFF8A9908E6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84291" y="4973039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Straight Connector 452">
              <a:extLst>
                <a:ext uri="{FF2B5EF4-FFF2-40B4-BE49-F238E27FC236}">
                  <a16:creationId xmlns:a16="http://schemas.microsoft.com/office/drawing/2014/main" id="{E0B760EA-1A35-4F31-98A3-082D2271CF7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392117" y="4980116"/>
              <a:ext cx="461377" cy="17920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Straight Connector 452">
              <a:extLst>
                <a:ext uri="{FF2B5EF4-FFF2-40B4-BE49-F238E27FC236}">
                  <a16:creationId xmlns:a16="http://schemas.microsoft.com/office/drawing/2014/main" id="{1B269733-6590-440A-AB8C-7C0F8073998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60602" y="4971263"/>
              <a:ext cx="462206" cy="17834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Straight Connector 452">
              <a:extLst>
                <a:ext uri="{FF2B5EF4-FFF2-40B4-BE49-F238E27FC236}">
                  <a16:creationId xmlns:a16="http://schemas.microsoft.com/office/drawing/2014/main" id="{633FF690-8046-41CE-9D34-9A0DB094614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129629" y="5078081"/>
              <a:ext cx="231775" cy="8572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Straight Connector 452">
              <a:extLst>
                <a:ext uri="{FF2B5EF4-FFF2-40B4-BE49-F238E27FC236}">
                  <a16:creationId xmlns:a16="http://schemas.microsoft.com/office/drawing/2014/main" id="{FC4981CC-847E-49F1-8A11-C34C03B98A0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557651" y="5060272"/>
              <a:ext cx="7075" cy="37484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452">
              <a:extLst>
                <a:ext uri="{FF2B5EF4-FFF2-40B4-BE49-F238E27FC236}">
                  <a16:creationId xmlns:a16="http://schemas.microsoft.com/office/drawing/2014/main" id="{3D6FB5C7-5388-4FA4-A2F8-3775B2CBFE8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333676" y="5338367"/>
              <a:ext cx="231775" cy="8572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Connector 452">
              <a:extLst>
                <a:ext uri="{FF2B5EF4-FFF2-40B4-BE49-F238E27FC236}">
                  <a16:creationId xmlns:a16="http://schemas.microsoft.com/office/drawing/2014/main" id="{289806EA-9FC2-41AA-A7CA-B41FBE5F667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39943" y="5149540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Connector 452">
              <a:extLst>
                <a:ext uri="{FF2B5EF4-FFF2-40B4-BE49-F238E27FC236}">
                  <a16:creationId xmlns:a16="http://schemas.microsoft.com/office/drawing/2014/main" id="{B397299D-2A3A-43C8-BE20-1CABC9A3D44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48832" y="5161932"/>
              <a:ext cx="486021" cy="19234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Straight Connector 452">
              <a:extLst>
                <a:ext uri="{FF2B5EF4-FFF2-40B4-BE49-F238E27FC236}">
                  <a16:creationId xmlns:a16="http://schemas.microsoft.com/office/drawing/2014/main" id="{4EEC3C0F-DA76-4F80-86A2-1A3BE528FF0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609949" y="5259478"/>
              <a:ext cx="231775" cy="8572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Straight Connector 452">
              <a:extLst>
                <a:ext uri="{FF2B5EF4-FFF2-40B4-BE49-F238E27FC236}">
                  <a16:creationId xmlns:a16="http://schemas.microsoft.com/office/drawing/2014/main" id="{EFA0E349-EA88-41BA-99A0-B71F674A49A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19043" y="5253048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Straight Connector 452">
              <a:extLst>
                <a:ext uri="{FF2B5EF4-FFF2-40B4-BE49-F238E27FC236}">
                  <a16:creationId xmlns:a16="http://schemas.microsoft.com/office/drawing/2014/main" id="{12693B72-BBB5-4AE4-B254-25A356F43DB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613173" y="5430914"/>
              <a:ext cx="231775" cy="8572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Straight Connector 452">
              <a:extLst>
                <a:ext uri="{FF2B5EF4-FFF2-40B4-BE49-F238E27FC236}">
                  <a16:creationId xmlns:a16="http://schemas.microsoft.com/office/drawing/2014/main" id="{B4380E6E-93F8-4E7D-8CCF-315D59E30F2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41942" y="5412346"/>
              <a:ext cx="258889" cy="10502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Straight Connector 452">
              <a:extLst>
                <a:ext uri="{FF2B5EF4-FFF2-40B4-BE49-F238E27FC236}">
                  <a16:creationId xmlns:a16="http://schemas.microsoft.com/office/drawing/2014/main" id="{2B2794F0-6014-4144-8CC7-91D0426AF3C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87260" y="5417586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452">
              <a:extLst>
                <a:ext uri="{FF2B5EF4-FFF2-40B4-BE49-F238E27FC236}">
                  <a16:creationId xmlns:a16="http://schemas.microsoft.com/office/drawing/2014/main" id="{04A23565-C4AF-4122-9D82-FA58F21FC32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33815" y="5610058"/>
              <a:ext cx="258889" cy="10502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452">
              <a:extLst>
                <a:ext uri="{FF2B5EF4-FFF2-40B4-BE49-F238E27FC236}">
                  <a16:creationId xmlns:a16="http://schemas.microsoft.com/office/drawing/2014/main" id="{E7577012-2A35-43F1-9A63-BE5A4E72257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129239" y="5425691"/>
              <a:ext cx="721581" cy="27770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452">
              <a:extLst>
                <a:ext uri="{FF2B5EF4-FFF2-40B4-BE49-F238E27FC236}">
                  <a16:creationId xmlns:a16="http://schemas.microsoft.com/office/drawing/2014/main" id="{D1AD1329-A099-4EBA-9F9B-2A98A1CDBFF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47534" y="5421829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452">
              <a:extLst>
                <a:ext uri="{FF2B5EF4-FFF2-40B4-BE49-F238E27FC236}">
                  <a16:creationId xmlns:a16="http://schemas.microsoft.com/office/drawing/2014/main" id="{EBB52706-1BA7-4FD2-9586-1053FF080DB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148646" y="5614789"/>
              <a:ext cx="721581" cy="27770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452">
              <a:extLst>
                <a:ext uri="{FF2B5EF4-FFF2-40B4-BE49-F238E27FC236}">
                  <a16:creationId xmlns:a16="http://schemas.microsoft.com/office/drawing/2014/main" id="{86C09E53-54E5-4C3A-A241-BB1BB204488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46333" y="5768601"/>
              <a:ext cx="258889" cy="10502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Straight Connector 452">
              <a:extLst>
                <a:ext uri="{FF2B5EF4-FFF2-40B4-BE49-F238E27FC236}">
                  <a16:creationId xmlns:a16="http://schemas.microsoft.com/office/drawing/2014/main" id="{A79AA0FC-111E-4474-8AAF-8DC9BCF995A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90030" y="5763823"/>
              <a:ext cx="0" cy="39314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Straight Connector 452">
              <a:extLst>
                <a:ext uri="{FF2B5EF4-FFF2-40B4-BE49-F238E27FC236}">
                  <a16:creationId xmlns:a16="http://schemas.microsoft.com/office/drawing/2014/main" id="{30F0E5BC-2C66-40D7-8EEC-32B41190035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158961" y="5783269"/>
              <a:ext cx="939797" cy="36992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Straight Connector 452">
              <a:extLst>
                <a:ext uri="{FF2B5EF4-FFF2-40B4-BE49-F238E27FC236}">
                  <a16:creationId xmlns:a16="http://schemas.microsoft.com/office/drawing/2014/main" id="{FBF0F778-4C60-4AAB-B3F6-ECF22FD4F59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57058" y="5788228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Straight Connector 452">
              <a:extLst>
                <a:ext uri="{FF2B5EF4-FFF2-40B4-BE49-F238E27FC236}">
                  <a16:creationId xmlns:a16="http://schemas.microsoft.com/office/drawing/2014/main" id="{4D149264-DE7B-436B-A030-A732CD1FE3D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152516" y="5968474"/>
              <a:ext cx="231775" cy="8572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Straight Connector 452">
              <a:extLst>
                <a:ext uri="{FF2B5EF4-FFF2-40B4-BE49-F238E27FC236}">
                  <a16:creationId xmlns:a16="http://schemas.microsoft.com/office/drawing/2014/main" id="{0C16F8A4-5B1F-4DEC-B96A-D737EF5C1BF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71154" y="6054199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452">
              <a:extLst>
                <a:ext uri="{FF2B5EF4-FFF2-40B4-BE49-F238E27FC236}">
                  <a16:creationId xmlns:a16="http://schemas.microsoft.com/office/drawing/2014/main" id="{86EF69AA-3A97-4334-BEBF-19FA50031BB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374142" y="6233319"/>
              <a:ext cx="476890" cy="18152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Straight Connector 452">
              <a:extLst>
                <a:ext uri="{FF2B5EF4-FFF2-40B4-BE49-F238E27FC236}">
                  <a16:creationId xmlns:a16="http://schemas.microsoft.com/office/drawing/2014/main" id="{3C34F007-C3E5-41F0-895B-DD41D02A95F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42873" y="6240713"/>
              <a:ext cx="479935" cy="18508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Straight Connector 452">
              <a:extLst>
                <a:ext uri="{FF2B5EF4-FFF2-40B4-BE49-F238E27FC236}">
                  <a16:creationId xmlns:a16="http://schemas.microsoft.com/office/drawing/2014/main" id="{4A79ACFA-3211-48C4-9A6A-DD652990650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304668" y="6241431"/>
              <a:ext cx="231775" cy="8572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Straight Connector 452">
              <a:extLst>
                <a:ext uri="{FF2B5EF4-FFF2-40B4-BE49-F238E27FC236}">
                  <a16:creationId xmlns:a16="http://schemas.microsoft.com/office/drawing/2014/main" id="{A5D52D94-A4C9-445B-8E70-FD4902DD85E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49177" y="6315788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Straight Connector 452">
              <a:extLst>
                <a:ext uri="{FF2B5EF4-FFF2-40B4-BE49-F238E27FC236}">
                  <a16:creationId xmlns:a16="http://schemas.microsoft.com/office/drawing/2014/main" id="{303C95F2-BA77-442F-B374-DABBADA8106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538981" y="6506758"/>
              <a:ext cx="241818" cy="9324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Straight Connector 452">
              <a:extLst>
                <a:ext uri="{FF2B5EF4-FFF2-40B4-BE49-F238E27FC236}">
                  <a16:creationId xmlns:a16="http://schemas.microsoft.com/office/drawing/2014/main" id="{A13D767C-2FF3-4A1F-87F6-9824B763C30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36443" y="6606628"/>
              <a:ext cx="258889" cy="10502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Straight Connector 452">
              <a:extLst>
                <a:ext uri="{FF2B5EF4-FFF2-40B4-BE49-F238E27FC236}">
                  <a16:creationId xmlns:a16="http://schemas.microsoft.com/office/drawing/2014/main" id="{F439581B-159E-4C80-A64E-2CE87B7BC82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56148" y="6705357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Straight Connector 452">
              <a:extLst>
                <a:ext uri="{FF2B5EF4-FFF2-40B4-BE49-F238E27FC236}">
                  <a16:creationId xmlns:a16="http://schemas.microsoft.com/office/drawing/2014/main" id="{1C8AE480-4050-4AC8-96D0-8D76C5AD92E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04668" y="6882635"/>
              <a:ext cx="258889" cy="10502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Straight Connector 452">
              <a:extLst>
                <a:ext uri="{FF2B5EF4-FFF2-40B4-BE49-F238E27FC236}">
                  <a16:creationId xmlns:a16="http://schemas.microsoft.com/office/drawing/2014/main" id="{63D0594D-70ED-4643-A5F9-5758A28BE7F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33675" y="6414840"/>
              <a:ext cx="6268" cy="56452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452">
              <a:extLst>
                <a:ext uri="{FF2B5EF4-FFF2-40B4-BE49-F238E27FC236}">
                  <a16:creationId xmlns:a16="http://schemas.microsoft.com/office/drawing/2014/main" id="{C006C95F-CED0-442B-A5B3-B7D558DB397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65254" y="6407410"/>
              <a:ext cx="479935" cy="18508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452">
              <a:extLst>
                <a:ext uri="{FF2B5EF4-FFF2-40B4-BE49-F238E27FC236}">
                  <a16:creationId xmlns:a16="http://schemas.microsoft.com/office/drawing/2014/main" id="{4AB530A1-21A2-49CC-A7FF-CF99E772E5C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361404" y="6422235"/>
              <a:ext cx="507306" cy="18743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452">
              <a:extLst>
                <a:ext uri="{FF2B5EF4-FFF2-40B4-BE49-F238E27FC236}">
                  <a16:creationId xmlns:a16="http://schemas.microsoft.com/office/drawing/2014/main" id="{C5DFC767-9E35-4B24-B7DA-F176407E8F0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79628" y="6414840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452">
              <a:extLst>
                <a:ext uri="{FF2B5EF4-FFF2-40B4-BE49-F238E27FC236}">
                  <a16:creationId xmlns:a16="http://schemas.microsoft.com/office/drawing/2014/main" id="{E51D260B-942B-462A-A15E-57951FCEA01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374243" y="6605455"/>
              <a:ext cx="507306" cy="18743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452">
              <a:extLst>
                <a:ext uri="{FF2B5EF4-FFF2-40B4-BE49-F238E27FC236}">
                  <a16:creationId xmlns:a16="http://schemas.microsoft.com/office/drawing/2014/main" id="{CF2B0A50-8993-419A-80E9-222408E061E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60602" y="6772153"/>
              <a:ext cx="3579" cy="38273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452">
              <a:extLst>
                <a:ext uri="{FF2B5EF4-FFF2-40B4-BE49-F238E27FC236}">
                  <a16:creationId xmlns:a16="http://schemas.microsoft.com/office/drawing/2014/main" id="{82DB772A-4F09-460F-972F-085E09A9E13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29960" y="7039637"/>
              <a:ext cx="268798" cy="12431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452">
              <a:extLst>
                <a:ext uri="{FF2B5EF4-FFF2-40B4-BE49-F238E27FC236}">
                  <a16:creationId xmlns:a16="http://schemas.microsoft.com/office/drawing/2014/main" id="{5F8D11A0-8793-47AF-9950-67D3B9E8F1B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90030" y="7039637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452">
              <a:extLst>
                <a:ext uri="{FF2B5EF4-FFF2-40B4-BE49-F238E27FC236}">
                  <a16:creationId xmlns:a16="http://schemas.microsoft.com/office/drawing/2014/main" id="{3DA6C3EC-AAE2-4A45-B95A-7A8474A33FC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86982" y="7162076"/>
              <a:ext cx="258889" cy="10502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452">
              <a:extLst>
                <a:ext uri="{FF2B5EF4-FFF2-40B4-BE49-F238E27FC236}">
                  <a16:creationId xmlns:a16="http://schemas.microsoft.com/office/drawing/2014/main" id="{65148F67-3570-4EF4-AA87-3BA4ACA9358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333675" y="7157425"/>
              <a:ext cx="241818" cy="9324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452">
              <a:extLst>
                <a:ext uri="{FF2B5EF4-FFF2-40B4-BE49-F238E27FC236}">
                  <a16:creationId xmlns:a16="http://schemas.microsoft.com/office/drawing/2014/main" id="{FBBB80DA-58E0-4891-AA0D-86FCC50C5A2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48223" y="7067799"/>
              <a:ext cx="459761" cy="18876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452">
              <a:extLst>
                <a:ext uri="{FF2B5EF4-FFF2-40B4-BE49-F238E27FC236}">
                  <a16:creationId xmlns:a16="http://schemas.microsoft.com/office/drawing/2014/main" id="{AC6FDF6C-03ED-46AD-984E-98846EBC309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007984" y="7057265"/>
              <a:ext cx="725986" cy="27543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452">
              <a:extLst>
                <a:ext uri="{FF2B5EF4-FFF2-40B4-BE49-F238E27FC236}">
                  <a16:creationId xmlns:a16="http://schemas.microsoft.com/office/drawing/2014/main" id="{D0AE50DC-5685-40D9-9F55-448D1414ADE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10399" y="7247429"/>
              <a:ext cx="258889" cy="10502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452">
              <a:extLst>
                <a:ext uri="{FF2B5EF4-FFF2-40B4-BE49-F238E27FC236}">
                  <a16:creationId xmlns:a16="http://schemas.microsoft.com/office/drawing/2014/main" id="{8FF16293-EFDA-4F13-A346-5EE7B4AD502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965293" y="7240131"/>
              <a:ext cx="241818" cy="9324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452">
              <a:extLst>
                <a:ext uri="{FF2B5EF4-FFF2-40B4-BE49-F238E27FC236}">
                  <a16:creationId xmlns:a16="http://schemas.microsoft.com/office/drawing/2014/main" id="{4E90C1C1-0884-43F7-8605-5DCEC11C44E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65657" y="7236126"/>
              <a:ext cx="258889" cy="10502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452">
              <a:extLst>
                <a:ext uri="{FF2B5EF4-FFF2-40B4-BE49-F238E27FC236}">
                  <a16:creationId xmlns:a16="http://schemas.microsoft.com/office/drawing/2014/main" id="{2DA0FB9F-F957-4709-8568-6CA2FEBF075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20197" y="7228977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Straight Connector 452">
              <a:extLst>
                <a:ext uri="{FF2B5EF4-FFF2-40B4-BE49-F238E27FC236}">
                  <a16:creationId xmlns:a16="http://schemas.microsoft.com/office/drawing/2014/main" id="{0326B0FC-B370-4FC5-B20A-C7AE1C31D83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83570" y="7401545"/>
              <a:ext cx="258889" cy="10502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452">
              <a:extLst>
                <a:ext uri="{FF2B5EF4-FFF2-40B4-BE49-F238E27FC236}">
                  <a16:creationId xmlns:a16="http://schemas.microsoft.com/office/drawing/2014/main" id="{CAADA319-56A2-4232-9BD7-F3893DFF06B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93898" y="7506568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7" name="Straight Connector 452">
              <a:extLst>
                <a:ext uri="{FF2B5EF4-FFF2-40B4-BE49-F238E27FC236}">
                  <a16:creationId xmlns:a16="http://schemas.microsoft.com/office/drawing/2014/main" id="{0274807B-4B83-4314-9BA2-336E2F2ACC2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75653" y="7702565"/>
              <a:ext cx="241818" cy="9324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Straight Connector 452">
              <a:extLst>
                <a:ext uri="{FF2B5EF4-FFF2-40B4-BE49-F238E27FC236}">
                  <a16:creationId xmlns:a16="http://schemas.microsoft.com/office/drawing/2014/main" id="{BDDD7B7F-6914-47B5-A700-AFBA6BA9B70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17470" y="7772865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" name="Straight Connector 452">
              <a:extLst>
                <a:ext uri="{FF2B5EF4-FFF2-40B4-BE49-F238E27FC236}">
                  <a16:creationId xmlns:a16="http://schemas.microsoft.com/office/drawing/2014/main" id="{5D197AE9-27C0-47FC-8415-308E7839305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404306" y="7970970"/>
              <a:ext cx="241818" cy="9324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Straight Connector 452">
              <a:extLst>
                <a:ext uri="{FF2B5EF4-FFF2-40B4-BE49-F238E27FC236}">
                  <a16:creationId xmlns:a16="http://schemas.microsoft.com/office/drawing/2014/main" id="{09B06B85-3ECD-4783-93BF-F65D7AA52AF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31283" y="8041270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" name="Straight Connector 452">
              <a:extLst>
                <a:ext uri="{FF2B5EF4-FFF2-40B4-BE49-F238E27FC236}">
                  <a16:creationId xmlns:a16="http://schemas.microsoft.com/office/drawing/2014/main" id="{FD454162-EFCD-4AAE-8E35-6D6F654D6BD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33329" y="8239375"/>
              <a:ext cx="241818" cy="9324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Straight Connector 452">
              <a:extLst>
                <a:ext uri="{FF2B5EF4-FFF2-40B4-BE49-F238E27FC236}">
                  <a16:creationId xmlns:a16="http://schemas.microsoft.com/office/drawing/2014/main" id="{D68BE075-9012-40A2-8240-5BA74D2552A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70040" y="8134516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" name="Straight Connector 452">
              <a:extLst>
                <a:ext uri="{FF2B5EF4-FFF2-40B4-BE49-F238E27FC236}">
                  <a16:creationId xmlns:a16="http://schemas.microsoft.com/office/drawing/2014/main" id="{0DDD78B2-B79A-4DEE-88D3-6A35DFDA391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72808" y="8053435"/>
              <a:ext cx="258889" cy="10502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Straight Connector 452">
              <a:extLst>
                <a:ext uri="{FF2B5EF4-FFF2-40B4-BE49-F238E27FC236}">
                  <a16:creationId xmlns:a16="http://schemas.microsoft.com/office/drawing/2014/main" id="{3AF465E5-BADE-4F29-BC06-A75811D2A8F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31696" y="8053435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" name="Straight Connector 452">
              <a:extLst>
                <a:ext uri="{FF2B5EF4-FFF2-40B4-BE49-F238E27FC236}">
                  <a16:creationId xmlns:a16="http://schemas.microsoft.com/office/drawing/2014/main" id="{07948544-E5B9-4235-9F84-B89731F98AF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128929" y="8241983"/>
              <a:ext cx="241818" cy="9324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Straight Connector 452">
              <a:extLst>
                <a:ext uri="{FF2B5EF4-FFF2-40B4-BE49-F238E27FC236}">
                  <a16:creationId xmlns:a16="http://schemas.microsoft.com/office/drawing/2014/main" id="{76F0318C-8524-426B-97FF-3AB1DE97956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54539" y="8319702"/>
              <a:ext cx="0" cy="39249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Straight Connector 452">
              <a:extLst>
                <a:ext uri="{FF2B5EF4-FFF2-40B4-BE49-F238E27FC236}">
                  <a16:creationId xmlns:a16="http://schemas.microsoft.com/office/drawing/2014/main" id="{3F0CC13C-8089-4A38-BCAB-57F87C001AF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096001" y="8596397"/>
              <a:ext cx="241818" cy="9324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" name="Straight Connector 452">
              <a:extLst>
                <a:ext uri="{FF2B5EF4-FFF2-40B4-BE49-F238E27FC236}">
                  <a16:creationId xmlns:a16="http://schemas.microsoft.com/office/drawing/2014/main" id="{A48D6D01-CEE8-42FE-8E61-8A36D588A61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53752" y="8590508"/>
              <a:ext cx="258889" cy="10502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Straight Connector 452">
              <a:extLst>
                <a:ext uri="{FF2B5EF4-FFF2-40B4-BE49-F238E27FC236}">
                  <a16:creationId xmlns:a16="http://schemas.microsoft.com/office/drawing/2014/main" id="{C3DCCF87-9F1E-45DD-9218-FFE55E17219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11934" y="8598253"/>
              <a:ext cx="241818" cy="9324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" name="Straight Connector 452">
              <a:extLst>
                <a:ext uri="{FF2B5EF4-FFF2-40B4-BE49-F238E27FC236}">
                  <a16:creationId xmlns:a16="http://schemas.microsoft.com/office/drawing/2014/main" id="{8CD04C52-F094-4D5F-953A-7A9F1F46051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03849" y="8596397"/>
              <a:ext cx="258889" cy="10502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" name="Straight Connector 452">
              <a:extLst>
                <a:ext uri="{FF2B5EF4-FFF2-40B4-BE49-F238E27FC236}">
                  <a16:creationId xmlns:a16="http://schemas.microsoft.com/office/drawing/2014/main" id="{224E556A-0235-4C8B-9525-DA1B7A1588E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25785" y="8152487"/>
              <a:ext cx="0" cy="54893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Straight Connector 452">
              <a:extLst>
                <a:ext uri="{FF2B5EF4-FFF2-40B4-BE49-F238E27FC236}">
                  <a16:creationId xmlns:a16="http://schemas.microsoft.com/office/drawing/2014/main" id="{29193C59-79E9-4812-AD2F-DB5FA96AE69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92105" y="8061695"/>
              <a:ext cx="241818" cy="9324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" name="Straight Connector 452">
              <a:extLst>
                <a:ext uri="{FF2B5EF4-FFF2-40B4-BE49-F238E27FC236}">
                  <a16:creationId xmlns:a16="http://schemas.microsoft.com/office/drawing/2014/main" id="{CD638588-5834-4B02-ACEF-99A0F874CC6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02661" y="8045235"/>
              <a:ext cx="0" cy="54893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Straight Connector 452">
              <a:extLst>
                <a:ext uri="{FF2B5EF4-FFF2-40B4-BE49-F238E27FC236}">
                  <a16:creationId xmlns:a16="http://schemas.microsoft.com/office/drawing/2014/main" id="{571A1A20-60D8-47D2-832E-9B31081C1A3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52913" y="8590507"/>
              <a:ext cx="258889" cy="10502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" name="Straight Connector 452">
              <a:extLst>
                <a:ext uri="{FF2B5EF4-FFF2-40B4-BE49-F238E27FC236}">
                  <a16:creationId xmlns:a16="http://schemas.microsoft.com/office/drawing/2014/main" id="{8BC44A16-F7E8-4E0D-B36F-0472736F20A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54267" y="7970971"/>
              <a:ext cx="0" cy="74122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Straight Connector 452">
              <a:extLst>
                <a:ext uri="{FF2B5EF4-FFF2-40B4-BE49-F238E27FC236}">
                  <a16:creationId xmlns:a16="http://schemas.microsoft.com/office/drawing/2014/main" id="{D20745E1-362C-43CF-9330-BCC8DB902D0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56757" y="7876241"/>
              <a:ext cx="258889" cy="10502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Straight Connector 452">
              <a:extLst>
                <a:ext uri="{FF2B5EF4-FFF2-40B4-BE49-F238E27FC236}">
                  <a16:creationId xmlns:a16="http://schemas.microsoft.com/office/drawing/2014/main" id="{079A90F2-999F-4F0F-9173-FA0871BA9D2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948333" y="7785798"/>
              <a:ext cx="241818" cy="9324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Straight Connector 452">
              <a:extLst>
                <a:ext uri="{FF2B5EF4-FFF2-40B4-BE49-F238E27FC236}">
                  <a16:creationId xmlns:a16="http://schemas.microsoft.com/office/drawing/2014/main" id="{A7517AA6-EDAC-4688-9735-8829787241D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66096" y="7421457"/>
              <a:ext cx="0" cy="36117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3" name="Straight Connector 452">
              <a:extLst>
                <a:ext uri="{FF2B5EF4-FFF2-40B4-BE49-F238E27FC236}">
                  <a16:creationId xmlns:a16="http://schemas.microsoft.com/office/drawing/2014/main" id="{7EBE83FC-F194-47B1-B36C-062C853AE9D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486940" y="7409505"/>
              <a:ext cx="241818" cy="9324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Straight Connector 452">
              <a:extLst>
                <a:ext uri="{FF2B5EF4-FFF2-40B4-BE49-F238E27FC236}">
                  <a16:creationId xmlns:a16="http://schemas.microsoft.com/office/drawing/2014/main" id="{F19A380F-4FF0-4348-B463-7CD4595826C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16044" y="7405939"/>
              <a:ext cx="258889" cy="10502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Straight Connector 452">
              <a:extLst>
                <a:ext uri="{FF2B5EF4-FFF2-40B4-BE49-F238E27FC236}">
                  <a16:creationId xmlns:a16="http://schemas.microsoft.com/office/drawing/2014/main" id="{85498DA1-DE58-40A8-B32F-CC41A542451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18421" y="7411691"/>
              <a:ext cx="0" cy="36117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" name="Straight Connector 452">
              <a:extLst>
                <a:ext uri="{FF2B5EF4-FFF2-40B4-BE49-F238E27FC236}">
                  <a16:creationId xmlns:a16="http://schemas.microsoft.com/office/drawing/2014/main" id="{EBCA04DF-84F5-4423-9249-ECEF5B4354E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503836" y="7792446"/>
              <a:ext cx="241818" cy="9324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Straight Connector 452">
              <a:extLst>
                <a:ext uri="{FF2B5EF4-FFF2-40B4-BE49-F238E27FC236}">
                  <a16:creationId xmlns:a16="http://schemas.microsoft.com/office/drawing/2014/main" id="{98F2D711-8260-4E64-9369-9479826C720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28758" y="7862953"/>
              <a:ext cx="0" cy="74122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Straight Connector 452">
              <a:extLst>
                <a:ext uri="{FF2B5EF4-FFF2-40B4-BE49-F238E27FC236}">
                  <a16:creationId xmlns:a16="http://schemas.microsoft.com/office/drawing/2014/main" id="{22F88327-691E-4722-9FAE-F1992648759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79864" y="8601342"/>
              <a:ext cx="258889" cy="10502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Straight Connector 452">
              <a:extLst>
                <a:ext uri="{FF2B5EF4-FFF2-40B4-BE49-F238E27FC236}">
                  <a16:creationId xmlns:a16="http://schemas.microsoft.com/office/drawing/2014/main" id="{10B1841C-5DFF-44E4-9881-1124DCE6E93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007984" y="8515951"/>
              <a:ext cx="488266" cy="17369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Straight Connector 452">
              <a:extLst>
                <a:ext uri="{FF2B5EF4-FFF2-40B4-BE49-F238E27FC236}">
                  <a16:creationId xmlns:a16="http://schemas.microsoft.com/office/drawing/2014/main" id="{E6F2FB8A-C8A6-4CB7-B1AC-09712B40EE8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15706" y="8335229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" name="Straight Connector 452">
              <a:extLst>
                <a:ext uri="{FF2B5EF4-FFF2-40B4-BE49-F238E27FC236}">
                  <a16:creationId xmlns:a16="http://schemas.microsoft.com/office/drawing/2014/main" id="{34F0E9A6-561A-41E3-A186-49CAA26B2FF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998243" y="8347435"/>
              <a:ext cx="488266" cy="17369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Straight Connector 452">
              <a:extLst>
                <a:ext uri="{FF2B5EF4-FFF2-40B4-BE49-F238E27FC236}">
                  <a16:creationId xmlns:a16="http://schemas.microsoft.com/office/drawing/2014/main" id="{9A75E486-788E-4D52-A430-571A183EC78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82808" y="7981264"/>
              <a:ext cx="0" cy="54893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4" name="Straight Connector 452">
              <a:extLst>
                <a:ext uri="{FF2B5EF4-FFF2-40B4-BE49-F238E27FC236}">
                  <a16:creationId xmlns:a16="http://schemas.microsoft.com/office/drawing/2014/main" id="{8E6C721E-081D-45EF-B89A-D0795D785F0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36671" y="7975068"/>
              <a:ext cx="258889" cy="10502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Straight Connector 452">
              <a:extLst>
                <a:ext uri="{FF2B5EF4-FFF2-40B4-BE49-F238E27FC236}">
                  <a16:creationId xmlns:a16="http://schemas.microsoft.com/office/drawing/2014/main" id="{67474E67-D374-419E-9B72-C85DC1C202E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991292" y="7972888"/>
              <a:ext cx="241818" cy="9324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" name="Straight Connector 452">
              <a:extLst>
                <a:ext uri="{FF2B5EF4-FFF2-40B4-BE49-F238E27FC236}">
                  <a16:creationId xmlns:a16="http://schemas.microsoft.com/office/drawing/2014/main" id="{CF460C51-5653-48A3-B0FD-2DA982BD84C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94867" y="7879044"/>
              <a:ext cx="258889" cy="10502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Straight Connector 452">
              <a:extLst>
                <a:ext uri="{FF2B5EF4-FFF2-40B4-BE49-F238E27FC236}">
                  <a16:creationId xmlns:a16="http://schemas.microsoft.com/office/drawing/2014/main" id="{73391BC7-8484-48DF-ACA3-6CFEA9C5039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52117" y="7341149"/>
              <a:ext cx="0" cy="54200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Straight Connector 452">
              <a:extLst>
                <a:ext uri="{FF2B5EF4-FFF2-40B4-BE49-F238E27FC236}">
                  <a16:creationId xmlns:a16="http://schemas.microsoft.com/office/drawing/2014/main" id="{69AE7299-E715-436C-9B98-77290225291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017023" y="7245125"/>
              <a:ext cx="241818" cy="9324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" name="Straight Connector 452">
              <a:extLst>
                <a:ext uri="{FF2B5EF4-FFF2-40B4-BE49-F238E27FC236}">
                  <a16:creationId xmlns:a16="http://schemas.microsoft.com/office/drawing/2014/main" id="{BF611585-DC38-4640-96B2-15AE0B810FE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15706" y="7240870"/>
              <a:ext cx="0" cy="54176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Straight Connector 452">
              <a:extLst>
                <a:ext uri="{FF2B5EF4-FFF2-40B4-BE49-F238E27FC236}">
                  <a16:creationId xmlns:a16="http://schemas.microsoft.com/office/drawing/2014/main" id="{C3837E11-D694-4799-85D0-09BF8F1E6DF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769720" y="7682670"/>
              <a:ext cx="241818" cy="9324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" name="Straight Connector 452">
              <a:extLst>
                <a:ext uri="{FF2B5EF4-FFF2-40B4-BE49-F238E27FC236}">
                  <a16:creationId xmlns:a16="http://schemas.microsoft.com/office/drawing/2014/main" id="{96330122-D727-4760-90DB-84A74AC3E5A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84996" y="7330375"/>
              <a:ext cx="0" cy="36117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4" name="Straight Connector 452">
              <a:extLst>
                <a:ext uri="{FF2B5EF4-FFF2-40B4-BE49-F238E27FC236}">
                  <a16:creationId xmlns:a16="http://schemas.microsoft.com/office/drawing/2014/main" id="{DDFFED78-71D3-4B36-BF5C-470DDF5CFA3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32631" y="7330375"/>
              <a:ext cx="258889" cy="10502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Straight Connector 452">
              <a:extLst>
                <a:ext uri="{FF2B5EF4-FFF2-40B4-BE49-F238E27FC236}">
                  <a16:creationId xmlns:a16="http://schemas.microsoft.com/office/drawing/2014/main" id="{9937EF6C-11F5-4953-9015-EAD259687B2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48223" y="7421457"/>
              <a:ext cx="0" cy="36117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6" name="Straight Connector 452">
              <a:extLst>
                <a:ext uri="{FF2B5EF4-FFF2-40B4-BE49-F238E27FC236}">
                  <a16:creationId xmlns:a16="http://schemas.microsoft.com/office/drawing/2014/main" id="{B5003731-FE8F-4D1C-8EC8-18109587E94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321739" y="7702565"/>
              <a:ext cx="241818" cy="9324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7" name="Straight Connector 452">
              <a:extLst>
                <a:ext uri="{FF2B5EF4-FFF2-40B4-BE49-F238E27FC236}">
                  <a16:creationId xmlns:a16="http://schemas.microsoft.com/office/drawing/2014/main" id="{E1F41B42-EA3D-4A03-888E-944640F287A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24831" y="7352452"/>
              <a:ext cx="0" cy="36117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8" name="Straight Connector 452">
              <a:extLst>
                <a:ext uri="{FF2B5EF4-FFF2-40B4-BE49-F238E27FC236}">
                  <a16:creationId xmlns:a16="http://schemas.microsoft.com/office/drawing/2014/main" id="{240F7E74-0FC1-4CB2-8642-493128FAD30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50820" y="7330375"/>
              <a:ext cx="489650" cy="18746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0" name="Straight Connector 452">
              <a:extLst>
                <a:ext uri="{FF2B5EF4-FFF2-40B4-BE49-F238E27FC236}">
                  <a16:creationId xmlns:a16="http://schemas.microsoft.com/office/drawing/2014/main" id="{C57BC8BB-8BF5-49BB-820E-BEF9BBE1E2F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66549" y="7502751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1" name="Straight Connector 452">
              <a:extLst>
                <a:ext uri="{FF2B5EF4-FFF2-40B4-BE49-F238E27FC236}">
                  <a16:creationId xmlns:a16="http://schemas.microsoft.com/office/drawing/2014/main" id="{53F303FC-7363-4753-B62C-CE4BEC1FC18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56386" y="7601803"/>
              <a:ext cx="258889" cy="10502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2" name="Straight Connector 452">
              <a:extLst>
                <a:ext uri="{FF2B5EF4-FFF2-40B4-BE49-F238E27FC236}">
                  <a16:creationId xmlns:a16="http://schemas.microsoft.com/office/drawing/2014/main" id="{CA4CE669-8401-47F1-93F5-B76409F2792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92516" y="7594341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3" name="Straight Connector 452">
              <a:extLst>
                <a:ext uri="{FF2B5EF4-FFF2-40B4-BE49-F238E27FC236}">
                  <a16:creationId xmlns:a16="http://schemas.microsoft.com/office/drawing/2014/main" id="{A22FB90C-F760-4CD1-ADA4-62EE552D1C5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09949" y="7786557"/>
              <a:ext cx="485170" cy="19470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5" name="Straight Connector 452">
              <a:extLst>
                <a:ext uri="{FF2B5EF4-FFF2-40B4-BE49-F238E27FC236}">
                  <a16:creationId xmlns:a16="http://schemas.microsoft.com/office/drawing/2014/main" id="{7AAE874E-B7B9-489D-AE61-9FEAE6AC021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19043" y="7954382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6" name="Straight Connector 452">
              <a:extLst>
                <a:ext uri="{FF2B5EF4-FFF2-40B4-BE49-F238E27FC236}">
                  <a16:creationId xmlns:a16="http://schemas.microsoft.com/office/drawing/2014/main" id="{47425D1A-68C3-4D65-BBC8-D6E91AE8E18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20500" y="7885692"/>
              <a:ext cx="685722" cy="26184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8" name="Straight Connector 452">
              <a:extLst>
                <a:ext uri="{FF2B5EF4-FFF2-40B4-BE49-F238E27FC236}">
                  <a16:creationId xmlns:a16="http://schemas.microsoft.com/office/drawing/2014/main" id="{09F7139F-07B8-43F0-BCD0-BCE203E7D94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00615" y="7863590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9" name="Straight Connector 452">
              <a:extLst>
                <a:ext uri="{FF2B5EF4-FFF2-40B4-BE49-F238E27FC236}">
                  <a16:creationId xmlns:a16="http://schemas.microsoft.com/office/drawing/2014/main" id="{80E30C52-9F09-4DEA-90EB-3BFFC27CEEB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05263" y="8060995"/>
              <a:ext cx="685722" cy="26184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0" name="Straight Connector 452">
              <a:extLst>
                <a:ext uri="{FF2B5EF4-FFF2-40B4-BE49-F238E27FC236}">
                  <a16:creationId xmlns:a16="http://schemas.microsoft.com/office/drawing/2014/main" id="{B691B444-E2E0-454C-975B-48E42FAB42F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596669" y="8322840"/>
              <a:ext cx="267511" cy="11922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1" name="Straight Connector 452">
              <a:extLst>
                <a:ext uri="{FF2B5EF4-FFF2-40B4-BE49-F238E27FC236}">
                  <a16:creationId xmlns:a16="http://schemas.microsoft.com/office/drawing/2014/main" id="{B8438A13-EFAE-4FD0-97E7-1C20AF8CF30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43161" y="8171471"/>
              <a:ext cx="706616" cy="27473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3" name="Straight Connector 452">
              <a:extLst>
                <a:ext uri="{FF2B5EF4-FFF2-40B4-BE49-F238E27FC236}">
                  <a16:creationId xmlns:a16="http://schemas.microsoft.com/office/drawing/2014/main" id="{0CA68985-D442-43C8-812F-ECF5AB67975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532494" y="8154941"/>
              <a:ext cx="267511" cy="11922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5" name="Straight Connector 452">
              <a:extLst>
                <a:ext uri="{FF2B5EF4-FFF2-40B4-BE49-F238E27FC236}">
                  <a16:creationId xmlns:a16="http://schemas.microsoft.com/office/drawing/2014/main" id="{9F55FD00-1C8B-4FD2-A2A8-1A2BF8927E3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48031" y="8241984"/>
              <a:ext cx="933565" cy="39131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7" name="Straight Connector 452">
              <a:extLst>
                <a:ext uri="{FF2B5EF4-FFF2-40B4-BE49-F238E27FC236}">
                  <a16:creationId xmlns:a16="http://schemas.microsoft.com/office/drawing/2014/main" id="{F6A7465E-6022-4E55-8485-28CE25D9F68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827608" y="8610679"/>
              <a:ext cx="267511" cy="11922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8" name="Straight Connector 452">
              <a:extLst>
                <a:ext uri="{FF2B5EF4-FFF2-40B4-BE49-F238E27FC236}">
                  <a16:creationId xmlns:a16="http://schemas.microsoft.com/office/drawing/2014/main" id="{86258FB8-6AE0-4088-A207-E03088DAEA3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81499" y="8444803"/>
              <a:ext cx="706616" cy="27473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9" name="Straight Connector 452">
              <a:extLst>
                <a:ext uri="{FF2B5EF4-FFF2-40B4-BE49-F238E27FC236}">
                  <a16:creationId xmlns:a16="http://schemas.microsoft.com/office/drawing/2014/main" id="{644564A7-2366-4D8A-9389-52502FA84AF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787993" y="8434021"/>
              <a:ext cx="7733" cy="37660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1" name="Straight Connector 452">
              <a:extLst>
                <a:ext uri="{FF2B5EF4-FFF2-40B4-BE49-F238E27FC236}">
                  <a16:creationId xmlns:a16="http://schemas.microsoft.com/office/drawing/2014/main" id="{FA94DE90-3F7A-40BD-A1E5-5E664CD2973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770574" y="8777478"/>
              <a:ext cx="267511" cy="11922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2" name="Straight Connector 452">
              <a:extLst>
                <a:ext uri="{FF2B5EF4-FFF2-40B4-BE49-F238E27FC236}">
                  <a16:creationId xmlns:a16="http://schemas.microsoft.com/office/drawing/2014/main" id="{3B4B828D-26C9-4850-B37A-F16EB625027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38084" y="8869591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3" name="Straight Connector 452">
              <a:extLst>
                <a:ext uri="{FF2B5EF4-FFF2-40B4-BE49-F238E27FC236}">
                  <a16:creationId xmlns:a16="http://schemas.microsoft.com/office/drawing/2014/main" id="{3A3D3991-0A9A-4AAC-B5BC-7B500ADE94E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556148" y="8884495"/>
              <a:ext cx="481084" cy="17376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5" name="Straight Connector 452">
              <a:extLst>
                <a:ext uri="{FF2B5EF4-FFF2-40B4-BE49-F238E27FC236}">
                  <a16:creationId xmlns:a16="http://schemas.microsoft.com/office/drawing/2014/main" id="{2502A5A9-1D39-49B3-8EA5-81BD52ED3A0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61538" y="8695280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6" name="Straight Connector 452">
              <a:extLst>
                <a:ext uri="{FF2B5EF4-FFF2-40B4-BE49-F238E27FC236}">
                  <a16:creationId xmlns:a16="http://schemas.microsoft.com/office/drawing/2014/main" id="{1A949219-E05F-440F-A993-A9A6DC2DDCF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100831" y="8704207"/>
              <a:ext cx="468692" cy="18028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" name="Straight Connector 452">
              <a:extLst>
                <a:ext uri="{FF2B5EF4-FFF2-40B4-BE49-F238E27FC236}">
                  <a16:creationId xmlns:a16="http://schemas.microsoft.com/office/drawing/2014/main" id="{4C514F93-ABB0-477D-8D4B-E45D80A45DC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079109" y="8875026"/>
              <a:ext cx="712411" cy="29025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" name="Straight Connector 452">
              <a:extLst>
                <a:ext uri="{FF2B5EF4-FFF2-40B4-BE49-F238E27FC236}">
                  <a16:creationId xmlns:a16="http://schemas.microsoft.com/office/drawing/2014/main" id="{24C789E0-48F0-4559-9781-951D145CD5F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36804" y="9157545"/>
              <a:ext cx="258889" cy="10502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1" name="Straight Connector 452">
              <a:extLst>
                <a:ext uri="{FF2B5EF4-FFF2-40B4-BE49-F238E27FC236}">
                  <a16:creationId xmlns:a16="http://schemas.microsoft.com/office/drawing/2014/main" id="{BACE3EB9-8728-45A3-B037-8229ED17EF6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856102" y="8969200"/>
              <a:ext cx="712411" cy="29025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2" name="Straight Connector 452">
              <a:extLst>
                <a:ext uri="{FF2B5EF4-FFF2-40B4-BE49-F238E27FC236}">
                  <a16:creationId xmlns:a16="http://schemas.microsoft.com/office/drawing/2014/main" id="{4F5C4371-CECF-4037-B5E0-83AC1B472C5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55378" y="8955768"/>
              <a:ext cx="0" cy="39460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5" name="Straight Connector 452">
              <a:extLst>
                <a:ext uri="{FF2B5EF4-FFF2-40B4-BE49-F238E27FC236}">
                  <a16:creationId xmlns:a16="http://schemas.microsoft.com/office/drawing/2014/main" id="{EB4A904E-A434-459C-B9E6-BCFF1063DAC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847764" y="9317765"/>
              <a:ext cx="267511" cy="11922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6" name="Straight Connector 452">
              <a:extLst>
                <a:ext uri="{FF2B5EF4-FFF2-40B4-BE49-F238E27FC236}">
                  <a16:creationId xmlns:a16="http://schemas.microsoft.com/office/drawing/2014/main" id="{573AD022-8966-4CE3-902B-7A2AE80FA87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95118" y="9404574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7" name="Straight Connector 452">
              <a:extLst>
                <a:ext uri="{FF2B5EF4-FFF2-40B4-BE49-F238E27FC236}">
                  <a16:creationId xmlns:a16="http://schemas.microsoft.com/office/drawing/2014/main" id="{62542E19-102A-460C-8060-DD1765267C6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814368" y="9483455"/>
              <a:ext cx="267511" cy="11922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8" name="Straight Connector 452">
              <a:extLst>
                <a:ext uri="{FF2B5EF4-FFF2-40B4-BE49-F238E27FC236}">
                  <a16:creationId xmlns:a16="http://schemas.microsoft.com/office/drawing/2014/main" id="{82B8A384-2ACD-4798-B584-AC217728E28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841724" y="9503627"/>
              <a:ext cx="7108" cy="37860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1" name="Straight Connector 452">
              <a:extLst>
                <a:ext uri="{FF2B5EF4-FFF2-40B4-BE49-F238E27FC236}">
                  <a16:creationId xmlns:a16="http://schemas.microsoft.com/office/drawing/2014/main" id="{6B24BC0F-58B5-4221-A612-BD55E834239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619043" y="9798986"/>
              <a:ext cx="238283" cy="10342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4" name="Straight Connector 452">
              <a:extLst>
                <a:ext uri="{FF2B5EF4-FFF2-40B4-BE49-F238E27FC236}">
                  <a16:creationId xmlns:a16="http://schemas.microsoft.com/office/drawing/2014/main" id="{C30B7014-0B82-4BE1-A03A-11527D366D8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19043" y="9783183"/>
              <a:ext cx="0" cy="36729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6" name="Straight Connector 452">
              <a:extLst>
                <a:ext uri="{FF2B5EF4-FFF2-40B4-BE49-F238E27FC236}">
                  <a16:creationId xmlns:a16="http://schemas.microsoft.com/office/drawing/2014/main" id="{7E0CD82B-A778-421D-85B0-822D91A95CB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147534" y="9966829"/>
              <a:ext cx="471510" cy="18364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8" name="Straight Connector 452">
              <a:extLst>
                <a:ext uri="{FF2B5EF4-FFF2-40B4-BE49-F238E27FC236}">
                  <a16:creationId xmlns:a16="http://schemas.microsoft.com/office/drawing/2014/main" id="{516CBB40-EC59-4BE4-9617-5F6A04715EA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157058" y="9602679"/>
              <a:ext cx="7108" cy="37860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9" name="Straight Connector 452">
              <a:extLst>
                <a:ext uri="{FF2B5EF4-FFF2-40B4-BE49-F238E27FC236}">
                  <a16:creationId xmlns:a16="http://schemas.microsoft.com/office/drawing/2014/main" id="{2DCD9590-4A6A-44EF-8A20-87FF78EF2B9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135604" y="9520002"/>
              <a:ext cx="258889" cy="10502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0" name="Straight Connector 452">
              <a:extLst>
                <a:ext uri="{FF2B5EF4-FFF2-40B4-BE49-F238E27FC236}">
                  <a16:creationId xmlns:a16="http://schemas.microsoft.com/office/drawing/2014/main" id="{353B8F00-C2E3-4F8D-885F-5D391A823E3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407535" y="9520002"/>
              <a:ext cx="238283" cy="10342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1" name="Straight Connector 452">
              <a:extLst>
                <a:ext uri="{FF2B5EF4-FFF2-40B4-BE49-F238E27FC236}">
                  <a16:creationId xmlns:a16="http://schemas.microsoft.com/office/drawing/2014/main" id="{A36C1DF3-66E6-4ADA-9095-39ABBC8C39E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628859" y="8869591"/>
              <a:ext cx="6083" cy="76846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4" name="Straight Connector 452">
              <a:extLst>
                <a:ext uri="{FF2B5EF4-FFF2-40B4-BE49-F238E27FC236}">
                  <a16:creationId xmlns:a16="http://schemas.microsoft.com/office/drawing/2014/main" id="{BC5FD460-459A-4A7F-A07B-2FA6E7AD66C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17703" y="8794222"/>
              <a:ext cx="258889" cy="10502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5" name="Straight Connector 452">
              <a:extLst>
                <a:ext uri="{FF2B5EF4-FFF2-40B4-BE49-F238E27FC236}">
                  <a16:creationId xmlns:a16="http://schemas.microsoft.com/office/drawing/2014/main" id="{98D37B00-4896-46DA-819D-71B4FE4BF70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397361" y="8588903"/>
              <a:ext cx="459348" cy="21275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7" name="Straight Connector 452">
              <a:extLst>
                <a:ext uri="{FF2B5EF4-FFF2-40B4-BE49-F238E27FC236}">
                  <a16:creationId xmlns:a16="http://schemas.microsoft.com/office/drawing/2014/main" id="{CDD8E203-90BB-4A69-A145-893AE16FD57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92117" y="8580175"/>
              <a:ext cx="0" cy="7702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9" name="Straight Connector 452">
              <a:extLst>
                <a:ext uri="{FF2B5EF4-FFF2-40B4-BE49-F238E27FC236}">
                  <a16:creationId xmlns:a16="http://schemas.microsoft.com/office/drawing/2014/main" id="{E16AC5D2-A17B-42B6-B3B1-4579AD31627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14646" y="9325516"/>
              <a:ext cx="486094" cy="19244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1" name="Straight Connector 452">
              <a:extLst>
                <a:ext uri="{FF2B5EF4-FFF2-40B4-BE49-F238E27FC236}">
                  <a16:creationId xmlns:a16="http://schemas.microsoft.com/office/drawing/2014/main" id="{6AFEC665-5A6E-40B6-9777-7A384A28774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23890" y="9514271"/>
              <a:ext cx="0" cy="54438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3" name="Straight Connector 452">
              <a:extLst>
                <a:ext uri="{FF2B5EF4-FFF2-40B4-BE49-F238E27FC236}">
                  <a16:creationId xmlns:a16="http://schemas.microsoft.com/office/drawing/2014/main" id="{F410F45A-2464-4379-B9F2-A0643349B89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84411" y="10058652"/>
              <a:ext cx="258889" cy="10502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4" name="Straight Connector 452">
              <a:extLst>
                <a:ext uri="{FF2B5EF4-FFF2-40B4-BE49-F238E27FC236}">
                  <a16:creationId xmlns:a16="http://schemas.microsoft.com/office/drawing/2014/main" id="{37360FCA-1AF9-431E-A1E4-CD7CCD1EC66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99118" y="9436989"/>
              <a:ext cx="0" cy="73760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6" name="Straight Connector 452">
              <a:extLst>
                <a:ext uri="{FF2B5EF4-FFF2-40B4-BE49-F238E27FC236}">
                  <a16:creationId xmlns:a16="http://schemas.microsoft.com/office/drawing/2014/main" id="{380A10BD-88ED-4356-8596-520BC4BC7B3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26597" y="9252079"/>
              <a:ext cx="415854" cy="17737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8" name="Straight Connector 452">
              <a:extLst>
                <a:ext uri="{FF2B5EF4-FFF2-40B4-BE49-F238E27FC236}">
                  <a16:creationId xmlns:a16="http://schemas.microsoft.com/office/drawing/2014/main" id="{D15C4C3C-E598-4C2A-9D8A-8C7BEBF58D5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64166" y="8530197"/>
              <a:ext cx="0" cy="72922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0" name="Straight Connector 452">
              <a:extLst>
                <a:ext uri="{FF2B5EF4-FFF2-40B4-BE49-F238E27FC236}">
                  <a16:creationId xmlns:a16="http://schemas.microsoft.com/office/drawing/2014/main" id="{DFF80D26-0B63-4393-B7F1-1AAF391E95E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149312" y="8431885"/>
              <a:ext cx="258889" cy="10502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1" name="Straight Connector 452">
              <a:extLst>
                <a:ext uri="{FF2B5EF4-FFF2-40B4-BE49-F238E27FC236}">
                  <a16:creationId xmlns:a16="http://schemas.microsoft.com/office/drawing/2014/main" id="{A3B296F5-2BB6-488E-B3C8-1A120A550CC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32665" y="8251540"/>
              <a:ext cx="471412" cy="18248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3" name="Straight Connector 452">
              <a:extLst>
                <a:ext uri="{FF2B5EF4-FFF2-40B4-BE49-F238E27FC236}">
                  <a16:creationId xmlns:a16="http://schemas.microsoft.com/office/drawing/2014/main" id="{77B4CAE0-7AA4-4EAB-A274-F14839CE362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23890" y="8238689"/>
              <a:ext cx="10813" cy="55553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5" name="Straight Connector 452">
              <a:extLst>
                <a:ext uri="{FF2B5EF4-FFF2-40B4-BE49-F238E27FC236}">
                  <a16:creationId xmlns:a16="http://schemas.microsoft.com/office/drawing/2014/main" id="{CD8B633F-47C9-4851-87A5-56C01CC489F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59162" y="8780882"/>
              <a:ext cx="258889" cy="10502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6" name="Straight Connector 452">
              <a:extLst>
                <a:ext uri="{FF2B5EF4-FFF2-40B4-BE49-F238E27FC236}">
                  <a16:creationId xmlns:a16="http://schemas.microsoft.com/office/drawing/2014/main" id="{3C655623-3253-4B8F-921F-94E9DD2CEA4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98603" y="8514896"/>
              <a:ext cx="0" cy="39460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7" name="Straight Connector 452">
              <a:extLst>
                <a:ext uri="{FF2B5EF4-FFF2-40B4-BE49-F238E27FC236}">
                  <a16:creationId xmlns:a16="http://schemas.microsoft.com/office/drawing/2014/main" id="{7D50DE5C-179A-4BF3-8B1E-74C6224D321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50970" y="8514896"/>
              <a:ext cx="258889" cy="10502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8" name="Straight Connector 452">
              <a:extLst>
                <a:ext uri="{FF2B5EF4-FFF2-40B4-BE49-F238E27FC236}">
                  <a16:creationId xmlns:a16="http://schemas.microsoft.com/office/drawing/2014/main" id="{8A6886F3-0059-46D0-989B-783096AC84A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60784" y="8602798"/>
              <a:ext cx="0" cy="55027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0" name="Straight Connector 452">
              <a:extLst>
                <a:ext uri="{FF2B5EF4-FFF2-40B4-BE49-F238E27FC236}">
                  <a16:creationId xmlns:a16="http://schemas.microsoft.com/office/drawing/2014/main" id="{5C1A51D6-54C7-4FFC-9382-C43E112F772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442486" y="9130357"/>
              <a:ext cx="238283" cy="10342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1" name="Straight Connector 452">
              <a:extLst>
                <a:ext uri="{FF2B5EF4-FFF2-40B4-BE49-F238E27FC236}">
                  <a16:creationId xmlns:a16="http://schemas.microsoft.com/office/drawing/2014/main" id="{9B7C6251-0E3D-4CD0-85F9-FD00F3BD3B9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32027" y="9231134"/>
              <a:ext cx="258889" cy="10502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2" name="Straight Connector 452">
              <a:extLst>
                <a:ext uri="{FF2B5EF4-FFF2-40B4-BE49-F238E27FC236}">
                  <a16:creationId xmlns:a16="http://schemas.microsoft.com/office/drawing/2014/main" id="{261B108A-1E5F-4E52-9837-511D0DD82CE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55345" y="9296576"/>
              <a:ext cx="0" cy="76207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4" name="Straight Connector 452">
              <a:extLst>
                <a:ext uri="{FF2B5EF4-FFF2-40B4-BE49-F238E27FC236}">
                  <a16:creationId xmlns:a16="http://schemas.microsoft.com/office/drawing/2014/main" id="{AEB811F7-2B0A-47AB-A98E-FF190E0ECCF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95744" y="10057842"/>
              <a:ext cx="258889" cy="10502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5" name="Straight Connector 452">
              <a:extLst>
                <a:ext uri="{FF2B5EF4-FFF2-40B4-BE49-F238E27FC236}">
                  <a16:creationId xmlns:a16="http://schemas.microsoft.com/office/drawing/2014/main" id="{AAFB2887-F739-46D1-BE6E-3278FD35ED1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750377" y="9966829"/>
              <a:ext cx="471510" cy="18364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6" name="Straight Connector 452">
              <a:extLst>
                <a:ext uri="{FF2B5EF4-FFF2-40B4-BE49-F238E27FC236}">
                  <a16:creationId xmlns:a16="http://schemas.microsoft.com/office/drawing/2014/main" id="{CCD2C416-FA45-4EEE-A7DB-8DC90967B27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55374" y="9780859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7" name="Straight Connector 452">
              <a:extLst>
                <a:ext uri="{FF2B5EF4-FFF2-40B4-BE49-F238E27FC236}">
                  <a16:creationId xmlns:a16="http://schemas.microsoft.com/office/drawing/2014/main" id="{52CA7894-D543-43D5-9886-29987FECFF4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96074" y="9602679"/>
              <a:ext cx="447924" cy="19787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9" name="Straight Connector 452">
              <a:extLst>
                <a:ext uri="{FF2B5EF4-FFF2-40B4-BE49-F238E27FC236}">
                  <a16:creationId xmlns:a16="http://schemas.microsoft.com/office/drawing/2014/main" id="{C0586295-B3EF-401C-A97F-87466C2148F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55968" y="9596592"/>
              <a:ext cx="258889" cy="10502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0" name="Straight Connector 452">
              <a:extLst>
                <a:ext uri="{FF2B5EF4-FFF2-40B4-BE49-F238E27FC236}">
                  <a16:creationId xmlns:a16="http://schemas.microsoft.com/office/drawing/2014/main" id="{E73CF7F3-26D9-4E0A-B979-4D23009D318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18597" y="9597392"/>
              <a:ext cx="238283" cy="10342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1" name="Straight Connector 452">
              <a:extLst>
                <a:ext uri="{FF2B5EF4-FFF2-40B4-BE49-F238E27FC236}">
                  <a16:creationId xmlns:a16="http://schemas.microsoft.com/office/drawing/2014/main" id="{D489F75A-D77C-4845-A7A8-B93D15790CD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5641" y="9058260"/>
              <a:ext cx="4150" cy="5444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3" name="Straight Connector 452">
              <a:extLst>
                <a:ext uri="{FF2B5EF4-FFF2-40B4-BE49-F238E27FC236}">
                  <a16:creationId xmlns:a16="http://schemas.microsoft.com/office/drawing/2014/main" id="{C98E56F9-30DC-475C-BE55-E5631030BDC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17685" y="9061624"/>
              <a:ext cx="238283" cy="10342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4" name="Straight Connector 452">
              <a:extLst>
                <a:ext uri="{FF2B5EF4-FFF2-40B4-BE49-F238E27FC236}">
                  <a16:creationId xmlns:a16="http://schemas.microsoft.com/office/drawing/2014/main" id="{E3284CD6-A26A-4961-8FEE-3DF4E159DF8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50228" y="9152271"/>
              <a:ext cx="6452" cy="3620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6" name="Straight Connector 452">
              <a:extLst>
                <a:ext uri="{FF2B5EF4-FFF2-40B4-BE49-F238E27FC236}">
                  <a16:creationId xmlns:a16="http://schemas.microsoft.com/office/drawing/2014/main" id="{F2515416-3996-4C74-ACA7-380CD76FD76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48679" y="9428300"/>
              <a:ext cx="258889" cy="10502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7" name="Straight Connector 452">
              <a:extLst>
                <a:ext uri="{FF2B5EF4-FFF2-40B4-BE49-F238E27FC236}">
                  <a16:creationId xmlns:a16="http://schemas.microsoft.com/office/drawing/2014/main" id="{BFEDBECB-3216-48AA-AB9C-A1C3D2B5512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89091" y="8877934"/>
              <a:ext cx="10209" cy="57927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9" name="Straight Connector 452">
              <a:extLst>
                <a:ext uri="{FF2B5EF4-FFF2-40B4-BE49-F238E27FC236}">
                  <a16:creationId xmlns:a16="http://schemas.microsoft.com/office/drawing/2014/main" id="{EC89EE6B-9EA2-4B28-BC81-6FB86F6A88B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89061" y="8770966"/>
              <a:ext cx="258889" cy="10502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0" name="Straight Connector 452">
              <a:extLst>
                <a:ext uri="{FF2B5EF4-FFF2-40B4-BE49-F238E27FC236}">
                  <a16:creationId xmlns:a16="http://schemas.microsoft.com/office/drawing/2014/main" id="{788D35BF-70A7-47C4-808D-3037C1EABCD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526566" y="8767921"/>
              <a:ext cx="9328" cy="76540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2" name="Straight Connector 452">
              <a:extLst>
                <a:ext uri="{FF2B5EF4-FFF2-40B4-BE49-F238E27FC236}">
                  <a16:creationId xmlns:a16="http://schemas.microsoft.com/office/drawing/2014/main" id="{4EB2AE4C-568D-48A9-98F3-8E705536D14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533071" y="9523391"/>
              <a:ext cx="238283" cy="10342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3" name="Straight Connector 452">
              <a:extLst>
                <a:ext uri="{FF2B5EF4-FFF2-40B4-BE49-F238E27FC236}">
                  <a16:creationId xmlns:a16="http://schemas.microsoft.com/office/drawing/2014/main" id="{9753F687-8154-491E-8CAE-76CA6406ED6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760937" y="8683503"/>
              <a:ext cx="12775" cy="95455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5" name="Straight Connector 452">
              <a:extLst>
                <a:ext uri="{FF2B5EF4-FFF2-40B4-BE49-F238E27FC236}">
                  <a16:creationId xmlns:a16="http://schemas.microsoft.com/office/drawing/2014/main" id="{B386AC63-B123-46B4-824B-BB8B2A97C1B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56986" y="8602797"/>
              <a:ext cx="248887" cy="9543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6" name="Straight Connector 452">
              <a:extLst>
                <a:ext uri="{FF2B5EF4-FFF2-40B4-BE49-F238E27FC236}">
                  <a16:creationId xmlns:a16="http://schemas.microsoft.com/office/drawing/2014/main" id="{0939E6E7-352C-4C51-B5CE-8A1A11554C3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985385" y="8610679"/>
              <a:ext cx="15433" cy="126923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8" name="Straight Connector 452">
              <a:extLst>
                <a:ext uri="{FF2B5EF4-FFF2-40B4-BE49-F238E27FC236}">
                  <a16:creationId xmlns:a16="http://schemas.microsoft.com/office/drawing/2014/main" id="{D8F03E29-0527-460E-98CE-094477D80AA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001535" y="9851019"/>
              <a:ext cx="238283" cy="10342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9" name="Straight Connector 452">
              <a:extLst>
                <a:ext uri="{FF2B5EF4-FFF2-40B4-BE49-F238E27FC236}">
                  <a16:creationId xmlns:a16="http://schemas.microsoft.com/office/drawing/2014/main" id="{5FA7EBE9-0D26-4F1F-AA5F-5738BCAFB19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234767" y="8514896"/>
              <a:ext cx="1801" cy="145193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6" name="Straight Connector 452">
              <a:extLst>
                <a:ext uri="{FF2B5EF4-FFF2-40B4-BE49-F238E27FC236}">
                  <a16:creationId xmlns:a16="http://schemas.microsoft.com/office/drawing/2014/main" id="{D332A0CB-CCF7-4AE4-9090-687C73966E8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001257" y="8411475"/>
              <a:ext cx="238283" cy="10342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7" name="Straight Connector 452">
              <a:extLst>
                <a:ext uri="{FF2B5EF4-FFF2-40B4-BE49-F238E27FC236}">
                  <a16:creationId xmlns:a16="http://schemas.microsoft.com/office/drawing/2014/main" id="{088DBDA6-B48F-4E04-869F-1CB51819EDD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514412" y="8415466"/>
              <a:ext cx="504212" cy="17343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9" name="Straight Connector 452">
              <a:extLst>
                <a:ext uri="{FF2B5EF4-FFF2-40B4-BE49-F238E27FC236}">
                  <a16:creationId xmlns:a16="http://schemas.microsoft.com/office/drawing/2014/main" id="{0E8B3004-DF7E-4049-A96B-C84D979D05F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533071" y="8217226"/>
              <a:ext cx="6452" cy="3620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0" name="Straight Connector 452">
              <a:extLst>
                <a:ext uri="{FF2B5EF4-FFF2-40B4-BE49-F238E27FC236}">
                  <a16:creationId xmlns:a16="http://schemas.microsoft.com/office/drawing/2014/main" id="{626AC439-7BC9-4057-A357-629A3902991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526930" y="8228785"/>
              <a:ext cx="267511" cy="11922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1" name="Straight Connector 452">
              <a:extLst>
                <a:ext uri="{FF2B5EF4-FFF2-40B4-BE49-F238E27FC236}">
                  <a16:creationId xmlns:a16="http://schemas.microsoft.com/office/drawing/2014/main" id="{4563022B-92B5-47CE-A0B2-0A2B9F4E0CC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72532" y="8246500"/>
              <a:ext cx="217661" cy="8538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3" name="Straight Connector 452">
              <a:extLst>
                <a:ext uri="{FF2B5EF4-FFF2-40B4-BE49-F238E27FC236}">
                  <a16:creationId xmlns:a16="http://schemas.microsoft.com/office/drawing/2014/main" id="{F0BA0318-D35B-4FA3-90C0-E7C405342B2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732067" y="8138489"/>
              <a:ext cx="267511" cy="11922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4" name="Straight Connector 452">
              <a:extLst>
                <a:ext uri="{FF2B5EF4-FFF2-40B4-BE49-F238E27FC236}">
                  <a16:creationId xmlns:a16="http://schemas.microsoft.com/office/drawing/2014/main" id="{167E3C97-011D-489A-B992-A2240148C52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50376" y="7954232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5" name="Straight Connector 452">
              <a:extLst>
                <a:ext uri="{FF2B5EF4-FFF2-40B4-BE49-F238E27FC236}">
                  <a16:creationId xmlns:a16="http://schemas.microsoft.com/office/drawing/2014/main" id="{BA5C0120-1C25-4A63-B76B-378FD0BBCDA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66085" y="7874953"/>
              <a:ext cx="217661" cy="8538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6" name="Straight Connector 452">
              <a:extLst>
                <a:ext uri="{FF2B5EF4-FFF2-40B4-BE49-F238E27FC236}">
                  <a16:creationId xmlns:a16="http://schemas.microsoft.com/office/drawing/2014/main" id="{08445E42-6BF5-43AD-8B06-0DAD29112AB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81493" y="7860418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7" name="Straight Connector 452">
              <a:extLst>
                <a:ext uri="{FF2B5EF4-FFF2-40B4-BE49-F238E27FC236}">
                  <a16:creationId xmlns:a16="http://schemas.microsoft.com/office/drawing/2014/main" id="{8058B000-3AEB-4E54-8C76-8B894B94BE6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962335" y="8034358"/>
              <a:ext cx="487281" cy="21104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9" name="Straight Connector 452">
              <a:extLst>
                <a:ext uri="{FF2B5EF4-FFF2-40B4-BE49-F238E27FC236}">
                  <a16:creationId xmlns:a16="http://schemas.microsoft.com/office/drawing/2014/main" id="{A005FA90-94E5-4651-B2D8-39DE41710B3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45937" y="8174292"/>
              <a:ext cx="217661" cy="8538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0" name="Straight Connector 452">
              <a:extLst>
                <a:ext uri="{FF2B5EF4-FFF2-40B4-BE49-F238E27FC236}">
                  <a16:creationId xmlns:a16="http://schemas.microsoft.com/office/drawing/2014/main" id="{B1352EA5-E179-4DF2-AD92-EE043AF7FB3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206252" y="7954232"/>
              <a:ext cx="487281" cy="21104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1" name="Straight Connector 452">
              <a:extLst>
                <a:ext uri="{FF2B5EF4-FFF2-40B4-BE49-F238E27FC236}">
                  <a16:creationId xmlns:a16="http://schemas.microsoft.com/office/drawing/2014/main" id="{A1895692-D3FA-4719-A5DF-F8A9B0F46EA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20244" y="7753475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2" name="Straight Connector 452">
              <a:extLst>
                <a:ext uri="{FF2B5EF4-FFF2-40B4-BE49-F238E27FC236}">
                  <a16:creationId xmlns:a16="http://schemas.microsoft.com/office/drawing/2014/main" id="{CFC8004E-3E34-4759-87B6-6B46A265B9D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193073" y="7782632"/>
              <a:ext cx="1214197" cy="47054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4" name="Straight Connector 452">
              <a:extLst>
                <a:ext uri="{FF2B5EF4-FFF2-40B4-BE49-F238E27FC236}">
                  <a16:creationId xmlns:a16="http://schemas.microsoft.com/office/drawing/2014/main" id="{4B2D464F-D36C-472D-8D2A-B7EDD2A8F50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07270" y="8049177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5" name="Straight Connector 452">
              <a:extLst>
                <a:ext uri="{FF2B5EF4-FFF2-40B4-BE49-F238E27FC236}">
                  <a16:creationId xmlns:a16="http://schemas.microsoft.com/office/drawing/2014/main" id="{4FC4D86A-6FDC-4DBE-8E29-47C0A48F80A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437184" y="7688796"/>
              <a:ext cx="979181" cy="37727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7" name="Straight Connector 452">
              <a:extLst>
                <a:ext uri="{FF2B5EF4-FFF2-40B4-BE49-F238E27FC236}">
                  <a16:creationId xmlns:a16="http://schemas.microsoft.com/office/drawing/2014/main" id="{C01E9377-AE2F-4D54-BAAB-7E3BFF8F7DC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60984" y="7508721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8" name="Straight Connector 452">
              <a:extLst>
                <a:ext uri="{FF2B5EF4-FFF2-40B4-BE49-F238E27FC236}">
                  <a16:creationId xmlns:a16="http://schemas.microsoft.com/office/drawing/2014/main" id="{B9FB281C-59A9-4D31-933C-80C1D830308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444632" y="7514304"/>
              <a:ext cx="979181" cy="37727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9" name="Straight Connector 452">
              <a:extLst>
                <a:ext uri="{FF2B5EF4-FFF2-40B4-BE49-F238E27FC236}">
                  <a16:creationId xmlns:a16="http://schemas.microsoft.com/office/drawing/2014/main" id="{F0C32FB6-B840-40BD-89FD-00FB4A74076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11917" y="7683780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0" name="Straight Connector 452">
              <a:extLst>
                <a:ext uri="{FF2B5EF4-FFF2-40B4-BE49-F238E27FC236}">
                  <a16:creationId xmlns:a16="http://schemas.microsoft.com/office/drawing/2014/main" id="{529FF6C8-4C1F-46B6-A1A5-5AC190025D0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455449" y="7323813"/>
              <a:ext cx="979181" cy="37727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1" name="Straight Connector 452">
              <a:extLst>
                <a:ext uri="{FF2B5EF4-FFF2-40B4-BE49-F238E27FC236}">
                  <a16:creationId xmlns:a16="http://schemas.microsoft.com/office/drawing/2014/main" id="{87C4363F-CE44-4207-8D8A-CE4BE63F4FA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17994" y="7335934"/>
              <a:ext cx="217661" cy="8538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2" name="Straight Connector 452">
              <a:extLst>
                <a:ext uri="{FF2B5EF4-FFF2-40B4-BE49-F238E27FC236}">
                  <a16:creationId xmlns:a16="http://schemas.microsoft.com/office/drawing/2014/main" id="{542BD15D-585B-4E31-BF4A-2F0F3B7F328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24714" y="7227788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3" name="Straight Connector 452">
              <a:extLst>
                <a:ext uri="{FF2B5EF4-FFF2-40B4-BE49-F238E27FC236}">
                  <a16:creationId xmlns:a16="http://schemas.microsoft.com/office/drawing/2014/main" id="{C9FC0E8A-228D-4B1E-AF11-1A2486C0963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36973" y="7060137"/>
              <a:ext cx="447438" cy="18729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7" name="Straight Connector 452">
              <a:extLst>
                <a:ext uri="{FF2B5EF4-FFF2-40B4-BE49-F238E27FC236}">
                  <a16:creationId xmlns:a16="http://schemas.microsoft.com/office/drawing/2014/main" id="{D4D84B96-8E1E-4C57-92F9-3747FA481ED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651000" y="7069746"/>
              <a:ext cx="243558" cy="9310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9" name="Straight Connector 452">
              <a:extLst>
                <a:ext uri="{FF2B5EF4-FFF2-40B4-BE49-F238E27FC236}">
                  <a16:creationId xmlns:a16="http://schemas.microsoft.com/office/drawing/2014/main" id="{DC4BBC3C-9004-4EF1-BBCD-1E12A41FDC2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98921" y="7154347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0" name="Straight Connector 452">
              <a:extLst>
                <a:ext uri="{FF2B5EF4-FFF2-40B4-BE49-F238E27FC236}">
                  <a16:creationId xmlns:a16="http://schemas.microsoft.com/office/drawing/2014/main" id="{B4A5AC92-FF8E-40E2-B5CD-485EB3BAB04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892046" y="7352080"/>
              <a:ext cx="243558" cy="9310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1" name="Straight Connector 452">
              <a:extLst>
                <a:ext uri="{FF2B5EF4-FFF2-40B4-BE49-F238E27FC236}">
                  <a16:creationId xmlns:a16="http://schemas.microsoft.com/office/drawing/2014/main" id="{BE0E9612-E147-4025-BC63-69785907001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30370" y="7269281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2" name="Straight Connector 452">
              <a:extLst>
                <a:ext uri="{FF2B5EF4-FFF2-40B4-BE49-F238E27FC236}">
                  <a16:creationId xmlns:a16="http://schemas.microsoft.com/office/drawing/2014/main" id="{3DDA8165-3BDB-4D96-9E6C-4C3D50BBCDF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136070" y="7266413"/>
              <a:ext cx="243558" cy="9310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3" name="Straight Connector 452">
              <a:extLst>
                <a:ext uri="{FF2B5EF4-FFF2-40B4-BE49-F238E27FC236}">
                  <a16:creationId xmlns:a16="http://schemas.microsoft.com/office/drawing/2014/main" id="{172F6E5C-DE99-4D98-8494-57C6D8BD97C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70426" y="7345931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4" name="Straight Connector 452">
              <a:extLst>
                <a:ext uri="{FF2B5EF4-FFF2-40B4-BE49-F238E27FC236}">
                  <a16:creationId xmlns:a16="http://schemas.microsoft.com/office/drawing/2014/main" id="{B205A727-236D-4AC3-814A-0F0784118FA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367710" y="7432954"/>
              <a:ext cx="255095" cy="10578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6" name="Straight Connector 452">
              <a:extLst>
                <a:ext uri="{FF2B5EF4-FFF2-40B4-BE49-F238E27FC236}">
                  <a16:creationId xmlns:a16="http://schemas.microsoft.com/office/drawing/2014/main" id="{CCDB48F8-6CC2-44AC-97DC-8419B6B5D8C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618857" y="6878386"/>
              <a:ext cx="185" cy="56970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8" name="Straight Connector 452">
              <a:extLst>
                <a:ext uri="{FF2B5EF4-FFF2-40B4-BE49-F238E27FC236}">
                  <a16:creationId xmlns:a16="http://schemas.microsoft.com/office/drawing/2014/main" id="{62D020B4-5F9E-4B1B-9966-473B904242C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366004" y="6792743"/>
              <a:ext cx="258845" cy="10072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9" name="Straight Connector 452">
              <a:extLst>
                <a:ext uri="{FF2B5EF4-FFF2-40B4-BE49-F238E27FC236}">
                  <a16:creationId xmlns:a16="http://schemas.microsoft.com/office/drawing/2014/main" id="{1014AAB0-9E86-4DD1-BADE-59F6657151A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139731" y="6879883"/>
              <a:ext cx="243558" cy="9310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0" name="Straight Connector 452">
              <a:extLst>
                <a:ext uri="{FF2B5EF4-FFF2-40B4-BE49-F238E27FC236}">
                  <a16:creationId xmlns:a16="http://schemas.microsoft.com/office/drawing/2014/main" id="{756927E0-2854-4450-AF1D-926D8CBDD59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879202" y="6876146"/>
              <a:ext cx="255095" cy="10578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1" name="Straight Connector 452">
              <a:extLst>
                <a:ext uri="{FF2B5EF4-FFF2-40B4-BE49-F238E27FC236}">
                  <a16:creationId xmlns:a16="http://schemas.microsoft.com/office/drawing/2014/main" id="{C436C409-76EE-4FC6-98D2-E14F43949C6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13000" y="6771080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3" name="Straight Connector 452">
              <a:extLst>
                <a:ext uri="{FF2B5EF4-FFF2-40B4-BE49-F238E27FC236}">
                  <a16:creationId xmlns:a16="http://schemas.microsoft.com/office/drawing/2014/main" id="{FA355D52-91B9-4D37-AC12-5D6D686ABD7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74141" y="6778002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4" name="Straight Connector 452">
              <a:extLst>
                <a:ext uri="{FF2B5EF4-FFF2-40B4-BE49-F238E27FC236}">
                  <a16:creationId xmlns:a16="http://schemas.microsoft.com/office/drawing/2014/main" id="{89D6224C-9150-4EED-9562-0D3D1B5005C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18051" y="6688684"/>
              <a:ext cx="255095" cy="10578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5" name="Straight Connector 452">
              <a:extLst>
                <a:ext uri="{FF2B5EF4-FFF2-40B4-BE49-F238E27FC236}">
                  <a16:creationId xmlns:a16="http://schemas.microsoft.com/office/drawing/2014/main" id="{5282EBF9-6F8A-4FBC-A3D3-EDED5A0B2D7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54855" y="6153251"/>
              <a:ext cx="0" cy="56309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7" name="Straight Connector 452">
              <a:extLst>
                <a:ext uri="{FF2B5EF4-FFF2-40B4-BE49-F238E27FC236}">
                  <a16:creationId xmlns:a16="http://schemas.microsoft.com/office/drawing/2014/main" id="{C1C7A741-2A44-4E71-B1A8-1B192F62FD4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684313" y="5981247"/>
              <a:ext cx="472018" cy="1856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9" name="Straight Connector 452">
              <a:extLst>
                <a:ext uri="{FF2B5EF4-FFF2-40B4-BE49-F238E27FC236}">
                  <a16:creationId xmlns:a16="http://schemas.microsoft.com/office/drawing/2014/main" id="{6529124A-36B9-454D-8EEA-8A21A59BFA1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79014" y="5879687"/>
              <a:ext cx="246387" cy="1199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1" name="Straight Connector 452">
              <a:extLst>
                <a:ext uri="{FF2B5EF4-FFF2-40B4-BE49-F238E27FC236}">
                  <a16:creationId xmlns:a16="http://schemas.microsoft.com/office/drawing/2014/main" id="{992A6D45-2583-4F29-8818-F1DB90BCAB2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22511" y="5693576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2" name="Straight Connector 452">
              <a:extLst>
                <a:ext uri="{FF2B5EF4-FFF2-40B4-BE49-F238E27FC236}">
                  <a16:creationId xmlns:a16="http://schemas.microsoft.com/office/drawing/2014/main" id="{B81EC73D-BD09-4C10-AB81-3E153AE999E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70966" y="5700569"/>
              <a:ext cx="246387" cy="1199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3" name="Straight Connector 452">
              <a:extLst>
                <a:ext uri="{FF2B5EF4-FFF2-40B4-BE49-F238E27FC236}">
                  <a16:creationId xmlns:a16="http://schemas.microsoft.com/office/drawing/2014/main" id="{376D6E18-9B53-4765-A6C2-31AC57C4AD6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447570" y="5713480"/>
              <a:ext cx="231775" cy="8572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4" name="Straight Connector 452">
              <a:extLst>
                <a:ext uri="{FF2B5EF4-FFF2-40B4-BE49-F238E27FC236}">
                  <a16:creationId xmlns:a16="http://schemas.microsoft.com/office/drawing/2014/main" id="{A598D4DD-6B1C-4935-B80C-6339A8B176E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52920" y="5334146"/>
              <a:ext cx="0" cy="37937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6" name="Straight Connector 455">
              <a:extLst>
                <a:ext uri="{FF2B5EF4-FFF2-40B4-BE49-F238E27FC236}">
                  <a16:creationId xmlns:a16="http://schemas.microsoft.com/office/drawing/2014/main" id="{F469ED0F-C65D-4A93-A0F5-C6BD9396569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440706" y="5347243"/>
              <a:ext cx="482424" cy="19362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8" name="Straight Connector 452">
              <a:extLst>
                <a:ext uri="{FF2B5EF4-FFF2-40B4-BE49-F238E27FC236}">
                  <a16:creationId xmlns:a16="http://schemas.microsoft.com/office/drawing/2014/main" id="{57DB0AB0-EDF7-4D93-8F79-C4FCC214816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30238" y="5359366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9" name="Straight Connector 452">
              <a:extLst>
                <a:ext uri="{FF2B5EF4-FFF2-40B4-BE49-F238E27FC236}">
                  <a16:creationId xmlns:a16="http://schemas.microsoft.com/office/drawing/2014/main" id="{E652D760-E17D-4A1C-93DB-3D4635662FF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714223" y="5260896"/>
              <a:ext cx="231775" cy="8572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0" name="Straight Connector 452">
              <a:extLst>
                <a:ext uri="{FF2B5EF4-FFF2-40B4-BE49-F238E27FC236}">
                  <a16:creationId xmlns:a16="http://schemas.microsoft.com/office/drawing/2014/main" id="{06FAC4A8-4908-4464-B8FB-84FB977549F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115275" y="3336043"/>
              <a:ext cx="1147625" cy="47371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5" name="Straight Connector 452">
              <a:extLst>
                <a:ext uri="{FF2B5EF4-FFF2-40B4-BE49-F238E27FC236}">
                  <a16:creationId xmlns:a16="http://schemas.microsoft.com/office/drawing/2014/main" id="{9F58987A-6898-4C13-B4EF-800387D0435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037232" y="2702182"/>
              <a:ext cx="440866" cy="21112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7" name="Straight Connector 452">
              <a:extLst>
                <a:ext uri="{FF2B5EF4-FFF2-40B4-BE49-F238E27FC236}">
                  <a16:creationId xmlns:a16="http://schemas.microsoft.com/office/drawing/2014/main" id="{CAC54A38-F40F-4942-800D-FFE64C54F90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86509" y="2709863"/>
              <a:ext cx="461824" cy="18811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9" name="Straight Connector 452">
              <a:extLst>
                <a:ext uri="{FF2B5EF4-FFF2-40B4-BE49-F238E27FC236}">
                  <a16:creationId xmlns:a16="http://schemas.microsoft.com/office/drawing/2014/main" id="{85876F62-BE5F-4800-8CA1-07FF92D52CF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42376" y="2615359"/>
              <a:ext cx="471263" cy="18338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1" name="Straight Connector 452">
              <a:extLst>
                <a:ext uri="{FF2B5EF4-FFF2-40B4-BE49-F238E27FC236}">
                  <a16:creationId xmlns:a16="http://schemas.microsoft.com/office/drawing/2014/main" id="{E53EF771-3541-42A4-B997-43190F4BE6C9}"/>
                </a:ext>
              </a:extLst>
            </p:cNvPr>
            <p:cNvCxnSpPr>
              <a:cxnSpLocks/>
            </p:cNvCxnSpPr>
            <p:nvPr/>
          </p:nvCxnSpPr>
          <p:spPr>
            <a:xfrm>
              <a:off x="5717421" y="2251872"/>
              <a:ext cx="0" cy="37623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2" name="Straight Connector 452">
              <a:extLst>
                <a:ext uri="{FF2B5EF4-FFF2-40B4-BE49-F238E27FC236}">
                  <a16:creationId xmlns:a16="http://schemas.microsoft.com/office/drawing/2014/main" id="{D557B695-E263-4432-84E2-598AB519014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477747" y="2170691"/>
              <a:ext cx="240765" cy="8783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3" name="Straight Connector 452">
              <a:extLst>
                <a:ext uri="{FF2B5EF4-FFF2-40B4-BE49-F238E27FC236}">
                  <a16:creationId xmlns:a16="http://schemas.microsoft.com/office/drawing/2014/main" id="{328D211A-E21F-49EF-83C3-E89660839D6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756731" y="4886537"/>
              <a:ext cx="237701" cy="8921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5" name="Straight Connector 452">
              <a:extLst>
                <a:ext uri="{FF2B5EF4-FFF2-40B4-BE49-F238E27FC236}">
                  <a16:creationId xmlns:a16="http://schemas.microsoft.com/office/drawing/2014/main" id="{75347069-6654-48F5-8EAA-BB6D120C82D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50935" y="2611118"/>
              <a:ext cx="4205" cy="235737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7" name="Straight Connector 452">
              <a:extLst>
                <a:ext uri="{FF2B5EF4-FFF2-40B4-BE49-F238E27FC236}">
                  <a16:creationId xmlns:a16="http://schemas.microsoft.com/office/drawing/2014/main" id="{2EEEAB24-11B4-4CE4-A47E-B937583E81B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57899" y="2609691"/>
              <a:ext cx="711797" cy="27804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9" name="Straight Connector 452">
              <a:extLst>
                <a:ext uri="{FF2B5EF4-FFF2-40B4-BE49-F238E27FC236}">
                  <a16:creationId xmlns:a16="http://schemas.microsoft.com/office/drawing/2014/main" id="{9E3470B4-99F0-45AA-AFC4-11C97EEE562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30460" y="3037148"/>
              <a:ext cx="289" cy="59700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1" name="Straight Connector 452">
              <a:extLst>
                <a:ext uri="{FF2B5EF4-FFF2-40B4-BE49-F238E27FC236}">
                  <a16:creationId xmlns:a16="http://schemas.microsoft.com/office/drawing/2014/main" id="{C0AFA32E-EDF1-4409-9880-7B53245DE88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790047" y="3090748"/>
              <a:ext cx="206787" cy="8378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3" name="Straight Connector 452">
              <a:extLst>
                <a:ext uri="{FF2B5EF4-FFF2-40B4-BE49-F238E27FC236}">
                  <a16:creationId xmlns:a16="http://schemas.microsoft.com/office/drawing/2014/main" id="{32F2A435-ED15-4194-A6B1-E4FA934DD83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771355" y="3453010"/>
              <a:ext cx="463412" cy="16837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4" name="Straight Connector 452">
              <a:extLst>
                <a:ext uri="{FF2B5EF4-FFF2-40B4-BE49-F238E27FC236}">
                  <a16:creationId xmlns:a16="http://schemas.microsoft.com/office/drawing/2014/main" id="{BECBEE4F-BCFB-4C87-8021-985AAFC608D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81007" y="3456633"/>
              <a:ext cx="9040" cy="694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7" name="Straight Connector 452">
              <a:extLst>
                <a:ext uri="{FF2B5EF4-FFF2-40B4-BE49-F238E27FC236}">
                  <a16:creationId xmlns:a16="http://schemas.microsoft.com/office/drawing/2014/main" id="{81A54736-5485-4E71-A122-2066750A45C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230460" y="3797326"/>
              <a:ext cx="237796" cy="9190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9" name="Straight Connector 452">
              <a:extLst>
                <a:ext uri="{FF2B5EF4-FFF2-40B4-BE49-F238E27FC236}">
                  <a16:creationId xmlns:a16="http://schemas.microsoft.com/office/drawing/2014/main" id="{2262D522-98D7-4842-89C3-A7B0CC7F0CB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451679" y="3871482"/>
              <a:ext cx="2954" cy="37819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1" name="Straight Connector 452">
              <a:extLst>
                <a:ext uri="{FF2B5EF4-FFF2-40B4-BE49-F238E27FC236}">
                  <a16:creationId xmlns:a16="http://schemas.microsoft.com/office/drawing/2014/main" id="{56D4FC92-776D-4685-A7EA-474FE23C5A6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438880" y="4239756"/>
              <a:ext cx="977485" cy="40127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3" name="Straight Connector 452">
              <a:extLst>
                <a:ext uri="{FF2B5EF4-FFF2-40B4-BE49-F238E27FC236}">
                  <a16:creationId xmlns:a16="http://schemas.microsoft.com/office/drawing/2014/main" id="{E4F42305-ACDB-438E-8A9B-6AFDC069376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77121" y="4524722"/>
              <a:ext cx="262606" cy="12807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5" name="Straight Connector 452">
              <a:extLst>
                <a:ext uri="{FF2B5EF4-FFF2-40B4-BE49-F238E27FC236}">
                  <a16:creationId xmlns:a16="http://schemas.microsoft.com/office/drawing/2014/main" id="{035E88FB-AB8B-4C54-8DB1-B560E569ED4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726597" y="3797326"/>
              <a:ext cx="672569" cy="28074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9" name="Straight Connector 452">
              <a:extLst>
                <a:ext uri="{FF2B5EF4-FFF2-40B4-BE49-F238E27FC236}">
                  <a16:creationId xmlns:a16="http://schemas.microsoft.com/office/drawing/2014/main" id="{22BB1B70-BC50-4F17-A334-CF47461CA6D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698603" y="3420875"/>
              <a:ext cx="1921" cy="39677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3" name="Straight Connector 452">
              <a:extLst>
                <a:ext uri="{FF2B5EF4-FFF2-40B4-BE49-F238E27FC236}">
                  <a16:creationId xmlns:a16="http://schemas.microsoft.com/office/drawing/2014/main" id="{C6DA02D5-7489-4C27-8D46-A964B412526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96264" y="3335560"/>
              <a:ext cx="230510" cy="8980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5" name="Straight Connector 452">
              <a:extLst>
                <a:ext uri="{FF2B5EF4-FFF2-40B4-BE49-F238E27FC236}">
                  <a16:creationId xmlns:a16="http://schemas.microsoft.com/office/drawing/2014/main" id="{D0655F9E-704D-4147-AC7B-0DE086178A2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17091" y="3324937"/>
              <a:ext cx="5935" cy="36178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6" name="Straight Connector 452">
              <a:extLst>
                <a:ext uri="{FF2B5EF4-FFF2-40B4-BE49-F238E27FC236}">
                  <a16:creationId xmlns:a16="http://schemas.microsoft.com/office/drawing/2014/main" id="{0CCBFB50-F49A-4637-A20A-FEE7C7F7438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24407" y="3681881"/>
              <a:ext cx="708171" cy="29279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1" name="Straight Connector 452">
              <a:extLst>
                <a:ext uri="{FF2B5EF4-FFF2-40B4-BE49-F238E27FC236}">
                  <a16:creationId xmlns:a16="http://schemas.microsoft.com/office/drawing/2014/main" id="{9D6A2031-62AB-4104-8BB9-0228A7F513F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635748" y="3618310"/>
              <a:ext cx="469474" cy="17901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4" name="Straight Connector 452">
              <a:extLst>
                <a:ext uri="{FF2B5EF4-FFF2-40B4-BE49-F238E27FC236}">
                  <a16:creationId xmlns:a16="http://schemas.microsoft.com/office/drawing/2014/main" id="{DE5E22F0-A679-46CF-A2B1-8A391FD5857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34747" y="3621387"/>
              <a:ext cx="0" cy="35797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9" name="Straight Connector 452">
              <a:extLst>
                <a:ext uri="{FF2B5EF4-FFF2-40B4-BE49-F238E27FC236}">
                  <a16:creationId xmlns:a16="http://schemas.microsoft.com/office/drawing/2014/main" id="{C2C6CDF8-B5EB-42CE-AC17-C84D51CFB79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618417" y="4506386"/>
              <a:ext cx="267638" cy="11731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1" name="Straight Connector 452">
              <a:extLst>
                <a:ext uri="{FF2B5EF4-FFF2-40B4-BE49-F238E27FC236}">
                  <a16:creationId xmlns:a16="http://schemas.microsoft.com/office/drawing/2014/main" id="{717D7560-F534-41B2-81D5-F23BF56E2BC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08201" y="4235208"/>
              <a:ext cx="453093" cy="18993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3" name="Straight Connector 452">
              <a:extLst>
                <a:ext uri="{FF2B5EF4-FFF2-40B4-BE49-F238E27FC236}">
                  <a16:creationId xmlns:a16="http://schemas.microsoft.com/office/drawing/2014/main" id="{6B006D57-4DA1-4667-B40B-2FCF75E249A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851633" y="4236717"/>
              <a:ext cx="474533" cy="20287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5" name="Straight Connector 452">
              <a:extLst>
                <a:ext uri="{FF2B5EF4-FFF2-40B4-BE49-F238E27FC236}">
                  <a16:creationId xmlns:a16="http://schemas.microsoft.com/office/drawing/2014/main" id="{B7911A20-C809-4BE7-9579-AD595A09CE0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689708" y="4158595"/>
              <a:ext cx="709458" cy="26654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7" name="Straight Connector 452">
              <a:extLst>
                <a:ext uri="{FF2B5EF4-FFF2-40B4-BE49-F238E27FC236}">
                  <a16:creationId xmlns:a16="http://schemas.microsoft.com/office/drawing/2014/main" id="{9D534B3E-C19A-47D7-BECF-79CF0DBB6E3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77141" y="4428787"/>
              <a:ext cx="453093" cy="18993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3" name="Straight Connector 452">
              <a:extLst>
                <a:ext uri="{FF2B5EF4-FFF2-40B4-BE49-F238E27FC236}">
                  <a16:creationId xmlns:a16="http://schemas.microsoft.com/office/drawing/2014/main" id="{3CA7A8B8-50C1-4540-A505-2C669A2F61C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33166" y="5128370"/>
              <a:ext cx="246387" cy="1199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4" name="Straight Connector 452">
              <a:extLst>
                <a:ext uri="{FF2B5EF4-FFF2-40B4-BE49-F238E27FC236}">
                  <a16:creationId xmlns:a16="http://schemas.microsoft.com/office/drawing/2014/main" id="{FFC27596-4E0D-49E3-8E33-B03B8FE1220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44801" y="4960838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6" name="Straight Connector 452">
              <a:extLst>
                <a:ext uri="{FF2B5EF4-FFF2-40B4-BE49-F238E27FC236}">
                  <a16:creationId xmlns:a16="http://schemas.microsoft.com/office/drawing/2014/main" id="{DC50C583-8456-4C0C-9F3E-088E07137E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80084" y="4967182"/>
              <a:ext cx="246387" cy="1199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8" name="Straight Connector 452">
              <a:extLst>
                <a:ext uri="{FF2B5EF4-FFF2-40B4-BE49-F238E27FC236}">
                  <a16:creationId xmlns:a16="http://schemas.microsoft.com/office/drawing/2014/main" id="{1ACBD9C4-52D6-4694-8A94-70453B0A472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83042" y="4869442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0" name="Straight Connector 452">
              <a:extLst>
                <a:ext uri="{FF2B5EF4-FFF2-40B4-BE49-F238E27FC236}">
                  <a16:creationId xmlns:a16="http://schemas.microsoft.com/office/drawing/2014/main" id="{34BB346E-DF2F-40F5-9FD3-5F9AE81D8E7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83935" y="4872469"/>
              <a:ext cx="681047" cy="28757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6" name="Straight Connector 452">
              <a:extLst>
                <a:ext uri="{FF2B5EF4-FFF2-40B4-BE49-F238E27FC236}">
                  <a16:creationId xmlns:a16="http://schemas.microsoft.com/office/drawing/2014/main" id="{3774BA98-ECF8-4D6D-900F-51D7EAFA46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91991" y="4989274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8" name="Straight Connector 807">
              <a:extLst>
                <a:ext uri="{FF2B5EF4-FFF2-40B4-BE49-F238E27FC236}">
                  <a16:creationId xmlns:a16="http://schemas.microsoft.com/office/drawing/2014/main" id="{A79DDB90-7BD5-41D7-A1F9-59501BFECE1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523599" y="4974598"/>
              <a:ext cx="231775" cy="8572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2" name="Straight Connector 452">
              <a:extLst>
                <a:ext uri="{FF2B5EF4-FFF2-40B4-BE49-F238E27FC236}">
                  <a16:creationId xmlns:a16="http://schemas.microsoft.com/office/drawing/2014/main" id="{12C447F7-0713-4548-A7D8-D2B65EB9BB9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68662" y="4883503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5" name="Straight Connector 452">
              <a:extLst>
                <a:ext uri="{FF2B5EF4-FFF2-40B4-BE49-F238E27FC236}">
                  <a16:creationId xmlns:a16="http://schemas.microsoft.com/office/drawing/2014/main" id="{457EA46D-2B29-47C5-A57D-51D34ABBFE4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42676" y="4807823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6" name="Straight Connector 452">
              <a:extLst>
                <a:ext uri="{FF2B5EF4-FFF2-40B4-BE49-F238E27FC236}">
                  <a16:creationId xmlns:a16="http://schemas.microsoft.com/office/drawing/2014/main" id="{3008D6CD-B46F-4BF3-8AA7-BF0AC4BF962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83582" y="4714409"/>
              <a:ext cx="237701" cy="8921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8" name="Straight Connector 452">
              <a:extLst>
                <a:ext uri="{FF2B5EF4-FFF2-40B4-BE49-F238E27FC236}">
                  <a16:creationId xmlns:a16="http://schemas.microsoft.com/office/drawing/2014/main" id="{471650A8-3F57-4BC4-B64D-8A4B991EC5F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84116" y="4707438"/>
              <a:ext cx="12778" cy="35618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0" name="Straight Connector 452">
              <a:extLst>
                <a:ext uri="{FF2B5EF4-FFF2-40B4-BE49-F238E27FC236}">
                  <a16:creationId xmlns:a16="http://schemas.microsoft.com/office/drawing/2014/main" id="{81E948E7-374F-4DE9-A055-6697BC213CC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1495" y="5053970"/>
              <a:ext cx="506648" cy="20413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2" name="Straight Connector 452">
              <a:extLst>
                <a:ext uri="{FF2B5EF4-FFF2-40B4-BE49-F238E27FC236}">
                  <a16:creationId xmlns:a16="http://schemas.microsoft.com/office/drawing/2014/main" id="{E37D3FD4-B5C6-4E2A-9828-F7ED77230ED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87940" y="5168367"/>
              <a:ext cx="237701" cy="8921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4" name="Straight Connector 452">
              <a:extLst>
                <a:ext uri="{FF2B5EF4-FFF2-40B4-BE49-F238E27FC236}">
                  <a16:creationId xmlns:a16="http://schemas.microsoft.com/office/drawing/2014/main" id="{66CB2C42-5D99-494C-8726-EE6F1DEA596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6056" y="3357976"/>
              <a:ext cx="7160" cy="181472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6" name="Straight Connector 452">
              <a:extLst>
                <a:ext uri="{FF2B5EF4-FFF2-40B4-BE49-F238E27FC236}">
                  <a16:creationId xmlns:a16="http://schemas.microsoft.com/office/drawing/2014/main" id="{AC89669F-33D5-46AA-8FA1-4CF862B9EFC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5680" y="3242499"/>
              <a:ext cx="246387" cy="1199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7" name="Straight Connector 452">
              <a:extLst>
                <a:ext uri="{FF2B5EF4-FFF2-40B4-BE49-F238E27FC236}">
                  <a16:creationId xmlns:a16="http://schemas.microsoft.com/office/drawing/2014/main" id="{50F730FC-9C57-4062-80B1-F3722E87175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18597" y="3235843"/>
              <a:ext cx="7044" cy="163359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8" name="Straight Connector 827">
              <a:extLst>
                <a:ext uri="{FF2B5EF4-FFF2-40B4-BE49-F238E27FC236}">
                  <a16:creationId xmlns:a16="http://schemas.microsoft.com/office/drawing/2014/main" id="{9EC2831C-2715-4C9A-9BCB-2ED4DE4768F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8577" y="4878775"/>
              <a:ext cx="231775" cy="8572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0" name="Straight Connector 452">
              <a:extLst>
                <a:ext uri="{FF2B5EF4-FFF2-40B4-BE49-F238E27FC236}">
                  <a16:creationId xmlns:a16="http://schemas.microsoft.com/office/drawing/2014/main" id="{B3EC8F91-9E0C-447F-A3A5-9CD8B6ACD06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76641" y="2894022"/>
              <a:ext cx="0" cy="18577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1" name="Straight Connector 452">
              <a:extLst>
                <a:ext uri="{FF2B5EF4-FFF2-40B4-BE49-F238E27FC236}">
                  <a16:creationId xmlns:a16="http://schemas.microsoft.com/office/drawing/2014/main" id="{82957399-5BA8-442C-BEA1-5CD503042F1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05873" y="2997861"/>
              <a:ext cx="0" cy="18577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4" name="Straight Connector 452">
              <a:extLst>
                <a:ext uri="{FF2B5EF4-FFF2-40B4-BE49-F238E27FC236}">
                  <a16:creationId xmlns:a16="http://schemas.microsoft.com/office/drawing/2014/main" id="{6A97C17A-EFB5-47CF-8311-74D71D8258A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025436" y="2986322"/>
              <a:ext cx="206787" cy="8378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7" name="Straight Connector 452">
              <a:extLst>
                <a:ext uri="{FF2B5EF4-FFF2-40B4-BE49-F238E27FC236}">
                  <a16:creationId xmlns:a16="http://schemas.microsoft.com/office/drawing/2014/main" id="{86D1070C-018F-4AB5-828A-CF0EDBCC9ED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65552" y="4051323"/>
              <a:ext cx="246387" cy="1199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9" name="Straight Connector 452">
              <a:extLst>
                <a:ext uri="{FF2B5EF4-FFF2-40B4-BE49-F238E27FC236}">
                  <a16:creationId xmlns:a16="http://schemas.microsoft.com/office/drawing/2014/main" id="{5D493857-48AF-4A3B-885E-D5918C9D5B0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012722" y="3912625"/>
              <a:ext cx="6252" cy="17101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0" name="Straight Connector 452">
              <a:extLst>
                <a:ext uri="{FF2B5EF4-FFF2-40B4-BE49-F238E27FC236}">
                  <a16:creationId xmlns:a16="http://schemas.microsoft.com/office/drawing/2014/main" id="{A7181424-DC68-4FC6-92B6-8E9C585F20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90492" y="4067200"/>
              <a:ext cx="239746" cy="1004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2" name="Straight Connector 452">
              <a:extLst>
                <a:ext uri="{FF2B5EF4-FFF2-40B4-BE49-F238E27FC236}">
                  <a16:creationId xmlns:a16="http://schemas.microsoft.com/office/drawing/2014/main" id="{DD9FF726-12B5-43AC-837C-6D063EC3987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50374" y="4075356"/>
              <a:ext cx="468587" cy="18018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3" name="Straight Connector 452">
              <a:extLst>
                <a:ext uri="{FF2B5EF4-FFF2-40B4-BE49-F238E27FC236}">
                  <a16:creationId xmlns:a16="http://schemas.microsoft.com/office/drawing/2014/main" id="{6F2AE736-BDFB-463C-9366-0F6EC6B04C0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10645" y="4069822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3" name="Straight Connector 452">
              <a:extLst>
                <a:ext uri="{FF2B5EF4-FFF2-40B4-BE49-F238E27FC236}">
                  <a16:creationId xmlns:a16="http://schemas.microsoft.com/office/drawing/2014/main" id="{1C9FF132-45CF-4C91-A498-ABBE77A25E5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89039" y="3798382"/>
              <a:ext cx="239746" cy="1004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9" name="team3">
            <a:extLst>
              <a:ext uri="{FF2B5EF4-FFF2-40B4-BE49-F238E27FC236}">
                <a16:creationId xmlns:a16="http://schemas.microsoft.com/office/drawing/2014/main" id="{B6DD5914-5783-45F4-8C9C-E08DB59A0856}"/>
              </a:ext>
            </a:extLst>
          </p:cNvPr>
          <p:cNvGrpSpPr/>
          <p:nvPr/>
        </p:nvGrpSpPr>
        <p:grpSpPr>
          <a:xfrm>
            <a:off x="5007984" y="2519978"/>
            <a:ext cx="3032061" cy="4284432"/>
            <a:chOff x="5015361" y="2538277"/>
            <a:chExt cx="3032061" cy="4284432"/>
          </a:xfrm>
          <a:effectLst/>
        </p:grpSpPr>
        <p:cxnSp>
          <p:nvCxnSpPr>
            <p:cNvPr id="64" name="Straight Connector 452">
              <a:extLst>
                <a:ext uri="{FF2B5EF4-FFF2-40B4-BE49-F238E27FC236}">
                  <a16:creationId xmlns:a16="http://schemas.microsoft.com/office/drawing/2014/main" id="{50CFEF5D-70BC-4044-A262-87BB4F24301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99497" y="3214366"/>
              <a:ext cx="3744" cy="1036208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452">
              <a:extLst>
                <a:ext uri="{FF2B5EF4-FFF2-40B4-BE49-F238E27FC236}">
                  <a16:creationId xmlns:a16="http://schemas.microsoft.com/office/drawing/2014/main" id="{369E7231-241D-4916-BAD1-FCB84BAAD67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95452" y="4283604"/>
              <a:ext cx="467287" cy="201470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452">
              <a:extLst>
                <a:ext uri="{FF2B5EF4-FFF2-40B4-BE49-F238E27FC236}">
                  <a16:creationId xmlns:a16="http://schemas.microsoft.com/office/drawing/2014/main" id="{7B6380AB-855D-4E36-B2AE-A27F017382F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53955" y="4479601"/>
              <a:ext cx="8783" cy="553799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452">
              <a:extLst>
                <a:ext uri="{FF2B5EF4-FFF2-40B4-BE49-F238E27FC236}">
                  <a16:creationId xmlns:a16="http://schemas.microsoft.com/office/drawing/2014/main" id="{E2C885CE-5682-4CCE-BB68-A77AD288539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11352" y="5014350"/>
              <a:ext cx="242481" cy="79135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452">
              <a:extLst>
                <a:ext uri="{FF2B5EF4-FFF2-40B4-BE49-F238E27FC236}">
                  <a16:creationId xmlns:a16="http://schemas.microsoft.com/office/drawing/2014/main" id="{9843C77D-2B54-4376-89C2-5A3ED2E78B9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18460" y="5084139"/>
              <a:ext cx="0" cy="220712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452">
              <a:extLst>
                <a:ext uri="{FF2B5EF4-FFF2-40B4-BE49-F238E27FC236}">
                  <a16:creationId xmlns:a16="http://schemas.microsoft.com/office/drawing/2014/main" id="{0F7E1505-CAE6-4B54-8B4E-FFAB9889E51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415330" y="5292664"/>
              <a:ext cx="254785" cy="81976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452">
              <a:extLst>
                <a:ext uri="{FF2B5EF4-FFF2-40B4-BE49-F238E27FC236}">
                  <a16:creationId xmlns:a16="http://schemas.microsoft.com/office/drawing/2014/main" id="{DC06FEFC-2D84-4436-A416-5CE15B16E60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57766" y="5374640"/>
              <a:ext cx="0" cy="220712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452">
              <a:extLst>
                <a:ext uri="{FF2B5EF4-FFF2-40B4-BE49-F238E27FC236}">
                  <a16:creationId xmlns:a16="http://schemas.microsoft.com/office/drawing/2014/main" id="{385BBFE3-98A0-4872-8919-0737B5BCCE3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95452" y="5554769"/>
              <a:ext cx="458382" cy="166928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452">
              <a:extLst>
                <a:ext uri="{FF2B5EF4-FFF2-40B4-BE49-F238E27FC236}">
                  <a16:creationId xmlns:a16="http://schemas.microsoft.com/office/drawing/2014/main" id="{D28335D0-93D5-4E3D-89B0-5AC3ED6F410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95452" y="5721697"/>
              <a:ext cx="0" cy="360851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452">
              <a:extLst>
                <a:ext uri="{FF2B5EF4-FFF2-40B4-BE49-F238E27FC236}">
                  <a16:creationId xmlns:a16="http://schemas.microsoft.com/office/drawing/2014/main" id="{2B572533-4762-4329-BF71-32B1FEF4074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88969" y="6081205"/>
              <a:ext cx="464864" cy="177808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452">
              <a:extLst>
                <a:ext uri="{FF2B5EF4-FFF2-40B4-BE49-F238E27FC236}">
                  <a16:creationId xmlns:a16="http://schemas.microsoft.com/office/drawing/2014/main" id="{BA14B247-D5F0-4C34-8912-8BDE8CE9C89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53834" y="6081205"/>
              <a:ext cx="445468" cy="178241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452">
              <a:extLst>
                <a:ext uri="{FF2B5EF4-FFF2-40B4-BE49-F238E27FC236}">
                  <a16:creationId xmlns:a16="http://schemas.microsoft.com/office/drawing/2014/main" id="{5F7BDC5E-B5E5-4D96-B241-B2D78281C28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05758" y="5722368"/>
              <a:ext cx="0" cy="359508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452">
              <a:extLst>
                <a:ext uri="{FF2B5EF4-FFF2-40B4-BE49-F238E27FC236}">
                  <a16:creationId xmlns:a16="http://schemas.microsoft.com/office/drawing/2014/main" id="{468B80C7-1C8D-4FEB-9CDB-D65A2B2EB20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850973" y="5642255"/>
              <a:ext cx="254785" cy="81976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452">
              <a:extLst>
                <a:ext uri="{FF2B5EF4-FFF2-40B4-BE49-F238E27FC236}">
                  <a16:creationId xmlns:a16="http://schemas.microsoft.com/office/drawing/2014/main" id="{47D0BC03-918F-4D78-ADB1-0896A7C5B56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76568" y="5444413"/>
              <a:ext cx="0" cy="220712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452">
              <a:extLst>
                <a:ext uri="{FF2B5EF4-FFF2-40B4-BE49-F238E27FC236}">
                  <a16:creationId xmlns:a16="http://schemas.microsoft.com/office/drawing/2014/main" id="{13164DA3-73A5-457C-9192-CB5B340D196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96593" y="5374640"/>
              <a:ext cx="242481" cy="79135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452">
              <a:extLst>
                <a:ext uri="{FF2B5EF4-FFF2-40B4-BE49-F238E27FC236}">
                  <a16:creationId xmlns:a16="http://schemas.microsoft.com/office/drawing/2014/main" id="{2BEF8C7C-E5CC-474F-95F7-37A146C8D9B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29693" y="5194495"/>
              <a:ext cx="0" cy="142837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452">
              <a:extLst>
                <a:ext uri="{FF2B5EF4-FFF2-40B4-BE49-F238E27FC236}">
                  <a16:creationId xmlns:a16="http://schemas.microsoft.com/office/drawing/2014/main" id="{4BA660AF-B5BB-44C7-923C-5BCB5CF633F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869105" y="5098255"/>
              <a:ext cx="254785" cy="81976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452">
              <a:extLst>
                <a:ext uri="{FF2B5EF4-FFF2-40B4-BE49-F238E27FC236}">
                  <a16:creationId xmlns:a16="http://schemas.microsoft.com/office/drawing/2014/main" id="{978DC371-1E35-4330-99C8-D5D97A482B3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04162" y="4989562"/>
              <a:ext cx="242481" cy="79135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452">
              <a:extLst>
                <a:ext uri="{FF2B5EF4-FFF2-40B4-BE49-F238E27FC236}">
                  <a16:creationId xmlns:a16="http://schemas.microsoft.com/office/drawing/2014/main" id="{33FA8ADE-5D07-46D3-87D2-9D0E4A567ED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142188" y="5014350"/>
              <a:ext cx="447084" cy="180145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452">
              <a:extLst>
                <a:ext uri="{FF2B5EF4-FFF2-40B4-BE49-F238E27FC236}">
                  <a16:creationId xmlns:a16="http://schemas.microsoft.com/office/drawing/2014/main" id="{841D43CC-0188-477D-A943-B89F7A53903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34551" y="5185179"/>
              <a:ext cx="242481" cy="79135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452">
              <a:extLst>
                <a:ext uri="{FF2B5EF4-FFF2-40B4-BE49-F238E27FC236}">
                  <a16:creationId xmlns:a16="http://schemas.microsoft.com/office/drawing/2014/main" id="{E9038D39-FEED-4916-8EAF-FFB8AA79E06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34551" y="5310938"/>
              <a:ext cx="0" cy="142837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452">
              <a:extLst>
                <a:ext uri="{FF2B5EF4-FFF2-40B4-BE49-F238E27FC236}">
                  <a16:creationId xmlns:a16="http://schemas.microsoft.com/office/drawing/2014/main" id="{E6C38FD2-B580-418A-812D-1751CAAB8DC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103047" y="5458897"/>
              <a:ext cx="242481" cy="79135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452">
              <a:extLst>
                <a:ext uri="{FF2B5EF4-FFF2-40B4-BE49-F238E27FC236}">
                  <a16:creationId xmlns:a16="http://schemas.microsoft.com/office/drawing/2014/main" id="{337764BA-BD21-4092-B605-6D5E8629DF1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129280" y="5547083"/>
              <a:ext cx="254785" cy="81976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452">
              <a:extLst>
                <a:ext uri="{FF2B5EF4-FFF2-40B4-BE49-F238E27FC236}">
                  <a16:creationId xmlns:a16="http://schemas.microsoft.com/office/drawing/2014/main" id="{4B21C4E4-13AD-440E-BED5-3CDB530FBA7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65730" y="5553672"/>
              <a:ext cx="242481" cy="79135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452">
              <a:extLst>
                <a:ext uri="{FF2B5EF4-FFF2-40B4-BE49-F238E27FC236}">
                  <a16:creationId xmlns:a16="http://schemas.microsoft.com/office/drawing/2014/main" id="{71263FE0-B23B-40B6-B50D-B5CFB6A75B2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89272" y="5372572"/>
              <a:ext cx="0" cy="142837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452">
              <a:extLst>
                <a:ext uri="{FF2B5EF4-FFF2-40B4-BE49-F238E27FC236}">
                  <a16:creationId xmlns:a16="http://schemas.microsoft.com/office/drawing/2014/main" id="{40BE1E16-32E2-4BA3-ABC6-384EA0EC6E2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580898" y="5360415"/>
              <a:ext cx="254785" cy="81976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452">
              <a:extLst>
                <a:ext uri="{FF2B5EF4-FFF2-40B4-BE49-F238E27FC236}">
                  <a16:creationId xmlns:a16="http://schemas.microsoft.com/office/drawing/2014/main" id="{6F5CD6CB-9C98-42C6-99DA-9701B622A10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831868" y="5453776"/>
              <a:ext cx="3815" cy="184457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452">
              <a:extLst>
                <a:ext uri="{FF2B5EF4-FFF2-40B4-BE49-F238E27FC236}">
                  <a16:creationId xmlns:a16="http://schemas.microsoft.com/office/drawing/2014/main" id="{3F547F2E-0705-4EE4-8DB0-B88D04891FF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42208" y="5619293"/>
              <a:ext cx="489661" cy="182275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452">
              <a:extLst>
                <a:ext uri="{FF2B5EF4-FFF2-40B4-BE49-F238E27FC236}">
                  <a16:creationId xmlns:a16="http://schemas.microsoft.com/office/drawing/2014/main" id="{D34DD98C-EB71-4281-BB0D-37F1124A314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356235" y="5803779"/>
              <a:ext cx="3815" cy="184457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452">
              <a:extLst>
                <a:ext uri="{FF2B5EF4-FFF2-40B4-BE49-F238E27FC236}">
                  <a16:creationId xmlns:a16="http://schemas.microsoft.com/office/drawing/2014/main" id="{CFF10ED6-5F66-4501-8E98-7A1940D8DE1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65334" y="5895220"/>
              <a:ext cx="242481" cy="79135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452">
              <a:extLst>
                <a:ext uri="{FF2B5EF4-FFF2-40B4-BE49-F238E27FC236}">
                  <a16:creationId xmlns:a16="http://schemas.microsoft.com/office/drawing/2014/main" id="{723A27AE-9BEA-4DE2-AA0B-850E354787E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577083" y="5902122"/>
              <a:ext cx="254785" cy="81976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452">
              <a:extLst>
                <a:ext uri="{FF2B5EF4-FFF2-40B4-BE49-F238E27FC236}">
                  <a16:creationId xmlns:a16="http://schemas.microsoft.com/office/drawing/2014/main" id="{E4515C7E-7E8F-46CE-8071-34B6EF5D583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831869" y="5902122"/>
              <a:ext cx="211748" cy="87838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452">
              <a:extLst>
                <a:ext uri="{FF2B5EF4-FFF2-40B4-BE49-F238E27FC236}">
                  <a16:creationId xmlns:a16="http://schemas.microsoft.com/office/drawing/2014/main" id="{C4F9441C-9C3D-4AB4-BF92-7D36786980B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47422" y="5895220"/>
              <a:ext cx="0" cy="142837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452">
              <a:extLst>
                <a:ext uri="{FF2B5EF4-FFF2-40B4-BE49-F238E27FC236}">
                  <a16:creationId xmlns:a16="http://schemas.microsoft.com/office/drawing/2014/main" id="{1B8135BA-A148-4363-B0FD-08741999E4B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835674" y="6080763"/>
              <a:ext cx="211748" cy="87838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452">
              <a:extLst>
                <a:ext uri="{FF2B5EF4-FFF2-40B4-BE49-F238E27FC236}">
                  <a16:creationId xmlns:a16="http://schemas.microsoft.com/office/drawing/2014/main" id="{D629F294-C05B-463E-823F-28322C7145B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25193" y="6187594"/>
              <a:ext cx="0" cy="142837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452">
              <a:extLst>
                <a:ext uri="{FF2B5EF4-FFF2-40B4-BE49-F238E27FC236}">
                  <a16:creationId xmlns:a16="http://schemas.microsoft.com/office/drawing/2014/main" id="{78695234-6508-40D2-A195-8C73C40132D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77032" y="6345302"/>
              <a:ext cx="211748" cy="87838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452">
              <a:extLst>
                <a:ext uri="{FF2B5EF4-FFF2-40B4-BE49-F238E27FC236}">
                  <a16:creationId xmlns:a16="http://schemas.microsoft.com/office/drawing/2014/main" id="{9EA1ED3E-E575-474D-B52A-0A79050962B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87389" y="6103301"/>
              <a:ext cx="0" cy="359508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452">
              <a:extLst>
                <a:ext uri="{FF2B5EF4-FFF2-40B4-BE49-F238E27FC236}">
                  <a16:creationId xmlns:a16="http://schemas.microsoft.com/office/drawing/2014/main" id="{7195D909-6B6F-4D20-A6F3-00698D7A69A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56235" y="6099756"/>
              <a:ext cx="211748" cy="87838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452">
              <a:extLst>
                <a:ext uri="{FF2B5EF4-FFF2-40B4-BE49-F238E27FC236}">
                  <a16:creationId xmlns:a16="http://schemas.microsoft.com/office/drawing/2014/main" id="{739AD8AC-F344-4F3A-B91A-535482AA847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56235" y="6165548"/>
              <a:ext cx="0" cy="359508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452">
              <a:extLst>
                <a:ext uri="{FF2B5EF4-FFF2-40B4-BE49-F238E27FC236}">
                  <a16:creationId xmlns:a16="http://schemas.microsoft.com/office/drawing/2014/main" id="{AAB0049E-9CC1-4C87-A932-7C42462C02C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098118" y="6445794"/>
              <a:ext cx="254785" cy="81976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452">
              <a:extLst>
                <a:ext uri="{FF2B5EF4-FFF2-40B4-BE49-F238E27FC236}">
                  <a16:creationId xmlns:a16="http://schemas.microsoft.com/office/drawing/2014/main" id="{202625C4-8D7D-4EFE-B4F9-6D7394563D0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23586" y="6445794"/>
              <a:ext cx="0" cy="142837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452">
              <a:extLst>
                <a:ext uri="{FF2B5EF4-FFF2-40B4-BE49-F238E27FC236}">
                  <a16:creationId xmlns:a16="http://schemas.microsoft.com/office/drawing/2014/main" id="{779A872B-CB60-4040-A104-D1A2D5E0222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110549" y="6618303"/>
              <a:ext cx="254785" cy="81976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452">
              <a:extLst>
                <a:ext uri="{FF2B5EF4-FFF2-40B4-BE49-F238E27FC236}">
                  <a16:creationId xmlns:a16="http://schemas.microsoft.com/office/drawing/2014/main" id="{D855C5FE-3612-42C4-A4FD-3476FF03264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123586" y="6729951"/>
              <a:ext cx="211748" cy="87838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452">
              <a:extLst>
                <a:ext uri="{FF2B5EF4-FFF2-40B4-BE49-F238E27FC236}">
                  <a16:creationId xmlns:a16="http://schemas.microsoft.com/office/drawing/2014/main" id="{448134E1-4FC7-4228-B998-DAA05BC5C5D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53833" y="6623364"/>
              <a:ext cx="485242" cy="190647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452">
              <a:extLst>
                <a:ext uri="{FF2B5EF4-FFF2-40B4-BE49-F238E27FC236}">
                  <a16:creationId xmlns:a16="http://schemas.microsoft.com/office/drawing/2014/main" id="{17B9191F-30D2-48A6-8590-416060F4CC2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56772" y="6658532"/>
              <a:ext cx="0" cy="142837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452">
              <a:extLst>
                <a:ext uri="{FF2B5EF4-FFF2-40B4-BE49-F238E27FC236}">
                  <a16:creationId xmlns:a16="http://schemas.microsoft.com/office/drawing/2014/main" id="{27E3E942-2648-4B1B-8871-348B6584697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427574" y="6718687"/>
              <a:ext cx="213466" cy="81076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452">
              <a:extLst>
                <a:ext uri="{FF2B5EF4-FFF2-40B4-BE49-F238E27FC236}">
                  <a16:creationId xmlns:a16="http://schemas.microsoft.com/office/drawing/2014/main" id="{8D68462E-CE6B-4B50-9F05-E9716CEE2CC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97528" y="6734871"/>
              <a:ext cx="211748" cy="87838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452">
              <a:extLst>
                <a:ext uri="{FF2B5EF4-FFF2-40B4-BE49-F238E27FC236}">
                  <a16:creationId xmlns:a16="http://schemas.microsoft.com/office/drawing/2014/main" id="{F251165C-B56F-4D46-A853-7C86A52C374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929553" y="6717787"/>
              <a:ext cx="254785" cy="81976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452">
              <a:extLst>
                <a:ext uri="{FF2B5EF4-FFF2-40B4-BE49-F238E27FC236}">
                  <a16:creationId xmlns:a16="http://schemas.microsoft.com/office/drawing/2014/main" id="{3FA411B5-D102-4EB9-A00F-922128886B0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74457" y="6544296"/>
              <a:ext cx="432052" cy="155983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452">
              <a:extLst>
                <a:ext uri="{FF2B5EF4-FFF2-40B4-BE49-F238E27FC236}">
                  <a16:creationId xmlns:a16="http://schemas.microsoft.com/office/drawing/2014/main" id="{EE9635E5-5D1C-415E-BF0A-3DEBA4496F8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84339" y="6283056"/>
              <a:ext cx="6608" cy="195214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452">
              <a:extLst>
                <a:ext uri="{FF2B5EF4-FFF2-40B4-BE49-F238E27FC236}">
                  <a16:creationId xmlns:a16="http://schemas.microsoft.com/office/drawing/2014/main" id="{B5124F2B-1435-49CE-87A4-F703FEC044D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66029" y="6259453"/>
              <a:ext cx="211748" cy="87838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452">
              <a:extLst>
                <a:ext uri="{FF2B5EF4-FFF2-40B4-BE49-F238E27FC236}">
                  <a16:creationId xmlns:a16="http://schemas.microsoft.com/office/drawing/2014/main" id="{93B97224-549F-4536-889A-CD90677BC81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74457" y="6374375"/>
              <a:ext cx="0" cy="142837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452">
              <a:extLst>
                <a:ext uri="{FF2B5EF4-FFF2-40B4-BE49-F238E27FC236}">
                  <a16:creationId xmlns:a16="http://schemas.microsoft.com/office/drawing/2014/main" id="{784FE111-F852-4128-A196-9AC977EF1DC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718800" y="6421821"/>
              <a:ext cx="258990" cy="112899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452">
              <a:extLst>
                <a:ext uri="{FF2B5EF4-FFF2-40B4-BE49-F238E27FC236}">
                  <a16:creationId xmlns:a16="http://schemas.microsoft.com/office/drawing/2014/main" id="{A27DC4F4-5101-4BBF-B5B2-F2D733BC63D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94317" y="6459878"/>
              <a:ext cx="211748" cy="87838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452">
              <a:extLst>
                <a:ext uri="{FF2B5EF4-FFF2-40B4-BE49-F238E27FC236}">
                  <a16:creationId xmlns:a16="http://schemas.microsoft.com/office/drawing/2014/main" id="{5AEDD638-BDE7-4EAC-B20D-887D64512D1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477942" y="6165548"/>
              <a:ext cx="8210" cy="388367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452">
              <a:extLst>
                <a:ext uri="{FF2B5EF4-FFF2-40B4-BE49-F238E27FC236}">
                  <a16:creationId xmlns:a16="http://schemas.microsoft.com/office/drawing/2014/main" id="{E65D0CCE-43D2-4E24-855B-4FA96EC1959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019561" y="5984098"/>
              <a:ext cx="465563" cy="184364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452">
              <a:extLst>
                <a:ext uri="{FF2B5EF4-FFF2-40B4-BE49-F238E27FC236}">
                  <a16:creationId xmlns:a16="http://schemas.microsoft.com/office/drawing/2014/main" id="{4F529A5A-934C-44E6-A4FD-B8DF3C8AE54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19561" y="5830703"/>
              <a:ext cx="0" cy="142837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452">
              <a:extLst>
                <a:ext uri="{FF2B5EF4-FFF2-40B4-BE49-F238E27FC236}">
                  <a16:creationId xmlns:a16="http://schemas.microsoft.com/office/drawing/2014/main" id="{F8D48811-12E7-475F-883A-78B8D518A3E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015361" y="5728023"/>
              <a:ext cx="211748" cy="87838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452">
              <a:extLst>
                <a:ext uri="{FF2B5EF4-FFF2-40B4-BE49-F238E27FC236}">
                  <a16:creationId xmlns:a16="http://schemas.microsoft.com/office/drawing/2014/main" id="{0B11A3A7-B550-4739-9BC4-DB61911E92A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42946" y="5538032"/>
              <a:ext cx="0" cy="142837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452">
              <a:extLst>
                <a:ext uri="{FF2B5EF4-FFF2-40B4-BE49-F238E27FC236}">
                  <a16:creationId xmlns:a16="http://schemas.microsoft.com/office/drawing/2014/main" id="{95E58530-C420-4B47-A0A9-19AD2B5337F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229053" y="5525334"/>
              <a:ext cx="258990" cy="112899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452">
              <a:extLst>
                <a:ext uri="{FF2B5EF4-FFF2-40B4-BE49-F238E27FC236}">
                  <a16:creationId xmlns:a16="http://schemas.microsoft.com/office/drawing/2014/main" id="{4FD61E70-1622-4D9F-A878-EB63BADC74B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77942" y="5650278"/>
              <a:ext cx="0" cy="142837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452">
              <a:extLst>
                <a:ext uri="{FF2B5EF4-FFF2-40B4-BE49-F238E27FC236}">
                  <a16:creationId xmlns:a16="http://schemas.microsoft.com/office/drawing/2014/main" id="{54E9D735-3A40-4527-80D6-1AEE5F12694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40487" y="5793336"/>
              <a:ext cx="211748" cy="87838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452">
              <a:extLst>
                <a:ext uri="{FF2B5EF4-FFF2-40B4-BE49-F238E27FC236}">
                  <a16:creationId xmlns:a16="http://schemas.microsoft.com/office/drawing/2014/main" id="{0E34A2B2-7357-4BB5-9055-3FB652C3458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252342" y="5891733"/>
              <a:ext cx="466342" cy="189030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452">
              <a:extLst>
                <a:ext uri="{FF2B5EF4-FFF2-40B4-BE49-F238E27FC236}">
                  <a16:creationId xmlns:a16="http://schemas.microsoft.com/office/drawing/2014/main" id="{3EE0ED44-C7CB-484A-94E0-A81E9D1B612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95255" y="6094129"/>
              <a:ext cx="0" cy="142837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452">
              <a:extLst>
                <a:ext uri="{FF2B5EF4-FFF2-40B4-BE49-F238E27FC236}">
                  <a16:creationId xmlns:a16="http://schemas.microsoft.com/office/drawing/2014/main" id="{222545D9-391D-4100-8E63-681EED76D6A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08283" y="6175267"/>
              <a:ext cx="211748" cy="87838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452">
              <a:extLst>
                <a:ext uri="{FF2B5EF4-FFF2-40B4-BE49-F238E27FC236}">
                  <a16:creationId xmlns:a16="http://schemas.microsoft.com/office/drawing/2014/main" id="{097C8D8F-95D3-43C9-9802-81A72D8D232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30173" y="6011305"/>
              <a:ext cx="0" cy="142837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452">
              <a:extLst>
                <a:ext uri="{FF2B5EF4-FFF2-40B4-BE49-F238E27FC236}">
                  <a16:creationId xmlns:a16="http://schemas.microsoft.com/office/drawing/2014/main" id="{B08207BA-6921-4625-B348-48341DA28AC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83389" y="5891733"/>
              <a:ext cx="258990" cy="112899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452">
              <a:extLst>
                <a:ext uri="{FF2B5EF4-FFF2-40B4-BE49-F238E27FC236}">
                  <a16:creationId xmlns:a16="http://schemas.microsoft.com/office/drawing/2014/main" id="{10491D68-0FDA-4972-A39D-AC8D56633AA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26739" y="5801697"/>
              <a:ext cx="211748" cy="87838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452">
              <a:extLst>
                <a:ext uri="{FF2B5EF4-FFF2-40B4-BE49-F238E27FC236}">
                  <a16:creationId xmlns:a16="http://schemas.microsoft.com/office/drawing/2014/main" id="{428DFA9A-A354-4689-A674-1A5E970DDBC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64275" y="5633942"/>
              <a:ext cx="0" cy="142837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Connector 452">
              <a:extLst>
                <a:ext uri="{FF2B5EF4-FFF2-40B4-BE49-F238E27FC236}">
                  <a16:creationId xmlns:a16="http://schemas.microsoft.com/office/drawing/2014/main" id="{883CDF33-9F36-4FAD-9AE4-F5F3615ADCD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717726" y="5529356"/>
              <a:ext cx="258990" cy="112899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Straight Connector 452">
              <a:extLst>
                <a:ext uri="{FF2B5EF4-FFF2-40B4-BE49-F238E27FC236}">
                  <a16:creationId xmlns:a16="http://schemas.microsoft.com/office/drawing/2014/main" id="{55453E59-0946-43AE-9EB6-448F85F2F4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06065" y="5360415"/>
              <a:ext cx="0" cy="142837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Connector 452">
              <a:extLst>
                <a:ext uri="{FF2B5EF4-FFF2-40B4-BE49-F238E27FC236}">
                  <a16:creationId xmlns:a16="http://schemas.microsoft.com/office/drawing/2014/main" id="{4A5706FF-A991-48A1-97BA-2FFBFC545F4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86073" y="5361646"/>
              <a:ext cx="496535" cy="183543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Straight Connector 452">
              <a:extLst>
                <a:ext uri="{FF2B5EF4-FFF2-40B4-BE49-F238E27FC236}">
                  <a16:creationId xmlns:a16="http://schemas.microsoft.com/office/drawing/2014/main" id="{4CE6E436-ADBC-4389-93E0-104F1B8914D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94761" y="5454627"/>
              <a:ext cx="211748" cy="87838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Straight Connector 452">
              <a:extLst>
                <a:ext uri="{FF2B5EF4-FFF2-40B4-BE49-F238E27FC236}">
                  <a16:creationId xmlns:a16="http://schemas.microsoft.com/office/drawing/2014/main" id="{89558175-8055-48FD-AC44-4A89BCA572E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717726" y="5178341"/>
              <a:ext cx="697727" cy="291111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Straight Connector 452">
              <a:extLst>
                <a:ext uri="{FF2B5EF4-FFF2-40B4-BE49-F238E27FC236}">
                  <a16:creationId xmlns:a16="http://schemas.microsoft.com/office/drawing/2014/main" id="{A142B708-A2ED-4696-8D22-CC9AA1E9F41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41347" y="4980009"/>
              <a:ext cx="441261" cy="184882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Straight Connector 452">
              <a:extLst>
                <a:ext uri="{FF2B5EF4-FFF2-40B4-BE49-F238E27FC236}">
                  <a16:creationId xmlns:a16="http://schemas.microsoft.com/office/drawing/2014/main" id="{4C0D3A5A-54D7-4222-8D2D-AFEF015E394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97528" y="5003832"/>
              <a:ext cx="0" cy="142837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Straight Connector 452">
              <a:extLst>
                <a:ext uri="{FF2B5EF4-FFF2-40B4-BE49-F238E27FC236}">
                  <a16:creationId xmlns:a16="http://schemas.microsoft.com/office/drawing/2014/main" id="{A605D9D7-C07F-4469-9AF8-0FBF1D12615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70050" y="6452323"/>
              <a:ext cx="258990" cy="112899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4" name="Straight Connector 452">
              <a:extLst>
                <a:ext uri="{FF2B5EF4-FFF2-40B4-BE49-F238E27FC236}">
                  <a16:creationId xmlns:a16="http://schemas.microsoft.com/office/drawing/2014/main" id="{39CF2FB2-551C-4C2C-B53C-DEFE00FC8A8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753031" y="4093436"/>
              <a:ext cx="389469" cy="15247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6" name="Straight Connector 452">
              <a:extLst>
                <a:ext uri="{FF2B5EF4-FFF2-40B4-BE49-F238E27FC236}">
                  <a16:creationId xmlns:a16="http://schemas.microsoft.com/office/drawing/2014/main" id="{39D2F70E-22BB-4082-BF78-63EB963AF6D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91286" y="3997661"/>
              <a:ext cx="211748" cy="8783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7" name="Straight Connector 452">
              <a:extLst>
                <a:ext uri="{FF2B5EF4-FFF2-40B4-BE49-F238E27FC236}">
                  <a16:creationId xmlns:a16="http://schemas.microsoft.com/office/drawing/2014/main" id="{35847BE5-7BB9-490E-BAA8-F704D3F9A18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43842" y="3744585"/>
              <a:ext cx="211748" cy="8783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8" name="Straight Connector 452">
              <a:extLst>
                <a:ext uri="{FF2B5EF4-FFF2-40B4-BE49-F238E27FC236}">
                  <a16:creationId xmlns:a16="http://schemas.microsoft.com/office/drawing/2014/main" id="{9100318C-C91B-45BB-9C59-B385CB5AD92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53501" y="3717698"/>
              <a:ext cx="0" cy="22071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9" name="Straight Connector 452">
              <a:extLst>
                <a:ext uri="{FF2B5EF4-FFF2-40B4-BE49-F238E27FC236}">
                  <a16:creationId xmlns:a16="http://schemas.microsoft.com/office/drawing/2014/main" id="{3EDAED15-87A8-4BEB-B12C-AE422783D0A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51993" y="3908749"/>
              <a:ext cx="254785" cy="8197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0" name="Straight Connector 452">
              <a:extLst>
                <a:ext uri="{FF2B5EF4-FFF2-40B4-BE49-F238E27FC236}">
                  <a16:creationId xmlns:a16="http://schemas.microsoft.com/office/drawing/2014/main" id="{93033523-6DD0-4A1E-B33B-1D93E79C440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19528" y="3914854"/>
              <a:ext cx="211748" cy="8783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1" name="Straight Connector 452">
              <a:extLst>
                <a:ext uri="{FF2B5EF4-FFF2-40B4-BE49-F238E27FC236}">
                  <a16:creationId xmlns:a16="http://schemas.microsoft.com/office/drawing/2014/main" id="{C965EC53-7422-48FA-AD86-89D2DBB77B6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29280" y="3712851"/>
              <a:ext cx="0" cy="22071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2" name="Straight Connector 452">
              <a:extLst>
                <a:ext uri="{FF2B5EF4-FFF2-40B4-BE49-F238E27FC236}">
                  <a16:creationId xmlns:a16="http://schemas.microsoft.com/office/drawing/2014/main" id="{F6ABEF4A-DF3E-41A6-8073-61668D725C6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139607" y="3633378"/>
              <a:ext cx="225727" cy="8465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5" name="Straight Connector 452">
              <a:extLst>
                <a:ext uri="{FF2B5EF4-FFF2-40B4-BE49-F238E27FC236}">
                  <a16:creationId xmlns:a16="http://schemas.microsoft.com/office/drawing/2014/main" id="{213FD56F-B942-4753-AB5E-8CE99F29A90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365334" y="3445256"/>
              <a:ext cx="436314" cy="16798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7" name="Straight Connector 452">
              <a:extLst>
                <a:ext uri="{FF2B5EF4-FFF2-40B4-BE49-F238E27FC236}">
                  <a16:creationId xmlns:a16="http://schemas.microsoft.com/office/drawing/2014/main" id="{B0096BCA-F4C3-4101-ACA4-0A679774493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48720" y="2901850"/>
              <a:ext cx="0" cy="57875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9" name="Straight Connector 452">
              <a:extLst>
                <a:ext uri="{FF2B5EF4-FFF2-40B4-BE49-F238E27FC236}">
                  <a16:creationId xmlns:a16="http://schemas.microsoft.com/office/drawing/2014/main" id="{4E3F7B28-75A6-42DD-9D10-E4F40F32978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49916" y="2723989"/>
              <a:ext cx="480806" cy="21725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1" name="Straight Connector 452">
              <a:extLst>
                <a:ext uri="{FF2B5EF4-FFF2-40B4-BE49-F238E27FC236}">
                  <a16:creationId xmlns:a16="http://schemas.microsoft.com/office/drawing/2014/main" id="{D5BE37CA-E954-4F2A-814E-2EEA778B038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30722" y="2538277"/>
              <a:ext cx="0" cy="22071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5" name="Straight Connector 452">
              <a:extLst>
                <a:ext uri="{FF2B5EF4-FFF2-40B4-BE49-F238E27FC236}">
                  <a16:creationId xmlns:a16="http://schemas.microsoft.com/office/drawing/2014/main" id="{B8988F6E-FDE2-4EAC-926A-32AEB334272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386968" y="3652196"/>
              <a:ext cx="254785" cy="8197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6" name="Straight Connector 452">
              <a:extLst>
                <a:ext uri="{FF2B5EF4-FFF2-40B4-BE49-F238E27FC236}">
                  <a16:creationId xmlns:a16="http://schemas.microsoft.com/office/drawing/2014/main" id="{C10D61BC-7D0B-46C3-AE40-A135DD07150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23549" y="3633378"/>
              <a:ext cx="211748" cy="8783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7" name="箭头3">
            <a:extLst>
              <a:ext uri="{FF2B5EF4-FFF2-40B4-BE49-F238E27FC236}">
                <a16:creationId xmlns:a16="http://schemas.microsoft.com/office/drawing/2014/main" id="{23EF46EC-4D04-4128-BF19-1D4A12A3A202}"/>
              </a:ext>
            </a:extLst>
          </p:cNvPr>
          <p:cNvGrpSpPr/>
          <p:nvPr/>
        </p:nvGrpSpPr>
        <p:grpSpPr>
          <a:xfrm rot="3079241">
            <a:off x="9351128" y="3936006"/>
            <a:ext cx="482240" cy="909320"/>
            <a:chOff x="6104773" y="431293"/>
            <a:chExt cx="482240" cy="909320"/>
          </a:xfrm>
          <a:solidFill>
            <a:srgbClr val="99FFCC">
              <a:alpha val="45882"/>
            </a:srgbClr>
          </a:solidFill>
        </p:grpSpPr>
        <p:sp>
          <p:nvSpPr>
            <p:cNvPr id="68" name="Arrow: Down 67">
              <a:extLst>
                <a:ext uri="{FF2B5EF4-FFF2-40B4-BE49-F238E27FC236}">
                  <a16:creationId xmlns:a16="http://schemas.microsoft.com/office/drawing/2014/main" id="{EBDFC653-D8B5-4DB9-A0E1-91518281712F}"/>
                </a:ext>
              </a:extLst>
            </p:cNvPr>
            <p:cNvSpPr/>
            <p:nvPr/>
          </p:nvSpPr>
          <p:spPr>
            <a:xfrm rot="19166643">
              <a:off x="6104773" y="431293"/>
              <a:ext cx="323531" cy="909320"/>
            </a:xfrm>
            <a:prstGeom prst="downArrow">
              <a:avLst>
                <a:gd name="adj1" fmla="val 50000"/>
                <a:gd name="adj2" fmla="val 142525"/>
              </a:avLst>
            </a:prstGeom>
            <a:solidFill>
              <a:srgbClr val="FFFF00"/>
            </a:solidFill>
            <a:ln>
              <a:solidFill>
                <a:srgbClr val="41719C"/>
              </a:solidFill>
            </a:ln>
            <a:effectLst>
              <a:glow rad="2286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11A2FE0A-8895-4CB1-8FFF-77855B3D7738}"/>
                </a:ext>
              </a:extLst>
            </p:cNvPr>
            <p:cNvSpPr/>
            <p:nvPr/>
          </p:nvSpPr>
          <p:spPr>
            <a:xfrm>
              <a:off x="6541294" y="1216819"/>
              <a:ext cx="45719" cy="45719"/>
            </a:xfrm>
            <a:prstGeom prst="ellipse">
              <a:avLst/>
            </a:prstGeom>
            <a:grpFill/>
            <a:ln>
              <a:noFill/>
            </a:ln>
            <a:effectLst>
              <a:glow rad="2286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grpSp>
        <p:nvGrpSpPr>
          <p:cNvPr id="54" name="箭头2">
            <a:extLst>
              <a:ext uri="{FF2B5EF4-FFF2-40B4-BE49-F238E27FC236}">
                <a16:creationId xmlns:a16="http://schemas.microsoft.com/office/drawing/2014/main" id="{435690C3-9C11-4894-8155-DC6B36DD0129}"/>
              </a:ext>
            </a:extLst>
          </p:cNvPr>
          <p:cNvGrpSpPr/>
          <p:nvPr/>
        </p:nvGrpSpPr>
        <p:grpSpPr>
          <a:xfrm rot="8148607">
            <a:off x="6632481" y="5903280"/>
            <a:ext cx="909320" cy="440456"/>
            <a:chOff x="1365670" y="869445"/>
            <a:chExt cx="909320" cy="440456"/>
          </a:xfrm>
        </p:grpSpPr>
        <p:sp>
          <p:nvSpPr>
            <p:cNvPr id="57" name="Arrow: Down 56">
              <a:extLst>
                <a:ext uri="{FF2B5EF4-FFF2-40B4-BE49-F238E27FC236}">
                  <a16:creationId xmlns:a16="http://schemas.microsoft.com/office/drawing/2014/main" id="{2FE6EFE0-830D-4273-B5CC-CEB535D53075}"/>
                </a:ext>
              </a:extLst>
            </p:cNvPr>
            <p:cNvSpPr/>
            <p:nvPr/>
          </p:nvSpPr>
          <p:spPr>
            <a:xfrm rot="18167711">
              <a:off x="1658564" y="576551"/>
              <a:ext cx="323531" cy="909320"/>
            </a:xfrm>
            <a:prstGeom prst="downArrow">
              <a:avLst>
                <a:gd name="adj1" fmla="val 50000"/>
                <a:gd name="adj2" fmla="val 142525"/>
              </a:avLst>
            </a:prstGeom>
            <a:solidFill>
              <a:schemeClr val="accent1">
                <a:lumMod val="60000"/>
                <a:lumOff val="40000"/>
                <a:alpha val="38039"/>
              </a:schemeClr>
            </a:solidFill>
            <a:effectLst>
              <a:glow rad="228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FA12DB38-A224-4194-A526-1CC2827A624C}"/>
                </a:ext>
              </a:extLst>
            </p:cNvPr>
            <p:cNvSpPr/>
            <p:nvPr/>
          </p:nvSpPr>
          <p:spPr>
            <a:xfrm>
              <a:off x="2183289" y="1264182"/>
              <a:ext cx="45719" cy="45719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>
              <a:glow rad="2286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grpSp>
        <p:nvGrpSpPr>
          <p:cNvPr id="63" name="箭头1">
            <a:extLst>
              <a:ext uri="{FF2B5EF4-FFF2-40B4-BE49-F238E27FC236}">
                <a16:creationId xmlns:a16="http://schemas.microsoft.com/office/drawing/2014/main" id="{704ECEE1-AC7F-43E6-8B80-EC4D22F7D152}"/>
              </a:ext>
            </a:extLst>
          </p:cNvPr>
          <p:cNvGrpSpPr/>
          <p:nvPr/>
        </p:nvGrpSpPr>
        <p:grpSpPr>
          <a:xfrm rot="5011035">
            <a:off x="3429054" y="4110521"/>
            <a:ext cx="471503" cy="909320"/>
            <a:chOff x="6115510" y="444784"/>
            <a:chExt cx="471503" cy="909320"/>
          </a:xfrm>
        </p:grpSpPr>
        <p:sp>
          <p:nvSpPr>
            <p:cNvPr id="74" name="Arrow: Down 73">
              <a:extLst>
                <a:ext uri="{FF2B5EF4-FFF2-40B4-BE49-F238E27FC236}">
                  <a16:creationId xmlns:a16="http://schemas.microsoft.com/office/drawing/2014/main" id="{59CB4F64-90D6-4C5B-ABF9-6B45584E30DF}"/>
                </a:ext>
              </a:extLst>
            </p:cNvPr>
            <p:cNvSpPr/>
            <p:nvPr/>
          </p:nvSpPr>
          <p:spPr>
            <a:xfrm rot="19166643">
              <a:off x="6115510" y="444784"/>
              <a:ext cx="323531" cy="909320"/>
            </a:xfrm>
            <a:prstGeom prst="downArrow">
              <a:avLst>
                <a:gd name="adj1" fmla="val 50000"/>
                <a:gd name="adj2" fmla="val 142525"/>
              </a:avLst>
            </a:prstGeom>
            <a:solidFill>
              <a:srgbClr val="FF99CC">
                <a:alpha val="34118"/>
              </a:srgbClr>
            </a:solidFill>
            <a:ln>
              <a:solidFill>
                <a:srgbClr val="41719C"/>
              </a:solidFill>
            </a:ln>
            <a:effectLst>
              <a:glow rad="2286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FCC63EE9-4F92-4706-82DF-F3910006A6E0}"/>
                </a:ext>
              </a:extLst>
            </p:cNvPr>
            <p:cNvSpPr/>
            <p:nvPr/>
          </p:nvSpPr>
          <p:spPr>
            <a:xfrm>
              <a:off x="6541294" y="1216819"/>
              <a:ext cx="45719" cy="45719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>
              <a:glow rad="2286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58" name="version">
            <a:extLst>
              <a:ext uri="{FF2B5EF4-FFF2-40B4-BE49-F238E27FC236}">
                <a16:creationId xmlns:a16="http://schemas.microsoft.com/office/drawing/2014/main" id="{647D581B-E2E7-4258-B860-2A47B52DDA9A}"/>
              </a:ext>
            </a:extLst>
          </p:cNvPr>
          <p:cNvSpPr txBox="1"/>
          <p:nvPr/>
        </p:nvSpPr>
        <p:spPr>
          <a:xfrm>
            <a:off x="109728" y="124581"/>
            <a:ext cx="6511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7.0.6</a:t>
            </a:r>
          </a:p>
        </p:txBody>
      </p:sp>
    </p:spTree>
    <p:extLst>
      <p:ext uri="{BB962C8B-B14F-4D97-AF65-F5344CB8AC3E}">
        <p14:creationId xmlns:p14="http://schemas.microsoft.com/office/powerpoint/2010/main" val="42597678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team1">
            <a:extLst>
              <a:ext uri="{FF2B5EF4-FFF2-40B4-BE49-F238E27FC236}">
                <a16:creationId xmlns:a16="http://schemas.microsoft.com/office/drawing/2014/main" id="{A367528E-F917-4819-A6D3-81B8C9F702FB}"/>
              </a:ext>
            </a:extLst>
          </p:cNvPr>
          <p:cNvGrpSpPr/>
          <p:nvPr/>
        </p:nvGrpSpPr>
        <p:grpSpPr>
          <a:xfrm>
            <a:off x="6403975" y="793751"/>
            <a:ext cx="6067770" cy="9373663"/>
            <a:chOff x="6403975" y="793751"/>
            <a:chExt cx="6067770" cy="9373663"/>
          </a:xfrm>
        </p:grpSpPr>
        <p:cxnSp>
          <p:nvCxnSpPr>
            <p:cNvPr id="5" name="Straight Connector 452">
              <a:extLst>
                <a:ext uri="{FF2B5EF4-FFF2-40B4-BE49-F238E27FC236}">
                  <a16:creationId xmlns:a16="http://schemas.microsoft.com/office/drawing/2014/main" id="{93EE25D1-FD17-4CDA-A7FD-280059FD1C0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03975" y="793751"/>
              <a:ext cx="244475" cy="1079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452">
              <a:extLst>
                <a:ext uri="{FF2B5EF4-FFF2-40B4-BE49-F238E27FC236}">
                  <a16:creationId xmlns:a16="http://schemas.microsoft.com/office/drawing/2014/main" id="{A389FF8F-7219-4F33-82B4-B4FA94E2B45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03975" y="901701"/>
              <a:ext cx="0" cy="88899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52">
              <a:extLst>
                <a:ext uri="{FF2B5EF4-FFF2-40B4-BE49-F238E27FC236}">
                  <a16:creationId xmlns:a16="http://schemas.microsoft.com/office/drawing/2014/main" id="{D92FFC48-C27D-4785-AD2D-6D0F148A000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62738" y="4076700"/>
              <a:ext cx="919157" cy="35242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52">
              <a:extLst>
                <a:ext uri="{FF2B5EF4-FFF2-40B4-BE49-F238E27FC236}">
                  <a16:creationId xmlns:a16="http://schemas.microsoft.com/office/drawing/2014/main" id="{5FC5B232-023F-4112-AA93-6D42618EC931}"/>
                </a:ext>
              </a:extLst>
            </p:cNvPr>
            <p:cNvCxnSpPr>
              <a:cxnSpLocks/>
            </p:cNvCxnSpPr>
            <p:nvPr/>
          </p:nvCxnSpPr>
          <p:spPr>
            <a:xfrm>
              <a:off x="7581895" y="4076700"/>
              <a:ext cx="2085977" cy="80486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452">
              <a:extLst>
                <a:ext uri="{FF2B5EF4-FFF2-40B4-BE49-F238E27FC236}">
                  <a16:creationId xmlns:a16="http://schemas.microsoft.com/office/drawing/2014/main" id="{3DE7C9EB-8665-40C3-B013-9B598800F6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151732" y="4002899"/>
              <a:ext cx="935367" cy="34685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452">
              <a:extLst>
                <a:ext uri="{FF2B5EF4-FFF2-40B4-BE49-F238E27FC236}">
                  <a16:creationId xmlns:a16="http://schemas.microsoft.com/office/drawing/2014/main" id="{F44FA54D-955B-4FFE-A7EC-E0A6A9051C4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84374" y="2714626"/>
              <a:ext cx="12248" cy="12867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452">
              <a:extLst>
                <a:ext uri="{FF2B5EF4-FFF2-40B4-BE49-F238E27FC236}">
                  <a16:creationId xmlns:a16="http://schemas.microsoft.com/office/drawing/2014/main" id="{1AACC9A3-64B5-4302-BA60-9633F5414B4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96622" y="2630488"/>
              <a:ext cx="228600" cy="7937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52">
              <a:extLst>
                <a:ext uri="{FF2B5EF4-FFF2-40B4-BE49-F238E27FC236}">
                  <a16:creationId xmlns:a16="http://schemas.microsoft.com/office/drawing/2014/main" id="{5F029CC6-03ED-48A8-85D7-B763465DCA2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08845" y="4615259"/>
              <a:ext cx="0" cy="19467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452">
              <a:extLst>
                <a:ext uri="{FF2B5EF4-FFF2-40B4-BE49-F238E27FC236}">
                  <a16:creationId xmlns:a16="http://schemas.microsoft.com/office/drawing/2014/main" id="{BD7DF835-3756-4276-BC4C-2D7229055A9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67872" y="4791075"/>
              <a:ext cx="242891" cy="9049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452">
              <a:extLst>
                <a:ext uri="{FF2B5EF4-FFF2-40B4-BE49-F238E27FC236}">
                  <a16:creationId xmlns:a16="http://schemas.microsoft.com/office/drawing/2014/main" id="{746BD5F5-F56E-4455-BBE8-46EE8A4DCDA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05497" y="4525168"/>
              <a:ext cx="246235" cy="10407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452">
              <a:extLst>
                <a:ext uri="{FF2B5EF4-FFF2-40B4-BE49-F238E27FC236}">
                  <a16:creationId xmlns:a16="http://schemas.microsoft.com/office/drawing/2014/main" id="{422FEA54-C7D6-4D1F-8CC5-17F4235EC44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142206" y="4349300"/>
              <a:ext cx="0" cy="19467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0" name="Straight Connector 452">
              <a:extLst>
                <a:ext uri="{FF2B5EF4-FFF2-40B4-BE49-F238E27FC236}">
                  <a16:creationId xmlns:a16="http://schemas.microsoft.com/office/drawing/2014/main" id="{8D8CE24A-1701-4CE4-975D-6646FFD1884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096622" y="2521551"/>
              <a:ext cx="222557" cy="10655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2" name="Straight Connector 452">
              <a:extLst>
                <a:ext uri="{FF2B5EF4-FFF2-40B4-BE49-F238E27FC236}">
                  <a16:creationId xmlns:a16="http://schemas.microsoft.com/office/drawing/2014/main" id="{BAE5B71B-1572-4B76-8D01-3C3149FC9C3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74522" y="2519978"/>
              <a:ext cx="228600" cy="7937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5" name="Straight Connector 452">
              <a:extLst>
                <a:ext uri="{FF2B5EF4-FFF2-40B4-BE49-F238E27FC236}">
                  <a16:creationId xmlns:a16="http://schemas.microsoft.com/office/drawing/2014/main" id="{F1B3D875-8192-4D88-8D38-E93FECA10C5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56228" y="2584782"/>
              <a:ext cx="12248" cy="12867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6" name="Straight Connector 452">
              <a:extLst>
                <a:ext uri="{FF2B5EF4-FFF2-40B4-BE49-F238E27FC236}">
                  <a16:creationId xmlns:a16="http://schemas.microsoft.com/office/drawing/2014/main" id="{D83255D5-B8F9-4514-89D4-9D497C960FA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367963" y="3873129"/>
              <a:ext cx="487811" cy="20357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8" name="Straight Connector 452">
              <a:extLst>
                <a:ext uri="{FF2B5EF4-FFF2-40B4-BE49-F238E27FC236}">
                  <a16:creationId xmlns:a16="http://schemas.microsoft.com/office/drawing/2014/main" id="{817883F1-66C2-439B-B743-C7ACF1B006A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148569" y="3974914"/>
              <a:ext cx="222557" cy="10655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9" name="Straight Connector 452">
              <a:extLst>
                <a:ext uri="{FF2B5EF4-FFF2-40B4-BE49-F238E27FC236}">
                  <a16:creationId xmlns:a16="http://schemas.microsoft.com/office/drawing/2014/main" id="{A1B766D9-BE3D-4510-8581-FF75B53A41D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148569" y="3979362"/>
              <a:ext cx="0" cy="19467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0" name="Straight Connector 452">
              <a:extLst>
                <a:ext uri="{FF2B5EF4-FFF2-40B4-BE49-F238E27FC236}">
                  <a16:creationId xmlns:a16="http://schemas.microsoft.com/office/drawing/2014/main" id="{146AD590-39D6-4AB6-8552-0BDCA08E824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210363" y="4178426"/>
              <a:ext cx="931289" cy="35871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2" name="Straight Connector 452">
              <a:extLst>
                <a:ext uri="{FF2B5EF4-FFF2-40B4-BE49-F238E27FC236}">
                  <a16:creationId xmlns:a16="http://schemas.microsoft.com/office/drawing/2014/main" id="{A40DAC1E-860B-45A4-900E-1F8376A52D3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734172" y="4345444"/>
              <a:ext cx="482422" cy="19215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3" name="Straight Connector 452">
              <a:extLst>
                <a:ext uri="{FF2B5EF4-FFF2-40B4-BE49-F238E27FC236}">
                  <a16:creationId xmlns:a16="http://schemas.microsoft.com/office/drawing/2014/main" id="{9E769AD2-951A-4B3F-A418-696AEA48B25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210505" y="4154706"/>
              <a:ext cx="473478" cy="18993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5" name="Straight Connector 452">
              <a:extLst>
                <a:ext uri="{FF2B5EF4-FFF2-40B4-BE49-F238E27FC236}">
                  <a16:creationId xmlns:a16="http://schemas.microsoft.com/office/drawing/2014/main" id="{20EB48AD-0369-4AEF-969A-E1E4EB023CD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77298" y="3814762"/>
              <a:ext cx="0" cy="35773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7" name="Straight Connector 452">
              <a:extLst>
                <a:ext uri="{FF2B5EF4-FFF2-40B4-BE49-F238E27FC236}">
                  <a16:creationId xmlns:a16="http://schemas.microsoft.com/office/drawing/2014/main" id="{B348F6B4-2B1F-4E25-88C2-53F13A34524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436224" y="3713763"/>
              <a:ext cx="247760" cy="10388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9" name="Straight Connector 452">
              <a:extLst>
                <a:ext uri="{FF2B5EF4-FFF2-40B4-BE49-F238E27FC236}">
                  <a16:creationId xmlns:a16="http://schemas.microsoft.com/office/drawing/2014/main" id="{49857041-02A1-42F3-A7D1-F4F3A5E93EB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79313" y="3710440"/>
              <a:ext cx="246235" cy="10407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0" name="Straight Connector 452">
              <a:extLst>
                <a:ext uri="{FF2B5EF4-FFF2-40B4-BE49-F238E27FC236}">
                  <a16:creationId xmlns:a16="http://schemas.microsoft.com/office/drawing/2014/main" id="{B4A87D0E-A0A5-410F-B59A-E529A9078F0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203823" y="3615079"/>
              <a:ext cx="0" cy="19467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1" name="Straight Connector 452">
              <a:extLst>
                <a:ext uri="{FF2B5EF4-FFF2-40B4-BE49-F238E27FC236}">
                  <a16:creationId xmlns:a16="http://schemas.microsoft.com/office/drawing/2014/main" id="{AAC8B6C8-7157-43D5-8AA3-F8EFC9A5339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962745" y="3513714"/>
              <a:ext cx="247760" cy="10388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2" name="Straight Connector 452">
              <a:extLst>
                <a:ext uri="{FF2B5EF4-FFF2-40B4-BE49-F238E27FC236}">
                  <a16:creationId xmlns:a16="http://schemas.microsoft.com/office/drawing/2014/main" id="{91292CB8-6ECE-4508-A928-26DE8CA741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16283" y="3420875"/>
              <a:ext cx="494222" cy="19420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4" name="Straight Connector 452">
              <a:extLst>
                <a:ext uri="{FF2B5EF4-FFF2-40B4-BE49-F238E27FC236}">
                  <a16:creationId xmlns:a16="http://schemas.microsoft.com/office/drawing/2014/main" id="{3F7D2D04-1A9C-41C2-A0CE-133C6DC3653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179910" y="3414090"/>
              <a:ext cx="247760" cy="10388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5" name="Straight Connector 452">
              <a:extLst>
                <a:ext uri="{FF2B5EF4-FFF2-40B4-BE49-F238E27FC236}">
                  <a16:creationId xmlns:a16="http://schemas.microsoft.com/office/drawing/2014/main" id="{9D9BAC30-2FC9-4359-B985-68B205F61C1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412502" y="3335560"/>
              <a:ext cx="492995" cy="19289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7" name="Straight Connector 452">
              <a:extLst>
                <a:ext uri="{FF2B5EF4-FFF2-40B4-BE49-F238E27FC236}">
                  <a16:creationId xmlns:a16="http://schemas.microsoft.com/office/drawing/2014/main" id="{762B8797-6CC5-41E1-955B-A68A10726D3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898645" y="2969276"/>
              <a:ext cx="0" cy="36628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9" name="Straight Connector 452">
              <a:extLst>
                <a:ext uri="{FF2B5EF4-FFF2-40B4-BE49-F238E27FC236}">
                  <a16:creationId xmlns:a16="http://schemas.microsoft.com/office/drawing/2014/main" id="{2F043105-F621-434C-9AB3-C0F531E54CC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905497" y="2969276"/>
              <a:ext cx="247760" cy="10388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0" name="Straight Connector 452">
              <a:extLst>
                <a:ext uri="{FF2B5EF4-FFF2-40B4-BE49-F238E27FC236}">
                  <a16:creationId xmlns:a16="http://schemas.microsoft.com/office/drawing/2014/main" id="{A5D0BBAB-CB46-4049-BA53-DD665F4CAEC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160006" y="2883551"/>
              <a:ext cx="459409" cy="19624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2" name="Straight Connector 452">
              <a:extLst>
                <a:ext uri="{FF2B5EF4-FFF2-40B4-BE49-F238E27FC236}">
                  <a16:creationId xmlns:a16="http://schemas.microsoft.com/office/drawing/2014/main" id="{356B8100-56DD-409D-BB9B-8F6E152B9E1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618663" y="2338683"/>
              <a:ext cx="6798" cy="54486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4" name="Straight Connector 452">
              <a:extLst>
                <a:ext uri="{FF2B5EF4-FFF2-40B4-BE49-F238E27FC236}">
                  <a16:creationId xmlns:a16="http://schemas.microsoft.com/office/drawing/2014/main" id="{C2EC78FE-8886-4023-A6CF-160B6800FD5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619415" y="2247279"/>
              <a:ext cx="236359" cy="9140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6" name="Straight Connector 452">
              <a:extLst>
                <a:ext uri="{FF2B5EF4-FFF2-40B4-BE49-F238E27FC236}">
                  <a16:creationId xmlns:a16="http://schemas.microsoft.com/office/drawing/2014/main" id="{B5CB9B28-4CEC-4140-8384-DBBE9C772C3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857588" y="2239607"/>
              <a:ext cx="943887" cy="39326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1" name="Straight Connector 452">
              <a:extLst>
                <a:ext uri="{FF2B5EF4-FFF2-40B4-BE49-F238E27FC236}">
                  <a16:creationId xmlns:a16="http://schemas.microsoft.com/office/drawing/2014/main" id="{49E236EE-1BBF-454A-A205-CE97E61D8D5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80422" y="2587957"/>
              <a:ext cx="0" cy="56446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3" name="Straight Connector 452">
              <a:extLst>
                <a:ext uri="{FF2B5EF4-FFF2-40B4-BE49-F238E27FC236}">
                  <a16:creationId xmlns:a16="http://schemas.microsoft.com/office/drawing/2014/main" id="{FAB920ED-5380-48F9-9C28-87962D32CEB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780423" y="3152419"/>
              <a:ext cx="683800" cy="27958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5" name="Straight Connector 452">
              <a:extLst>
                <a:ext uri="{FF2B5EF4-FFF2-40B4-BE49-F238E27FC236}">
                  <a16:creationId xmlns:a16="http://schemas.microsoft.com/office/drawing/2014/main" id="{66C4F4B3-D30F-442F-8193-412B803E975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471745" y="3412322"/>
              <a:ext cx="0" cy="56446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6" name="Straight Connector 452">
              <a:extLst>
                <a:ext uri="{FF2B5EF4-FFF2-40B4-BE49-F238E27FC236}">
                  <a16:creationId xmlns:a16="http://schemas.microsoft.com/office/drawing/2014/main" id="{499511FC-5613-4E45-B133-A1AA35CFD3A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71672" y="3975741"/>
              <a:ext cx="1400073" cy="55895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8" name="Straight Connector 452">
              <a:extLst>
                <a:ext uri="{FF2B5EF4-FFF2-40B4-BE49-F238E27FC236}">
                  <a16:creationId xmlns:a16="http://schemas.microsoft.com/office/drawing/2014/main" id="{CAF34BFE-B9F5-4F2E-8A45-C19448CE630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852278" y="4429126"/>
              <a:ext cx="247547" cy="10031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0" name="Straight Connector 452">
              <a:extLst>
                <a:ext uri="{FF2B5EF4-FFF2-40B4-BE49-F238E27FC236}">
                  <a16:creationId xmlns:a16="http://schemas.microsoft.com/office/drawing/2014/main" id="{5086AABF-847A-473D-8DF3-E54BA979623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389357" y="4430195"/>
              <a:ext cx="471443" cy="17295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5" name="Straight Connector 452">
              <a:extLst>
                <a:ext uri="{FF2B5EF4-FFF2-40B4-BE49-F238E27FC236}">
                  <a16:creationId xmlns:a16="http://schemas.microsoft.com/office/drawing/2014/main" id="{1071020E-3AF7-46DA-8587-A2C8C85BDAD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367963" y="4596399"/>
              <a:ext cx="0" cy="19467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6" name="Straight Connector 452">
              <a:extLst>
                <a:ext uri="{FF2B5EF4-FFF2-40B4-BE49-F238E27FC236}">
                  <a16:creationId xmlns:a16="http://schemas.microsoft.com/office/drawing/2014/main" id="{D819ADB5-24D6-4487-A158-C72B7C68E98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361639" y="4781464"/>
              <a:ext cx="499161" cy="18979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8" name="Straight Connector 452">
              <a:extLst>
                <a:ext uri="{FF2B5EF4-FFF2-40B4-BE49-F238E27FC236}">
                  <a16:creationId xmlns:a16="http://schemas.microsoft.com/office/drawing/2014/main" id="{625F1E67-1524-4302-8631-B11226D541C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45544" y="4882027"/>
              <a:ext cx="246235" cy="10407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9" name="Straight Connector 452">
              <a:extLst>
                <a:ext uri="{FF2B5EF4-FFF2-40B4-BE49-F238E27FC236}">
                  <a16:creationId xmlns:a16="http://schemas.microsoft.com/office/drawing/2014/main" id="{F920C176-09F9-4034-A0A5-FA5908B5A82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84374" y="4888018"/>
              <a:ext cx="0" cy="19467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0" name="Straight Connector 452">
              <a:extLst>
                <a:ext uri="{FF2B5EF4-FFF2-40B4-BE49-F238E27FC236}">
                  <a16:creationId xmlns:a16="http://schemas.microsoft.com/office/drawing/2014/main" id="{40350EEA-9842-4B12-B797-7F73116BF04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610489" y="5042514"/>
              <a:ext cx="495884" cy="20350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8" name="Straight Connector 452">
              <a:extLst>
                <a:ext uri="{FF2B5EF4-FFF2-40B4-BE49-F238E27FC236}">
                  <a16:creationId xmlns:a16="http://schemas.microsoft.com/office/drawing/2014/main" id="{AA19CF27-973E-46FD-9BD3-940DC826AAB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608626" y="5230804"/>
              <a:ext cx="0" cy="19467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2" name="Straight Connector 452">
              <a:extLst>
                <a:ext uri="{FF2B5EF4-FFF2-40B4-BE49-F238E27FC236}">
                  <a16:creationId xmlns:a16="http://schemas.microsoft.com/office/drawing/2014/main" id="{FAF4A2A6-66F7-4AD0-B6F9-E18B05C12DD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133913" y="5424092"/>
              <a:ext cx="468380" cy="20788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5" name="Straight Connector 452">
              <a:extLst>
                <a:ext uri="{FF2B5EF4-FFF2-40B4-BE49-F238E27FC236}">
                  <a16:creationId xmlns:a16="http://schemas.microsoft.com/office/drawing/2014/main" id="{26CFFB28-F9A2-4ACB-9FD2-1BF0A8BE336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20618" y="5317371"/>
              <a:ext cx="469092" cy="19727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6" name="Straight Connector 452">
              <a:extLst>
                <a:ext uri="{FF2B5EF4-FFF2-40B4-BE49-F238E27FC236}">
                  <a16:creationId xmlns:a16="http://schemas.microsoft.com/office/drawing/2014/main" id="{04F76DE3-8B54-452D-B32E-17F0BBA66A4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914737" y="4979136"/>
              <a:ext cx="2050" cy="36962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7" name="Straight Connector 452">
              <a:extLst>
                <a:ext uri="{FF2B5EF4-FFF2-40B4-BE49-F238E27FC236}">
                  <a16:creationId xmlns:a16="http://schemas.microsoft.com/office/drawing/2014/main" id="{8AC28B74-CD15-4277-9A3E-59554DC4908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439772" y="5509631"/>
              <a:ext cx="0" cy="19467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8" name="Straight Connector 452">
              <a:extLst>
                <a:ext uri="{FF2B5EF4-FFF2-40B4-BE49-F238E27FC236}">
                  <a16:creationId xmlns:a16="http://schemas.microsoft.com/office/drawing/2014/main" id="{AF98755D-1CF3-4053-AA0A-57033A3E842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651975" y="5409472"/>
              <a:ext cx="274295" cy="10158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1" name="Straight Connector 452">
              <a:extLst>
                <a:ext uri="{FF2B5EF4-FFF2-40B4-BE49-F238E27FC236}">
                  <a16:creationId xmlns:a16="http://schemas.microsoft.com/office/drawing/2014/main" id="{A9246876-1E19-4B5A-91EF-6F2F490FCDD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75886" y="5680971"/>
              <a:ext cx="246235" cy="10407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2" name="Straight Connector 452">
              <a:extLst>
                <a:ext uri="{FF2B5EF4-FFF2-40B4-BE49-F238E27FC236}">
                  <a16:creationId xmlns:a16="http://schemas.microsoft.com/office/drawing/2014/main" id="{154416CE-15CA-4A44-BE3C-55E845B6C89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74564" y="5782987"/>
              <a:ext cx="0" cy="19679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5" name="Straight Connector 452">
              <a:extLst>
                <a:ext uri="{FF2B5EF4-FFF2-40B4-BE49-F238E27FC236}">
                  <a16:creationId xmlns:a16="http://schemas.microsoft.com/office/drawing/2014/main" id="{6DF0D42B-2194-4E91-A47B-5233CF9C4AA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133925" y="5603231"/>
              <a:ext cx="7727" cy="37801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7" name="Straight Connector 452">
              <a:extLst>
                <a:ext uri="{FF2B5EF4-FFF2-40B4-BE49-F238E27FC236}">
                  <a16:creationId xmlns:a16="http://schemas.microsoft.com/office/drawing/2014/main" id="{7DB9CFBB-987C-4676-9E0A-C41E6B2BA57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67872" y="5983759"/>
              <a:ext cx="473443" cy="18308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0" name="Straight Connector 452">
              <a:extLst>
                <a:ext uri="{FF2B5EF4-FFF2-40B4-BE49-F238E27FC236}">
                  <a16:creationId xmlns:a16="http://schemas.microsoft.com/office/drawing/2014/main" id="{C8654A86-80FD-4661-AFB2-6EB92197440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667872" y="6166847"/>
              <a:ext cx="1" cy="16640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2" name="Straight Connector 452">
              <a:extLst>
                <a:ext uri="{FF2B5EF4-FFF2-40B4-BE49-F238E27FC236}">
                  <a16:creationId xmlns:a16="http://schemas.microsoft.com/office/drawing/2014/main" id="{6C833364-4242-4C19-B4FC-4F34FC80A28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437748" y="6313885"/>
              <a:ext cx="246235" cy="10407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3" name="Straight Connector 452">
              <a:extLst>
                <a:ext uri="{FF2B5EF4-FFF2-40B4-BE49-F238E27FC236}">
                  <a16:creationId xmlns:a16="http://schemas.microsoft.com/office/drawing/2014/main" id="{35952641-B559-4602-BA6E-6DFC919DB75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441865" y="6403523"/>
              <a:ext cx="5379" cy="40281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4" name="Straight Connector 452">
              <a:extLst>
                <a:ext uri="{FF2B5EF4-FFF2-40B4-BE49-F238E27FC236}">
                  <a16:creationId xmlns:a16="http://schemas.microsoft.com/office/drawing/2014/main" id="{90CA4AB9-BFE3-49A7-B237-873378D24F6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436224" y="6695609"/>
              <a:ext cx="247759" cy="11016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8" name="Straight Connector 452">
              <a:extLst>
                <a:ext uri="{FF2B5EF4-FFF2-40B4-BE49-F238E27FC236}">
                  <a16:creationId xmlns:a16="http://schemas.microsoft.com/office/drawing/2014/main" id="{C0077876-FCB1-49E1-B395-839FBD91A06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83983" y="6689691"/>
              <a:ext cx="0" cy="19467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4" name="Straight Connector 452">
              <a:extLst>
                <a:ext uri="{FF2B5EF4-FFF2-40B4-BE49-F238E27FC236}">
                  <a16:creationId xmlns:a16="http://schemas.microsoft.com/office/drawing/2014/main" id="{C68B5D46-92A9-4401-818A-C686CFDD580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683983" y="6879883"/>
              <a:ext cx="480918" cy="19710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5" name="Straight Connector 452">
              <a:extLst>
                <a:ext uri="{FF2B5EF4-FFF2-40B4-BE49-F238E27FC236}">
                  <a16:creationId xmlns:a16="http://schemas.microsoft.com/office/drawing/2014/main" id="{E9F894A9-2DD7-4AA7-AA3A-99B42A7AA178}"/>
                </a:ext>
              </a:extLst>
            </p:cNvPr>
            <p:cNvCxnSpPr>
              <a:cxnSpLocks/>
            </p:cNvCxnSpPr>
            <p:nvPr/>
          </p:nvCxnSpPr>
          <p:spPr>
            <a:xfrm>
              <a:off x="10156027" y="7069491"/>
              <a:ext cx="0" cy="19387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0" name="Straight Connector 452">
              <a:extLst>
                <a:ext uri="{FF2B5EF4-FFF2-40B4-BE49-F238E27FC236}">
                  <a16:creationId xmlns:a16="http://schemas.microsoft.com/office/drawing/2014/main" id="{1C00A9B8-4B91-46F0-B7B4-8D5D18686CCD}"/>
                </a:ext>
              </a:extLst>
            </p:cNvPr>
            <p:cNvCxnSpPr>
              <a:cxnSpLocks/>
            </p:cNvCxnSpPr>
            <p:nvPr/>
          </p:nvCxnSpPr>
          <p:spPr>
            <a:xfrm>
              <a:off x="9447244" y="7349170"/>
              <a:ext cx="0" cy="53652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2" name="Straight Connector 452">
              <a:extLst>
                <a:ext uri="{FF2B5EF4-FFF2-40B4-BE49-F238E27FC236}">
                  <a16:creationId xmlns:a16="http://schemas.microsoft.com/office/drawing/2014/main" id="{82748E40-1279-4F84-9A7C-95C9F882BA4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436225" y="7868523"/>
              <a:ext cx="247758" cy="1003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4" name="Straight Connector 452">
              <a:extLst>
                <a:ext uri="{FF2B5EF4-FFF2-40B4-BE49-F238E27FC236}">
                  <a16:creationId xmlns:a16="http://schemas.microsoft.com/office/drawing/2014/main" id="{50C58A51-E4DE-48B0-B803-48D41BF45A3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669491" y="7868523"/>
              <a:ext cx="218199" cy="10741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5" name="Straight Connector 452">
              <a:extLst>
                <a:ext uri="{FF2B5EF4-FFF2-40B4-BE49-F238E27FC236}">
                  <a16:creationId xmlns:a16="http://schemas.microsoft.com/office/drawing/2014/main" id="{7C64DEDB-BD1C-4581-A16B-1A6E43496CC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14737" y="7236126"/>
              <a:ext cx="241290" cy="9168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6" name="Straight Connector 452">
              <a:extLst>
                <a:ext uri="{FF2B5EF4-FFF2-40B4-BE49-F238E27FC236}">
                  <a16:creationId xmlns:a16="http://schemas.microsoft.com/office/drawing/2014/main" id="{872488E8-1938-4897-8CD0-4643B457F8F6}"/>
                </a:ext>
              </a:extLst>
            </p:cNvPr>
            <p:cNvCxnSpPr>
              <a:cxnSpLocks/>
            </p:cNvCxnSpPr>
            <p:nvPr/>
          </p:nvCxnSpPr>
          <p:spPr>
            <a:xfrm>
              <a:off x="9905141" y="7330375"/>
              <a:ext cx="0" cy="20836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8" name="Straight Connector 452">
              <a:extLst>
                <a:ext uri="{FF2B5EF4-FFF2-40B4-BE49-F238E27FC236}">
                  <a16:creationId xmlns:a16="http://schemas.microsoft.com/office/drawing/2014/main" id="{DF4C427A-D49A-48F9-BFFA-5945A2CC50E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905141" y="7517839"/>
              <a:ext cx="250886" cy="9349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9" name="Straight Connector 452">
              <a:extLst>
                <a:ext uri="{FF2B5EF4-FFF2-40B4-BE49-F238E27FC236}">
                  <a16:creationId xmlns:a16="http://schemas.microsoft.com/office/drawing/2014/main" id="{1E209EE4-7811-463E-85CE-FE2679648BE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135124" y="7502447"/>
              <a:ext cx="236738" cy="10888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0" name="Straight Connector 452">
              <a:extLst>
                <a:ext uri="{FF2B5EF4-FFF2-40B4-BE49-F238E27FC236}">
                  <a16:creationId xmlns:a16="http://schemas.microsoft.com/office/drawing/2014/main" id="{65EECBC5-A222-4877-AFEA-3466DDB0D6E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389711" y="7507360"/>
              <a:ext cx="455833" cy="17531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2" name="Straight Connector 452">
              <a:extLst>
                <a:ext uri="{FF2B5EF4-FFF2-40B4-BE49-F238E27FC236}">
                  <a16:creationId xmlns:a16="http://schemas.microsoft.com/office/drawing/2014/main" id="{5D001A87-68AB-4FD3-B114-0737A080838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08626" y="7682670"/>
              <a:ext cx="236738" cy="10888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5" name="Straight Connector 452">
              <a:extLst>
                <a:ext uri="{FF2B5EF4-FFF2-40B4-BE49-F238E27FC236}">
                  <a16:creationId xmlns:a16="http://schemas.microsoft.com/office/drawing/2014/main" id="{6D8F5E59-BCA1-4F2C-9448-92CF31AE2993}"/>
                </a:ext>
              </a:extLst>
            </p:cNvPr>
            <p:cNvCxnSpPr>
              <a:cxnSpLocks/>
            </p:cNvCxnSpPr>
            <p:nvPr/>
          </p:nvCxnSpPr>
          <p:spPr>
            <a:xfrm>
              <a:off x="10603193" y="7951684"/>
              <a:ext cx="234937" cy="10462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6" name="Straight Connector 452">
              <a:extLst>
                <a:ext uri="{FF2B5EF4-FFF2-40B4-BE49-F238E27FC236}">
                  <a16:creationId xmlns:a16="http://schemas.microsoft.com/office/drawing/2014/main" id="{42EBE733-C15B-41B2-B49D-578AEE02D11C}"/>
                </a:ext>
              </a:extLst>
            </p:cNvPr>
            <p:cNvCxnSpPr>
              <a:cxnSpLocks/>
            </p:cNvCxnSpPr>
            <p:nvPr/>
          </p:nvCxnSpPr>
          <p:spPr>
            <a:xfrm>
              <a:off x="10140625" y="7940005"/>
              <a:ext cx="0" cy="19387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7" name="Straight Connector 452">
              <a:extLst>
                <a:ext uri="{FF2B5EF4-FFF2-40B4-BE49-F238E27FC236}">
                  <a16:creationId xmlns:a16="http://schemas.microsoft.com/office/drawing/2014/main" id="{034AD6EF-B703-4E31-82F4-6B0CC7FDE53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15953" y="8119896"/>
              <a:ext cx="236738" cy="10888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8" name="Straight Connector 452">
              <a:extLst>
                <a:ext uri="{FF2B5EF4-FFF2-40B4-BE49-F238E27FC236}">
                  <a16:creationId xmlns:a16="http://schemas.microsoft.com/office/drawing/2014/main" id="{0479E1F2-29EC-4939-A791-D197B076737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444166" y="8411475"/>
              <a:ext cx="478817" cy="2031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2" name="Straight Connector 452">
              <a:extLst>
                <a:ext uri="{FF2B5EF4-FFF2-40B4-BE49-F238E27FC236}">
                  <a16:creationId xmlns:a16="http://schemas.microsoft.com/office/drawing/2014/main" id="{20529D70-57BD-41D0-97BE-1DEB26A2270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03922" y="7797944"/>
              <a:ext cx="6567" cy="17799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4" name="Straight Connector 452">
              <a:extLst>
                <a:ext uri="{FF2B5EF4-FFF2-40B4-BE49-F238E27FC236}">
                  <a16:creationId xmlns:a16="http://schemas.microsoft.com/office/drawing/2014/main" id="{A2193084-DE95-4636-8960-91A50C8CFD38}"/>
                </a:ext>
              </a:extLst>
            </p:cNvPr>
            <p:cNvCxnSpPr>
              <a:cxnSpLocks/>
            </p:cNvCxnSpPr>
            <p:nvPr/>
          </p:nvCxnSpPr>
          <p:spPr>
            <a:xfrm>
              <a:off x="10151419" y="8308311"/>
              <a:ext cx="0" cy="19387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5" name="Straight Connector 452">
              <a:extLst>
                <a:ext uri="{FF2B5EF4-FFF2-40B4-BE49-F238E27FC236}">
                  <a16:creationId xmlns:a16="http://schemas.microsoft.com/office/drawing/2014/main" id="{53B04051-095C-4EB3-93E0-3A6F777B32A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135968" y="8502184"/>
              <a:ext cx="247758" cy="1003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6" name="Straight Connector 452">
              <a:extLst>
                <a:ext uri="{FF2B5EF4-FFF2-40B4-BE49-F238E27FC236}">
                  <a16:creationId xmlns:a16="http://schemas.microsoft.com/office/drawing/2014/main" id="{C9F0B0C7-8318-4CE6-8CE4-4D53791ADA40}"/>
                </a:ext>
              </a:extLst>
            </p:cNvPr>
            <p:cNvCxnSpPr>
              <a:cxnSpLocks/>
            </p:cNvCxnSpPr>
            <p:nvPr/>
          </p:nvCxnSpPr>
          <p:spPr>
            <a:xfrm>
              <a:off x="10371812" y="8387459"/>
              <a:ext cx="0" cy="19387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7" name="Straight Connector 452">
              <a:extLst>
                <a:ext uri="{FF2B5EF4-FFF2-40B4-BE49-F238E27FC236}">
                  <a16:creationId xmlns:a16="http://schemas.microsoft.com/office/drawing/2014/main" id="{DA80D09F-F2C9-4536-AC4C-4518A2557C0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360868" y="8401836"/>
              <a:ext cx="258422" cy="10933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9" name="Straight Connector 452">
              <a:extLst>
                <a:ext uri="{FF2B5EF4-FFF2-40B4-BE49-F238E27FC236}">
                  <a16:creationId xmlns:a16="http://schemas.microsoft.com/office/drawing/2014/main" id="{8E2D419B-A26C-4A7E-AD7D-E658FE6B764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08627" y="8510330"/>
              <a:ext cx="8308" cy="35926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1" name="Straight Connector 452">
              <a:extLst>
                <a:ext uri="{FF2B5EF4-FFF2-40B4-BE49-F238E27FC236}">
                  <a16:creationId xmlns:a16="http://schemas.microsoft.com/office/drawing/2014/main" id="{C7416553-78F5-4E3A-B917-40AF30E9C95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02293" y="8769462"/>
              <a:ext cx="236738" cy="10888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2" name="Straight Connector 452">
              <a:extLst>
                <a:ext uri="{FF2B5EF4-FFF2-40B4-BE49-F238E27FC236}">
                  <a16:creationId xmlns:a16="http://schemas.microsoft.com/office/drawing/2014/main" id="{A355B065-4A2F-4DE0-960A-1555B279EEC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842287" y="8048025"/>
              <a:ext cx="3258" cy="18894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4" name="Straight Connector 452">
              <a:extLst>
                <a:ext uri="{FF2B5EF4-FFF2-40B4-BE49-F238E27FC236}">
                  <a16:creationId xmlns:a16="http://schemas.microsoft.com/office/drawing/2014/main" id="{D99B9886-91CB-4367-A8AA-7532F645ECD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841402" y="8132886"/>
              <a:ext cx="236738" cy="10888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5" name="Straight Connector 452">
              <a:extLst>
                <a:ext uri="{FF2B5EF4-FFF2-40B4-BE49-F238E27FC236}">
                  <a16:creationId xmlns:a16="http://schemas.microsoft.com/office/drawing/2014/main" id="{054B4241-4707-4860-BE90-70E31011E5B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054568" y="7952945"/>
              <a:ext cx="518307" cy="19459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7" name="Straight Connector 452">
              <a:extLst>
                <a:ext uri="{FF2B5EF4-FFF2-40B4-BE49-F238E27FC236}">
                  <a16:creationId xmlns:a16="http://schemas.microsoft.com/office/drawing/2014/main" id="{1462CD36-8397-4B5A-AEBD-25390B5280D5}"/>
                </a:ext>
              </a:extLst>
            </p:cNvPr>
            <p:cNvCxnSpPr>
              <a:cxnSpLocks/>
            </p:cNvCxnSpPr>
            <p:nvPr/>
          </p:nvCxnSpPr>
          <p:spPr>
            <a:xfrm>
              <a:off x="11562609" y="8139176"/>
              <a:ext cx="0" cy="1990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8" name="Straight Connector 452">
              <a:extLst>
                <a:ext uri="{FF2B5EF4-FFF2-40B4-BE49-F238E27FC236}">
                  <a16:creationId xmlns:a16="http://schemas.microsoft.com/office/drawing/2014/main" id="{2936D8D1-9ECB-4FB4-9CD3-6C473A81C04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542322" y="8316935"/>
              <a:ext cx="725878" cy="29374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0" name="Straight Connector 452">
              <a:extLst>
                <a:ext uri="{FF2B5EF4-FFF2-40B4-BE49-F238E27FC236}">
                  <a16:creationId xmlns:a16="http://schemas.microsoft.com/office/drawing/2014/main" id="{870416F1-72BD-4BB3-AA22-27933611A5CA}"/>
                </a:ext>
              </a:extLst>
            </p:cNvPr>
            <p:cNvCxnSpPr>
              <a:cxnSpLocks/>
            </p:cNvCxnSpPr>
            <p:nvPr/>
          </p:nvCxnSpPr>
          <p:spPr>
            <a:xfrm>
              <a:off x="12267459" y="8588903"/>
              <a:ext cx="0" cy="1990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1" name="Straight Connector 452">
              <a:extLst>
                <a:ext uri="{FF2B5EF4-FFF2-40B4-BE49-F238E27FC236}">
                  <a16:creationId xmlns:a16="http://schemas.microsoft.com/office/drawing/2014/main" id="{C8CE3338-8D2A-4D56-A8C3-330614CF5CA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759215" y="8602797"/>
              <a:ext cx="518307" cy="19459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2" name="Straight Connector 452">
              <a:extLst>
                <a:ext uri="{FF2B5EF4-FFF2-40B4-BE49-F238E27FC236}">
                  <a16:creationId xmlns:a16="http://schemas.microsoft.com/office/drawing/2014/main" id="{D157F218-DBED-45B6-ABCC-AA0BBBD8D16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542322" y="8591986"/>
              <a:ext cx="237359" cy="10624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4" name="Straight Connector 452">
              <a:extLst>
                <a:ext uri="{FF2B5EF4-FFF2-40B4-BE49-F238E27FC236}">
                  <a16:creationId xmlns:a16="http://schemas.microsoft.com/office/drawing/2014/main" id="{DD8ADAF7-0261-4C55-97DC-84CBD0664E4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551653" y="8701287"/>
              <a:ext cx="518307" cy="19459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5" name="Straight Connector 452">
              <a:extLst>
                <a:ext uri="{FF2B5EF4-FFF2-40B4-BE49-F238E27FC236}">
                  <a16:creationId xmlns:a16="http://schemas.microsoft.com/office/drawing/2014/main" id="{BCA4001B-DCCD-4237-A06E-9506EB86F42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779681" y="8889949"/>
              <a:ext cx="290279" cy="7532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7" name="Straight Connector 452">
              <a:extLst>
                <a:ext uri="{FF2B5EF4-FFF2-40B4-BE49-F238E27FC236}">
                  <a16:creationId xmlns:a16="http://schemas.microsoft.com/office/drawing/2014/main" id="{56C57772-9211-4070-9709-519B354DE4C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533116" y="8881698"/>
              <a:ext cx="246566" cy="9716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8" name="Straight Connector 452">
              <a:extLst>
                <a:ext uri="{FF2B5EF4-FFF2-40B4-BE49-F238E27FC236}">
                  <a16:creationId xmlns:a16="http://schemas.microsoft.com/office/drawing/2014/main" id="{A6FB4816-0A8C-4B10-8194-88E37C11CD7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562609" y="9047932"/>
              <a:ext cx="704851" cy="29022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9" name="Straight Connector 452">
              <a:extLst>
                <a:ext uri="{FF2B5EF4-FFF2-40B4-BE49-F238E27FC236}">
                  <a16:creationId xmlns:a16="http://schemas.microsoft.com/office/drawing/2014/main" id="{EE49507E-A48D-4BD2-AD91-887C0724954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989429" y="9346410"/>
              <a:ext cx="290279" cy="7532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0" name="Straight Connector 452">
              <a:extLst>
                <a:ext uri="{FF2B5EF4-FFF2-40B4-BE49-F238E27FC236}">
                  <a16:creationId xmlns:a16="http://schemas.microsoft.com/office/drawing/2014/main" id="{A2B02819-D00D-4E96-97CC-C029127537D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767454" y="9321387"/>
              <a:ext cx="247758" cy="1003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1" name="Straight Connector 452">
              <a:extLst>
                <a:ext uri="{FF2B5EF4-FFF2-40B4-BE49-F238E27FC236}">
                  <a16:creationId xmlns:a16="http://schemas.microsoft.com/office/drawing/2014/main" id="{2D338294-143F-4FB2-B6AA-F0C1EDB2EA99}"/>
                </a:ext>
              </a:extLst>
            </p:cNvPr>
            <p:cNvCxnSpPr>
              <a:cxnSpLocks/>
            </p:cNvCxnSpPr>
            <p:nvPr/>
          </p:nvCxnSpPr>
          <p:spPr>
            <a:xfrm>
              <a:off x="11779681" y="9311592"/>
              <a:ext cx="0" cy="41343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3" name="Straight Connector 452">
              <a:extLst>
                <a:ext uri="{FF2B5EF4-FFF2-40B4-BE49-F238E27FC236}">
                  <a16:creationId xmlns:a16="http://schemas.microsoft.com/office/drawing/2014/main" id="{D6CD8592-BFD4-43B8-9879-0E759CE6063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542322" y="9698599"/>
              <a:ext cx="250187" cy="822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8" name="Straight Connector 452">
              <a:extLst>
                <a:ext uri="{FF2B5EF4-FFF2-40B4-BE49-F238E27FC236}">
                  <a16:creationId xmlns:a16="http://schemas.microsoft.com/office/drawing/2014/main" id="{ECCBE61F-C8D9-455E-B70C-81A4B99654F1}"/>
                </a:ext>
              </a:extLst>
            </p:cNvPr>
            <p:cNvCxnSpPr>
              <a:cxnSpLocks/>
            </p:cNvCxnSpPr>
            <p:nvPr/>
          </p:nvCxnSpPr>
          <p:spPr>
            <a:xfrm>
              <a:off x="11551653" y="8865762"/>
              <a:ext cx="0" cy="1990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0" name="Straight Connector 452">
              <a:extLst>
                <a:ext uri="{FF2B5EF4-FFF2-40B4-BE49-F238E27FC236}">
                  <a16:creationId xmlns:a16="http://schemas.microsoft.com/office/drawing/2014/main" id="{F93762C7-2014-4765-A090-0AAA77602E3F}"/>
                </a:ext>
              </a:extLst>
            </p:cNvPr>
            <p:cNvCxnSpPr>
              <a:cxnSpLocks/>
            </p:cNvCxnSpPr>
            <p:nvPr/>
          </p:nvCxnSpPr>
          <p:spPr>
            <a:xfrm>
              <a:off x="11551653" y="9210056"/>
              <a:ext cx="0" cy="59325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2" name="Straight Connector 452">
              <a:extLst>
                <a:ext uri="{FF2B5EF4-FFF2-40B4-BE49-F238E27FC236}">
                  <a16:creationId xmlns:a16="http://schemas.microsoft.com/office/drawing/2014/main" id="{E77CC52B-92AA-4AF2-9E43-B4065BEBB28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302675" y="9147902"/>
              <a:ext cx="247758" cy="1003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3" name="Straight Connector 452">
              <a:extLst>
                <a:ext uri="{FF2B5EF4-FFF2-40B4-BE49-F238E27FC236}">
                  <a16:creationId xmlns:a16="http://schemas.microsoft.com/office/drawing/2014/main" id="{CA329C1E-D927-4297-A27C-479B5FC6B956}"/>
                </a:ext>
              </a:extLst>
            </p:cNvPr>
            <p:cNvCxnSpPr>
              <a:cxnSpLocks/>
            </p:cNvCxnSpPr>
            <p:nvPr/>
          </p:nvCxnSpPr>
          <p:spPr>
            <a:xfrm>
              <a:off x="11325222" y="8228785"/>
              <a:ext cx="4178" cy="93360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5" name="Straight Connector 452">
              <a:extLst>
                <a:ext uri="{FF2B5EF4-FFF2-40B4-BE49-F238E27FC236}">
                  <a16:creationId xmlns:a16="http://schemas.microsoft.com/office/drawing/2014/main" id="{109BF86E-1288-45D6-B6DA-D3542A2984C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96622" y="8232236"/>
              <a:ext cx="227715" cy="9331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6" name="Straight Connector 452">
              <a:extLst>
                <a:ext uri="{FF2B5EF4-FFF2-40B4-BE49-F238E27FC236}">
                  <a16:creationId xmlns:a16="http://schemas.microsoft.com/office/drawing/2014/main" id="{5821E27B-CE5A-49C4-83A1-98CA611ED5A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88282" y="8325550"/>
              <a:ext cx="1377" cy="93387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8" name="Straight Connector 452">
              <a:extLst>
                <a:ext uri="{FF2B5EF4-FFF2-40B4-BE49-F238E27FC236}">
                  <a16:creationId xmlns:a16="http://schemas.microsoft.com/office/drawing/2014/main" id="{C25E1785-67E1-4342-959D-DBAE460E104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088095" y="9233470"/>
              <a:ext cx="247758" cy="1003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9" name="Straight Connector 452">
              <a:extLst>
                <a:ext uri="{FF2B5EF4-FFF2-40B4-BE49-F238E27FC236}">
                  <a16:creationId xmlns:a16="http://schemas.microsoft.com/office/drawing/2014/main" id="{B95A8BF5-ED4F-4E11-8A1E-5033062272D2}"/>
                </a:ext>
              </a:extLst>
            </p:cNvPr>
            <p:cNvCxnSpPr>
              <a:cxnSpLocks/>
            </p:cNvCxnSpPr>
            <p:nvPr/>
          </p:nvCxnSpPr>
          <p:spPr>
            <a:xfrm>
              <a:off x="11313721" y="9297690"/>
              <a:ext cx="0" cy="41343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0" name="Straight Connector 452">
              <a:extLst>
                <a:ext uri="{FF2B5EF4-FFF2-40B4-BE49-F238E27FC236}">
                  <a16:creationId xmlns:a16="http://schemas.microsoft.com/office/drawing/2014/main" id="{BF95C7B8-46BC-49EA-9573-800DEFB8E10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834934" y="9690280"/>
              <a:ext cx="503834" cy="18963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3" name="Straight Connector 452">
              <a:extLst>
                <a:ext uri="{FF2B5EF4-FFF2-40B4-BE49-F238E27FC236}">
                  <a16:creationId xmlns:a16="http://schemas.microsoft.com/office/drawing/2014/main" id="{9A5A46FC-2B6B-4143-A65C-6102708D9BC4}"/>
                </a:ext>
              </a:extLst>
            </p:cNvPr>
            <p:cNvCxnSpPr>
              <a:cxnSpLocks/>
            </p:cNvCxnSpPr>
            <p:nvPr/>
          </p:nvCxnSpPr>
          <p:spPr>
            <a:xfrm>
              <a:off x="10842287" y="9879451"/>
              <a:ext cx="0" cy="1990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5" name="Straight Connector 452">
              <a:extLst>
                <a:ext uri="{FF2B5EF4-FFF2-40B4-BE49-F238E27FC236}">
                  <a16:creationId xmlns:a16="http://schemas.microsoft.com/office/drawing/2014/main" id="{09A9D2C7-0D45-4601-AE35-9AEEA4774C0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584747" y="10079524"/>
              <a:ext cx="250187" cy="822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6" name="Straight Connector 452">
              <a:extLst>
                <a:ext uri="{FF2B5EF4-FFF2-40B4-BE49-F238E27FC236}">
                  <a16:creationId xmlns:a16="http://schemas.microsoft.com/office/drawing/2014/main" id="{08B8E50A-675A-4090-9C36-95ACF331A3D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363461" y="10067065"/>
              <a:ext cx="247758" cy="1003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7" name="Straight Connector 452">
              <a:extLst>
                <a:ext uri="{FF2B5EF4-FFF2-40B4-BE49-F238E27FC236}">
                  <a16:creationId xmlns:a16="http://schemas.microsoft.com/office/drawing/2014/main" id="{BB19EB94-E688-4D3D-A9F3-574B475EF28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110681" y="10076109"/>
              <a:ext cx="250187" cy="822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8" name="Straight Connector 452">
              <a:extLst>
                <a:ext uri="{FF2B5EF4-FFF2-40B4-BE49-F238E27FC236}">
                  <a16:creationId xmlns:a16="http://schemas.microsoft.com/office/drawing/2014/main" id="{002A63AE-6CD1-48CC-B6F0-C821F0C75AD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855570" y="10057842"/>
              <a:ext cx="247758" cy="1003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9" name="Straight Connector 452">
              <a:extLst>
                <a:ext uri="{FF2B5EF4-FFF2-40B4-BE49-F238E27FC236}">
                  <a16:creationId xmlns:a16="http://schemas.microsoft.com/office/drawing/2014/main" id="{ADC9E193-3DE4-41A7-A84F-94B5FAF648C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05840" y="9978355"/>
              <a:ext cx="250187" cy="822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0" name="Straight Connector 452">
              <a:extLst>
                <a:ext uri="{FF2B5EF4-FFF2-40B4-BE49-F238E27FC236}">
                  <a16:creationId xmlns:a16="http://schemas.microsoft.com/office/drawing/2014/main" id="{206110D4-5D88-42D9-B833-A2E381B60094}"/>
                </a:ext>
              </a:extLst>
            </p:cNvPr>
            <p:cNvCxnSpPr>
              <a:cxnSpLocks/>
            </p:cNvCxnSpPr>
            <p:nvPr/>
          </p:nvCxnSpPr>
          <p:spPr>
            <a:xfrm>
              <a:off x="10148569" y="9798986"/>
              <a:ext cx="0" cy="1990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1" name="Straight Connector 452">
              <a:extLst>
                <a:ext uri="{FF2B5EF4-FFF2-40B4-BE49-F238E27FC236}">
                  <a16:creationId xmlns:a16="http://schemas.microsoft.com/office/drawing/2014/main" id="{53BD5DC6-37AA-4F8F-B58A-2072D31BAA0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133913" y="9797438"/>
              <a:ext cx="497467" cy="17832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3" name="Straight Connector 452">
              <a:extLst>
                <a:ext uri="{FF2B5EF4-FFF2-40B4-BE49-F238E27FC236}">
                  <a16:creationId xmlns:a16="http://schemas.microsoft.com/office/drawing/2014/main" id="{BA540684-E0DA-40A7-AE8C-C384367222C0}"/>
                </a:ext>
              </a:extLst>
            </p:cNvPr>
            <p:cNvCxnSpPr>
              <a:cxnSpLocks/>
            </p:cNvCxnSpPr>
            <p:nvPr/>
          </p:nvCxnSpPr>
          <p:spPr>
            <a:xfrm>
              <a:off x="10614114" y="9780859"/>
              <a:ext cx="0" cy="1990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4" name="Straight Connector 452">
              <a:extLst>
                <a:ext uri="{FF2B5EF4-FFF2-40B4-BE49-F238E27FC236}">
                  <a16:creationId xmlns:a16="http://schemas.microsoft.com/office/drawing/2014/main" id="{E67EE4E1-4550-4215-AC14-ADA6818092F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10489" y="9603099"/>
              <a:ext cx="486133" cy="19637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6" name="Straight Connector 452">
              <a:extLst>
                <a:ext uri="{FF2B5EF4-FFF2-40B4-BE49-F238E27FC236}">
                  <a16:creationId xmlns:a16="http://schemas.microsoft.com/office/drawing/2014/main" id="{D96A0284-54C9-4948-940B-AD234F450E90}"/>
                </a:ext>
              </a:extLst>
            </p:cNvPr>
            <p:cNvCxnSpPr>
              <a:cxnSpLocks/>
            </p:cNvCxnSpPr>
            <p:nvPr/>
          </p:nvCxnSpPr>
          <p:spPr>
            <a:xfrm>
              <a:off x="11091779" y="9411743"/>
              <a:ext cx="0" cy="1990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7" name="Straight Connector 452">
              <a:extLst>
                <a:ext uri="{FF2B5EF4-FFF2-40B4-BE49-F238E27FC236}">
                  <a16:creationId xmlns:a16="http://schemas.microsoft.com/office/drawing/2014/main" id="{03C026AB-8612-4B48-B86D-96944B3C22A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360868" y="9392480"/>
              <a:ext cx="742893" cy="29510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9" name="Straight Connector 452">
              <a:extLst>
                <a:ext uri="{FF2B5EF4-FFF2-40B4-BE49-F238E27FC236}">
                  <a16:creationId xmlns:a16="http://schemas.microsoft.com/office/drawing/2014/main" id="{D3ED8F00-FF6B-417D-A606-3A3F853CEC49}"/>
                </a:ext>
              </a:extLst>
            </p:cNvPr>
            <p:cNvCxnSpPr>
              <a:cxnSpLocks/>
            </p:cNvCxnSpPr>
            <p:nvPr/>
          </p:nvCxnSpPr>
          <p:spPr>
            <a:xfrm>
              <a:off x="10367006" y="9509743"/>
              <a:ext cx="0" cy="1990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0" name="Straight Connector 452">
              <a:extLst>
                <a:ext uri="{FF2B5EF4-FFF2-40B4-BE49-F238E27FC236}">
                  <a16:creationId xmlns:a16="http://schemas.microsoft.com/office/drawing/2014/main" id="{B4183A3E-49C9-4844-9421-5094C64DEC6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352904" y="9336157"/>
              <a:ext cx="498020" cy="18789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2" name="Straight Connector 452">
              <a:extLst>
                <a:ext uri="{FF2B5EF4-FFF2-40B4-BE49-F238E27FC236}">
                  <a16:creationId xmlns:a16="http://schemas.microsoft.com/office/drawing/2014/main" id="{AA50D6C8-F29C-4DD6-8A4A-F5EAEE6482E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619900" y="9235295"/>
              <a:ext cx="247758" cy="1003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3" name="Straight Connector 452">
              <a:extLst>
                <a:ext uri="{FF2B5EF4-FFF2-40B4-BE49-F238E27FC236}">
                  <a16:creationId xmlns:a16="http://schemas.microsoft.com/office/drawing/2014/main" id="{74B59459-0151-48EF-ABDE-EFB3EE83E8C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651975" y="9235719"/>
              <a:ext cx="967315" cy="36478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5" name="Straight Connector 452">
              <a:extLst>
                <a:ext uri="{FF2B5EF4-FFF2-40B4-BE49-F238E27FC236}">
                  <a16:creationId xmlns:a16="http://schemas.microsoft.com/office/drawing/2014/main" id="{4269A09A-C0DF-40DA-BAEB-F60648275FE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430781" y="9511255"/>
              <a:ext cx="247758" cy="1003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6" name="Straight Connector 452">
              <a:extLst>
                <a:ext uri="{FF2B5EF4-FFF2-40B4-BE49-F238E27FC236}">
                  <a16:creationId xmlns:a16="http://schemas.microsoft.com/office/drawing/2014/main" id="{D0393011-DCE7-47EC-B6E2-58F3F4DA615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436961" y="9155698"/>
              <a:ext cx="967315" cy="36478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7" name="Straight Connector 452">
              <a:extLst>
                <a:ext uri="{FF2B5EF4-FFF2-40B4-BE49-F238E27FC236}">
                  <a16:creationId xmlns:a16="http://schemas.microsoft.com/office/drawing/2014/main" id="{32373D00-DC17-4F8C-810A-1D841C63FCA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161284" y="9069721"/>
              <a:ext cx="247758" cy="1003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8" name="Straight Connector 452">
              <a:extLst>
                <a:ext uri="{FF2B5EF4-FFF2-40B4-BE49-F238E27FC236}">
                  <a16:creationId xmlns:a16="http://schemas.microsoft.com/office/drawing/2014/main" id="{304762F6-E298-478B-A57D-AF0A4E21D39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197336" y="9071932"/>
              <a:ext cx="967315" cy="36478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9" name="Straight Connector 452">
              <a:extLst>
                <a:ext uri="{FF2B5EF4-FFF2-40B4-BE49-F238E27FC236}">
                  <a16:creationId xmlns:a16="http://schemas.microsoft.com/office/drawing/2014/main" id="{87E1B187-C918-48A7-87AD-18264372036C}"/>
                </a:ext>
              </a:extLst>
            </p:cNvPr>
            <p:cNvCxnSpPr>
              <a:cxnSpLocks/>
            </p:cNvCxnSpPr>
            <p:nvPr/>
          </p:nvCxnSpPr>
          <p:spPr>
            <a:xfrm>
              <a:off x="9210505" y="9237108"/>
              <a:ext cx="0" cy="1990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0" name="Straight Connector 452">
              <a:extLst>
                <a:ext uri="{FF2B5EF4-FFF2-40B4-BE49-F238E27FC236}">
                  <a16:creationId xmlns:a16="http://schemas.microsoft.com/office/drawing/2014/main" id="{1D105FE2-762D-4C17-B001-7B12BCA167D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205376" y="8881698"/>
              <a:ext cx="954609" cy="37417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2" name="Straight Connector 452">
              <a:extLst>
                <a:ext uri="{FF2B5EF4-FFF2-40B4-BE49-F238E27FC236}">
                  <a16:creationId xmlns:a16="http://schemas.microsoft.com/office/drawing/2014/main" id="{527F737D-912C-4A7F-B26D-A0AAC9561A7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159151" y="8876970"/>
              <a:ext cx="247758" cy="1003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3" name="Straight Connector 452">
              <a:extLst>
                <a:ext uri="{FF2B5EF4-FFF2-40B4-BE49-F238E27FC236}">
                  <a16:creationId xmlns:a16="http://schemas.microsoft.com/office/drawing/2014/main" id="{B6303959-0A9D-481D-B70A-B734736E8932}"/>
                </a:ext>
              </a:extLst>
            </p:cNvPr>
            <p:cNvCxnSpPr>
              <a:cxnSpLocks/>
            </p:cNvCxnSpPr>
            <p:nvPr/>
          </p:nvCxnSpPr>
          <p:spPr>
            <a:xfrm>
              <a:off x="10404276" y="8782185"/>
              <a:ext cx="0" cy="1990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4" name="Straight Connector 452">
              <a:extLst>
                <a:ext uri="{FF2B5EF4-FFF2-40B4-BE49-F238E27FC236}">
                  <a16:creationId xmlns:a16="http://schemas.microsoft.com/office/drawing/2014/main" id="{907A46CA-6DAB-42B2-880B-CA82AD14984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169426" y="8679613"/>
              <a:ext cx="247758" cy="1003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5" name="Straight Connector 452">
              <a:extLst>
                <a:ext uri="{FF2B5EF4-FFF2-40B4-BE49-F238E27FC236}">
                  <a16:creationId xmlns:a16="http://schemas.microsoft.com/office/drawing/2014/main" id="{CF1F30D3-9EF8-49CB-AC0A-BCC3279E317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678228" y="8691099"/>
              <a:ext cx="498020" cy="18789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6" name="Straight Connector 452">
              <a:extLst>
                <a:ext uri="{FF2B5EF4-FFF2-40B4-BE49-F238E27FC236}">
                  <a16:creationId xmlns:a16="http://schemas.microsoft.com/office/drawing/2014/main" id="{C1ABF1C1-B715-46F5-B744-34A23B54415F}"/>
                </a:ext>
              </a:extLst>
            </p:cNvPr>
            <p:cNvCxnSpPr>
              <a:cxnSpLocks/>
            </p:cNvCxnSpPr>
            <p:nvPr/>
          </p:nvCxnSpPr>
          <p:spPr>
            <a:xfrm>
              <a:off x="9683983" y="8699217"/>
              <a:ext cx="0" cy="1990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7" name="Straight Connector 452">
              <a:extLst>
                <a:ext uri="{FF2B5EF4-FFF2-40B4-BE49-F238E27FC236}">
                  <a16:creationId xmlns:a16="http://schemas.microsoft.com/office/drawing/2014/main" id="{3E2D66DD-AFE4-4F4C-9204-4362A90AD44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682680" y="8604653"/>
              <a:ext cx="236738" cy="10888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9" name="Straight Connector 452">
              <a:extLst>
                <a:ext uri="{FF2B5EF4-FFF2-40B4-BE49-F238E27FC236}">
                  <a16:creationId xmlns:a16="http://schemas.microsoft.com/office/drawing/2014/main" id="{6CB74B5D-875E-4D63-A205-A3F9E6ADE8E7}"/>
                </a:ext>
              </a:extLst>
            </p:cNvPr>
            <p:cNvCxnSpPr>
              <a:cxnSpLocks/>
            </p:cNvCxnSpPr>
            <p:nvPr/>
          </p:nvCxnSpPr>
          <p:spPr>
            <a:xfrm>
              <a:off x="9450749" y="8234996"/>
              <a:ext cx="0" cy="1990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0" name="Straight Connector 452">
              <a:extLst>
                <a:ext uri="{FF2B5EF4-FFF2-40B4-BE49-F238E27FC236}">
                  <a16:creationId xmlns:a16="http://schemas.microsoft.com/office/drawing/2014/main" id="{A0FA7897-6531-41A6-BCD0-D809028CAC0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928490" y="8218278"/>
              <a:ext cx="247758" cy="1003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1" name="Straight Connector 452">
              <a:extLst>
                <a:ext uri="{FF2B5EF4-FFF2-40B4-BE49-F238E27FC236}">
                  <a16:creationId xmlns:a16="http://schemas.microsoft.com/office/drawing/2014/main" id="{0E7674AD-44CF-4ADF-AFFD-7D2F4A9C5D1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210363" y="8151816"/>
              <a:ext cx="247758" cy="1003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2" name="Straight Connector 452">
              <a:extLst>
                <a:ext uri="{FF2B5EF4-FFF2-40B4-BE49-F238E27FC236}">
                  <a16:creationId xmlns:a16="http://schemas.microsoft.com/office/drawing/2014/main" id="{7CB7DC09-FCA4-4805-A2C6-BE56D6061884}"/>
                </a:ext>
              </a:extLst>
            </p:cNvPr>
            <p:cNvCxnSpPr>
              <a:cxnSpLocks/>
            </p:cNvCxnSpPr>
            <p:nvPr/>
          </p:nvCxnSpPr>
          <p:spPr>
            <a:xfrm>
              <a:off x="9210363" y="7601803"/>
              <a:ext cx="9093" cy="55313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4" name="Straight Connector 452">
              <a:extLst>
                <a:ext uri="{FF2B5EF4-FFF2-40B4-BE49-F238E27FC236}">
                  <a16:creationId xmlns:a16="http://schemas.microsoft.com/office/drawing/2014/main" id="{7E77E529-74D4-4C62-89B2-2D55E76B5F2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962746" y="7493992"/>
              <a:ext cx="247758" cy="1003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5" name="Straight Connector 452">
              <a:extLst>
                <a:ext uri="{FF2B5EF4-FFF2-40B4-BE49-F238E27FC236}">
                  <a16:creationId xmlns:a16="http://schemas.microsoft.com/office/drawing/2014/main" id="{D3806B53-69A0-4C10-98B8-CA62C364DC85}"/>
                </a:ext>
              </a:extLst>
            </p:cNvPr>
            <p:cNvCxnSpPr>
              <a:cxnSpLocks/>
            </p:cNvCxnSpPr>
            <p:nvPr/>
          </p:nvCxnSpPr>
          <p:spPr>
            <a:xfrm>
              <a:off x="8978399" y="7491558"/>
              <a:ext cx="16650" cy="75384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7" name="Straight Connector 452">
              <a:extLst>
                <a:ext uri="{FF2B5EF4-FFF2-40B4-BE49-F238E27FC236}">
                  <a16:creationId xmlns:a16="http://schemas.microsoft.com/office/drawing/2014/main" id="{FC52B7FC-0FBF-4A8A-87E3-F93AC3BF253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996541" y="8233537"/>
              <a:ext cx="247758" cy="1003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8" name="Straight Connector 452">
              <a:extLst>
                <a:ext uri="{FF2B5EF4-FFF2-40B4-BE49-F238E27FC236}">
                  <a16:creationId xmlns:a16="http://schemas.microsoft.com/office/drawing/2014/main" id="{982AF115-5B9C-4359-84D4-F69C99E498E6}"/>
                </a:ext>
              </a:extLst>
            </p:cNvPr>
            <p:cNvCxnSpPr>
              <a:cxnSpLocks/>
            </p:cNvCxnSpPr>
            <p:nvPr/>
          </p:nvCxnSpPr>
          <p:spPr>
            <a:xfrm>
              <a:off x="9214261" y="8322102"/>
              <a:ext cx="0" cy="1990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9" name="Straight Connector 452">
              <a:extLst>
                <a:ext uri="{FF2B5EF4-FFF2-40B4-BE49-F238E27FC236}">
                  <a16:creationId xmlns:a16="http://schemas.microsoft.com/office/drawing/2014/main" id="{91260614-4E44-4480-877E-17D04A2E5C6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213889" y="8499225"/>
              <a:ext cx="247758" cy="1003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0" name="Straight Connector 452">
              <a:extLst>
                <a:ext uri="{FF2B5EF4-FFF2-40B4-BE49-F238E27FC236}">
                  <a16:creationId xmlns:a16="http://schemas.microsoft.com/office/drawing/2014/main" id="{51D0AA31-A920-4B0B-BF6C-B0D01130127A}"/>
                </a:ext>
              </a:extLst>
            </p:cNvPr>
            <p:cNvCxnSpPr>
              <a:cxnSpLocks/>
            </p:cNvCxnSpPr>
            <p:nvPr/>
          </p:nvCxnSpPr>
          <p:spPr>
            <a:xfrm>
              <a:off x="9444166" y="8600914"/>
              <a:ext cx="0" cy="1990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1" name="Straight Connector 452">
              <a:extLst>
                <a:ext uri="{FF2B5EF4-FFF2-40B4-BE49-F238E27FC236}">
                  <a16:creationId xmlns:a16="http://schemas.microsoft.com/office/drawing/2014/main" id="{5B05B5DC-7F95-46D5-BADF-F135C008103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202784" y="8786653"/>
              <a:ext cx="239959" cy="8933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3" name="Straight Connector 452">
              <a:extLst>
                <a:ext uri="{FF2B5EF4-FFF2-40B4-BE49-F238E27FC236}">
                  <a16:creationId xmlns:a16="http://schemas.microsoft.com/office/drawing/2014/main" id="{A9C08442-FBA6-4EB7-A48A-094D84227F3B}"/>
                </a:ext>
              </a:extLst>
            </p:cNvPr>
            <p:cNvCxnSpPr>
              <a:cxnSpLocks/>
            </p:cNvCxnSpPr>
            <p:nvPr/>
          </p:nvCxnSpPr>
          <p:spPr>
            <a:xfrm>
              <a:off x="9219456" y="8685533"/>
              <a:ext cx="0" cy="1990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4" name="Straight Connector 452">
              <a:extLst>
                <a:ext uri="{FF2B5EF4-FFF2-40B4-BE49-F238E27FC236}">
                  <a16:creationId xmlns:a16="http://schemas.microsoft.com/office/drawing/2014/main" id="{42E0806C-733A-4E69-8DD8-323BB2FEEF7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967023" y="8595866"/>
              <a:ext cx="247758" cy="1003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5" name="Straight Connector 452">
              <a:extLst>
                <a:ext uri="{FF2B5EF4-FFF2-40B4-BE49-F238E27FC236}">
                  <a16:creationId xmlns:a16="http://schemas.microsoft.com/office/drawing/2014/main" id="{D93F3802-4CBE-47A9-823E-3F25F5074C31}"/>
                </a:ext>
              </a:extLst>
            </p:cNvPr>
            <p:cNvCxnSpPr>
              <a:cxnSpLocks/>
            </p:cNvCxnSpPr>
            <p:nvPr/>
          </p:nvCxnSpPr>
          <p:spPr>
            <a:xfrm>
              <a:off x="8986724" y="8399712"/>
              <a:ext cx="0" cy="1990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6" name="Straight Connector 452">
              <a:extLst>
                <a:ext uri="{FF2B5EF4-FFF2-40B4-BE49-F238E27FC236}">
                  <a16:creationId xmlns:a16="http://schemas.microsoft.com/office/drawing/2014/main" id="{FD6E2004-2102-4622-B7C5-CF1274C89EC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756582" y="8418045"/>
              <a:ext cx="239959" cy="8933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7" name="Straight Connector 452">
              <a:extLst>
                <a:ext uri="{FF2B5EF4-FFF2-40B4-BE49-F238E27FC236}">
                  <a16:creationId xmlns:a16="http://schemas.microsoft.com/office/drawing/2014/main" id="{6320187B-586A-4940-8B67-655B166ECBEC}"/>
                </a:ext>
              </a:extLst>
            </p:cNvPr>
            <p:cNvCxnSpPr>
              <a:cxnSpLocks/>
            </p:cNvCxnSpPr>
            <p:nvPr/>
          </p:nvCxnSpPr>
          <p:spPr>
            <a:xfrm>
              <a:off x="8756582" y="8496253"/>
              <a:ext cx="0" cy="1990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8" name="Straight Connector 452">
              <a:extLst>
                <a:ext uri="{FF2B5EF4-FFF2-40B4-BE49-F238E27FC236}">
                  <a16:creationId xmlns:a16="http://schemas.microsoft.com/office/drawing/2014/main" id="{8A7CE693-D2AD-4ED5-AEF2-FD36732C1C9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743670" y="8693862"/>
              <a:ext cx="247758" cy="1003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9" name="Straight Connector 452">
              <a:extLst>
                <a:ext uri="{FF2B5EF4-FFF2-40B4-BE49-F238E27FC236}">
                  <a16:creationId xmlns:a16="http://schemas.microsoft.com/office/drawing/2014/main" id="{B95AF71D-30E5-4389-A035-600F672E5A1B}"/>
                </a:ext>
              </a:extLst>
            </p:cNvPr>
            <p:cNvCxnSpPr>
              <a:cxnSpLocks/>
            </p:cNvCxnSpPr>
            <p:nvPr/>
          </p:nvCxnSpPr>
          <p:spPr>
            <a:xfrm>
              <a:off x="8978399" y="8785045"/>
              <a:ext cx="0" cy="55304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1" name="Straight Connector 452">
              <a:extLst>
                <a:ext uri="{FF2B5EF4-FFF2-40B4-BE49-F238E27FC236}">
                  <a16:creationId xmlns:a16="http://schemas.microsoft.com/office/drawing/2014/main" id="{65F29059-578B-41B6-820F-5865E217B3A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733375" y="9339405"/>
              <a:ext cx="239959" cy="8933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2" name="Straight Connector 452">
              <a:extLst>
                <a:ext uri="{FF2B5EF4-FFF2-40B4-BE49-F238E27FC236}">
                  <a16:creationId xmlns:a16="http://schemas.microsoft.com/office/drawing/2014/main" id="{373F2663-1D73-44BD-B9A5-ABED065B9F98}"/>
                </a:ext>
              </a:extLst>
            </p:cNvPr>
            <p:cNvCxnSpPr>
              <a:cxnSpLocks/>
            </p:cNvCxnSpPr>
            <p:nvPr/>
          </p:nvCxnSpPr>
          <p:spPr>
            <a:xfrm>
              <a:off x="8743670" y="8896702"/>
              <a:ext cx="0" cy="55304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3" name="Straight Connector 452">
              <a:extLst>
                <a:ext uri="{FF2B5EF4-FFF2-40B4-BE49-F238E27FC236}">
                  <a16:creationId xmlns:a16="http://schemas.microsoft.com/office/drawing/2014/main" id="{E0D19665-D87C-4191-BDFF-33AFB437434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514452" y="8800226"/>
              <a:ext cx="247758" cy="1003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4" name="Straight Connector 452">
              <a:extLst>
                <a:ext uri="{FF2B5EF4-FFF2-40B4-BE49-F238E27FC236}">
                  <a16:creationId xmlns:a16="http://schemas.microsoft.com/office/drawing/2014/main" id="{4AE71743-E1A5-44B2-8B28-A2BA238A68C7}"/>
                </a:ext>
              </a:extLst>
            </p:cNvPr>
            <p:cNvCxnSpPr>
              <a:cxnSpLocks/>
            </p:cNvCxnSpPr>
            <p:nvPr/>
          </p:nvCxnSpPr>
          <p:spPr>
            <a:xfrm>
              <a:off x="8514452" y="8788264"/>
              <a:ext cx="0" cy="55304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5" name="Straight Connector 452">
              <a:extLst>
                <a:ext uri="{FF2B5EF4-FFF2-40B4-BE49-F238E27FC236}">
                  <a16:creationId xmlns:a16="http://schemas.microsoft.com/office/drawing/2014/main" id="{4574E2F0-2813-483F-AD1E-6D1DB556B44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71181" y="9242872"/>
              <a:ext cx="247758" cy="1003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6" name="Straight Connector 452">
              <a:extLst>
                <a:ext uri="{FF2B5EF4-FFF2-40B4-BE49-F238E27FC236}">
                  <a16:creationId xmlns:a16="http://schemas.microsoft.com/office/drawing/2014/main" id="{9A72C246-D023-4850-AB1F-0E9F4062564E}"/>
                </a:ext>
              </a:extLst>
            </p:cNvPr>
            <p:cNvCxnSpPr>
              <a:cxnSpLocks/>
            </p:cNvCxnSpPr>
            <p:nvPr/>
          </p:nvCxnSpPr>
          <p:spPr>
            <a:xfrm>
              <a:off x="8271181" y="8702826"/>
              <a:ext cx="0" cy="55304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7" name="Straight Connector 452">
              <a:extLst>
                <a:ext uri="{FF2B5EF4-FFF2-40B4-BE49-F238E27FC236}">
                  <a16:creationId xmlns:a16="http://schemas.microsoft.com/office/drawing/2014/main" id="{EC0452BF-97E4-4A5F-9D4E-A02C8ACC526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57318" y="8630197"/>
              <a:ext cx="239959" cy="8933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8" name="Straight Connector 452">
              <a:extLst>
                <a:ext uri="{FF2B5EF4-FFF2-40B4-BE49-F238E27FC236}">
                  <a16:creationId xmlns:a16="http://schemas.microsoft.com/office/drawing/2014/main" id="{498CF400-5CFA-4097-B15E-5BA5045E05E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53418" y="8510330"/>
              <a:ext cx="247758" cy="1003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9" name="Straight Connector 452">
              <a:extLst>
                <a:ext uri="{FF2B5EF4-FFF2-40B4-BE49-F238E27FC236}">
                  <a16:creationId xmlns:a16="http://schemas.microsoft.com/office/drawing/2014/main" id="{E77DABFA-1A42-4E06-B88B-ECB1ABF38F6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041421" y="8515836"/>
              <a:ext cx="239959" cy="8933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0" name="Straight Connector 452">
              <a:extLst>
                <a:ext uri="{FF2B5EF4-FFF2-40B4-BE49-F238E27FC236}">
                  <a16:creationId xmlns:a16="http://schemas.microsoft.com/office/drawing/2014/main" id="{938369EF-385E-41D0-A7DF-B7B8BFEF91E2}"/>
                </a:ext>
              </a:extLst>
            </p:cNvPr>
            <p:cNvCxnSpPr>
              <a:cxnSpLocks/>
            </p:cNvCxnSpPr>
            <p:nvPr/>
          </p:nvCxnSpPr>
          <p:spPr>
            <a:xfrm>
              <a:off x="8060427" y="8589239"/>
              <a:ext cx="0" cy="3880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2" name="Straight Connector 452">
              <a:extLst>
                <a:ext uri="{FF2B5EF4-FFF2-40B4-BE49-F238E27FC236}">
                  <a16:creationId xmlns:a16="http://schemas.microsoft.com/office/drawing/2014/main" id="{F833313C-5349-4EAF-98CB-41E977C8B8C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577891" y="8785045"/>
              <a:ext cx="495274" cy="19700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4" name="Straight Connector 452">
              <a:extLst>
                <a:ext uri="{FF2B5EF4-FFF2-40B4-BE49-F238E27FC236}">
                  <a16:creationId xmlns:a16="http://schemas.microsoft.com/office/drawing/2014/main" id="{A73A8E6A-C4FC-4859-B7B7-70C1D6677458}"/>
                </a:ext>
              </a:extLst>
            </p:cNvPr>
            <p:cNvCxnSpPr>
              <a:cxnSpLocks/>
            </p:cNvCxnSpPr>
            <p:nvPr/>
          </p:nvCxnSpPr>
          <p:spPr>
            <a:xfrm>
              <a:off x="7577891" y="8588903"/>
              <a:ext cx="0" cy="1990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5" name="Straight Connector 452">
              <a:extLst>
                <a:ext uri="{FF2B5EF4-FFF2-40B4-BE49-F238E27FC236}">
                  <a16:creationId xmlns:a16="http://schemas.microsoft.com/office/drawing/2014/main" id="{320EB1DB-A1B2-4487-B2D5-279DF6D6076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580406" y="8617480"/>
              <a:ext cx="247758" cy="1003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6" name="Straight Connector 452">
              <a:extLst>
                <a:ext uri="{FF2B5EF4-FFF2-40B4-BE49-F238E27FC236}">
                  <a16:creationId xmlns:a16="http://schemas.microsoft.com/office/drawing/2014/main" id="{E5843986-EC40-4ADA-99AC-BB89C124E094}"/>
                </a:ext>
              </a:extLst>
            </p:cNvPr>
            <p:cNvCxnSpPr>
              <a:cxnSpLocks/>
            </p:cNvCxnSpPr>
            <p:nvPr/>
          </p:nvCxnSpPr>
          <p:spPr>
            <a:xfrm>
              <a:off x="7826507" y="8511166"/>
              <a:ext cx="0" cy="1990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7" name="Straight Connector 452">
              <a:extLst>
                <a:ext uri="{FF2B5EF4-FFF2-40B4-BE49-F238E27FC236}">
                  <a16:creationId xmlns:a16="http://schemas.microsoft.com/office/drawing/2014/main" id="{C2105E8C-8F7C-418F-AE4F-6D1481024D7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567476" y="8429848"/>
              <a:ext cx="247758" cy="1003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8" name="Straight Connector 452">
              <a:extLst>
                <a:ext uri="{FF2B5EF4-FFF2-40B4-BE49-F238E27FC236}">
                  <a16:creationId xmlns:a16="http://schemas.microsoft.com/office/drawing/2014/main" id="{A9FCBC62-AB3A-479C-90EC-D21528D666C8}"/>
                </a:ext>
              </a:extLst>
            </p:cNvPr>
            <p:cNvCxnSpPr>
              <a:cxnSpLocks/>
            </p:cNvCxnSpPr>
            <p:nvPr/>
          </p:nvCxnSpPr>
          <p:spPr>
            <a:xfrm>
              <a:off x="7569817" y="8238688"/>
              <a:ext cx="0" cy="1990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9" name="Straight Connector 452">
              <a:extLst>
                <a:ext uri="{FF2B5EF4-FFF2-40B4-BE49-F238E27FC236}">
                  <a16:creationId xmlns:a16="http://schemas.microsoft.com/office/drawing/2014/main" id="{9F4850E3-E699-434B-BFF3-4709C9D2AB9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328643" y="8145052"/>
              <a:ext cx="247758" cy="1003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0" name="Straight Connector 452">
              <a:extLst>
                <a:ext uri="{FF2B5EF4-FFF2-40B4-BE49-F238E27FC236}">
                  <a16:creationId xmlns:a16="http://schemas.microsoft.com/office/drawing/2014/main" id="{AF50C9D7-D20E-4EFA-8FE3-95CA43DD2904}"/>
                </a:ext>
              </a:extLst>
            </p:cNvPr>
            <p:cNvCxnSpPr>
              <a:cxnSpLocks/>
            </p:cNvCxnSpPr>
            <p:nvPr/>
          </p:nvCxnSpPr>
          <p:spPr>
            <a:xfrm>
              <a:off x="7337316" y="7966235"/>
              <a:ext cx="0" cy="1990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1" name="Straight Connector 452">
              <a:extLst>
                <a:ext uri="{FF2B5EF4-FFF2-40B4-BE49-F238E27FC236}">
                  <a16:creationId xmlns:a16="http://schemas.microsoft.com/office/drawing/2014/main" id="{F87D9614-7716-4138-89AE-67CDE1A3FB9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902239" y="7772865"/>
              <a:ext cx="446453" cy="20123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3" name="Straight Connector 452">
              <a:extLst>
                <a:ext uri="{FF2B5EF4-FFF2-40B4-BE49-F238E27FC236}">
                  <a16:creationId xmlns:a16="http://schemas.microsoft.com/office/drawing/2014/main" id="{110E7E69-0928-4135-9A65-2AC8D581B61A}"/>
                </a:ext>
              </a:extLst>
            </p:cNvPr>
            <p:cNvCxnSpPr>
              <a:cxnSpLocks/>
            </p:cNvCxnSpPr>
            <p:nvPr/>
          </p:nvCxnSpPr>
          <p:spPr>
            <a:xfrm>
              <a:off x="6896785" y="7594653"/>
              <a:ext cx="0" cy="1990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4" name="Straight Connector 452">
              <a:extLst>
                <a:ext uri="{FF2B5EF4-FFF2-40B4-BE49-F238E27FC236}">
                  <a16:creationId xmlns:a16="http://schemas.microsoft.com/office/drawing/2014/main" id="{B08FFEFD-260D-4BEB-86D4-F42B84028A6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49027" y="7497357"/>
              <a:ext cx="247758" cy="1003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5" name="Straight Connector 452">
              <a:extLst>
                <a:ext uri="{FF2B5EF4-FFF2-40B4-BE49-F238E27FC236}">
                  <a16:creationId xmlns:a16="http://schemas.microsoft.com/office/drawing/2014/main" id="{53E27F4A-711C-4E9F-A926-25C187E7A96B}"/>
                </a:ext>
              </a:extLst>
            </p:cNvPr>
            <p:cNvCxnSpPr>
              <a:cxnSpLocks/>
            </p:cNvCxnSpPr>
            <p:nvPr/>
          </p:nvCxnSpPr>
          <p:spPr>
            <a:xfrm>
              <a:off x="6646124" y="7294967"/>
              <a:ext cx="0" cy="1990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6" name="Straight Connector 452">
              <a:extLst>
                <a:ext uri="{FF2B5EF4-FFF2-40B4-BE49-F238E27FC236}">
                  <a16:creationId xmlns:a16="http://schemas.microsoft.com/office/drawing/2014/main" id="{39282CD9-C3C3-4349-9B3D-0D6CF6221F6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73331" y="7336172"/>
              <a:ext cx="439091" cy="1767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8" name="Straight Connector 452">
              <a:extLst>
                <a:ext uri="{FF2B5EF4-FFF2-40B4-BE49-F238E27FC236}">
                  <a16:creationId xmlns:a16="http://schemas.microsoft.com/office/drawing/2014/main" id="{1BCB0918-A4CA-46EB-9F41-DE433274EB27}"/>
                </a:ext>
              </a:extLst>
            </p:cNvPr>
            <p:cNvCxnSpPr>
              <a:cxnSpLocks/>
            </p:cNvCxnSpPr>
            <p:nvPr/>
          </p:nvCxnSpPr>
          <p:spPr>
            <a:xfrm>
              <a:off x="7098381" y="7502447"/>
              <a:ext cx="0" cy="1990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9" name="Straight Connector 452">
              <a:extLst>
                <a:ext uri="{FF2B5EF4-FFF2-40B4-BE49-F238E27FC236}">
                  <a16:creationId xmlns:a16="http://schemas.microsoft.com/office/drawing/2014/main" id="{F44927E5-41A3-4C69-B11F-194D755C24A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085973" y="7697595"/>
              <a:ext cx="247758" cy="1003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0" name="Straight Connector 452">
              <a:extLst>
                <a:ext uri="{FF2B5EF4-FFF2-40B4-BE49-F238E27FC236}">
                  <a16:creationId xmlns:a16="http://schemas.microsoft.com/office/drawing/2014/main" id="{31F6B812-1B13-4251-A94A-1455640BEB9B}"/>
                </a:ext>
              </a:extLst>
            </p:cNvPr>
            <p:cNvCxnSpPr>
              <a:cxnSpLocks/>
            </p:cNvCxnSpPr>
            <p:nvPr/>
          </p:nvCxnSpPr>
          <p:spPr>
            <a:xfrm>
              <a:off x="7340749" y="7576415"/>
              <a:ext cx="0" cy="1990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1" name="Straight Connector 452">
              <a:extLst>
                <a:ext uri="{FF2B5EF4-FFF2-40B4-BE49-F238E27FC236}">
                  <a16:creationId xmlns:a16="http://schemas.microsoft.com/office/drawing/2014/main" id="{E6FD6CA4-C6AF-4F85-BE7B-05D269EDF22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334031" y="7594037"/>
              <a:ext cx="247758" cy="1003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2" name="Straight Connector 452">
              <a:extLst>
                <a:ext uri="{FF2B5EF4-FFF2-40B4-BE49-F238E27FC236}">
                  <a16:creationId xmlns:a16="http://schemas.microsoft.com/office/drawing/2014/main" id="{1FD3E1DE-4DA6-4109-B95F-3C636CCC656F}"/>
                </a:ext>
              </a:extLst>
            </p:cNvPr>
            <p:cNvCxnSpPr>
              <a:cxnSpLocks/>
            </p:cNvCxnSpPr>
            <p:nvPr/>
          </p:nvCxnSpPr>
          <p:spPr>
            <a:xfrm>
              <a:off x="7578837" y="7345931"/>
              <a:ext cx="0" cy="32513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4" name="Straight Connector 452">
              <a:extLst>
                <a:ext uri="{FF2B5EF4-FFF2-40B4-BE49-F238E27FC236}">
                  <a16:creationId xmlns:a16="http://schemas.microsoft.com/office/drawing/2014/main" id="{119A0259-1708-4D52-867E-A303C6CBF0B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66009" y="7161484"/>
              <a:ext cx="478791" cy="18427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7" name="Straight Connector 452">
              <a:extLst>
                <a:ext uri="{FF2B5EF4-FFF2-40B4-BE49-F238E27FC236}">
                  <a16:creationId xmlns:a16="http://schemas.microsoft.com/office/drawing/2014/main" id="{5A784636-78B0-413B-8A46-14E12DBCD3D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051482" y="7159922"/>
              <a:ext cx="247758" cy="1003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8" name="Straight Connector 452">
              <a:extLst>
                <a:ext uri="{FF2B5EF4-FFF2-40B4-BE49-F238E27FC236}">
                  <a16:creationId xmlns:a16="http://schemas.microsoft.com/office/drawing/2014/main" id="{03191111-B96F-45DA-8C74-192ED2B3924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794270" y="7252294"/>
              <a:ext cx="478791" cy="18427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1" name="Straight Connector 452">
              <a:extLst>
                <a:ext uri="{FF2B5EF4-FFF2-40B4-BE49-F238E27FC236}">
                  <a16:creationId xmlns:a16="http://schemas.microsoft.com/office/drawing/2014/main" id="{E72AC0F7-8EF8-4259-8879-0F58B96C723B}"/>
                </a:ext>
              </a:extLst>
            </p:cNvPr>
            <p:cNvCxnSpPr>
              <a:cxnSpLocks/>
            </p:cNvCxnSpPr>
            <p:nvPr/>
          </p:nvCxnSpPr>
          <p:spPr>
            <a:xfrm>
              <a:off x="7800769" y="7418713"/>
              <a:ext cx="0" cy="1990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2" name="Straight Connector 452">
              <a:extLst>
                <a:ext uri="{FF2B5EF4-FFF2-40B4-BE49-F238E27FC236}">
                  <a16:creationId xmlns:a16="http://schemas.microsoft.com/office/drawing/2014/main" id="{2C94A224-ECD6-4AAD-A6F5-7F4A83A0EF2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803095" y="7497069"/>
              <a:ext cx="239959" cy="8933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3" name="Straight Connector 452">
              <a:extLst>
                <a:ext uri="{FF2B5EF4-FFF2-40B4-BE49-F238E27FC236}">
                  <a16:creationId xmlns:a16="http://schemas.microsoft.com/office/drawing/2014/main" id="{1B81EE36-2A7E-4D40-AD0C-0A569E1C0EC4}"/>
                </a:ext>
              </a:extLst>
            </p:cNvPr>
            <p:cNvCxnSpPr>
              <a:cxnSpLocks/>
            </p:cNvCxnSpPr>
            <p:nvPr/>
          </p:nvCxnSpPr>
          <p:spPr>
            <a:xfrm>
              <a:off x="8033665" y="7497525"/>
              <a:ext cx="6380" cy="37595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5" name="Straight Connector 452">
              <a:extLst>
                <a:ext uri="{FF2B5EF4-FFF2-40B4-BE49-F238E27FC236}">
                  <a16:creationId xmlns:a16="http://schemas.microsoft.com/office/drawing/2014/main" id="{EECE04C0-39C0-4FC3-AB28-69D430F31D9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798361" y="7864994"/>
              <a:ext cx="239959" cy="8933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6" name="Straight Connector 452">
              <a:extLst>
                <a:ext uri="{FF2B5EF4-FFF2-40B4-BE49-F238E27FC236}">
                  <a16:creationId xmlns:a16="http://schemas.microsoft.com/office/drawing/2014/main" id="{3F22E5A4-CBFA-44EC-AEC7-87757213D74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800769" y="7920871"/>
              <a:ext cx="2120" cy="41101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8" name="Straight Connector 452">
              <a:extLst>
                <a:ext uri="{FF2B5EF4-FFF2-40B4-BE49-F238E27FC236}">
                  <a16:creationId xmlns:a16="http://schemas.microsoft.com/office/drawing/2014/main" id="{EBC34825-B959-4F88-84B4-58EDFCE1E90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802092" y="8325550"/>
              <a:ext cx="247758" cy="1003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9" name="Straight Connector 452">
              <a:extLst>
                <a:ext uri="{FF2B5EF4-FFF2-40B4-BE49-F238E27FC236}">
                  <a16:creationId xmlns:a16="http://schemas.microsoft.com/office/drawing/2014/main" id="{D0AAC73D-DC90-48EB-BF15-A3AA6F37B74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065253" y="8140322"/>
              <a:ext cx="700438" cy="27776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1" name="Straight Connector 452">
              <a:extLst>
                <a:ext uri="{FF2B5EF4-FFF2-40B4-BE49-F238E27FC236}">
                  <a16:creationId xmlns:a16="http://schemas.microsoft.com/office/drawing/2014/main" id="{F5AC5F6F-EBC2-4FB5-A335-9EAC593FAA0B}"/>
                </a:ext>
              </a:extLst>
            </p:cNvPr>
            <p:cNvCxnSpPr>
              <a:cxnSpLocks/>
            </p:cNvCxnSpPr>
            <p:nvPr/>
          </p:nvCxnSpPr>
          <p:spPr>
            <a:xfrm>
              <a:off x="8756582" y="7941757"/>
              <a:ext cx="0" cy="1990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2" name="Straight Connector 452">
              <a:extLst>
                <a:ext uri="{FF2B5EF4-FFF2-40B4-BE49-F238E27FC236}">
                  <a16:creationId xmlns:a16="http://schemas.microsoft.com/office/drawing/2014/main" id="{3E239CD4-CBCC-4E27-878F-A056DF7D0F9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036855" y="7959202"/>
              <a:ext cx="700438" cy="27776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3" name="Straight Connector 452">
              <a:extLst>
                <a:ext uri="{FF2B5EF4-FFF2-40B4-BE49-F238E27FC236}">
                  <a16:creationId xmlns:a16="http://schemas.microsoft.com/office/drawing/2014/main" id="{18BFBC3C-CDD7-4277-8B59-85937D7EC6EA}"/>
                </a:ext>
              </a:extLst>
            </p:cNvPr>
            <p:cNvCxnSpPr>
              <a:cxnSpLocks/>
            </p:cNvCxnSpPr>
            <p:nvPr/>
          </p:nvCxnSpPr>
          <p:spPr>
            <a:xfrm>
              <a:off x="8054009" y="8037946"/>
              <a:ext cx="0" cy="1990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4" name="Straight Connector 452">
              <a:extLst>
                <a:ext uri="{FF2B5EF4-FFF2-40B4-BE49-F238E27FC236}">
                  <a16:creationId xmlns:a16="http://schemas.microsoft.com/office/drawing/2014/main" id="{F1B54134-6CDD-4161-939D-08606692E69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051815" y="7948427"/>
              <a:ext cx="239959" cy="8933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5" name="Straight Connector 452">
              <a:extLst>
                <a:ext uri="{FF2B5EF4-FFF2-40B4-BE49-F238E27FC236}">
                  <a16:creationId xmlns:a16="http://schemas.microsoft.com/office/drawing/2014/main" id="{D6B31C84-AE4B-43EB-A631-4CF8E73786D2}"/>
                </a:ext>
              </a:extLst>
            </p:cNvPr>
            <p:cNvCxnSpPr>
              <a:cxnSpLocks/>
            </p:cNvCxnSpPr>
            <p:nvPr/>
          </p:nvCxnSpPr>
          <p:spPr>
            <a:xfrm>
              <a:off x="8286764" y="7760905"/>
              <a:ext cx="0" cy="1990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6" name="Straight Connector 452">
              <a:extLst>
                <a:ext uri="{FF2B5EF4-FFF2-40B4-BE49-F238E27FC236}">
                  <a16:creationId xmlns:a16="http://schemas.microsoft.com/office/drawing/2014/main" id="{9DD6C91E-1FD7-4946-88BC-4D8C657A63B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95502" y="7788894"/>
              <a:ext cx="247758" cy="1003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7" name="Straight Connector 452">
              <a:extLst>
                <a:ext uri="{FF2B5EF4-FFF2-40B4-BE49-F238E27FC236}">
                  <a16:creationId xmlns:a16="http://schemas.microsoft.com/office/drawing/2014/main" id="{EBB2CB98-BFE8-4844-AC72-8F711208998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89995" y="7791035"/>
              <a:ext cx="239959" cy="8933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8" name="Straight Connector 452">
              <a:extLst>
                <a:ext uri="{FF2B5EF4-FFF2-40B4-BE49-F238E27FC236}">
                  <a16:creationId xmlns:a16="http://schemas.microsoft.com/office/drawing/2014/main" id="{4996857B-AAC8-4526-8442-DECB18765F98}"/>
                </a:ext>
              </a:extLst>
            </p:cNvPr>
            <p:cNvCxnSpPr>
              <a:cxnSpLocks/>
            </p:cNvCxnSpPr>
            <p:nvPr/>
          </p:nvCxnSpPr>
          <p:spPr>
            <a:xfrm>
              <a:off x="8750164" y="7594037"/>
              <a:ext cx="0" cy="1990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9" name="Straight Connector 452">
              <a:extLst>
                <a:ext uri="{FF2B5EF4-FFF2-40B4-BE49-F238E27FC236}">
                  <a16:creationId xmlns:a16="http://schemas.microsoft.com/office/drawing/2014/main" id="{2121679B-A6B6-447B-91E7-1855CE865CB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514452" y="7503988"/>
              <a:ext cx="247758" cy="1003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0" name="Straight Connector 452">
              <a:extLst>
                <a:ext uri="{FF2B5EF4-FFF2-40B4-BE49-F238E27FC236}">
                  <a16:creationId xmlns:a16="http://schemas.microsoft.com/office/drawing/2014/main" id="{831186D1-C10A-4A2C-BEF3-9BFCF410BFB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508824" y="7338371"/>
              <a:ext cx="247758" cy="1003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1" name="Straight Connector 452">
              <a:extLst>
                <a:ext uri="{FF2B5EF4-FFF2-40B4-BE49-F238E27FC236}">
                  <a16:creationId xmlns:a16="http://schemas.microsoft.com/office/drawing/2014/main" id="{468AF927-C70B-46A7-B5F3-6D66AAB90930}"/>
                </a:ext>
              </a:extLst>
            </p:cNvPr>
            <p:cNvCxnSpPr>
              <a:cxnSpLocks/>
            </p:cNvCxnSpPr>
            <p:nvPr/>
          </p:nvCxnSpPr>
          <p:spPr>
            <a:xfrm>
              <a:off x="8518939" y="7323730"/>
              <a:ext cx="0" cy="1990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2" name="Straight Connector 452">
              <a:extLst>
                <a:ext uri="{FF2B5EF4-FFF2-40B4-BE49-F238E27FC236}">
                  <a16:creationId xmlns:a16="http://schemas.microsoft.com/office/drawing/2014/main" id="{FEFA316F-FD40-48F9-AEB9-F8AD0F16D173}"/>
                </a:ext>
              </a:extLst>
            </p:cNvPr>
            <p:cNvCxnSpPr>
              <a:cxnSpLocks/>
            </p:cNvCxnSpPr>
            <p:nvPr/>
          </p:nvCxnSpPr>
          <p:spPr>
            <a:xfrm>
              <a:off x="8729954" y="7257103"/>
              <a:ext cx="0" cy="1990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3" name="Straight Connector 452">
              <a:extLst>
                <a:ext uri="{FF2B5EF4-FFF2-40B4-BE49-F238E27FC236}">
                  <a16:creationId xmlns:a16="http://schemas.microsoft.com/office/drawing/2014/main" id="{519AA0BD-1F72-4806-AA79-8543FB8255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741053" y="7151561"/>
              <a:ext cx="239959" cy="8933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4" name="Straight Connector 452">
              <a:extLst>
                <a:ext uri="{FF2B5EF4-FFF2-40B4-BE49-F238E27FC236}">
                  <a16:creationId xmlns:a16="http://schemas.microsoft.com/office/drawing/2014/main" id="{9E3784BF-0D8C-482F-99BC-6160D6252A9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983137" y="7162543"/>
              <a:ext cx="474984" cy="19697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5" name="Straight Connector 452">
              <a:extLst>
                <a:ext uri="{FF2B5EF4-FFF2-40B4-BE49-F238E27FC236}">
                  <a16:creationId xmlns:a16="http://schemas.microsoft.com/office/drawing/2014/main" id="{EF952BC9-65BF-4624-A6C9-DBEB61FD937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97277" y="6967149"/>
              <a:ext cx="477316" cy="18197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7" name="Straight Connector 452">
              <a:extLst>
                <a:ext uri="{FF2B5EF4-FFF2-40B4-BE49-F238E27FC236}">
                  <a16:creationId xmlns:a16="http://schemas.microsoft.com/office/drawing/2014/main" id="{26ED809F-9F3E-4BFE-9EE3-CF4941CCA2EC}"/>
                </a:ext>
              </a:extLst>
            </p:cNvPr>
            <p:cNvCxnSpPr>
              <a:cxnSpLocks/>
            </p:cNvCxnSpPr>
            <p:nvPr/>
          </p:nvCxnSpPr>
          <p:spPr>
            <a:xfrm>
              <a:off x="8504943" y="6964929"/>
              <a:ext cx="0" cy="1990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8" name="Straight Connector 452">
              <a:extLst>
                <a:ext uri="{FF2B5EF4-FFF2-40B4-BE49-F238E27FC236}">
                  <a16:creationId xmlns:a16="http://schemas.microsoft.com/office/drawing/2014/main" id="{20A7353B-D9CF-4566-88E4-B65CBB3C7A9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512099" y="6783423"/>
              <a:ext cx="477316" cy="18197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9" name="Straight Connector 452">
              <a:extLst>
                <a:ext uri="{FF2B5EF4-FFF2-40B4-BE49-F238E27FC236}">
                  <a16:creationId xmlns:a16="http://schemas.microsoft.com/office/drawing/2014/main" id="{7EA0557E-00AB-402E-9788-2539A99431E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739863" y="6687023"/>
              <a:ext cx="247758" cy="1003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0" name="Straight Connector 452">
              <a:extLst>
                <a:ext uri="{FF2B5EF4-FFF2-40B4-BE49-F238E27FC236}">
                  <a16:creationId xmlns:a16="http://schemas.microsoft.com/office/drawing/2014/main" id="{ECE33C35-52BF-4E74-92E0-88A67A551AC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57799" y="6691202"/>
              <a:ext cx="477316" cy="18197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1" name="Straight Connector 452">
              <a:extLst>
                <a:ext uri="{FF2B5EF4-FFF2-40B4-BE49-F238E27FC236}">
                  <a16:creationId xmlns:a16="http://schemas.microsoft.com/office/drawing/2014/main" id="{DAAC9108-F347-4B6D-8A5A-4553BCF7CD33}"/>
                </a:ext>
              </a:extLst>
            </p:cNvPr>
            <p:cNvCxnSpPr>
              <a:cxnSpLocks/>
            </p:cNvCxnSpPr>
            <p:nvPr/>
          </p:nvCxnSpPr>
          <p:spPr>
            <a:xfrm>
              <a:off x="8271181" y="6704437"/>
              <a:ext cx="0" cy="1990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2" name="Straight Connector 452">
              <a:extLst>
                <a:ext uri="{FF2B5EF4-FFF2-40B4-BE49-F238E27FC236}">
                  <a16:creationId xmlns:a16="http://schemas.microsoft.com/office/drawing/2014/main" id="{03647977-9DA4-4C8E-803F-6494B4149C6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71181" y="6513591"/>
              <a:ext cx="477316" cy="18197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3" name="Straight Connector 452">
              <a:extLst>
                <a:ext uri="{FF2B5EF4-FFF2-40B4-BE49-F238E27FC236}">
                  <a16:creationId xmlns:a16="http://schemas.microsoft.com/office/drawing/2014/main" id="{C3F09D20-6BE7-4B31-BBB1-40828BF5670A}"/>
                </a:ext>
              </a:extLst>
            </p:cNvPr>
            <p:cNvCxnSpPr>
              <a:cxnSpLocks/>
            </p:cNvCxnSpPr>
            <p:nvPr/>
          </p:nvCxnSpPr>
          <p:spPr>
            <a:xfrm>
              <a:off x="8716283" y="6312132"/>
              <a:ext cx="0" cy="1990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4" name="Straight Connector 452">
              <a:extLst>
                <a:ext uri="{FF2B5EF4-FFF2-40B4-BE49-F238E27FC236}">
                  <a16:creationId xmlns:a16="http://schemas.microsoft.com/office/drawing/2014/main" id="{BA041DCB-186E-43BE-B063-DED05D7AEA3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719065" y="6331871"/>
              <a:ext cx="247758" cy="1003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5" name="Straight Connector 452">
              <a:extLst>
                <a:ext uri="{FF2B5EF4-FFF2-40B4-BE49-F238E27FC236}">
                  <a16:creationId xmlns:a16="http://schemas.microsoft.com/office/drawing/2014/main" id="{E0497B4B-2316-492E-9929-002C56E72E3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971705" y="6249242"/>
              <a:ext cx="477316" cy="18197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6" name="Straight Connector 452">
              <a:extLst>
                <a:ext uri="{FF2B5EF4-FFF2-40B4-BE49-F238E27FC236}">
                  <a16:creationId xmlns:a16="http://schemas.microsoft.com/office/drawing/2014/main" id="{FC072B62-0E8D-4F57-8424-BBAE5707203A}"/>
                </a:ext>
              </a:extLst>
            </p:cNvPr>
            <p:cNvCxnSpPr>
              <a:cxnSpLocks/>
            </p:cNvCxnSpPr>
            <p:nvPr/>
          </p:nvCxnSpPr>
          <p:spPr>
            <a:xfrm>
              <a:off x="9450749" y="6044735"/>
              <a:ext cx="0" cy="1990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7" name="Straight Connector 452">
              <a:extLst>
                <a:ext uri="{FF2B5EF4-FFF2-40B4-BE49-F238E27FC236}">
                  <a16:creationId xmlns:a16="http://schemas.microsoft.com/office/drawing/2014/main" id="{D0869379-97BC-48D0-A84A-98497505948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948984" y="6059452"/>
              <a:ext cx="477316" cy="18197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8" name="Straight Connector 452">
              <a:extLst>
                <a:ext uri="{FF2B5EF4-FFF2-40B4-BE49-F238E27FC236}">
                  <a16:creationId xmlns:a16="http://schemas.microsoft.com/office/drawing/2014/main" id="{B16E4891-6B35-42DD-BD2A-FB7AC7986831}"/>
                </a:ext>
              </a:extLst>
            </p:cNvPr>
            <p:cNvCxnSpPr>
              <a:cxnSpLocks/>
            </p:cNvCxnSpPr>
            <p:nvPr/>
          </p:nvCxnSpPr>
          <p:spPr>
            <a:xfrm>
              <a:off x="8962745" y="5516638"/>
              <a:ext cx="8960" cy="70825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0" name="Straight Connector 452">
              <a:extLst>
                <a:ext uri="{FF2B5EF4-FFF2-40B4-BE49-F238E27FC236}">
                  <a16:creationId xmlns:a16="http://schemas.microsoft.com/office/drawing/2014/main" id="{C93861D5-B0FA-42E0-90AC-A2B2D6C20A1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938165" y="5505926"/>
              <a:ext cx="247758" cy="1003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1" name="Straight Connector 452">
              <a:extLst>
                <a:ext uri="{FF2B5EF4-FFF2-40B4-BE49-F238E27FC236}">
                  <a16:creationId xmlns:a16="http://schemas.microsoft.com/office/drawing/2014/main" id="{D9916824-5533-4FE6-8DE7-DCE5E865D8C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197917" y="5584250"/>
              <a:ext cx="8873" cy="37801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2" name="Straight Connector 452">
              <a:extLst>
                <a:ext uri="{FF2B5EF4-FFF2-40B4-BE49-F238E27FC236}">
                  <a16:creationId xmlns:a16="http://schemas.microsoft.com/office/drawing/2014/main" id="{EDE84AEA-0314-41FA-9427-3AD2CE0E57F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209796" y="5875703"/>
              <a:ext cx="246235" cy="10407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5" name="Straight Connector 452">
              <a:extLst>
                <a:ext uri="{FF2B5EF4-FFF2-40B4-BE49-F238E27FC236}">
                  <a16:creationId xmlns:a16="http://schemas.microsoft.com/office/drawing/2014/main" id="{733F48A5-3927-4986-81A1-D72213ED93E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183091" y="5056714"/>
              <a:ext cx="263250" cy="9789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6" name="Straight Connector 452">
              <a:extLst>
                <a:ext uri="{FF2B5EF4-FFF2-40B4-BE49-F238E27FC236}">
                  <a16:creationId xmlns:a16="http://schemas.microsoft.com/office/drawing/2014/main" id="{D1837D0D-22FE-4EAB-AC61-57B416D80BB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23207" y="5053621"/>
              <a:ext cx="493387" cy="1903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8" name="Straight Connector 452">
              <a:extLst>
                <a:ext uri="{FF2B5EF4-FFF2-40B4-BE49-F238E27FC236}">
                  <a16:creationId xmlns:a16="http://schemas.microsoft.com/office/drawing/2014/main" id="{8FF8A743-CDF7-4509-9494-7267E72EE03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501004" y="5160193"/>
              <a:ext cx="247758" cy="1003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9" name="Straight Connector 452">
              <a:extLst>
                <a:ext uri="{FF2B5EF4-FFF2-40B4-BE49-F238E27FC236}">
                  <a16:creationId xmlns:a16="http://schemas.microsoft.com/office/drawing/2014/main" id="{19946AE8-0BA4-46AF-A6EA-16DB176588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96976" y="4958873"/>
              <a:ext cx="493387" cy="1903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1" name="Straight Connector 452">
              <a:extLst>
                <a:ext uri="{FF2B5EF4-FFF2-40B4-BE49-F238E27FC236}">
                  <a16:creationId xmlns:a16="http://schemas.microsoft.com/office/drawing/2014/main" id="{20F4EB99-D87E-4FB9-A4A5-1CB5B35136E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56582" y="4137870"/>
              <a:ext cx="0" cy="19467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4" name="Straight Connector 452">
              <a:extLst>
                <a:ext uri="{FF2B5EF4-FFF2-40B4-BE49-F238E27FC236}">
                  <a16:creationId xmlns:a16="http://schemas.microsoft.com/office/drawing/2014/main" id="{00AF8503-5C4A-445B-915D-79C01AB23B0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730521" y="4123040"/>
              <a:ext cx="476680" cy="23471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2" name="Straight Connector 452">
              <a:extLst>
                <a:ext uri="{FF2B5EF4-FFF2-40B4-BE49-F238E27FC236}">
                  <a16:creationId xmlns:a16="http://schemas.microsoft.com/office/drawing/2014/main" id="{809EB77E-AFD1-4AE9-B31D-21578FCD964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885002" y="7869135"/>
              <a:ext cx="247758" cy="1003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4" name="Straight Connector 452">
              <a:extLst>
                <a:ext uri="{FF2B5EF4-FFF2-40B4-BE49-F238E27FC236}">
                  <a16:creationId xmlns:a16="http://schemas.microsoft.com/office/drawing/2014/main" id="{0B22E765-89B0-40E2-A59D-D156E137B1E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830047" y="8387776"/>
              <a:ext cx="8308" cy="35926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2" name="Straight Connector 452">
              <a:extLst>
                <a:ext uri="{FF2B5EF4-FFF2-40B4-BE49-F238E27FC236}">
                  <a16:creationId xmlns:a16="http://schemas.microsoft.com/office/drawing/2014/main" id="{D868BF2D-1ABA-438A-A331-BD20EFFD191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592502" y="8310686"/>
              <a:ext cx="258422" cy="10933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5" name="Straight Connector 452">
              <a:extLst>
                <a:ext uri="{FF2B5EF4-FFF2-40B4-BE49-F238E27FC236}">
                  <a16:creationId xmlns:a16="http://schemas.microsoft.com/office/drawing/2014/main" id="{2C68BF6C-7DA8-4280-81B7-C535ACBE81B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65004" y="7940005"/>
              <a:ext cx="3258" cy="18894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8" name="Straight Connector 452">
              <a:extLst>
                <a:ext uri="{FF2B5EF4-FFF2-40B4-BE49-F238E27FC236}">
                  <a16:creationId xmlns:a16="http://schemas.microsoft.com/office/drawing/2014/main" id="{2D317D08-B09B-45C3-B018-E8B95F74225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14357" y="8134084"/>
              <a:ext cx="3258" cy="18894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1" name="Straight Connector 452">
              <a:extLst>
                <a:ext uri="{FF2B5EF4-FFF2-40B4-BE49-F238E27FC236}">
                  <a16:creationId xmlns:a16="http://schemas.microsoft.com/office/drawing/2014/main" id="{D67BC38F-0EE3-439F-A31C-91E2A422ACC5}"/>
                </a:ext>
              </a:extLst>
            </p:cNvPr>
            <p:cNvCxnSpPr>
              <a:cxnSpLocks/>
            </p:cNvCxnSpPr>
            <p:nvPr/>
          </p:nvCxnSpPr>
          <p:spPr>
            <a:xfrm>
              <a:off x="10375153" y="8033798"/>
              <a:ext cx="234937" cy="10462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4" name="Straight Connector 452">
              <a:extLst>
                <a:ext uri="{FF2B5EF4-FFF2-40B4-BE49-F238E27FC236}">
                  <a16:creationId xmlns:a16="http://schemas.microsoft.com/office/drawing/2014/main" id="{3A664E75-1D82-49B9-A040-24189AE73CF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379388" y="7691549"/>
              <a:ext cx="3258" cy="33979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1" name="Straight Connector 452">
              <a:extLst>
                <a:ext uri="{FF2B5EF4-FFF2-40B4-BE49-F238E27FC236}">
                  <a16:creationId xmlns:a16="http://schemas.microsoft.com/office/drawing/2014/main" id="{BDA9A7E4-8497-4AE8-A3F5-79FD14BE59E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117405" y="7698800"/>
              <a:ext cx="236738" cy="10888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8" name="Straight Connector 452">
              <a:extLst>
                <a:ext uri="{FF2B5EF4-FFF2-40B4-BE49-F238E27FC236}">
                  <a16:creationId xmlns:a16="http://schemas.microsoft.com/office/drawing/2014/main" id="{AB2786A4-F365-4658-98BB-E1E33BA7326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889338" y="7693940"/>
              <a:ext cx="258422" cy="10933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3" name="Straight Connector 452">
              <a:extLst>
                <a:ext uri="{FF2B5EF4-FFF2-40B4-BE49-F238E27FC236}">
                  <a16:creationId xmlns:a16="http://schemas.microsoft.com/office/drawing/2014/main" id="{D37EDAAF-1FDB-44CB-BA8B-45F9BD8B228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650483" y="7701566"/>
              <a:ext cx="236738" cy="10888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6" name="Straight Connector 452">
              <a:extLst>
                <a:ext uri="{FF2B5EF4-FFF2-40B4-BE49-F238E27FC236}">
                  <a16:creationId xmlns:a16="http://schemas.microsoft.com/office/drawing/2014/main" id="{2B04EEA3-9DF8-481A-BA16-1A3EBE681419}"/>
                </a:ext>
              </a:extLst>
            </p:cNvPr>
            <p:cNvCxnSpPr>
              <a:cxnSpLocks/>
            </p:cNvCxnSpPr>
            <p:nvPr/>
          </p:nvCxnSpPr>
          <p:spPr>
            <a:xfrm>
              <a:off x="9674564" y="7252294"/>
              <a:ext cx="3107" cy="56482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2" name="Straight Connector 452">
              <a:extLst>
                <a:ext uri="{FF2B5EF4-FFF2-40B4-BE49-F238E27FC236}">
                  <a16:creationId xmlns:a16="http://schemas.microsoft.com/office/drawing/2014/main" id="{076A6D41-0F12-45D9-9606-A6413E64314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682680" y="7167251"/>
              <a:ext cx="236738" cy="10888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0" name="Straight Connector 452">
              <a:extLst>
                <a:ext uri="{FF2B5EF4-FFF2-40B4-BE49-F238E27FC236}">
                  <a16:creationId xmlns:a16="http://schemas.microsoft.com/office/drawing/2014/main" id="{D808928E-DF34-4F0B-A1B5-CFA6E4A5162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444166" y="6976107"/>
              <a:ext cx="472535" cy="1768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1" name="Straight Connector 452">
              <a:extLst>
                <a:ext uri="{FF2B5EF4-FFF2-40B4-BE49-F238E27FC236}">
                  <a16:creationId xmlns:a16="http://schemas.microsoft.com/office/drawing/2014/main" id="{17288E9B-37B7-45C7-8819-E739947AA8A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982259" y="6977829"/>
              <a:ext cx="482460" cy="19092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3" name="Straight Connector 452">
              <a:extLst>
                <a:ext uri="{FF2B5EF4-FFF2-40B4-BE49-F238E27FC236}">
                  <a16:creationId xmlns:a16="http://schemas.microsoft.com/office/drawing/2014/main" id="{EE2E902A-FE42-4018-9536-9BBB8EAFF44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458121" y="6969278"/>
              <a:ext cx="0" cy="19467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2" name="Straight Connector 452">
              <a:extLst>
                <a:ext uri="{FF2B5EF4-FFF2-40B4-BE49-F238E27FC236}">
                  <a16:creationId xmlns:a16="http://schemas.microsoft.com/office/drawing/2014/main" id="{43934067-B041-4CDA-94AE-EFCAD9412C2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464719" y="5885860"/>
              <a:ext cx="201432" cy="8751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7" name="Straight Connector 452">
              <a:extLst>
                <a:ext uri="{FF2B5EF4-FFF2-40B4-BE49-F238E27FC236}">
                  <a16:creationId xmlns:a16="http://schemas.microsoft.com/office/drawing/2014/main" id="{A47B0C27-8A31-48F0-8DE8-F472F612172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641442" y="5586260"/>
              <a:ext cx="274295" cy="10158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3" name="Straight Connector 452">
              <a:extLst>
                <a:ext uri="{FF2B5EF4-FFF2-40B4-BE49-F238E27FC236}">
                  <a16:creationId xmlns:a16="http://schemas.microsoft.com/office/drawing/2014/main" id="{F4CEC31E-77A0-4E7F-9D6D-F06AB81FFE0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415758" y="5598653"/>
              <a:ext cx="246235" cy="10407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5" name="Straight Connector 452">
              <a:extLst>
                <a:ext uri="{FF2B5EF4-FFF2-40B4-BE49-F238E27FC236}">
                  <a16:creationId xmlns:a16="http://schemas.microsoft.com/office/drawing/2014/main" id="{4FC612D8-A8B2-4D85-A66B-7D8A271C910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434566" y="5398238"/>
              <a:ext cx="246235" cy="10407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6" name="Straight Connector 452">
              <a:extLst>
                <a:ext uri="{FF2B5EF4-FFF2-40B4-BE49-F238E27FC236}">
                  <a16:creationId xmlns:a16="http://schemas.microsoft.com/office/drawing/2014/main" id="{2B502913-B313-46E9-B27B-645E87C718E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375153" y="5164039"/>
              <a:ext cx="0" cy="19679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9" name="Straight Connector 452">
              <a:extLst>
                <a:ext uri="{FF2B5EF4-FFF2-40B4-BE49-F238E27FC236}">
                  <a16:creationId xmlns:a16="http://schemas.microsoft.com/office/drawing/2014/main" id="{36F72A35-3851-424E-AE3B-B29DBEDF6C2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356593" y="5081608"/>
              <a:ext cx="246235" cy="10407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0" name="Straight Connector 452">
              <a:extLst>
                <a:ext uri="{FF2B5EF4-FFF2-40B4-BE49-F238E27FC236}">
                  <a16:creationId xmlns:a16="http://schemas.microsoft.com/office/drawing/2014/main" id="{299D80AB-EA63-4CF7-BD62-86DA1FB0C11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345376" y="4979626"/>
              <a:ext cx="263250" cy="9789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4" name="Straight Connector 452">
              <a:extLst>
                <a:ext uri="{FF2B5EF4-FFF2-40B4-BE49-F238E27FC236}">
                  <a16:creationId xmlns:a16="http://schemas.microsoft.com/office/drawing/2014/main" id="{AAA06FCB-3312-4836-89C7-8DB65307457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119392" y="4975755"/>
              <a:ext cx="246235" cy="10407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7" name="Straight Connector 452">
              <a:extLst>
                <a:ext uri="{FF2B5EF4-FFF2-40B4-BE49-F238E27FC236}">
                  <a16:creationId xmlns:a16="http://schemas.microsoft.com/office/drawing/2014/main" id="{5C2FE20A-600D-4C9B-A77A-62625EF24C5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140625" y="5047152"/>
              <a:ext cx="0" cy="19679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0" name="Straight Connector 452">
              <a:extLst>
                <a:ext uri="{FF2B5EF4-FFF2-40B4-BE49-F238E27FC236}">
                  <a16:creationId xmlns:a16="http://schemas.microsoft.com/office/drawing/2014/main" id="{A850DEB9-A308-4476-8941-AB5EC570291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01244" y="5245066"/>
              <a:ext cx="246235" cy="10407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6" name="Straight Connector 452">
              <a:extLst>
                <a:ext uri="{FF2B5EF4-FFF2-40B4-BE49-F238E27FC236}">
                  <a16:creationId xmlns:a16="http://schemas.microsoft.com/office/drawing/2014/main" id="{9013CD9E-E203-42E2-B765-5D3D2F76113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53151" y="4973241"/>
              <a:ext cx="246235" cy="10407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9" name="Straight Connector 452">
              <a:extLst>
                <a:ext uri="{FF2B5EF4-FFF2-40B4-BE49-F238E27FC236}">
                  <a16:creationId xmlns:a16="http://schemas.microsoft.com/office/drawing/2014/main" id="{95FA0ED4-DFC3-4A1D-AF8D-C77295AA1BE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418055" y="5243705"/>
              <a:ext cx="246235" cy="10407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1" name="Straight Connector 452">
              <a:extLst>
                <a:ext uri="{FF2B5EF4-FFF2-40B4-BE49-F238E27FC236}">
                  <a16:creationId xmlns:a16="http://schemas.microsoft.com/office/drawing/2014/main" id="{E889C0C1-46AE-4CE3-B7B1-72DF11E50EE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441865" y="5139470"/>
              <a:ext cx="0" cy="19467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2" name="Straight Connector 452">
              <a:extLst>
                <a:ext uri="{FF2B5EF4-FFF2-40B4-BE49-F238E27FC236}">
                  <a16:creationId xmlns:a16="http://schemas.microsoft.com/office/drawing/2014/main" id="{2A696541-80F1-497C-976D-9FAB860FCC0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70933" y="5057269"/>
              <a:ext cx="0" cy="19467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team2">
            <a:extLst>
              <a:ext uri="{FF2B5EF4-FFF2-40B4-BE49-F238E27FC236}">
                <a16:creationId xmlns:a16="http://schemas.microsoft.com/office/drawing/2014/main" id="{3BE981CA-EDDA-459B-9EE7-B0BDFD22246F}"/>
              </a:ext>
            </a:extLst>
          </p:cNvPr>
          <p:cNvGrpSpPr/>
          <p:nvPr/>
        </p:nvGrpSpPr>
        <p:grpSpPr>
          <a:xfrm>
            <a:off x="565680" y="1790700"/>
            <a:ext cx="6805067" cy="8383898"/>
            <a:chOff x="565680" y="1790700"/>
            <a:chExt cx="6805067" cy="8383898"/>
          </a:xfrm>
        </p:grpSpPr>
        <p:cxnSp>
          <p:nvCxnSpPr>
            <p:cNvPr id="4" name="Straight Connector 452">
              <a:extLst>
                <a:ext uri="{FF2B5EF4-FFF2-40B4-BE49-F238E27FC236}">
                  <a16:creationId xmlns:a16="http://schemas.microsoft.com/office/drawing/2014/main" id="{A31ABA35-B6F8-4289-8FF3-3B02A951221C}"/>
                </a:ext>
              </a:extLst>
            </p:cNvPr>
            <p:cNvCxnSpPr>
              <a:cxnSpLocks/>
            </p:cNvCxnSpPr>
            <p:nvPr/>
          </p:nvCxnSpPr>
          <p:spPr>
            <a:xfrm>
              <a:off x="6403975" y="1790700"/>
              <a:ext cx="0" cy="3810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452">
              <a:extLst>
                <a:ext uri="{FF2B5EF4-FFF2-40B4-BE49-F238E27FC236}">
                  <a16:creationId xmlns:a16="http://schemas.microsoft.com/office/drawing/2014/main" id="{64B6597A-7BD2-4295-94CE-258884C312F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88075" y="2146300"/>
              <a:ext cx="215900" cy="14287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452">
              <a:extLst>
                <a:ext uri="{FF2B5EF4-FFF2-40B4-BE49-F238E27FC236}">
                  <a16:creationId xmlns:a16="http://schemas.microsoft.com/office/drawing/2014/main" id="{2E634530-C013-4EE9-8D46-967850369BDA}"/>
                </a:ext>
              </a:extLst>
            </p:cNvPr>
            <p:cNvCxnSpPr>
              <a:cxnSpLocks/>
            </p:cNvCxnSpPr>
            <p:nvPr/>
          </p:nvCxnSpPr>
          <p:spPr>
            <a:xfrm>
              <a:off x="6176961" y="2289175"/>
              <a:ext cx="661" cy="91654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452">
              <a:extLst>
                <a:ext uri="{FF2B5EF4-FFF2-40B4-BE49-F238E27FC236}">
                  <a16:creationId xmlns:a16="http://schemas.microsoft.com/office/drawing/2014/main" id="{6C90CAAA-4F45-4375-B779-20F0C9A94FA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91075" y="4254692"/>
              <a:ext cx="1397000" cy="53638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452">
              <a:extLst>
                <a:ext uri="{FF2B5EF4-FFF2-40B4-BE49-F238E27FC236}">
                  <a16:creationId xmlns:a16="http://schemas.microsoft.com/office/drawing/2014/main" id="{12DBEF74-521F-48AC-8E67-BC57130C183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559300" y="4705350"/>
              <a:ext cx="231775" cy="8572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452">
              <a:extLst>
                <a:ext uri="{FF2B5EF4-FFF2-40B4-BE49-F238E27FC236}">
                  <a16:creationId xmlns:a16="http://schemas.microsoft.com/office/drawing/2014/main" id="{D8E389B3-2768-496A-9B3B-8A0F680A603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48031" y="4708526"/>
              <a:ext cx="717622" cy="28752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52">
              <a:extLst>
                <a:ext uri="{FF2B5EF4-FFF2-40B4-BE49-F238E27FC236}">
                  <a16:creationId xmlns:a16="http://schemas.microsoft.com/office/drawing/2014/main" id="{71CCBCC4-6B2D-459D-9D56-4BFE6558723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517523" y="4429127"/>
              <a:ext cx="706374" cy="28347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52">
              <a:extLst>
                <a:ext uri="{FF2B5EF4-FFF2-40B4-BE49-F238E27FC236}">
                  <a16:creationId xmlns:a16="http://schemas.microsoft.com/office/drawing/2014/main" id="{DE68BC7D-2002-4705-8F08-835E55AE51E0}"/>
                </a:ext>
              </a:extLst>
            </p:cNvPr>
            <p:cNvCxnSpPr>
              <a:cxnSpLocks/>
            </p:cNvCxnSpPr>
            <p:nvPr/>
          </p:nvCxnSpPr>
          <p:spPr>
            <a:xfrm>
              <a:off x="1517523" y="2960689"/>
              <a:ext cx="0" cy="146843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452">
              <a:extLst>
                <a:ext uri="{FF2B5EF4-FFF2-40B4-BE49-F238E27FC236}">
                  <a16:creationId xmlns:a16="http://schemas.microsoft.com/office/drawing/2014/main" id="{9217F176-8B66-4912-8293-27211762162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684906" y="4534693"/>
              <a:ext cx="1171196" cy="46135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452">
              <a:extLst>
                <a:ext uri="{FF2B5EF4-FFF2-40B4-BE49-F238E27FC236}">
                  <a16:creationId xmlns:a16="http://schemas.microsoft.com/office/drawing/2014/main" id="{452DC84A-1608-4561-900A-E66EFB73C4A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16814" y="4525168"/>
              <a:ext cx="487940" cy="18018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52">
              <a:extLst>
                <a:ext uri="{FF2B5EF4-FFF2-40B4-BE49-F238E27FC236}">
                  <a16:creationId xmlns:a16="http://schemas.microsoft.com/office/drawing/2014/main" id="{444E2C02-BB54-4958-A027-436852EE29B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63034" y="2883551"/>
              <a:ext cx="231775" cy="8572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Straight Connector 452">
              <a:extLst>
                <a:ext uri="{FF2B5EF4-FFF2-40B4-BE49-F238E27FC236}">
                  <a16:creationId xmlns:a16="http://schemas.microsoft.com/office/drawing/2014/main" id="{D810433A-C635-4800-AF42-48513AC4BE57}"/>
                </a:ext>
              </a:extLst>
            </p:cNvPr>
            <p:cNvCxnSpPr>
              <a:cxnSpLocks/>
            </p:cNvCxnSpPr>
            <p:nvPr/>
          </p:nvCxnSpPr>
          <p:spPr>
            <a:xfrm>
              <a:off x="1291609" y="2883551"/>
              <a:ext cx="0" cy="166042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Straight Connector 452">
              <a:extLst>
                <a:ext uri="{FF2B5EF4-FFF2-40B4-BE49-F238E27FC236}">
                  <a16:creationId xmlns:a16="http://schemas.microsoft.com/office/drawing/2014/main" id="{8E93F016-8073-47A3-9ACE-5C5CC894C55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86787" y="4538178"/>
              <a:ext cx="937174" cy="34338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Straight Connector 452">
              <a:extLst>
                <a:ext uri="{FF2B5EF4-FFF2-40B4-BE49-F238E27FC236}">
                  <a16:creationId xmlns:a16="http://schemas.microsoft.com/office/drawing/2014/main" id="{A568C35C-CA59-45E1-AE6D-04FDC627DA9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10663" y="4712597"/>
              <a:ext cx="487940" cy="18018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Straight Connector 452">
              <a:extLst>
                <a:ext uri="{FF2B5EF4-FFF2-40B4-BE49-F238E27FC236}">
                  <a16:creationId xmlns:a16="http://schemas.microsoft.com/office/drawing/2014/main" id="{DBAE4047-CE24-4A49-8C0F-A21D256CB30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680353" y="4712598"/>
              <a:ext cx="468587" cy="18018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traight Connector 452">
              <a:extLst>
                <a:ext uri="{FF2B5EF4-FFF2-40B4-BE49-F238E27FC236}">
                  <a16:creationId xmlns:a16="http://schemas.microsoft.com/office/drawing/2014/main" id="{E9F36CA9-9358-4CB6-A240-2105A51F6AE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51612" y="4888018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Straight Connector 452">
              <a:extLst>
                <a:ext uri="{FF2B5EF4-FFF2-40B4-BE49-F238E27FC236}">
                  <a16:creationId xmlns:a16="http://schemas.microsoft.com/office/drawing/2014/main" id="{373D13C3-59E1-4F90-9392-CF94D970EA7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324373" y="4977254"/>
              <a:ext cx="231775" cy="8572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Straight Connector 452">
              <a:extLst>
                <a:ext uri="{FF2B5EF4-FFF2-40B4-BE49-F238E27FC236}">
                  <a16:creationId xmlns:a16="http://schemas.microsoft.com/office/drawing/2014/main" id="{F61AA4C9-C202-4546-A098-BFF8A9908E6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84291" y="4973039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Straight Connector 452">
              <a:extLst>
                <a:ext uri="{FF2B5EF4-FFF2-40B4-BE49-F238E27FC236}">
                  <a16:creationId xmlns:a16="http://schemas.microsoft.com/office/drawing/2014/main" id="{E0B760EA-1A35-4F31-98A3-082D2271CF7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392117" y="4980116"/>
              <a:ext cx="461377" cy="17920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Straight Connector 452">
              <a:extLst>
                <a:ext uri="{FF2B5EF4-FFF2-40B4-BE49-F238E27FC236}">
                  <a16:creationId xmlns:a16="http://schemas.microsoft.com/office/drawing/2014/main" id="{1B269733-6590-440A-AB8C-7C0F8073998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60602" y="4971263"/>
              <a:ext cx="462206" cy="17834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Straight Connector 452">
              <a:extLst>
                <a:ext uri="{FF2B5EF4-FFF2-40B4-BE49-F238E27FC236}">
                  <a16:creationId xmlns:a16="http://schemas.microsoft.com/office/drawing/2014/main" id="{633FF690-8046-41CE-9D34-9A0DB094614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129629" y="5078081"/>
              <a:ext cx="231775" cy="8572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Straight Connector 452">
              <a:extLst>
                <a:ext uri="{FF2B5EF4-FFF2-40B4-BE49-F238E27FC236}">
                  <a16:creationId xmlns:a16="http://schemas.microsoft.com/office/drawing/2014/main" id="{FC4981CC-847E-49F1-8A11-C34C03B98A0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557651" y="5060272"/>
              <a:ext cx="7075" cy="37484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452">
              <a:extLst>
                <a:ext uri="{FF2B5EF4-FFF2-40B4-BE49-F238E27FC236}">
                  <a16:creationId xmlns:a16="http://schemas.microsoft.com/office/drawing/2014/main" id="{3D6FB5C7-5388-4FA4-A2F8-3775B2CBFE8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333676" y="5338367"/>
              <a:ext cx="231775" cy="8572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Connector 452">
              <a:extLst>
                <a:ext uri="{FF2B5EF4-FFF2-40B4-BE49-F238E27FC236}">
                  <a16:creationId xmlns:a16="http://schemas.microsoft.com/office/drawing/2014/main" id="{289806EA-9FC2-41AA-A7CA-B41FBE5F667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39943" y="5149540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Connector 452">
              <a:extLst>
                <a:ext uri="{FF2B5EF4-FFF2-40B4-BE49-F238E27FC236}">
                  <a16:creationId xmlns:a16="http://schemas.microsoft.com/office/drawing/2014/main" id="{B397299D-2A3A-43C8-BE20-1CABC9A3D44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48832" y="5161932"/>
              <a:ext cx="486021" cy="19234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Straight Connector 452">
              <a:extLst>
                <a:ext uri="{FF2B5EF4-FFF2-40B4-BE49-F238E27FC236}">
                  <a16:creationId xmlns:a16="http://schemas.microsoft.com/office/drawing/2014/main" id="{4EEC3C0F-DA76-4F80-86A2-1A3BE528FF0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609949" y="5259478"/>
              <a:ext cx="231775" cy="8572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Straight Connector 452">
              <a:extLst>
                <a:ext uri="{FF2B5EF4-FFF2-40B4-BE49-F238E27FC236}">
                  <a16:creationId xmlns:a16="http://schemas.microsoft.com/office/drawing/2014/main" id="{EFA0E349-EA88-41BA-99A0-B71F674A49A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19043" y="5253048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Straight Connector 452">
              <a:extLst>
                <a:ext uri="{FF2B5EF4-FFF2-40B4-BE49-F238E27FC236}">
                  <a16:creationId xmlns:a16="http://schemas.microsoft.com/office/drawing/2014/main" id="{12693B72-BBB5-4AE4-B254-25A356F43DB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613173" y="5430914"/>
              <a:ext cx="231775" cy="8572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Straight Connector 452">
              <a:extLst>
                <a:ext uri="{FF2B5EF4-FFF2-40B4-BE49-F238E27FC236}">
                  <a16:creationId xmlns:a16="http://schemas.microsoft.com/office/drawing/2014/main" id="{B4380E6E-93F8-4E7D-8CCF-315D59E30F2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41942" y="5412346"/>
              <a:ext cx="258889" cy="10502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Straight Connector 452">
              <a:extLst>
                <a:ext uri="{FF2B5EF4-FFF2-40B4-BE49-F238E27FC236}">
                  <a16:creationId xmlns:a16="http://schemas.microsoft.com/office/drawing/2014/main" id="{2B2794F0-6014-4144-8CC7-91D0426AF3C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87260" y="5417586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452">
              <a:extLst>
                <a:ext uri="{FF2B5EF4-FFF2-40B4-BE49-F238E27FC236}">
                  <a16:creationId xmlns:a16="http://schemas.microsoft.com/office/drawing/2014/main" id="{04A23565-C4AF-4122-9D82-FA58F21FC32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33815" y="5610058"/>
              <a:ext cx="258889" cy="10502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452">
              <a:extLst>
                <a:ext uri="{FF2B5EF4-FFF2-40B4-BE49-F238E27FC236}">
                  <a16:creationId xmlns:a16="http://schemas.microsoft.com/office/drawing/2014/main" id="{E7577012-2A35-43F1-9A63-BE5A4E72257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129239" y="5425691"/>
              <a:ext cx="721581" cy="27770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452">
              <a:extLst>
                <a:ext uri="{FF2B5EF4-FFF2-40B4-BE49-F238E27FC236}">
                  <a16:creationId xmlns:a16="http://schemas.microsoft.com/office/drawing/2014/main" id="{D1AD1329-A099-4EBA-9F9B-2A98A1CDBFF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47534" y="5421829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452">
              <a:extLst>
                <a:ext uri="{FF2B5EF4-FFF2-40B4-BE49-F238E27FC236}">
                  <a16:creationId xmlns:a16="http://schemas.microsoft.com/office/drawing/2014/main" id="{EBB52706-1BA7-4FD2-9586-1053FF080DB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148646" y="5614789"/>
              <a:ext cx="721581" cy="27770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452">
              <a:extLst>
                <a:ext uri="{FF2B5EF4-FFF2-40B4-BE49-F238E27FC236}">
                  <a16:creationId xmlns:a16="http://schemas.microsoft.com/office/drawing/2014/main" id="{86C09E53-54E5-4C3A-A241-BB1BB204488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46333" y="5768601"/>
              <a:ext cx="258889" cy="10502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Straight Connector 452">
              <a:extLst>
                <a:ext uri="{FF2B5EF4-FFF2-40B4-BE49-F238E27FC236}">
                  <a16:creationId xmlns:a16="http://schemas.microsoft.com/office/drawing/2014/main" id="{A79AA0FC-111E-4474-8AAF-8DC9BCF995A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90030" y="5763823"/>
              <a:ext cx="0" cy="39314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Straight Connector 452">
              <a:extLst>
                <a:ext uri="{FF2B5EF4-FFF2-40B4-BE49-F238E27FC236}">
                  <a16:creationId xmlns:a16="http://schemas.microsoft.com/office/drawing/2014/main" id="{30F0E5BC-2C66-40D7-8EEC-32B41190035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158961" y="5783269"/>
              <a:ext cx="939797" cy="36992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Straight Connector 452">
              <a:extLst>
                <a:ext uri="{FF2B5EF4-FFF2-40B4-BE49-F238E27FC236}">
                  <a16:creationId xmlns:a16="http://schemas.microsoft.com/office/drawing/2014/main" id="{FBF0F778-4C60-4AAB-B3F6-ECF22FD4F59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57058" y="5788228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Straight Connector 452">
              <a:extLst>
                <a:ext uri="{FF2B5EF4-FFF2-40B4-BE49-F238E27FC236}">
                  <a16:creationId xmlns:a16="http://schemas.microsoft.com/office/drawing/2014/main" id="{4D149264-DE7B-436B-A030-A732CD1FE3D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152516" y="5968474"/>
              <a:ext cx="231775" cy="8572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Straight Connector 452">
              <a:extLst>
                <a:ext uri="{FF2B5EF4-FFF2-40B4-BE49-F238E27FC236}">
                  <a16:creationId xmlns:a16="http://schemas.microsoft.com/office/drawing/2014/main" id="{0C16F8A4-5B1F-4DEC-B96A-D737EF5C1BF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71154" y="6054199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452">
              <a:extLst>
                <a:ext uri="{FF2B5EF4-FFF2-40B4-BE49-F238E27FC236}">
                  <a16:creationId xmlns:a16="http://schemas.microsoft.com/office/drawing/2014/main" id="{86EF69AA-3A97-4334-BEBF-19FA50031BB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374142" y="6233319"/>
              <a:ext cx="476890" cy="18152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Straight Connector 452">
              <a:extLst>
                <a:ext uri="{FF2B5EF4-FFF2-40B4-BE49-F238E27FC236}">
                  <a16:creationId xmlns:a16="http://schemas.microsoft.com/office/drawing/2014/main" id="{3C34F007-C3E5-41F0-895B-DD41D02A95F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42873" y="6240713"/>
              <a:ext cx="479935" cy="18508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Straight Connector 452">
              <a:extLst>
                <a:ext uri="{FF2B5EF4-FFF2-40B4-BE49-F238E27FC236}">
                  <a16:creationId xmlns:a16="http://schemas.microsoft.com/office/drawing/2014/main" id="{4A79ACFA-3211-48C4-9A6A-DD652990650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304668" y="6241431"/>
              <a:ext cx="231775" cy="8572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Straight Connector 452">
              <a:extLst>
                <a:ext uri="{FF2B5EF4-FFF2-40B4-BE49-F238E27FC236}">
                  <a16:creationId xmlns:a16="http://schemas.microsoft.com/office/drawing/2014/main" id="{A5D52D94-A4C9-445B-8E70-FD4902DD85E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49177" y="6315788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Straight Connector 452">
              <a:extLst>
                <a:ext uri="{FF2B5EF4-FFF2-40B4-BE49-F238E27FC236}">
                  <a16:creationId xmlns:a16="http://schemas.microsoft.com/office/drawing/2014/main" id="{303C95F2-BA77-442F-B374-DABBADA8106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538981" y="6506758"/>
              <a:ext cx="241818" cy="9324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Straight Connector 452">
              <a:extLst>
                <a:ext uri="{FF2B5EF4-FFF2-40B4-BE49-F238E27FC236}">
                  <a16:creationId xmlns:a16="http://schemas.microsoft.com/office/drawing/2014/main" id="{A13D767C-2FF3-4A1F-87F6-9824B763C30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36443" y="6606628"/>
              <a:ext cx="258889" cy="10502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Straight Connector 452">
              <a:extLst>
                <a:ext uri="{FF2B5EF4-FFF2-40B4-BE49-F238E27FC236}">
                  <a16:creationId xmlns:a16="http://schemas.microsoft.com/office/drawing/2014/main" id="{F439581B-159E-4C80-A64E-2CE87B7BC82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56148" y="6705357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Straight Connector 452">
              <a:extLst>
                <a:ext uri="{FF2B5EF4-FFF2-40B4-BE49-F238E27FC236}">
                  <a16:creationId xmlns:a16="http://schemas.microsoft.com/office/drawing/2014/main" id="{1C8AE480-4050-4AC8-96D0-8D76C5AD92E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04668" y="6882635"/>
              <a:ext cx="258889" cy="10502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Straight Connector 452">
              <a:extLst>
                <a:ext uri="{FF2B5EF4-FFF2-40B4-BE49-F238E27FC236}">
                  <a16:creationId xmlns:a16="http://schemas.microsoft.com/office/drawing/2014/main" id="{63D0594D-70ED-4643-A5F9-5758A28BE7F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33675" y="6414840"/>
              <a:ext cx="6268" cy="56452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452">
              <a:extLst>
                <a:ext uri="{FF2B5EF4-FFF2-40B4-BE49-F238E27FC236}">
                  <a16:creationId xmlns:a16="http://schemas.microsoft.com/office/drawing/2014/main" id="{C006C95F-CED0-442B-A5B3-B7D558DB397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65254" y="6407410"/>
              <a:ext cx="479935" cy="18508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452">
              <a:extLst>
                <a:ext uri="{FF2B5EF4-FFF2-40B4-BE49-F238E27FC236}">
                  <a16:creationId xmlns:a16="http://schemas.microsoft.com/office/drawing/2014/main" id="{4AB530A1-21A2-49CC-A7FF-CF99E772E5C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361404" y="6422235"/>
              <a:ext cx="507306" cy="18743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452">
              <a:extLst>
                <a:ext uri="{FF2B5EF4-FFF2-40B4-BE49-F238E27FC236}">
                  <a16:creationId xmlns:a16="http://schemas.microsoft.com/office/drawing/2014/main" id="{C5DFC767-9E35-4B24-B7DA-F176407E8F0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79628" y="6414840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452">
              <a:extLst>
                <a:ext uri="{FF2B5EF4-FFF2-40B4-BE49-F238E27FC236}">
                  <a16:creationId xmlns:a16="http://schemas.microsoft.com/office/drawing/2014/main" id="{E51D260B-942B-462A-A15E-57951FCEA01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374243" y="6605455"/>
              <a:ext cx="507306" cy="18743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452">
              <a:extLst>
                <a:ext uri="{FF2B5EF4-FFF2-40B4-BE49-F238E27FC236}">
                  <a16:creationId xmlns:a16="http://schemas.microsoft.com/office/drawing/2014/main" id="{CF2B0A50-8993-419A-80E9-222408E061E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60602" y="6772153"/>
              <a:ext cx="3579" cy="38273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452">
              <a:extLst>
                <a:ext uri="{FF2B5EF4-FFF2-40B4-BE49-F238E27FC236}">
                  <a16:creationId xmlns:a16="http://schemas.microsoft.com/office/drawing/2014/main" id="{82DB772A-4F09-460F-972F-085E09A9E13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29960" y="7039637"/>
              <a:ext cx="268798" cy="12431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452">
              <a:extLst>
                <a:ext uri="{FF2B5EF4-FFF2-40B4-BE49-F238E27FC236}">
                  <a16:creationId xmlns:a16="http://schemas.microsoft.com/office/drawing/2014/main" id="{5F8D11A0-8793-47AF-9950-67D3B9E8F1B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90030" y="7039637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452">
              <a:extLst>
                <a:ext uri="{FF2B5EF4-FFF2-40B4-BE49-F238E27FC236}">
                  <a16:creationId xmlns:a16="http://schemas.microsoft.com/office/drawing/2014/main" id="{3DA6C3EC-AAE2-4A45-B95A-7A8474A33FC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86982" y="7162076"/>
              <a:ext cx="258889" cy="10502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452">
              <a:extLst>
                <a:ext uri="{FF2B5EF4-FFF2-40B4-BE49-F238E27FC236}">
                  <a16:creationId xmlns:a16="http://schemas.microsoft.com/office/drawing/2014/main" id="{65148F67-3570-4EF4-AA87-3BA4ACA9358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333675" y="7157425"/>
              <a:ext cx="241818" cy="9324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452">
              <a:extLst>
                <a:ext uri="{FF2B5EF4-FFF2-40B4-BE49-F238E27FC236}">
                  <a16:creationId xmlns:a16="http://schemas.microsoft.com/office/drawing/2014/main" id="{FBBB80DA-58E0-4891-AA0D-86FCC50C5A2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48223" y="7067799"/>
              <a:ext cx="459761" cy="18876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452">
              <a:extLst>
                <a:ext uri="{FF2B5EF4-FFF2-40B4-BE49-F238E27FC236}">
                  <a16:creationId xmlns:a16="http://schemas.microsoft.com/office/drawing/2014/main" id="{AC6FDF6C-03ED-46AD-984E-98846EBC309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007984" y="7057265"/>
              <a:ext cx="725986" cy="27543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452">
              <a:extLst>
                <a:ext uri="{FF2B5EF4-FFF2-40B4-BE49-F238E27FC236}">
                  <a16:creationId xmlns:a16="http://schemas.microsoft.com/office/drawing/2014/main" id="{D0AE50DC-5685-40D9-9F55-448D1414ADE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10399" y="7247429"/>
              <a:ext cx="258889" cy="10502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452">
              <a:extLst>
                <a:ext uri="{FF2B5EF4-FFF2-40B4-BE49-F238E27FC236}">
                  <a16:creationId xmlns:a16="http://schemas.microsoft.com/office/drawing/2014/main" id="{8FF16293-EFDA-4F13-A346-5EE7B4AD502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965293" y="7240131"/>
              <a:ext cx="241818" cy="9324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452">
              <a:extLst>
                <a:ext uri="{FF2B5EF4-FFF2-40B4-BE49-F238E27FC236}">
                  <a16:creationId xmlns:a16="http://schemas.microsoft.com/office/drawing/2014/main" id="{4E90C1C1-0884-43F7-8605-5DCEC11C44E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65657" y="7236126"/>
              <a:ext cx="258889" cy="10502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452">
              <a:extLst>
                <a:ext uri="{FF2B5EF4-FFF2-40B4-BE49-F238E27FC236}">
                  <a16:creationId xmlns:a16="http://schemas.microsoft.com/office/drawing/2014/main" id="{2DA0FB9F-F957-4709-8568-6CA2FEBF075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20197" y="7228977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Straight Connector 452">
              <a:extLst>
                <a:ext uri="{FF2B5EF4-FFF2-40B4-BE49-F238E27FC236}">
                  <a16:creationId xmlns:a16="http://schemas.microsoft.com/office/drawing/2014/main" id="{0326B0FC-B370-4FC5-B20A-C7AE1C31D83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83570" y="7401545"/>
              <a:ext cx="258889" cy="10502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452">
              <a:extLst>
                <a:ext uri="{FF2B5EF4-FFF2-40B4-BE49-F238E27FC236}">
                  <a16:creationId xmlns:a16="http://schemas.microsoft.com/office/drawing/2014/main" id="{CAADA319-56A2-4232-9BD7-F3893DFF06B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93898" y="7506568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7" name="Straight Connector 452">
              <a:extLst>
                <a:ext uri="{FF2B5EF4-FFF2-40B4-BE49-F238E27FC236}">
                  <a16:creationId xmlns:a16="http://schemas.microsoft.com/office/drawing/2014/main" id="{0274807B-4B83-4314-9BA2-336E2F2ACC2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75653" y="7702565"/>
              <a:ext cx="241818" cy="9324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Straight Connector 452">
              <a:extLst>
                <a:ext uri="{FF2B5EF4-FFF2-40B4-BE49-F238E27FC236}">
                  <a16:creationId xmlns:a16="http://schemas.microsoft.com/office/drawing/2014/main" id="{BDDD7B7F-6914-47B5-A700-AFBA6BA9B70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17470" y="7772865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" name="Straight Connector 452">
              <a:extLst>
                <a:ext uri="{FF2B5EF4-FFF2-40B4-BE49-F238E27FC236}">
                  <a16:creationId xmlns:a16="http://schemas.microsoft.com/office/drawing/2014/main" id="{5D197AE9-27C0-47FC-8415-308E7839305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404306" y="7970970"/>
              <a:ext cx="241818" cy="9324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Straight Connector 452">
              <a:extLst>
                <a:ext uri="{FF2B5EF4-FFF2-40B4-BE49-F238E27FC236}">
                  <a16:creationId xmlns:a16="http://schemas.microsoft.com/office/drawing/2014/main" id="{09B06B85-3ECD-4783-93BF-F65D7AA52AF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31283" y="8041270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" name="Straight Connector 452">
              <a:extLst>
                <a:ext uri="{FF2B5EF4-FFF2-40B4-BE49-F238E27FC236}">
                  <a16:creationId xmlns:a16="http://schemas.microsoft.com/office/drawing/2014/main" id="{FD454162-EFCD-4AAE-8E35-6D6F654D6BD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33329" y="8239375"/>
              <a:ext cx="241818" cy="9324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Straight Connector 452">
              <a:extLst>
                <a:ext uri="{FF2B5EF4-FFF2-40B4-BE49-F238E27FC236}">
                  <a16:creationId xmlns:a16="http://schemas.microsoft.com/office/drawing/2014/main" id="{D68BE075-9012-40A2-8240-5BA74D2552A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70040" y="8134516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" name="Straight Connector 452">
              <a:extLst>
                <a:ext uri="{FF2B5EF4-FFF2-40B4-BE49-F238E27FC236}">
                  <a16:creationId xmlns:a16="http://schemas.microsoft.com/office/drawing/2014/main" id="{0DDD78B2-B79A-4DEE-88D3-6A35DFDA391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72808" y="8053435"/>
              <a:ext cx="258889" cy="10502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Straight Connector 452">
              <a:extLst>
                <a:ext uri="{FF2B5EF4-FFF2-40B4-BE49-F238E27FC236}">
                  <a16:creationId xmlns:a16="http://schemas.microsoft.com/office/drawing/2014/main" id="{3AF465E5-BADE-4F29-BC06-A75811D2A8F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31696" y="8053435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" name="Straight Connector 452">
              <a:extLst>
                <a:ext uri="{FF2B5EF4-FFF2-40B4-BE49-F238E27FC236}">
                  <a16:creationId xmlns:a16="http://schemas.microsoft.com/office/drawing/2014/main" id="{07948544-E5B9-4235-9F84-B89731F98AF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128929" y="8241983"/>
              <a:ext cx="241818" cy="9324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Straight Connector 452">
              <a:extLst>
                <a:ext uri="{FF2B5EF4-FFF2-40B4-BE49-F238E27FC236}">
                  <a16:creationId xmlns:a16="http://schemas.microsoft.com/office/drawing/2014/main" id="{76F0318C-8524-426B-97FF-3AB1DE97956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54539" y="8319702"/>
              <a:ext cx="0" cy="39249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Straight Connector 452">
              <a:extLst>
                <a:ext uri="{FF2B5EF4-FFF2-40B4-BE49-F238E27FC236}">
                  <a16:creationId xmlns:a16="http://schemas.microsoft.com/office/drawing/2014/main" id="{3F0CC13C-8089-4A38-BCAB-57F87C001AF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096001" y="8596397"/>
              <a:ext cx="241818" cy="9324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" name="Straight Connector 452">
              <a:extLst>
                <a:ext uri="{FF2B5EF4-FFF2-40B4-BE49-F238E27FC236}">
                  <a16:creationId xmlns:a16="http://schemas.microsoft.com/office/drawing/2014/main" id="{A48D6D01-CEE8-42FE-8E61-8A36D588A61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53752" y="8590508"/>
              <a:ext cx="258889" cy="10502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Straight Connector 452">
              <a:extLst>
                <a:ext uri="{FF2B5EF4-FFF2-40B4-BE49-F238E27FC236}">
                  <a16:creationId xmlns:a16="http://schemas.microsoft.com/office/drawing/2014/main" id="{C3DCCF87-9F1E-45DD-9218-FFE55E17219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11934" y="8598253"/>
              <a:ext cx="241818" cy="9324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" name="Straight Connector 452">
              <a:extLst>
                <a:ext uri="{FF2B5EF4-FFF2-40B4-BE49-F238E27FC236}">
                  <a16:creationId xmlns:a16="http://schemas.microsoft.com/office/drawing/2014/main" id="{8CD04C52-F094-4D5F-953A-7A9F1F46051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03849" y="8596397"/>
              <a:ext cx="258889" cy="10502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" name="Straight Connector 452">
              <a:extLst>
                <a:ext uri="{FF2B5EF4-FFF2-40B4-BE49-F238E27FC236}">
                  <a16:creationId xmlns:a16="http://schemas.microsoft.com/office/drawing/2014/main" id="{224E556A-0235-4C8B-9525-DA1B7A1588E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25785" y="8152487"/>
              <a:ext cx="0" cy="54893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Straight Connector 452">
              <a:extLst>
                <a:ext uri="{FF2B5EF4-FFF2-40B4-BE49-F238E27FC236}">
                  <a16:creationId xmlns:a16="http://schemas.microsoft.com/office/drawing/2014/main" id="{29193C59-79E9-4812-AD2F-DB5FA96AE69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92105" y="8061695"/>
              <a:ext cx="241818" cy="9324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" name="Straight Connector 452">
              <a:extLst>
                <a:ext uri="{FF2B5EF4-FFF2-40B4-BE49-F238E27FC236}">
                  <a16:creationId xmlns:a16="http://schemas.microsoft.com/office/drawing/2014/main" id="{CD638588-5834-4B02-ACEF-99A0F874CC6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02661" y="8045235"/>
              <a:ext cx="0" cy="54893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Straight Connector 452">
              <a:extLst>
                <a:ext uri="{FF2B5EF4-FFF2-40B4-BE49-F238E27FC236}">
                  <a16:creationId xmlns:a16="http://schemas.microsoft.com/office/drawing/2014/main" id="{571A1A20-60D8-47D2-832E-9B31081C1A3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52913" y="8590507"/>
              <a:ext cx="258889" cy="10502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" name="Straight Connector 452">
              <a:extLst>
                <a:ext uri="{FF2B5EF4-FFF2-40B4-BE49-F238E27FC236}">
                  <a16:creationId xmlns:a16="http://schemas.microsoft.com/office/drawing/2014/main" id="{8BC44A16-F7E8-4E0D-B36F-0472736F20A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54267" y="7970971"/>
              <a:ext cx="0" cy="74122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Straight Connector 452">
              <a:extLst>
                <a:ext uri="{FF2B5EF4-FFF2-40B4-BE49-F238E27FC236}">
                  <a16:creationId xmlns:a16="http://schemas.microsoft.com/office/drawing/2014/main" id="{D20745E1-362C-43CF-9330-BCC8DB902D0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56757" y="7876241"/>
              <a:ext cx="258889" cy="10502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Straight Connector 452">
              <a:extLst>
                <a:ext uri="{FF2B5EF4-FFF2-40B4-BE49-F238E27FC236}">
                  <a16:creationId xmlns:a16="http://schemas.microsoft.com/office/drawing/2014/main" id="{079A90F2-999F-4F0F-9173-FA0871BA9D2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948333" y="7785798"/>
              <a:ext cx="241818" cy="9324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Straight Connector 452">
              <a:extLst>
                <a:ext uri="{FF2B5EF4-FFF2-40B4-BE49-F238E27FC236}">
                  <a16:creationId xmlns:a16="http://schemas.microsoft.com/office/drawing/2014/main" id="{A7517AA6-EDAC-4688-9735-8829787241D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66096" y="7421457"/>
              <a:ext cx="0" cy="36117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3" name="Straight Connector 452">
              <a:extLst>
                <a:ext uri="{FF2B5EF4-FFF2-40B4-BE49-F238E27FC236}">
                  <a16:creationId xmlns:a16="http://schemas.microsoft.com/office/drawing/2014/main" id="{7EBE83FC-F194-47B1-B36C-062C853AE9D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486940" y="7409505"/>
              <a:ext cx="241818" cy="9324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Straight Connector 452">
              <a:extLst>
                <a:ext uri="{FF2B5EF4-FFF2-40B4-BE49-F238E27FC236}">
                  <a16:creationId xmlns:a16="http://schemas.microsoft.com/office/drawing/2014/main" id="{F19A380F-4FF0-4348-B463-7CD4595826C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16044" y="7405939"/>
              <a:ext cx="258889" cy="10502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Straight Connector 452">
              <a:extLst>
                <a:ext uri="{FF2B5EF4-FFF2-40B4-BE49-F238E27FC236}">
                  <a16:creationId xmlns:a16="http://schemas.microsoft.com/office/drawing/2014/main" id="{85498DA1-DE58-40A8-B32F-CC41A542451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18421" y="7411691"/>
              <a:ext cx="0" cy="36117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" name="Straight Connector 452">
              <a:extLst>
                <a:ext uri="{FF2B5EF4-FFF2-40B4-BE49-F238E27FC236}">
                  <a16:creationId xmlns:a16="http://schemas.microsoft.com/office/drawing/2014/main" id="{EBCA04DF-84F5-4423-9249-ECEF5B4354E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503836" y="7792446"/>
              <a:ext cx="241818" cy="9324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Straight Connector 452">
              <a:extLst>
                <a:ext uri="{FF2B5EF4-FFF2-40B4-BE49-F238E27FC236}">
                  <a16:creationId xmlns:a16="http://schemas.microsoft.com/office/drawing/2014/main" id="{98F2D711-8260-4E64-9369-9479826C720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28758" y="7862953"/>
              <a:ext cx="0" cy="74122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Straight Connector 452">
              <a:extLst>
                <a:ext uri="{FF2B5EF4-FFF2-40B4-BE49-F238E27FC236}">
                  <a16:creationId xmlns:a16="http://schemas.microsoft.com/office/drawing/2014/main" id="{22F88327-691E-4722-9FAE-F1992648759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79864" y="8601342"/>
              <a:ext cx="258889" cy="10502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Straight Connector 452">
              <a:extLst>
                <a:ext uri="{FF2B5EF4-FFF2-40B4-BE49-F238E27FC236}">
                  <a16:creationId xmlns:a16="http://schemas.microsoft.com/office/drawing/2014/main" id="{10B1841C-5DFF-44E4-9881-1124DCE6E93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007984" y="8515951"/>
              <a:ext cx="488266" cy="17369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Straight Connector 452">
              <a:extLst>
                <a:ext uri="{FF2B5EF4-FFF2-40B4-BE49-F238E27FC236}">
                  <a16:creationId xmlns:a16="http://schemas.microsoft.com/office/drawing/2014/main" id="{E6F2FB8A-C8A6-4CB7-B1AC-09712B40EE8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15706" y="8335229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" name="Straight Connector 452">
              <a:extLst>
                <a:ext uri="{FF2B5EF4-FFF2-40B4-BE49-F238E27FC236}">
                  <a16:creationId xmlns:a16="http://schemas.microsoft.com/office/drawing/2014/main" id="{34F0E9A6-561A-41E3-A186-49CAA26B2FF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998243" y="8347435"/>
              <a:ext cx="488266" cy="17369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Straight Connector 452">
              <a:extLst>
                <a:ext uri="{FF2B5EF4-FFF2-40B4-BE49-F238E27FC236}">
                  <a16:creationId xmlns:a16="http://schemas.microsoft.com/office/drawing/2014/main" id="{9A75E486-788E-4D52-A430-571A183EC78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82808" y="7981264"/>
              <a:ext cx="0" cy="54893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4" name="Straight Connector 452">
              <a:extLst>
                <a:ext uri="{FF2B5EF4-FFF2-40B4-BE49-F238E27FC236}">
                  <a16:creationId xmlns:a16="http://schemas.microsoft.com/office/drawing/2014/main" id="{8E6C721E-081D-45EF-B89A-D0795D785F0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36671" y="7975068"/>
              <a:ext cx="258889" cy="10502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Straight Connector 452">
              <a:extLst>
                <a:ext uri="{FF2B5EF4-FFF2-40B4-BE49-F238E27FC236}">
                  <a16:creationId xmlns:a16="http://schemas.microsoft.com/office/drawing/2014/main" id="{67474E67-D374-419E-9B72-C85DC1C202E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991292" y="7972888"/>
              <a:ext cx="241818" cy="9324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" name="Straight Connector 452">
              <a:extLst>
                <a:ext uri="{FF2B5EF4-FFF2-40B4-BE49-F238E27FC236}">
                  <a16:creationId xmlns:a16="http://schemas.microsoft.com/office/drawing/2014/main" id="{CF460C51-5653-48A3-B0FD-2DA982BD84C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94867" y="7879044"/>
              <a:ext cx="258889" cy="10502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Straight Connector 452">
              <a:extLst>
                <a:ext uri="{FF2B5EF4-FFF2-40B4-BE49-F238E27FC236}">
                  <a16:creationId xmlns:a16="http://schemas.microsoft.com/office/drawing/2014/main" id="{73391BC7-8484-48DF-ACA3-6CFEA9C5039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52117" y="7341149"/>
              <a:ext cx="0" cy="54200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Straight Connector 452">
              <a:extLst>
                <a:ext uri="{FF2B5EF4-FFF2-40B4-BE49-F238E27FC236}">
                  <a16:creationId xmlns:a16="http://schemas.microsoft.com/office/drawing/2014/main" id="{69AE7299-E715-436C-9B98-77290225291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017023" y="7245125"/>
              <a:ext cx="241818" cy="9324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" name="Straight Connector 452">
              <a:extLst>
                <a:ext uri="{FF2B5EF4-FFF2-40B4-BE49-F238E27FC236}">
                  <a16:creationId xmlns:a16="http://schemas.microsoft.com/office/drawing/2014/main" id="{BF611585-DC38-4640-96B2-15AE0B810FE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15706" y="7240870"/>
              <a:ext cx="0" cy="54176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Straight Connector 452">
              <a:extLst>
                <a:ext uri="{FF2B5EF4-FFF2-40B4-BE49-F238E27FC236}">
                  <a16:creationId xmlns:a16="http://schemas.microsoft.com/office/drawing/2014/main" id="{C3837E11-D694-4799-85D0-09BF8F1E6DF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769720" y="7682670"/>
              <a:ext cx="241818" cy="9324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" name="Straight Connector 452">
              <a:extLst>
                <a:ext uri="{FF2B5EF4-FFF2-40B4-BE49-F238E27FC236}">
                  <a16:creationId xmlns:a16="http://schemas.microsoft.com/office/drawing/2014/main" id="{96330122-D727-4760-90DB-84A74AC3E5A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84996" y="7330375"/>
              <a:ext cx="0" cy="36117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4" name="Straight Connector 452">
              <a:extLst>
                <a:ext uri="{FF2B5EF4-FFF2-40B4-BE49-F238E27FC236}">
                  <a16:creationId xmlns:a16="http://schemas.microsoft.com/office/drawing/2014/main" id="{DDFFED78-71D3-4B36-BF5C-470DDF5CFA3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32631" y="7330375"/>
              <a:ext cx="258889" cy="10502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Straight Connector 452">
              <a:extLst>
                <a:ext uri="{FF2B5EF4-FFF2-40B4-BE49-F238E27FC236}">
                  <a16:creationId xmlns:a16="http://schemas.microsoft.com/office/drawing/2014/main" id="{9937EF6C-11F5-4953-9015-EAD259687B2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48223" y="7421457"/>
              <a:ext cx="0" cy="36117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6" name="Straight Connector 452">
              <a:extLst>
                <a:ext uri="{FF2B5EF4-FFF2-40B4-BE49-F238E27FC236}">
                  <a16:creationId xmlns:a16="http://schemas.microsoft.com/office/drawing/2014/main" id="{B5003731-FE8F-4D1C-8EC8-18109587E94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321739" y="7702565"/>
              <a:ext cx="241818" cy="9324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7" name="Straight Connector 452">
              <a:extLst>
                <a:ext uri="{FF2B5EF4-FFF2-40B4-BE49-F238E27FC236}">
                  <a16:creationId xmlns:a16="http://schemas.microsoft.com/office/drawing/2014/main" id="{E1F41B42-EA3D-4A03-888E-944640F287A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24831" y="7352452"/>
              <a:ext cx="0" cy="36117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8" name="Straight Connector 452">
              <a:extLst>
                <a:ext uri="{FF2B5EF4-FFF2-40B4-BE49-F238E27FC236}">
                  <a16:creationId xmlns:a16="http://schemas.microsoft.com/office/drawing/2014/main" id="{240F7E74-0FC1-4CB2-8642-493128FAD30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50820" y="7330375"/>
              <a:ext cx="489650" cy="18746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0" name="Straight Connector 452">
              <a:extLst>
                <a:ext uri="{FF2B5EF4-FFF2-40B4-BE49-F238E27FC236}">
                  <a16:creationId xmlns:a16="http://schemas.microsoft.com/office/drawing/2014/main" id="{C57BC8BB-8BF5-49BB-820E-BEF9BBE1E2F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66549" y="7502751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1" name="Straight Connector 452">
              <a:extLst>
                <a:ext uri="{FF2B5EF4-FFF2-40B4-BE49-F238E27FC236}">
                  <a16:creationId xmlns:a16="http://schemas.microsoft.com/office/drawing/2014/main" id="{53F303FC-7363-4753-B62C-CE4BEC1FC18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56386" y="7601803"/>
              <a:ext cx="258889" cy="10502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2" name="Straight Connector 452">
              <a:extLst>
                <a:ext uri="{FF2B5EF4-FFF2-40B4-BE49-F238E27FC236}">
                  <a16:creationId xmlns:a16="http://schemas.microsoft.com/office/drawing/2014/main" id="{CA4CE669-8401-47F1-93F5-B76409F2792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92516" y="7594341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3" name="Straight Connector 452">
              <a:extLst>
                <a:ext uri="{FF2B5EF4-FFF2-40B4-BE49-F238E27FC236}">
                  <a16:creationId xmlns:a16="http://schemas.microsoft.com/office/drawing/2014/main" id="{A22FB90C-F760-4CD1-ADA4-62EE552D1C5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09949" y="7786557"/>
              <a:ext cx="485170" cy="19470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5" name="Straight Connector 452">
              <a:extLst>
                <a:ext uri="{FF2B5EF4-FFF2-40B4-BE49-F238E27FC236}">
                  <a16:creationId xmlns:a16="http://schemas.microsoft.com/office/drawing/2014/main" id="{7AAE874E-B7B9-489D-AE61-9FEAE6AC021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19043" y="7954382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6" name="Straight Connector 452">
              <a:extLst>
                <a:ext uri="{FF2B5EF4-FFF2-40B4-BE49-F238E27FC236}">
                  <a16:creationId xmlns:a16="http://schemas.microsoft.com/office/drawing/2014/main" id="{47425D1A-68C3-4D65-BBC8-D6E91AE8E18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20500" y="7885692"/>
              <a:ext cx="685722" cy="26184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8" name="Straight Connector 452">
              <a:extLst>
                <a:ext uri="{FF2B5EF4-FFF2-40B4-BE49-F238E27FC236}">
                  <a16:creationId xmlns:a16="http://schemas.microsoft.com/office/drawing/2014/main" id="{09F7139F-07B8-43F0-BCD0-BCE203E7D94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00615" y="7863590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9" name="Straight Connector 452">
              <a:extLst>
                <a:ext uri="{FF2B5EF4-FFF2-40B4-BE49-F238E27FC236}">
                  <a16:creationId xmlns:a16="http://schemas.microsoft.com/office/drawing/2014/main" id="{80E30C52-9F09-4DEA-90EB-3BFFC27CEEB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05263" y="8060995"/>
              <a:ext cx="685722" cy="26184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0" name="Straight Connector 452">
              <a:extLst>
                <a:ext uri="{FF2B5EF4-FFF2-40B4-BE49-F238E27FC236}">
                  <a16:creationId xmlns:a16="http://schemas.microsoft.com/office/drawing/2014/main" id="{B691B444-E2E0-454C-975B-48E42FAB42F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596669" y="8322840"/>
              <a:ext cx="267511" cy="11922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1" name="Straight Connector 452">
              <a:extLst>
                <a:ext uri="{FF2B5EF4-FFF2-40B4-BE49-F238E27FC236}">
                  <a16:creationId xmlns:a16="http://schemas.microsoft.com/office/drawing/2014/main" id="{B8438A13-EFAE-4FD0-97E7-1C20AF8CF30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43161" y="8171471"/>
              <a:ext cx="706616" cy="27473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3" name="Straight Connector 452">
              <a:extLst>
                <a:ext uri="{FF2B5EF4-FFF2-40B4-BE49-F238E27FC236}">
                  <a16:creationId xmlns:a16="http://schemas.microsoft.com/office/drawing/2014/main" id="{0CA68985-D442-43C8-812F-ECF5AB67975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532494" y="8154941"/>
              <a:ext cx="267511" cy="11922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5" name="Straight Connector 452">
              <a:extLst>
                <a:ext uri="{FF2B5EF4-FFF2-40B4-BE49-F238E27FC236}">
                  <a16:creationId xmlns:a16="http://schemas.microsoft.com/office/drawing/2014/main" id="{9F55FD00-1C8B-4FD2-A2A8-1A2BF8927E3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48031" y="8241984"/>
              <a:ext cx="933565" cy="39131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7" name="Straight Connector 452">
              <a:extLst>
                <a:ext uri="{FF2B5EF4-FFF2-40B4-BE49-F238E27FC236}">
                  <a16:creationId xmlns:a16="http://schemas.microsoft.com/office/drawing/2014/main" id="{F6A7465E-6022-4E55-8485-28CE25D9F68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827608" y="8610679"/>
              <a:ext cx="267511" cy="11922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8" name="Straight Connector 452">
              <a:extLst>
                <a:ext uri="{FF2B5EF4-FFF2-40B4-BE49-F238E27FC236}">
                  <a16:creationId xmlns:a16="http://schemas.microsoft.com/office/drawing/2014/main" id="{86258FB8-6AE0-4088-A207-E03088DAEA3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81499" y="8444803"/>
              <a:ext cx="706616" cy="27473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9" name="Straight Connector 452">
              <a:extLst>
                <a:ext uri="{FF2B5EF4-FFF2-40B4-BE49-F238E27FC236}">
                  <a16:creationId xmlns:a16="http://schemas.microsoft.com/office/drawing/2014/main" id="{644564A7-2366-4D8A-9389-52502FA84AF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787993" y="8434021"/>
              <a:ext cx="7733" cy="37660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1" name="Straight Connector 452">
              <a:extLst>
                <a:ext uri="{FF2B5EF4-FFF2-40B4-BE49-F238E27FC236}">
                  <a16:creationId xmlns:a16="http://schemas.microsoft.com/office/drawing/2014/main" id="{FA94DE90-3F7A-40BD-A1E5-5E664CD2973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770574" y="8777478"/>
              <a:ext cx="267511" cy="11922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2" name="Straight Connector 452">
              <a:extLst>
                <a:ext uri="{FF2B5EF4-FFF2-40B4-BE49-F238E27FC236}">
                  <a16:creationId xmlns:a16="http://schemas.microsoft.com/office/drawing/2014/main" id="{3B4B828D-26C9-4850-B37A-F16EB625027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38084" y="8869591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3" name="Straight Connector 452">
              <a:extLst>
                <a:ext uri="{FF2B5EF4-FFF2-40B4-BE49-F238E27FC236}">
                  <a16:creationId xmlns:a16="http://schemas.microsoft.com/office/drawing/2014/main" id="{3A3D3991-0A9A-4AAC-B5BC-7B500ADE94E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556148" y="8884495"/>
              <a:ext cx="481084" cy="17376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5" name="Straight Connector 452">
              <a:extLst>
                <a:ext uri="{FF2B5EF4-FFF2-40B4-BE49-F238E27FC236}">
                  <a16:creationId xmlns:a16="http://schemas.microsoft.com/office/drawing/2014/main" id="{2502A5A9-1D39-49B3-8EA5-81BD52ED3A0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61538" y="8695280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6" name="Straight Connector 452">
              <a:extLst>
                <a:ext uri="{FF2B5EF4-FFF2-40B4-BE49-F238E27FC236}">
                  <a16:creationId xmlns:a16="http://schemas.microsoft.com/office/drawing/2014/main" id="{1A949219-E05F-440F-A993-A9A6DC2DDCF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100831" y="8704207"/>
              <a:ext cx="468692" cy="18028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" name="Straight Connector 452">
              <a:extLst>
                <a:ext uri="{FF2B5EF4-FFF2-40B4-BE49-F238E27FC236}">
                  <a16:creationId xmlns:a16="http://schemas.microsoft.com/office/drawing/2014/main" id="{4C514F93-ABB0-477D-8D4B-E45D80A45DC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079109" y="8875026"/>
              <a:ext cx="712411" cy="29025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" name="Straight Connector 452">
              <a:extLst>
                <a:ext uri="{FF2B5EF4-FFF2-40B4-BE49-F238E27FC236}">
                  <a16:creationId xmlns:a16="http://schemas.microsoft.com/office/drawing/2014/main" id="{24C789E0-48F0-4559-9781-951D145CD5F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36804" y="9157545"/>
              <a:ext cx="258889" cy="10502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1" name="Straight Connector 452">
              <a:extLst>
                <a:ext uri="{FF2B5EF4-FFF2-40B4-BE49-F238E27FC236}">
                  <a16:creationId xmlns:a16="http://schemas.microsoft.com/office/drawing/2014/main" id="{BACE3EB9-8728-45A3-B037-8229ED17EF6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856102" y="8969200"/>
              <a:ext cx="712411" cy="29025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2" name="Straight Connector 452">
              <a:extLst>
                <a:ext uri="{FF2B5EF4-FFF2-40B4-BE49-F238E27FC236}">
                  <a16:creationId xmlns:a16="http://schemas.microsoft.com/office/drawing/2014/main" id="{4F5C4371-CECF-4037-B5E0-83AC1B472C5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55378" y="8955768"/>
              <a:ext cx="0" cy="39460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5" name="Straight Connector 452">
              <a:extLst>
                <a:ext uri="{FF2B5EF4-FFF2-40B4-BE49-F238E27FC236}">
                  <a16:creationId xmlns:a16="http://schemas.microsoft.com/office/drawing/2014/main" id="{EB4A904E-A434-459C-B9E6-BCFF1063DAC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847764" y="9317765"/>
              <a:ext cx="267511" cy="11922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6" name="Straight Connector 452">
              <a:extLst>
                <a:ext uri="{FF2B5EF4-FFF2-40B4-BE49-F238E27FC236}">
                  <a16:creationId xmlns:a16="http://schemas.microsoft.com/office/drawing/2014/main" id="{573AD022-8966-4CE3-902B-7A2AE80FA87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95118" y="9404574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7" name="Straight Connector 452">
              <a:extLst>
                <a:ext uri="{FF2B5EF4-FFF2-40B4-BE49-F238E27FC236}">
                  <a16:creationId xmlns:a16="http://schemas.microsoft.com/office/drawing/2014/main" id="{62542E19-102A-460C-8060-DD1765267C6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814368" y="9483455"/>
              <a:ext cx="267511" cy="11922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8" name="Straight Connector 452">
              <a:extLst>
                <a:ext uri="{FF2B5EF4-FFF2-40B4-BE49-F238E27FC236}">
                  <a16:creationId xmlns:a16="http://schemas.microsoft.com/office/drawing/2014/main" id="{82B8A384-2ACD-4798-B584-AC217728E28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841724" y="9503627"/>
              <a:ext cx="7108" cy="37860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1" name="Straight Connector 452">
              <a:extLst>
                <a:ext uri="{FF2B5EF4-FFF2-40B4-BE49-F238E27FC236}">
                  <a16:creationId xmlns:a16="http://schemas.microsoft.com/office/drawing/2014/main" id="{6B24BC0F-58B5-4221-A612-BD55E834239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619043" y="9798986"/>
              <a:ext cx="238283" cy="10342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4" name="Straight Connector 452">
              <a:extLst>
                <a:ext uri="{FF2B5EF4-FFF2-40B4-BE49-F238E27FC236}">
                  <a16:creationId xmlns:a16="http://schemas.microsoft.com/office/drawing/2014/main" id="{C30B7014-0B82-4BE1-A03A-11527D366D8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19043" y="9783183"/>
              <a:ext cx="0" cy="36729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6" name="Straight Connector 452">
              <a:extLst>
                <a:ext uri="{FF2B5EF4-FFF2-40B4-BE49-F238E27FC236}">
                  <a16:creationId xmlns:a16="http://schemas.microsoft.com/office/drawing/2014/main" id="{7E0CD82B-A778-421D-85B0-822D91A95CB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147534" y="9966829"/>
              <a:ext cx="471510" cy="18364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8" name="Straight Connector 452">
              <a:extLst>
                <a:ext uri="{FF2B5EF4-FFF2-40B4-BE49-F238E27FC236}">
                  <a16:creationId xmlns:a16="http://schemas.microsoft.com/office/drawing/2014/main" id="{516CBB40-EC59-4BE4-9617-5F6A04715EA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157058" y="9602679"/>
              <a:ext cx="7108" cy="37860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9" name="Straight Connector 452">
              <a:extLst>
                <a:ext uri="{FF2B5EF4-FFF2-40B4-BE49-F238E27FC236}">
                  <a16:creationId xmlns:a16="http://schemas.microsoft.com/office/drawing/2014/main" id="{2DCD9590-4A6A-44EF-8A20-87FF78EF2B9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135604" y="9520002"/>
              <a:ext cx="258889" cy="10502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0" name="Straight Connector 452">
              <a:extLst>
                <a:ext uri="{FF2B5EF4-FFF2-40B4-BE49-F238E27FC236}">
                  <a16:creationId xmlns:a16="http://schemas.microsoft.com/office/drawing/2014/main" id="{353B8F00-C2E3-4F8D-885F-5D391A823E3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407535" y="9520002"/>
              <a:ext cx="238283" cy="10342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1" name="Straight Connector 452">
              <a:extLst>
                <a:ext uri="{FF2B5EF4-FFF2-40B4-BE49-F238E27FC236}">
                  <a16:creationId xmlns:a16="http://schemas.microsoft.com/office/drawing/2014/main" id="{A36C1DF3-66E6-4ADA-9095-39ABBC8C39E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628859" y="8869591"/>
              <a:ext cx="6083" cy="76846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4" name="Straight Connector 452">
              <a:extLst>
                <a:ext uri="{FF2B5EF4-FFF2-40B4-BE49-F238E27FC236}">
                  <a16:creationId xmlns:a16="http://schemas.microsoft.com/office/drawing/2014/main" id="{BC5FD460-459A-4A7F-A07B-2FA6E7AD66C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17703" y="8794222"/>
              <a:ext cx="258889" cy="10502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5" name="Straight Connector 452">
              <a:extLst>
                <a:ext uri="{FF2B5EF4-FFF2-40B4-BE49-F238E27FC236}">
                  <a16:creationId xmlns:a16="http://schemas.microsoft.com/office/drawing/2014/main" id="{98D37B00-4896-46DA-819D-71B4FE4BF70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397361" y="8588903"/>
              <a:ext cx="459348" cy="21275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7" name="Straight Connector 452">
              <a:extLst>
                <a:ext uri="{FF2B5EF4-FFF2-40B4-BE49-F238E27FC236}">
                  <a16:creationId xmlns:a16="http://schemas.microsoft.com/office/drawing/2014/main" id="{CDD8E203-90BB-4A69-A145-893AE16FD57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92117" y="8580175"/>
              <a:ext cx="0" cy="7702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9" name="Straight Connector 452">
              <a:extLst>
                <a:ext uri="{FF2B5EF4-FFF2-40B4-BE49-F238E27FC236}">
                  <a16:creationId xmlns:a16="http://schemas.microsoft.com/office/drawing/2014/main" id="{E16AC5D2-A17B-42B6-B3B1-4579AD31627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14646" y="9325516"/>
              <a:ext cx="486094" cy="19244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1" name="Straight Connector 452">
              <a:extLst>
                <a:ext uri="{FF2B5EF4-FFF2-40B4-BE49-F238E27FC236}">
                  <a16:creationId xmlns:a16="http://schemas.microsoft.com/office/drawing/2014/main" id="{6AFEC665-5A6E-40B6-9777-7A384A28774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23890" y="9514271"/>
              <a:ext cx="0" cy="54438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3" name="Straight Connector 452">
              <a:extLst>
                <a:ext uri="{FF2B5EF4-FFF2-40B4-BE49-F238E27FC236}">
                  <a16:creationId xmlns:a16="http://schemas.microsoft.com/office/drawing/2014/main" id="{F410F45A-2464-4379-B9F2-A0643349B89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84411" y="10058652"/>
              <a:ext cx="258889" cy="10502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4" name="Straight Connector 452">
              <a:extLst>
                <a:ext uri="{FF2B5EF4-FFF2-40B4-BE49-F238E27FC236}">
                  <a16:creationId xmlns:a16="http://schemas.microsoft.com/office/drawing/2014/main" id="{37360FCA-1AF9-431E-A1E4-CD7CCD1EC66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99118" y="9436989"/>
              <a:ext cx="0" cy="73760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6" name="Straight Connector 452">
              <a:extLst>
                <a:ext uri="{FF2B5EF4-FFF2-40B4-BE49-F238E27FC236}">
                  <a16:creationId xmlns:a16="http://schemas.microsoft.com/office/drawing/2014/main" id="{380A10BD-88ED-4356-8596-520BC4BC7B3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26597" y="9252079"/>
              <a:ext cx="415854" cy="17737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8" name="Straight Connector 452">
              <a:extLst>
                <a:ext uri="{FF2B5EF4-FFF2-40B4-BE49-F238E27FC236}">
                  <a16:creationId xmlns:a16="http://schemas.microsoft.com/office/drawing/2014/main" id="{D15C4C3C-E598-4C2A-9D8A-8C7BEBF58D5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64166" y="8530197"/>
              <a:ext cx="0" cy="72922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0" name="Straight Connector 452">
              <a:extLst>
                <a:ext uri="{FF2B5EF4-FFF2-40B4-BE49-F238E27FC236}">
                  <a16:creationId xmlns:a16="http://schemas.microsoft.com/office/drawing/2014/main" id="{DFF80D26-0B63-4393-B7F1-1AAF391E95E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149312" y="8431885"/>
              <a:ext cx="258889" cy="10502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1" name="Straight Connector 452">
              <a:extLst>
                <a:ext uri="{FF2B5EF4-FFF2-40B4-BE49-F238E27FC236}">
                  <a16:creationId xmlns:a16="http://schemas.microsoft.com/office/drawing/2014/main" id="{A3B296F5-2BB6-488E-B3C8-1A120A550CC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32665" y="8251540"/>
              <a:ext cx="471412" cy="18248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3" name="Straight Connector 452">
              <a:extLst>
                <a:ext uri="{FF2B5EF4-FFF2-40B4-BE49-F238E27FC236}">
                  <a16:creationId xmlns:a16="http://schemas.microsoft.com/office/drawing/2014/main" id="{77B4CAE0-7AA4-4EAB-A274-F14839CE362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23890" y="8238689"/>
              <a:ext cx="10813" cy="55553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5" name="Straight Connector 452">
              <a:extLst>
                <a:ext uri="{FF2B5EF4-FFF2-40B4-BE49-F238E27FC236}">
                  <a16:creationId xmlns:a16="http://schemas.microsoft.com/office/drawing/2014/main" id="{CD8B633F-47C9-4851-87A5-56C01CC489F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59162" y="8780882"/>
              <a:ext cx="258889" cy="10502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6" name="Straight Connector 452">
              <a:extLst>
                <a:ext uri="{FF2B5EF4-FFF2-40B4-BE49-F238E27FC236}">
                  <a16:creationId xmlns:a16="http://schemas.microsoft.com/office/drawing/2014/main" id="{3C655623-3253-4B8F-921F-94E9DD2CEA4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98603" y="8514896"/>
              <a:ext cx="0" cy="39460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7" name="Straight Connector 452">
              <a:extLst>
                <a:ext uri="{FF2B5EF4-FFF2-40B4-BE49-F238E27FC236}">
                  <a16:creationId xmlns:a16="http://schemas.microsoft.com/office/drawing/2014/main" id="{7D50DE5C-179A-4BF3-8B1E-74C6224D321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50970" y="8514896"/>
              <a:ext cx="258889" cy="10502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8" name="Straight Connector 452">
              <a:extLst>
                <a:ext uri="{FF2B5EF4-FFF2-40B4-BE49-F238E27FC236}">
                  <a16:creationId xmlns:a16="http://schemas.microsoft.com/office/drawing/2014/main" id="{8A6886F3-0059-46D0-989B-783096AC84A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60784" y="8602798"/>
              <a:ext cx="0" cy="55027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0" name="Straight Connector 452">
              <a:extLst>
                <a:ext uri="{FF2B5EF4-FFF2-40B4-BE49-F238E27FC236}">
                  <a16:creationId xmlns:a16="http://schemas.microsoft.com/office/drawing/2014/main" id="{5C1A51D6-54C7-4FFC-9382-C43E112F772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442486" y="9130357"/>
              <a:ext cx="238283" cy="10342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1" name="Straight Connector 452">
              <a:extLst>
                <a:ext uri="{FF2B5EF4-FFF2-40B4-BE49-F238E27FC236}">
                  <a16:creationId xmlns:a16="http://schemas.microsoft.com/office/drawing/2014/main" id="{9B7C6251-0E3D-4CD0-85F9-FD00F3BD3B9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32027" y="9231134"/>
              <a:ext cx="258889" cy="10502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2" name="Straight Connector 452">
              <a:extLst>
                <a:ext uri="{FF2B5EF4-FFF2-40B4-BE49-F238E27FC236}">
                  <a16:creationId xmlns:a16="http://schemas.microsoft.com/office/drawing/2014/main" id="{261B108A-1E5F-4E52-9837-511D0DD82CE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55345" y="9296576"/>
              <a:ext cx="0" cy="76207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4" name="Straight Connector 452">
              <a:extLst>
                <a:ext uri="{FF2B5EF4-FFF2-40B4-BE49-F238E27FC236}">
                  <a16:creationId xmlns:a16="http://schemas.microsoft.com/office/drawing/2014/main" id="{AEB811F7-2B0A-47AB-A98E-FF190E0ECCF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95744" y="10057842"/>
              <a:ext cx="258889" cy="10502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5" name="Straight Connector 452">
              <a:extLst>
                <a:ext uri="{FF2B5EF4-FFF2-40B4-BE49-F238E27FC236}">
                  <a16:creationId xmlns:a16="http://schemas.microsoft.com/office/drawing/2014/main" id="{AAFB2887-F739-46D1-BE6E-3278FD35ED1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750377" y="9966829"/>
              <a:ext cx="471510" cy="18364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6" name="Straight Connector 452">
              <a:extLst>
                <a:ext uri="{FF2B5EF4-FFF2-40B4-BE49-F238E27FC236}">
                  <a16:creationId xmlns:a16="http://schemas.microsoft.com/office/drawing/2014/main" id="{CCD2C416-FA45-4EEE-A7DB-8DC90967B27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55374" y="9780859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7" name="Straight Connector 452">
              <a:extLst>
                <a:ext uri="{FF2B5EF4-FFF2-40B4-BE49-F238E27FC236}">
                  <a16:creationId xmlns:a16="http://schemas.microsoft.com/office/drawing/2014/main" id="{52CA7894-D543-43D5-9886-29987FECFF4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96074" y="9602679"/>
              <a:ext cx="447924" cy="19787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9" name="Straight Connector 452">
              <a:extLst>
                <a:ext uri="{FF2B5EF4-FFF2-40B4-BE49-F238E27FC236}">
                  <a16:creationId xmlns:a16="http://schemas.microsoft.com/office/drawing/2014/main" id="{C0586295-B3EF-401C-A97F-87466C2148F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55968" y="9596592"/>
              <a:ext cx="258889" cy="10502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0" name="Straight Connector 452">
              <a:extLst>
                <a:ext uri="{FF2B5EF4-FFF2-40B4-BE49-F238E27FC236}">
                  <a16:creationId xmlns:a16="http://schemas.microsoft.com/office/drawing/2014/main" id="{E73CF7F3-26D9-4E0A-B979-4D23009D318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18597" y="9597392"/>
              <a:ext cx="238283" cy="10342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1" name="Straight Connector 452">
              <a:extLst>
                <a:ext uri="{FF2B5EF4-FFF2-40B4-BE49-F238E27FC236}">
                  <a16:creationId xmlns:a16="http://schemas.microsoft.com/office/drawing/2014/main" id="{D489F75A-D77C-4845-A7A8-B93D15790CD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5641" y="9058260"/>
              <a:ext cx="4150" cy="5444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3" name="Straight Connector 452">
              <a:extLst>
                <a:ext uri="{FF2B5EF4-FFF2-40B4-BE49-F238E27FC236}">
                  <a16:creationId xmlns:a16="http://schemas.microsoft.com/office/drawing/2014/main" id="{C98E56F9-30DC-475C-BE55-E5631030BDC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17685" y="9061624"/>
              <a:ext cx="238283" cy="10342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4" name="Straight Connector 452">
              <a:extLst>
                <a:ext uri="{FF2B5EF4-FFF2-40B4-BE49-F238E27FC236}">
                  <a16:creationId xmlns:a16="http://schemas.microsoft.com/office/drawing/2014/main" id="{E3284CD6-A26A-4961-8FEE-3DF4E159DF8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50228" y="9152271"/>
              <a:ext cx="6452" cy="3620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6" name="Straight Connector 452">
              <a:extLst>
                <a:ext uri="{FF2B5EF4-FFF2-40B4-BE49-F238E27FC236}">
                  <a16:creationId xmlns:a16="http://schemas.microsoft.com/office/drawing/2014/main" id="{F2515416-3996-4C74-ACA7-380CD76FD76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48679" y="9428300"/>
              <a:ext cx="258889" cy="10502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7" name="Straight Connector 452">
              <a:extLst>
                <a:ext uri="{FF2B5EF4-FFF2-40B4-BE49-F238E27FC236}">
                  <a16:creationId xmlns:a16="http://schemas.microsoft.com/office/drawing/2014/main" id="{BFEDBECB-3216-48AA-AB9C-A1C3D2B5512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89091" y="8877934"/>
              <a:ext cx="10209" cy="57927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9" name="Straight Connector 452">
              <a:extLst>
                <a:ext uri="{FF2B5EF4-FFF2-40B4-BE49-F238E27FC236}">
                  <a16:creationId xmlns:a16="http://schemas.microsoft.com/office/drawing/2014/main" id="{EC89EE6B-9EA2-4B28-BC81-6FB86F6A88B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89061" y="8770966"/>
              <a:ext cx="258889" cy="10502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0" name="Straight Connector 452">
              <a:extLst>
                <a:ext uri="{FF2B5EF4-FFF2-40B4-BE49-F238E27FC236}">
                  <a16:creationId xmlns:a16="http://schemas.microsoft.com/office/drawing/2014/main" id="{788D35BF-70A7-47C4-808D-3037C1EABCD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526566" y="8767921"/>
              <a:ext cx="9328" cy="76540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2" name="Straight Connector 452">
              <a:extLst>
                <a:ext uri="{FF2B5EF4-FFF2-40B4-BE49-F238E27FC236}">
                  <a16:creationId xmlns:a16="http://schemas.microsoft.com/office/drawing/2014/main" id="{4EB2AE4C-568D-48A9-98F3-8E705536D14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533071" y="9523391"/>
              <a:ext cx="238283" cy="10342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3" name="Straight Connector 452">
              <a:extLst>
                <a:ext uri="{FF2B5EF4-FFF2-40B4-BE49-F238E27FC236}">
                  <a16:creationId xmlns:a16="http://schemas.microsoft.com/office/drawing/2014/main" id="{9753F687-8154-491E-8CAE-76CA6406ED6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760937" y="8683503"/>
              <a:ext cx="12775" cy="95455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5" name="Straight Connector 452">
              <a:extLst>
                <a:ext uri="{FF2B5EF4-FFF2-40B4-BE49-F238E27FC236}">
                  <a16:creationId xmlns:a16="http://schemas.microsoft.com/office/drawing/2014/main" id="{B386AC63-B123-46B4-824B-BB8B2A97C1B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56986" y="8602797"/>
              <a:ext cx="248887" cy="9543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6" name="Straight Connector 452">
              <a:extLst>
                <a:ext uri="{FF2B5EF4-FFF2-40B4-BE49-F238E27FC236}">
                  <a16:creationId xmlns:a16="http://schemas.microsoft.com/office/drawing/2014/main" id="{0939E6E7-352C-4C51-B5CE-8A1A11554C3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985385" y="8610679"/>
              <a:ext cx="15433" cy="126923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8" name="Straight Connector 452">
              <a:extLst>
                <a:ext uri="{FF2B5EF4-FFF2-40B4-BE49-F238E27FC236}">
                  <a16:creationId xmlns:a16="http://schemas.microsoft.com/office/drawing/2014/main" id="{D8F03E29-0527-460E-98CE-094477D80AA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001535" y="9851019"/>
              <a:ext cx="238283" cy="10342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9" name="Straight Connector 452">
              <a:extLst>
                <a:ext uri="{FF2B5EF4-FFF2-40B4-BE49-F238E27FC236}">
                  <a16:creationId xmlns:a16="http://schemas.microsoft.com/office/drawing/2014/main" id="{5FA7EBE9-0D26-4F1F-AA5F-5738BCAFB19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234767" y="8514896"/>
              <a:ext cx="1801" cy="145193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6" name="Straight Connector 452">
              <a:extLst>
                <a:ext uri="{FF2B5EF4-FFF2-40B4-BE49-F238E27FC236}">
                  <a16:creationId xmlns:a16="http://schemas.microsoft.com/office/drawing/2014/main" id="{D332A0CB-CCF7-4AE4-9090-687C73966E8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001257" y="8411475"/>
              <a:ext cx="238283" cy="10342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7" name="Straight Connector 452">
              <a:extLst>
                <a:ext uri="{FF2B5EF4-FFF2-40B4-BE49-F238E27FC236}">
                  <a16:creationId xmlns:a16="http://schemas.microsoft.com/office/drawing/2014/main" id="{088DBDA6-B48F-4E04-869F-1CB51819EDD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514412" y="8415466"/>
              <a:ext cx="504212" cy="17343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9" name="Straight Connector 452">
              <a:extLst>
                <a:ext uri="{FF2B5EF4-FFF2-40B4-BE49-F238E27FC236}">
                  <a16:creationId xmlns:a16="http://schemas.microsoft.com/office/drawing/2014/main" id="{0E8B3004-DF7E-4049-A96B-C84D979D05F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533071" y="8217226"/>
              <a:ext cx="6452" cy="3620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0" name="Straight Connector 452">
              <a:extLst>
                <a:ext uri="{FF2B5EF4-FFF2-40B4-BE49-F238E27FC236}">
                  <a16:creationId xmlns:a16="http://schemas.microsoft.com/office/drawing/2014/main" id="{626AC439-7BC9-4057-A357-629A3902991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526930" y="8228785"/>
              <a:ext cx="267511" cy="11922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1" name="Straight Connector 452">
              <a:extLst>
                <a:ext uri="{FF2B5EF4-FFF2-40B4-BE49-F238E27FC236}">
                  <a16:creationId xmlns:a16="http://schemas.microsoft.com/office/drawing/2014/main" id="{4563022B-92B5-47CE-A0B2-0A2B9F4E0CC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72532" y="8246500"/>
              <a:ext cx="217661" cy="8538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3" name="Straight Connector 452">
              <a:extLst>
                <a:ext uri="{FF2B5EF4-FFF2-40B4-BE49-F238E27FC236}">
                  <a16:creationId xmlns:a16="http://schemas.microsoft.com/office/drawing/2014/main" id="{F0BA0318-D35B-4FA3-90C0-E7C405342B2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732067" y="8138489"/>
              <a:ext cx="267511" cy="11922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4" name="Straight Connector 452">
              <a:extLst>
                <a:ext uri="{FF2B5EF4-FFF2-40B4-BE49-F238E27FC236}">
                  <a16:creationId xmlns:a16="http://schemas.microsoft.com/office/drawing/2014/main" id="{167E3C97-011D-489A-B992-A2240148C52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50376" y="7954232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5" name="Straight Connector 452">
              <a:extLst>
                <a:ext uri="{FF2B5EF4-FFF2-40B4-BE49-F238E27FC236}">
                  <a16:creationId xmlns:a16="http://schemas.microsoft.com/office/drawing/2014/main" id="{BA5C0120-1C25-4A63-B76B-378FD0BBCDA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66085" y="7874953"/>
              <a:ext cx="217661" cy="8538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6" name="Straight Connector 452">
              <a:extLst>
                <a:ext uri="{FF2B5EF4-FFF2-40B4-BE49-F238E27FC236}">
                  <a16:creationId xmlns:a16="http://schemas.microsoft.com/office/drawing/2014/main" id="{08445E42-6BF5-43AD-8B06-0DAD29112AB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81493" y="7860418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7" name="Straight Connector 452">
              <a:extLst>
                <a:ext uri="{FF2B5EF4-FFF2-40B4-BE49-F238E27FC236}">
                  <a16:creationId xmlns:a16="http://schemas.microsoft.com/office/drawing/2014/main" id="{8058B000-3AEB-4E54-8C76-8B894B94BE6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962335" y="8034358"/>
              <a:ext cx="487281" cy="21104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9" name="Straight Connector 452">
              <a:extLst>
                <a:ext uri="{FF2B5EF4-FFF2-40B4-BE49-F238E27FC236}">
                  <a16:creationId xmlns:a16="http://schemas.microsoft.com/office/drawing/2014/main" id="{A005FA90-94E5-4651-B2D8-39DE41710B3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45937" y="8174292"/>
              <a:ext cx="217661" cy="8538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0" name="Straight Connector 452">
              <a:extLst>
                <a:ext uri="{FF2B5EF4-FFF2-40B4-BE49-F238E27FC236}">
                  <a16:creationId xmlns:a16="http://schemas.microsoft.com/office/drawing/2014/main" id="{B1352EA5-E179-4DF2-AD92-EE043AF7FB3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206252" y="7954232"/>
              <a:ext cx="487281" cy="21104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1" name="Straight Connector 452">
              <a:extLst>
                <a:ext uri="{FF2B5EF4-FFF2-40B4-BE49-F238E27FC236}">
                  <a16:creationId xmlns:a16="http://schemas.microsoft.com/office/drawing/2014/main" id="{A1895692-D3FA-4719-A5DF-F8A9B0F46EA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20244" y="7753475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2" name="Straight Connector 452">
              <a:extLst>
                <a:ext uri="{FF2B5EF4-FFF2-40B4-BE49-F238E27FC236}">
                  <a16:creationId xmlns:a16="http://schemas.microsoft.com/office/drawing/2014/main" id="{CFC8004E-3E34-4759-87B6-6B46A265B9D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193073" y="7782632"/>
              <a:ext cx="1214197" cy="47054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4" name="Straight Connector 452">
              <a:extLst>
                <a:ext uri="{FF2B5EF4-FFF2-40B4-BE49-F238E27FC236}">
                  <a16:creationId xmlns:a16="http://schemas.microsoft.com/office/drawing/2014/main" id="{4B2D464F-D36C-472D-8D2A-B7EDD2A8F50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07270" y="8049177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5" name="Straight Connector 452">
              <a:extLst>
                <a:ext uri="{FF2B5EF4-FFF2-40B4-BE49-F238E27FC236}">
                  <a16:creationId xmlns:a16="http://schemas.microsoft.com/office/drawing/2014/main" id="{4FC4D86A-6FDC-4DBE-8E29-47C0A48F80A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437184" y="7688796"/>
              <a:ext cx="979181" cy="37727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7" name="Straight Connector 452">
              <a:extLst>
                <a:ext uri="{FF2B5EF4-FFF2-40B4-BE49-F238E27FC236}">
                  <a16:creationId xmlns:a16="http://schemas.microsoft.com/office/drawing/2014/main" id="{C01E9377-AE2F-4D54-BAAB-7E3BFF8F7DC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60984" y="7508721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8" name="Straight Connector 452">
              <a:extLst>
                <a:ext uri="{FF2B5EF4-FFF2-40B4-BE49-F238E27FC236}">
                  <a16:creationId xmlns:a16="http://schemas.microsoft.com/office/drawing/2014/main" id="{B9FB281C-59A9-4D31-933C-80C1D830308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444632" y="7514304"/>
              <a:ext cx="979181" cy="37727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9" name="Straight Connector 452">
              <a:extLst>
                <a:ext uri="{FF2B5EF4-FFF2-40B4-BE49-F238E27FC236}">
                  <a16:creationId xmlns:a16="http://schemas.microsoft.com/office/drawing/2014/main" id="{F0C32FB6-B840-40BD-89FD-00FB4A74076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11917" y="7683780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0" name="Straight Connector 452">
              <a:extLst>
                <a:ext uri="{FF2B5EF4-FFF2-40B4-BE49-F238E27FC236}">
                  <a16:creationId xmlns:a16="http://schemas.microsoft.com/office/drawing/2014/main" id="{529FF6C8-4C1F-46B6-A1A5-5AC190025D0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455449" y="7323813"/>
              <a:ext cx="979181" cy="37727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1" name="Straight Connector 452">
              <a:extLst>
                <a:ext uri="{FF2B5EF4-FFF2-40B4-BE49-F238E27FC236}">
                  <a16:creationId xmlns:a16="http://schemas.microsoft.com/office/drawing/2014/main" id="{87C4363F-CE44-4207-8D8A-CE4BE63F4FA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17994" y="7335934"/>
              <a:ext cx="217661" cy="8538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2" name="Straight Connector 452">
              <a:extLst>
                <a:ext uri="{FF2B5EF4-FFF2-40B4-BE49-F238E27FC236}">
                  <a16:creationId xmlns:a16="http://schemas.microsoft.com/office/drawing/2014/main" id="{542BD15D-585B-4E31-BF4A-2F0F3B7F328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24714" y="7227788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3" name="Straight Connector 452">
              <a:extLst>
                <a:ext uri="{FF2B5EF4-FFF2-40B4-BE49-F238E27FC236}">
                  <a16:creationId xmlns:a16="http://schemas.microsoft.com/office/drawing/2014/main" id="{C9FC0E8A-228D-4B1E-AF11-1A2486C0963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36973" y="7060137"/>
              <a:ext cx="447438" cy="18729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7" name="Straight Connector 452">
              <a:extLst>
                <a:ext uri="{FF2B5EF4-FFF2-40B4-BE49-F238E27FC236}">
                  <a16:creationId xmlns:a16="http://schemas.microsoft.com/office/drawing/2014/main" id="{D4D84B96-8E1E-4C57-92F9-3747FA481ED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651000" y="7069746"/>
              <a:ext cx="243558" cy="9310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9" name="Straight Connector 452">
              <a:extLst>
                <a:ext uri="{FF2B5EF4-FFF2-40B4-BE49-F238E27FC236}">
                  <a16:creationId xmlns:a16="http://schemas.microsoft.com/office/drawing/2014/main" id="{DC4BBC3C-9004-4EF1-BBCD-1E12A41FDC2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98921" y="7154347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0" name="Straight Connector 452">
              <a:extLst>
                <a:ext uri="{FF2B5EF4-FFF2-40B4-BE49-F238E27FC236}">
                  <a16:creationId xmlns:a16="http://schemas.microsoft.com/office/drawing/2014/main" id="{B4A5AC92-FF8E-40E2-B5CD-485EB3BAB04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892046" y="7352080"/>
              <a:ext cx="243558" cy="9310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1" name="Straight Connector 452">
              <a:extLst>
                <a:ext uri="{FF2B5EF4-FFF2-40B4-BE49-F238E27FC236}">
                  <a16:creationId xmlns:a16="http://schemas.microsoft.com/office/drawing/2014/main" id="{BE0E9612-E147-4025-BC63-69785907001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30370" y="7269281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2" name="Straight Connector 452">
              <a:extLst>
                <a:ext uri="{FF2B5EF4-FFF2-40B4-BE49-F238E27FC236}">
                  <a16:creationId xmlns:a16="http://schemas.microsoft.com/office/drawing/2014/main" id="{3DDA8165-3BDB-4D96-9E6C-4C3D50BBCDF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136070" y="7266413"/>
              <a:ext cx="243558" cy="9310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3" name="Straight Connector 452">
              <a:extLst>
                <a:ext uri="{FF2B5EF4-FFF2-40B4-BE49-F238E27FC236}">
                  <a16:creationId xmlns:a16="http://schemas.microsoft.com/office/drawing/2014/main" id="{172F6E5C-DE99-4D98-8494-57C6D8BD97C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70426" y="7345931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4" name="Straight Connector 452">
              <a:extLst>
                <a:ext uri="{FF2B5EF4-FFF2-40B4-BE49-F238E27FC236}">
                  <a16:creationId xmlns:a16="http://schemas.microsoft.com/office/drawing/2014/main" id="{B205A727-236D-4AC3-814A-0F0784118FA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367710" y="7432954"/>
              <a:ext cx="255095" cy="10578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6" name="Straight Connector 452">
              <a:extLst>
                <a:ext uri="{FF2B5EF4-FFF2-40B4-BE49-F238E27FC236}">
                  <a16:creationId xmlns:a16="http://schemas.microsoft.com/office/drawing/2014/main" id="{CCDB48F8-6CC2-44AC-97DC-8419B6B5D8C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618857" y="6878386"/>
              <a:ext cx="185" cy="56970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8" name="Straight Connector 452">
              <a:extLst>
                <a:ext uri="{FF2B5EF4-FFF2-40B4-BE49-F238E27FC236}">
                  <a16:creationId xmlns:a16="http://schemas.microsoft.com/office/drawing/2014/main" id="{62D020B4-5F9E-4B1B-9966-473B904242C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366004" y="6792743"/>
              <a:ext cx="258845" cy="10072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9" name="Straight Connector 452">
              <a:extLst>
                <a:ext uri="{FF2B5EF4-FFF2-40B4-BE49-F238E27FC236}">
                  <a16:creationId xmlns:a16="http://schemas.microsoft.com/office/drawing/2014/main" id="{1014AAB0-9E86-4DD1-BADE-59F6657151A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139731" y="6879883"/>
              <a:ext cx="243558" cy="9310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0" name="Straight Connector 452">
              <a:extLst>
                <a:ext uri="{FF2B5EF4-FFF2-40B4-BE49-F238E27FC236}">
                  <a16:creationId xmlns:a16="http://schemas.microsoft.com/office/drawing/2014/main" id="{756927E0-2854-4450-AF1D-926D8CBDD59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879202" y="6876146"/>
              <a:ext cx="255095" cy="10578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1" name="Straight Connector 452">
              <a:extLst>
                <a:ext uri="{FF2B5EF4-FFF2-40B4-BE49-F238E27FC236}">
                  <a16:creationId xmlns:a16="http://schemas.microsoft.com/office/drawing/2014/main" id="{C436C409-76EE-4FC6-98D2-E14F43949C6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13000" y="6771080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3" name="Straight Connector 452">
              <a:extLst>
                <a:ext uri="{FF2B5EF4-FFF2-40B4-BE49-F238E27FC236}">
                  <a16:creationId xmlns:a16="http://schemas.microsoft.com/office/drawing/2014/main" id="{FA355D52-91B9-4D37-AC12-5D6D686ABD7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74141" y="6778002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4" name="Straight Connector 452">
              <a:extLst>
                <a:ext uri="{FF2B5EF4-FFF2-40B4-BE49-F238E27FC236}">
                  <a16:creationId xmlns:a16="http://schemas.microsoft.com/office/drawing/2014/main" id="{89D6224C-9150-4EED-9562-0D3D1B5005C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18051" y="6688684"/>
              <a:ext cx="255095" cy="10578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5" name="Straight Connector 452">
              <a:extLst>
                <a:ext uri="{FF2B5EF4-FFF2-40B4-BE49-F238E27FC236}">
                  <a16:creationId xmlns:a16="http://schemas.microsoft.com/office/drawing/2014/main" id="{5282EBF9-6F8A-4FBC-A3D3-EDED5A0B2D7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54855" y="6153251"/>
              <a:ext cx="0" cy="56309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7" name="Straight Connector 452">
              <a:extLst>
                <a:ext uri="{FF2B5EF4-FFF2-40B4-BE49-F238E27FC236}">
                  <a16:creationId xmlns:a16="http://schemas.microsoft.com/office/drawing/2014/main" id="{C1C7A741-2A44-4E71-B1A8-1B192F62FD4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684313" y="5981247"/>
              <a:ext cx="472018" cy="1856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9" name="Straight Connector 452">
              <a:extLst>
                <a:ext uri="{FF2B5EF4-FFF2-40B4-BE49-F238E27FC236}">
                  <a16:creationId xmlns:a16="http://schemas.microsoft.com/office/drawing/2014/main" id="{6529124A-36B9-454D-8EEA-8A21A59BFA1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79014" y="5879687"/>
              <a:ext cx="246387" cy="1199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1" name="Straight Connector 452">
              <a:extLst>
                <a:ext uri="{FF2B5EF4-FFF2-40B4-BE49-F238E27FC236}">
                  <a16:creationId xmlns:a16="http://schemas.microsoft.com/office/drawing/2014/main" id="{992A6D45-2583-4F29-8818-F1DB90BCAB2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22511" y="5693576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2" name="Straight Connector 452">
              <a:extLst>
                <a:ext uri="{FF2B5EF4-FFF2-40B4-BE49-F238E27FC236}">
                  <a16:creationId xmlns:a16="http://schemas.microsoft.com/office/drawing/2014/main" id="{B81EC73D-BD09-4C10-AB81-3E153AE999E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70966" y="5700569"/>
              <a:ext cx="246387" cy="1199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3" name="Straight Connector 452">
              <a:extLst>
                <a:ext uri="{FF2B5EF4-FFF2-40B4-BE49-F238E27FC236}">
                  <a16:creationId xmlns:a16="http://schemas.microsoft.com/office/drawing/2014/main" id="{376D6E18-9B53-4765-A6C2-31AC57C4AD6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447570" y="5713480"/>
              <a:ext cx="231775" cy="8572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4" name="Straight Connector 452">
              <a:extLst>
                <a:ext uri="{FF2B5EF4-FFF2-40B4-BE49-F238E27FC236}">
                  <a16:creationId xmlns:a16="http://schemas.microsoft.com/office/drawing/2014/main" id="{A598D4DD-6B1C-4935-B80C-6339A8B176E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52920" y="5334146"/>
              <a:ext cx="0" cy="37937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6" name="Straight Connector 455">
              <a:extLst>
                <a:ext uri="{FF2B5EF4-FFF2-40B4-BE49-F238E27FC236}">
                  <a16:creationId xmlns:a16="http://schemas.microsoft.com/office/drawing/2014/main" id="{F469ED0F-C65D-4A93-A0F5-C6BD9396569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440706" y="5347243"/>
              <a:ext cx="482424" cy="19362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8" name="Straight Connector 452">
              <a:extLst>
                <a:ext uri="{FF2B5EF4-FFF2-40B4-BE49-F238E27FC236}">
                  <a16:creationId xmlns:a16="http://schemas.microsoft.com/office/drawing/2014/main" id="{57DB0AB0-EDF7-4D93-8F79-C4FCC214816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30238" y="5359366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9" name="Straight Connector 452">
              <a:extLst>
                <a:ext uri="{FF2B5EF4-FFF2-40B4-BE49-F238E27FC236}">
                  <a16:creationId xmlns:a16="http://schemas.microsoft.com/office/drawing/2014/main" id="{E652D760-E17D-4A1C-93DB-3D4635662FF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714223" y="5260896"/>
              <a:ext cx="231775" cy="8572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0" name="Straight Connector 452">
              <a:extLst>
                <a:ext uri="{FF2B5EF4-FFF2-40B4-BE49-F238E27FC236}">
                  <a16:creationId xmlns:a16="http://schemas.microsoft.com/office/drawing/2014/main" id="{06FAC4A8-4908-4464-B8FB-84FB977549F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808372" y="3336043"/>
              <a:ext cx="454527" cy="18933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5" name="Straight Connector 452">
              <a:extLst>
                <a:ext uri="{FF2B5EF4-FFF2-40B4-BE49-F238E27FC236}">
                  <a16:creationId xmlns:a16="http://schemas.microsoft.com/office/drawing/2014/main" id="{9F58987A-6898-4C13-B4EF-800387D0435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037232" y="2702182"/>
              <a:ext cx="440866" cy="21112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7" name="Straight Connector 452">
              <a:extLst>
                <a:ext uri="{FF2B5EF4-FFF2-40B4-BE49-F238E27FC236}">
                  <a16:creationId xmlns:a16="http://schemas.microsoft.com/office/drawing/2014/main" id="{CAC54A38-F40F-4942-800D-FFE64C54F90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86509" y="2709863"/>
              <a:ext cx="461824" cy="18811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9" name="Straight Connector 452">
              <a:extLst>
                <a:ext uri="{FF2B5EF4-FFF2-40B4-BE49-F238E27FC236}">
                  <a16:creationId xmlns:a16="http://schemas.microsoft.com/office/drawing/2014/main" id="{85876F62-BE5F-4800-8CA1-07FF92D52CF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42376" y="2615359"/>
              <a:ext cx="471263" cy="18338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1" name="Straight Connector 452">
              <a:extLst>
                <a:ext uri="{FF2B5EF4-FFF2-40B4-BE49-F238E27FC236}">
                  <a16:creationId xmlns:a16="http://schemas.microsoft.com/office/drawing/2014/main" id="{E53EF771-3541-42A4-B997-43190F4BE6C9}"/>
                </a:ext>
              </a:extLst>
            </p:cNvPr>
            <p:cNvCxnSpPr>
              <a:cxnSpLocks/>
            </p:cNvCxnSpPr>
            <p:nvPr/>
          </p:nvCxnSpPr>
          <p:spPr>
            <a:xfrm>
              <a:off x="5717421" y="2251872"/>
              <a:ext cx="0" cy="37623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2" name="Straight Connector 452">
              <a:extLst>
                <a:ext uri="{FF2B5EF4-FFF2-40B4-BE49-F238E27FC236}">
                  <a16:creationId xmlns:a16="http://schemas.microsoft.com/office/drawing/2014/main" id="{D557B695-E263-4432-84E2-598AB519014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477747" y="2170691"/>
              <a:ext cx="240765" cy="8783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3" name="Straight Connector 452">
              <a:extLst>
                <a:ext uri="{FF2B5EF4-FFF2-40B4-BE49-F238E27FC236}">
                  <a16:creationId xmlns:a16="http://schemas.microsoft.com/office/drawing/2014/main" id="{328D211A-E21F-49EF-83C3-E89660839D6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756731" y="4886537"/>
              <a:ext cx="237701" cy="8921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5" name="Straight Connector 452">
              <a:extLst>
                <a:ext uri="{FF2B5EF4-FFF2-40B4-BE49-F238E27FC236}">
                  <a16:creationId xmlns:a16="http://schemas.microsoft.com/office/drawing/2014/main" id="{75347069-6654-48F5-8EAA-BB6D120C82D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50935" y="2611118"/>
              <a:ext cx="4205" cy="235737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7" name="Straight Connector 452">
              <a:extLst>
                <a:ext uri="{FF2B5EF4-FFF2-40B4-BE49-F238E27FC236}">
                  <a16:creationId xmlns:a16="http://schemas.microsoft.com/office/drawing/2014/main" id="{2EEEAB24-11B4-4CE4-A47E-B937583E81B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57899" y="2609691"/>
              <a:ext cx="711797" cy="27804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9" name="Straight Connector 452">
              <a:extLst>
                <a:ext uri="{FF2B5EF4-FFF2-40B4-BE49-F238E27FC236}">
                  <a16:creationId xmlns:a16="http://schemas.microsoft.com/office/drawing/2014/main" id="{9E3470B4-99F0-45AA-AFC4-11C97EEE562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30460" y="3037148"/>
              <a:ext cx="289" cy="59700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1" name="Straight Connector 452">
              <a:extLst>
                <a:ext uri="{FF2B5EF4-FFF2-40B4-BE49-F238E27FC236}">
                  <a16:creationId xmlns:a16="http://schemas.microsoft.com/office/drawing/2014/main" id="{C0AFA32E-EDF1-4409-9880-7B53245DE88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790047" y="3090748"/>
              <a:ext cx="206787" cy="8378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3" name="Straight Connector 452">
              <a:extLst>
                <a:ext uri="{FF2B5EF4-FFF2-40B4-BE49-F238E27FC236}">
                  <a16:creationId xmlns:a16="http://schemas.microsoft.com/office/drawing/2014/main" id="{32F2A435-ED15-4194-A6B1-E4FA934DD83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771355" y="3453010"/>
              <a:ext cx="463412" cy="16837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4" name="Straight Connector 452">
              <a:extLst>
                <a:ext uri="{FF2B5EF4-FFF2-40B4-BE49-F238E27FC236}">
                  <a16:creationId xmlns:a16="http://schemas.microsoft.com/office/drawing/2014/main" id="{BECBEE4F-BCFB-4C87-8021-985AAFC608D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81007" y="3456633"/>
              <a:ext cx="9040" cy="694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7" name="Straight Connector 452">
              <a:extLst>
                <a:ext uri="{FF2B5EF4-FFF2-40B4-BE49-F238E27FC236}">
                  <a16:creationId xmlns:a16="http://schemas.microsoft.com/office/drawing/2014/main" id="{81A54736-5485-4E71-A122-2066750A45C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012722" y="3708170"/>
              <a:ext cx="455533" cy="18106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9" name="Straight Connector 452">
              <a:extLst>
                <a:ext uri="{FF2B5EF4-FFF2-40B4-BE49-F238E27FC236}">
                  <a16:creationId xmlns:a16="http://schemas.microsoft.com/office/drawing/2014/main" id="{2262D522-98D7-4842-89C3-A7B0CC7F0CB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451679" y="3871482"/>
              <a:ext cx="2954" cy="37819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1" name="Straight Connector 452">
              <a:extLst>
                <a:ext uri="{FF2B5EF4-FFF2-40B4-BE49-F238E27FC236}">
                  <a16:creationId xmlns:a16="http://schemas.microsoft.com/office/drawing/2014/main" id="{56D4FC92-776D-4685-A7EA-474FE23C5A6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438880" y="4239756"/>
              <a:ext cx="977485" cy="40127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3" name="Straight Connector 452">
              <a:extLst>
                <a:ext uri="{FF2B5EF4-FFF2-40B4-BE49-F238E27FC236}">
                  <a16:creationId xmlns:a16="http://schemas.microsoft.com/office/drawing/2014/main" id="{E4F42305-ACDB-438E-8A9B-6AFDC069376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77121" y="4524722"/>
              <a:ext cx="262606" cy="12807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5" name="Straight Connector 452">
              <a:extLst>
                <a:ext uri="{FF2B5EF4-FFF2-40B4-BE49-F238E27FC236}">
                  <a16:creationId xmlns:a16="http://schemas.microsoft.com/office/drawing/2014/main" id="{035E88FB-AB8B-4C54-8DB1-B560E569ED4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726597" y="3797326"/>
              <a:ext cx="672569" cy="28074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9" name="Straight Connector 452">
              <a:extLst>
                <a:ext uri="{FF2B5EF4-FFF2-40B4-BE49-F238E27FC236}">
                  <a16:creationId xmlns:a16="http://schemas.microsoft.com/office/drawing/2014/main" id="{22BB1B70-BC50-4F17-A334-CF47461CA6D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698603" y="3420875"/>
              <a:ext cx="1921" cy="39677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3" name="Straight Connector 452">
              <a:extLst>
                <a:ext uri="{FF2B5EF4-FFF2-40B4-BE49-F238E27FC236}">
                  <a16:creationId xmlns:a16="http://schemas.microsoft.com/office/drawing/2014/main" id="{C6DA02D5-7489-4C27-8D46-A964B412526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96264" y="3335560"/>
              <a:ext cx="230510" cy="8980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5" name="Straight Connector 452">
              <a:extLst>
                <a:ext uri="{FF2B5EF4-FFF2-40B4-BE49-F238E27FC236}">
                  <a16:creationId xmlns:a16="http://schemas.microsoft.com/office/drawing/2014/main" id="{D0655F9E-704D-4147-AC7B-0DE086178A2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17091" y="3324937"/>
              <a:ext cx="5935" cy="36178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6" name="Straight Connector 452">
              <a:extLst>
                <a:ext uri="{FF2B5EF4-FFF2-40B4-BE49-F238E27FC236}">
                  <a16:creationId xmlns:a16="http://schemas.microsoft.com/office/drawing/2014/main" id="{0CCBFB50-F49A-4637-A20A-FEE7C7F7438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24407" y="3681880"/>
              <a:ext cx="494206" cy="19682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8" name="Straight Connector 452">
              <a:extLst>
                <a:ext uri="{FF2B5EF4-FFF2-40B4-BE49-F238E27FC236}">
                  <a16:creationId xmlns:a16="http://schemas.microsoft.com/office/drawing/2014/main" id="{BBFF7E60-CB53-4E66-BAF2-792B55E978E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386663" y="3775604"/>
              <a:ext cx="242780" cy="13105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1" name="Straight Connector 452">
              <a:extLst>
                <a:ext uri="{FF2B5EF4-FFF2-40B4-BE49-F238E27FC236}">
                  <a16:creationId xmlns:a16="http://schemas.microsoft.com/office/drawing/2014/main" id="{9D6A2031-62AB-4104-8BB9-0228A7F513F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887346" y="3683374"/>
              <a:ext cx="660877" cy="29598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4" name="Straight Connector 452">
              <a:extLst>
                <a:ext uri="{FF2B5EF4-FFF2-40B4-BE49-F238E27FC236}">
                  <a16:creationId xmlns:a16="http://schemas.microsoft.com/office/drawing/2014/main" id="{DE5E22F0-A679-46CF-A2B1-8A391FD5857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12587" y="3586068"/>
              <a:ext cx="0" cy="18577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5" name="Straight Connector 452">
              <a:extLst>
                <a:ext uri="{FF2B5EF4-FFF2-40B4-BE49-F238E27FC236}">
                  <a16:creationId xmlns:a16="http://schemas.microsoft.com/office/drawing/2014/main" id="{C7302B42-6A02-4A37-A06B-B01989A4E7F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14508" y="3484528"/>
              <a:ext cx="242780" cy="13105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6" name="Straight Connector 452">
              <a:extLst>
                <a:ext uri="{FF2B5EF4-FFF2-40B4-BE49-F238E27FC236}">
                  <a16:creationId xmlns:a16="http://schemas.microsoft.com/office/drawing/2014/main" id="{35BADD4B-B2F6-4E61-A3CD-B94403434B5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67942" y="3508778"/>
              <a:ext cx="0" cy="18577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9" name="Straight Connector 452">
              <a:extLst>
                <a:ext uri="{FF2B5EF4-FFF2-40B4-BE49-F238E27FC236}">
                  <a16:creationId xmlns:a16="http://schemas.microsoft.com/office/drawing/2014/main" id="{C2C6CDF8-B5EB-42CE-AC17-C84D51CFB79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618417" y="4506386"/>
              <a:ext cx="267638" cy="11731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1" name="Straight Connector 452">
              <a:extLst>
                <a:ext uri="{FF2B5EF4-FFF2-40B4-BE49-F238E27FC236}">
                  <a16:creationId xmlns:a16="http://schemas.microsoft.com/office/drawing/2014/main" id="{717D7560-F534-41B2-81D5-F23BF56E2BC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08201" y="4235208"/>
              <a:ext cx="453093" cy="18993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3" name="Straight Connector 452">
              <a:extLst>
                <a:ext uri="{FF2B5EF4-FFF2-40B4-BE49-F238E27FC236}">
                  <a16:creationId xmlns:a16="http://schemas.microsoft.com/office/drawing/2014/main" id="{6B006D57-4DA1-4667-B40B-2FCF75E249A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851633" y="4236717"/>
              <a:ext cx="474533" cy="20287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5" name="Straight Connector 452">
              <a:extLst>
                <a:ext uri="{FF2B5EF4-FFF2-40B4-BE49-F238E27FC236}">
                  <a16:creationId xmlns:a16="http://schemas.microsoft.com/office/drawing/2014/main" id="{B7911A20-C809-4BE7-9579-AD595A09CE0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689708" y="4158595"/>
              <a:ext cx="709458" cy="26654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7" name="Straight Connector 452">
              <a:extLst>
                <a:ext uri="{FF2B5EF4-FFF2-40B4-BE49-F238E27FC236}">
                  <a16:creationId xmlns:a16="http://schemas.microsoft.com/office/drawing/2014/main" id="{9D534B3E-C19A-47D7-BECF-79CF0DBB6E3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77141" y="4428787"/>
              <a:ext cx="453093" cy="18993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7" name="Straight Connector 452">
              <a:extLst>
                <a:ext uri="{FF2B5EF4-FFF2-40B4-BE49-F238E27FC236}">
                  <a16:creationId xmlns:a16="http://schemas.microsoft.com/office/drawing/2014/main" id="{92CAFF55-3A1B-486A-BE37-1EAA8FE06D1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66934" y="3873875"/>
              <a:ext cx="242780" cy="13105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1" name="Straight Connector 452">
              <a:extLst>
                <a:ext uri="{FF2B5EF4-FFF2-40B4-BE49-F238E27FC236}">
                  <a16:creationId xmlns:a16="http://schemas.microsoft.com/office/drawing/2014/main" id="{5161096F-2428-489E-B722-D0845B8329C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806272" y="3542957"/>
              <a:ext cx="2532" cy="36665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3" name="Straight Connector 452">
              <a:extLst>
                <a:ext uri="{FF2B5EF4-FFF2-40B4-BE49-F238E27FC236}">
                  <a16:creationId xmlns:a16="http://schemas.microsoft.com/office/drawing/2014/main" id="{3CA7A8B8-50C1-4540-A505-2C669A2F61C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33166" y="5128370"/>
              <a:ext cx="246387" cy="1199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4" name="Straight Connector 452">
              <a:extLst>
                <a:ext uri="{FF2B5EF4-FFF2-40B4-BE49-F238E27FC236}">
                  <a16:creationId xmlns:a16="http://schemas.microsoft.com/office/drawing/2014/main" id="{FFC27596-4E0D-49E3-8E33-B03B8FE1220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44801" y="4960838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6" name="Straight Connector 452">
              <a:extLst>
                <a:ext uri="{FF2B5EF4-FFF2-40B4-BE49-F238E27FC236}">
                  <a16:creationId xmlns:a16="http://schemas.microsoft.com/office/drawing/2014/main" id="{DC50C583-8456-4C0C-9F3E-088E07137E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80084" y="4967182"/>
              <a:ext cx="246387" cy="1199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8" name="Straight Connector 452">
              <a:extLst>
                <a:ext uri="{FF2B5EF4-FFF2-40B4-BE49-F238E27FC236}">
                  <a16:creationId xmlns:a16="http://schemas.microsoft.com/office/drawing/2014/main" id="{1ACBD9C4-52D6-4694-8A94-70453B0A472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83042" y="4869442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0" name="Straight Connector 452">
              <a:extLst>
                <a:ext uri="{FF2B5EF4-FFF2-40B4-BE49-F238E27FC236}">
                  <a16:creationId xmlns:a16="http://schemas.microsoft.com/office/drawing/2014/main" id="{34BB346E-DF2F-40F5-9FD3-5F9AE81D8E7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83935" y="4872469"/>
              <a:ext cx="681047" cy="28757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6" name="Straight Connector 452">
              <a:extLst>
                <a:ext uri="{FF2B5EF4-FFF2-40B4-BE49-F238E27FC236}">
                  <a16:creationId xmlns:a16="http://schemas.microsoft.com/office/drawing/2014/main" id="{3774BA98-ECF8-4D6D-900F-51D7EAFA46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91991" y="4989274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8" name="Straight Connector 807">
              <a:extLst>
                <a:ext uri="{FF2B5EF4-FFF2-40B4-BE49-F238E27FC236}">
                  <a16:creationId xmlns:a16="http://schemas.microsoft.com/office/drawing/2014/main" id="{A79DDB90-7BD5-41D7-A1F9-59501BFECE1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523599" y="4974598"/>
              <a:ext cx="231775" cy="8572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2" name="Straight Connector 452">
              <a:extLst>
                <a:ext uri="{FF2B5EF4-FFF2-40B4-BE49-F238E27FC236}">
                  <a16:creationId xmlns:a16="http://schemas.microsoft.com/office/drawing/2014/main" id="{12C447F7-0713-4548-A7D8-D2B65EB9BB9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68662" y="4883503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5" name="Straight Connector 452">
              <a:extLst>
                <a:ext uri="{FF2B5EF4-FFF2-40B4-BE49-F238E27FC236}">
                  <a16:creationId xmlns:a16="http://schemas.microsoft.com/office/drawing/2014/main" id="{457EA46D-2B29-47C5-A57D-51D34ABBFE4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42676" y="4807823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6" name="Straight Connector 452">
              <a:extLst>
                <a:ext uri="{FF2B5EF4-FFF2-40B4-BE49-F238E27FC236}">
                  <a16:creationId xmlns:a16="http://schemas.microsoft.com/office/drawing/2014/main" id="{3008D6CD-B46F-4BF3-8AA7-BF0AC4BF962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83582" y="4714409"/>
              <a:ext cx="237701" cy="8921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8" name="Straight Connector 452">
              <a:extLst>
                <a:ext uri="{FF2B5EF4-FFF2-40B4-BE49-F238E27FC236}">
                  <a16:creationId xmlns:a16="http://schemas.microsoft.com/office/drawing/2014/main" id="{471650A8-3F57-4BC4-B64D-8A4B991EC5F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84116" y="4707438"/>
              <a:ext cx="12778" cy="35618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0" name="Straight Connector 452">
              <a:extLst>
                <a:ext uri="{FF2B5EF4-FFF2-40B4-BE49-F238E27FC236}">
                  <a16:creationId xmlns:a16="http://schemas.microsoft.com/office/drawing/2014/main" id="{81E948E7-374F-4DE9-A055-6697BC213CC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1495" y="5053970"/>
              <a:ext cx="506648" cy="20413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2" name="Straight Connector 452">
              <a:extLst>
                <a:ext uri="{FF2B5EF4-FFF2-40B4-BE49-F238E27FC236}">
                  <a16:creationId xmlns:a16="http://schemas.microsoft.com/office/drawing/2014/main" id="{E37D3FD4-B5C6-4E2A-9828-F7ED77230ED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87940" y="5168367"/>
              <a:ext cx="237701" cy="8921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4" name="Straight Connector 452">
              <a:extLst>
                <a:ext uri="{FF2B5EF4-FFF2-40B4-BE49-F238E27FC236}">
                  <a16:creationId xmlns:a16="http://schemas.microsoft.com/office/drawing/2014/main" id="{66CB2C42-5D99-494C-8726-EE6F1DEA596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6056" y="3357976"/>
              <a:ext cx="7160" cy="181472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6" name="Straight Connector 452">
              <a:extLst>
                <a:ext uri="{FF2B5EF4-FFF2-40B4-BE49-F238E27FC236}">
                  <a16:creationId xmlns:a16="http://schemas.microsoft.com/office/drawing/2014/main" id="{AC89669F-33D5-46AA-8FA1-4CF862B9EFC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5680" y="3242499"/>
              <a:ext cx="246387" cy="1199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7" name="Straight Connector 452">
              <a:extLst>
                <a:ext uri="{FF2B5EF4-FFF2-40B4-BE49-F238E27FC236}">
                  <a16:creationId xmlns:a16="http://schemas.microsoft.com/office/drawing/2014/main" id="{50F730FC-9C57-4062-80B1-F3722E87175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18597" y="3235843"/>
              <a:ext cx="7044" cy="163359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8" name="Straight Connector 827">
              <a:extLst>
                <a:ext uri="{FF2B5EF4-FFF2-40B4-BE49-F238E27FC236}">
                  <a16:creationId xmlns:a16="http://schemas.microsoft.com/office/drawing/2014/main" id="{9EC2831C-2715-4C9A-9BCB-2ED4DE4768F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8577" y="4878775"/>
              <a:ext cx="231775" cy="8572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0" name="Straight Connector 452">
              <a:extLst>
                <a:ext uri="{FF2B5EF4-FFF2-40B4-BE49-F238E27FC236}">
                  <a16:creationId xmlns:a16="http://schemas.microsoft.com/office/drawing/2014/main" id="{B3EC8F91-9E0C-447F-A3A5-9CD8B6ACD06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76641" y="2894022"/>
              <a:ext cx="0" cy="18577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1" name="Straight Connector 452">
              <a:extLst>
                <a:ext uri="{FF2B5EF4-FFF2-40B4-BE49-F238E27FC236}">
                  <a16:creationId xmlns:a16="http://schemas.microsoft.com/office/drawing/2014/main" id="{82957399-5BA8-442C-BEA1-5CD503042F1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05873" y="2997861"/>
              <a:ext cx="0" cy="18577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4" name="Straight Connector 452">
              <a:extLst>
                <a:ext uri="{FF2B5EF4-FFF2-40B4-BE49-F238E27FC236}">
                  <a16:creationId xmlns:a16="http://schemas.microsoft.com/office/drawing/2014/main" id="{6A97C17A-EFB5-47CF-8311-74D71D8258A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025436" y="2986322"/>
              <a:ext cx="206787" cy="8378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7" name="Straight Connector 452">
              <a:extLst>
                <a:ext uri="{FF2B5EF4-FFF2-40B4-BE49-F238E27FC236}">
                  <a16:creationId xmlns:a16="http://schemas.microsoft.com/office/drawing/2014/main" id="{86D1070C-018F-4AB5-828A-CF0EDBCC9ED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65552" y="4051323"/>
              <a:ext cx="246387" cy="1199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9" name="Straight Connector 452">
              <a:extLst>
                <a:ext uri="{FF2B5EF4-FFF2-40B4-BE49-F238E27FC236}">
                  <a16:creationId xmlns:a16="http://schemas.microsoft.com/office/drawing/2014/main" id="{5D493857-48AF-4A3B-885E-D5918C9D5B0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017052" y="3686861"/>
              <a:ext cx="1921" cy="39677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0" name="Straight Connector 452">
              <a:extLst>
                <a:ext uri="{FF2B5EF4-FFF2-40B4-BE49-F238E27FC236}">
                  <a16:creationId xmlns:a16="http://schemas.microsoft.com/office/drawing/2014/main" id="{A7181424-DC68-4FC6-92B6-8E9C585F20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90492" y="4041893"/>
              <a:ext cx="244032" cy="12574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2" name="Straight Connector 452">
              <a:extLst>
                <a:ext uri="{FF2B5EF4-FFF2-40B4-BE49-F238E27FC236}">
                  <a16:creationId xmlns:a16="http://schemas.microsoft.com/office/drawing/2014/main" id="{DD9FF726-12B5-43AC-837C-6D063EC3987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50374" y="4075356"/>
              <a:ext cx="468587" cy="18018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3" name="Straight Connector 452">
              <a:extLst>
                <a:ext uri="{FF2B5EF4-FFF2-40B4-BE49-F238E27FC236}">
                  <a16:creationId xmlns:a16="http://schemas.microsoft.com/office/drawing/2014/main" id="{6F2AE736-BDFB-463C-9366-0F6EC6B04C0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10645" y="4069822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9" name="team3">
            <a:extLst>
              <a:ext uri="{FF2B5EF4-FFF2-40B4-BE49-F238E27FC236}">
                <a16:creationId xmlns:a16="http://schemas.microsoft.com/office/drawing/2014/main" id="{B6DD5914-5783-45F4-8C9C-E08DB59A0856}"/>
              </a:ext>
            </a:extLst>
          </p:cNvPr>
          <p:cNvGrpSpPr/>
          <p:nvPr/>
        </p:nvGrpSpPr>
        <p:grpSpPr>
          <a:xfrm>
            <a:off x="5007984" y="2519978"/>
            <a:ext cx="3032061" cy="4284432"/>
            <a:chOff x="5015361" y="2538277"/>
            <a:chExt cx="3032061" cy="4284432"/>
          </a:xfrm>
          <a:effectLst/>
        </p:grpSpPr>
        <p:cxnSp>
          <p:nvCxnSpPr>
            <p:cNvPr id="64" name="Straight Connector 452">
              <a:extLst>
                <a:ext uri="{FF2B5EF4-FFF2-40B4-BE49-F238E27FC236}">
                  <a16:creationId xmlns:a16="http://schemas.microsoft.com/office/drawing/2014/main" id="{50CFEF5D-70BC-4044-A262-87BB4F24301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99497" y="3214366"/>
              <a:ext cx="3744" cy="1036208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452">
              <a:extLst>
                <a:ext uri="{FF2B5EF4-FFF2-40B4-BE49-F238E27FC236}">
                  <a16:creationId xmlns:a16="http://schemas.microsoft.com/office/drawing/2014/main" id="{369E7231-241D-4916-BAD1-FCB84BAAD67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95452" y="4283604"/>
              <a:ext cx="467287" cy="201470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452">
              <a:extLst>
                <a:ext uri="{FF2B5EF4-FFF2-40B4-BE49-F238E27FC236}">
                  <a16:creationId xmlns:a16="http://schemas.microsoft.com/office/drawing/2014/main" id="{7B6380AB-855D-4E36-B2AE-A27F017382F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53955" y="4479601"/>
              <a:ext cx="8783" cy="553799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452">
              <a:extLst>
                <a:ext uri="{FF2B5EF4-FFF2-40B4-BE49-F238E27FC236}">
                  <a16:creationId xmlns:a16="http://schemas.microsoft.com/office/drawing/2014/main" id="{E2C885CE-5682-4CCE-BB68-A77AD288539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11352" y="5014350"/>
              <a:ext cx="242481" cy="79135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452">
              <a:extLst>
                <a:ext uri="{FF2B5EF4-FFF2-40B4-BE49-F238E27FC236}">
                  <a16:creationId xmlns:a16="http://schemas.microsoft.com/office/drawing/2014/main" id="{9843C77D-2B54-4376-89C2-5A3ED2E78B9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18460" y="5084139"/>
              <a:ext cx="0" cy="220712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452">
              <a:extLst>
                <a:ext uri="{FF2B5EF4-FFF2-40B4-BE49-F238E27FC236}">
                  <a16:creationId xmlns:a16="http://schemas.microsoft.com/office/drawing/2014/main" id="{0F7E1505-CAE6-4B54-8B4E-FFAB9889E51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415330" y="5292664"/>
              <a:ext cx="254785" cy="81976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452">
              <a:extLst>
                <a:ext uri="{FF2B5EF4-FFF2-40B4-BE49-F238E27FC236}">
                  <a16:creationId xmlns:a16="http://schemas.microsoft.com/office/drawing/2014/main" id="{DC06FEFC-2D84-4436-A416-5CE15B16E60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57766" y="5374640"/>
              <a:ext cx="0" cy="220712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452">
              <a:extLst>
                <a:ext uri="{FF2B5EF4-FFF2-40B4-BE49-F238E27FC236}">
                  <a16:creationId xmlns:a16="http://schemas.microsoft.com/office/drawing/2014/main" id="{385BBFE3-98A0-4872-8919-0737B5BCCE3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95452" y="5554769"/>
              <a:ext cx="458382" cy="166928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452">
              <a:extLst>
                <a:ext uri="{FF2B5EF4-FFF2-40B4-BE49-F238E27FC236}">
                  <a16:creationId xmlns:a16="http://schemas.microsoft.com/office/drawing/2014/main" id="{D28335D0-93D5-4E3D-89B0-5AC3ED6F410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95452" y="5721697"/>
              <a:ext cx="0" cy="360851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452">
              <a:extLst>
                <a:ext uri="{FF2B5EF4-FFF2-40B4-BE49-F238E27FC236}">
                  <a16:creationId xmlns:a16="http://schemas.microsoft.com/office/drawing/2014/main" id="{2B572533-4762-4329-BF71-32B1FEF4074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88969" y="6081205"/>
              <a:ext cx="464864" cy="177808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452">
              <a:extLst>
                <a:ext uri="{FF2B5EF4-FFF2-40B4-BE49-F238E27FC236}">
                  <a16:creationId xmlns:a16="http://schemas.microsoft.com/office/drawing/2014/main" id="{BA14B247-D5F0-4C34-8912-8BDE8CE9C89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53834" y="6081205"/>
              <a:ext cx="445468" cy="178241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452">
              <a:extLst>
                <a:ext uri="{FF2B5EF4-FFF2-40B4-BE49-F238E27FC236}">
                  <a16:creationId xmlns:a16="http://schemas.microsoft.com/office/drawing/2014/main" id="{5F7BDC5E-B5E5-4D96-B241-B2D78281C28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05758" y="5722368"/>
              <a:ext cx="0" cy="359508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452">
              <a:extLst>
                <a:ext uri="{FF2B5EF4-FFF2-40B4-BE49-F238E27FC236}">
                  <a16:creationId xmlns:a16="http://schemas.microsoft.com/office/drawing/2014/main" id="{468B80C7-1C8D-4FEB-9CDB-D65A2B2EB20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850973" y="5642255"/>
              <a:ext cx="254785" cy="81976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452">
              <a:extLst>
                <a:ext uri="{FF2B5EF4-FFF2-40B4-BE49-F238E27FC236}">
                  <a16:creationId xmlns:a16="http://schemas.microsoft.com/office/drawing/2014/main" id="{47D0BC03-918F-4D78-ADB1-0896A7C5B56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76568" y="5444413"/>
              <a:ext cx="0" cy="220712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452">
              <a:extLst>
                <a:ext uri="{FF2B5EF4-FFF2-40B4-BE49-F238E27FC236}">
                  <a16:creationId xmlns:a16="http://schemas.microsoft.com/office/drawing/2014/main" id="{13164DA3-73A5-457C-9192-CB5B340D196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96593" y="5374640"/>
              <a:ext cx="242481" cy="79135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452">
              <a:extLst>
                <a:ext uri="{FF2B5EF4-FFF2-40B4-BE49-F238E27FC236}">
                  <a16:creationId xmlns:a16="http://schemas.microsoft.com/office/drawing/2014/main" id="{2BEF8C7C-E5CC-474F-95F7-37A146C8D9B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29693" y="5194495"/>
              <a:ext cx="0" cy="142837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452">
              <a:extLst>
                <a:ext uri="{FF2B5EF4-FFF2-40B4-BE49-F238E27FC236}">
                  <a16:creationId xmlns:a16="http://schemas.microsoft.com/office/drawing/2014/main" id="{4BA660AF-B5BB-44C7-923C-5BCB5CF633F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869105" y="5098255"/>
              <a:ext cx="254785" cy="81976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452">
              <a:extLst>
                <a:ext uri="{FF2B5EF4-FFF2-40B4-BE49-F238E27FC236}">
                  <a16:creationId xmlns:a16="http://schemas.microsoft.com/office/drawing/2014/main" id="{978DC371-1E35-4330-99C8-D5D97A482B3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04162" y="4989562"/>
              <a:ext cx="242481" cy="79135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452">
              <a:extLst>
                <a:ext uri="{FF2B5EF4-FFF2-40B4-BE49-F238E27FC236}">
                  <a16:creationId xmlns:a16="http://schemas.microsoft.com/office/drawing/2014/main" id="{33FA8ADE-5D07-46D3-87D2-9D0E4A567ED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142188" y="5014350"/>
              <a:ext cx="447084" cy="180145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452">
              <a:extLst>
                <a:ext uri="{FF2B5EF4-FFF2-40B4-BE49-F238E27FC236}">
                  <a16:creationId xmlns:a16="http://schemas.microsoft.com/office/drawing/2014/main" id="{841D43CC-0188-477D-A943-B89F7A53903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34551" y="5185179"/>
              <a:ext cx="242481" cy="79135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452">
              <a:extLst>
                <a:ext uri="{FF2B5EF4-FFF2-40B4-BE49-F238E27FC236}">
                  <a16:creationId xmlns:a16="http://schemas.microsoft.com/office/drawing/2014/main" id="{E9038D39-FEED-4916-8EAF-FFB8AA79E06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34551" y="5310938"/>
              <a:ext cx="0" cy="142837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452">
              <a:extLst>
                <a:ext uri="{FF2B5EF4-FFF2-40B4-BE49-F238E27FC236}">
                  <a16:creationId xmlns:a16="http://schemas.microsoft.com/office/drawing/2014/main" id="{E6C38FD2-B580-418A-812D-1751CAAB8DC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103047" y="5458897"/>
              <a:ext cx="242481" cy="79135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452">
              <a:extLst>
                <a:ext uri="{FF2B5EF4-FFF2-40B4-BE49-F238E27FC236}">
                  <a16:creationId xmlns:a16="http://schemas.microsoft.com/office/drawing/2014/main" id="{337764BA-BD21-4092-B605-6D5E8629DF1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129280" y="5547083"/>
              <a:ext cx="254785" cy="81976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452">
              <a:extLst>
                <a:ext uri="{FF2B5EF4-FFF2-40B4-BE49-F238E27FC236}">
                  <a16:creationId xmlns:a16="http://schemas.microsoft.com/office/drawing/2014/main" id="{4B21C4E4-13AD-440E-BED5-3CDB530FBA7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65730" y="5553672"/>
              <a:ext cx="242481" cy="79135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452">
              <a:extLst>
                <a:ext uri="{FF2B5EF4-FFF2-40B4-BE49-F238E27FC236}">
                  <a16:creationId xmlns:a16="http://schemas.microsoft.com/office/drawing/2014/main" id="{71263FE0-B23B-40B6-B50D-B5CFB6A75B2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89272" y="5372572"/>
              <a:ext cx="0" cy="142837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452">
              <a:extLst>
                <a:ext uri="{FF2B5EF4-FFF2-40B4-BE49-F238E27FC236}">
                  <a16:creationId xmlns:a16="http://schemas.microsoft.com/office/drawing/2014/main" id="{40BE1E16-32E2-4BA3-ABC6-384EA0EC6E2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580898" y="5360415"/>
              <a:ext cx="254785" cy="81976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452">
              <a:extLst>
                <a:ext uri="{FF2B5EF4-FFF2-40B4-BE49-F238E27FC236}">
                  <a16:creationId xmlns:a16="http://schemas.microsoft.com/office/drawing/2014/main" id="{6F5CD6CB-9C98-42C6-99DA-9701B622A10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831868" y="5453776"/>
              <a:ext cx="3815" cy="184457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452">
              <a:extLst>
                <a:ext uri="{FF2B5EF4-FFF2-40B4-BE49-F238E27FC236}">
                  <a16:creationId xmlns:a16="http://schemas.microsoft.com/office/drawing/2014/main" id="{3F547F2E-0705-4EE4-8DB0-B88D04891FF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42208" y="5619293"/>
              <a:ext cx="489661" cy="182275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452">
              <a:extLst>
                <a:ext uri="{FF2B5EF4-FFF2-40B4-BE49-F238E27FC236}">
                  <a16:creationId xmlns:a16="http://schemas.microsoft.com/office/drawing/2014/main" id="{D34DD98C-EB71-4281-BB0D-37F1124A314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356235" y="5803779"/>
              <a:ext cx="3815" cy="184457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452">
              <a:extLst>
                <a:ext uri="{FF2B5EF4-FFF2-40B4-BE49-F238E27FC236}">
                  <a16:creationId xmlns:a16="http://schemas.microsoft.com/office/drawing/2014/main" id="{CFF10ED6-5F66-4501-8E98-7A1940D8DE1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65334" y="5895220"/>
              <a:ext cx="242481" cy="79135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452">
              <a:extLst>
                <a:ext uri="{FF2B5EF4-FFF2-40B4-BE49-F238E27FC236}">
                  <a16:creationId xmlns:a16="http://schemas.microsoft.com/office/drawing/2014/main" id="{723A27AE-9BEA-4DE2-AA0B-850E354787E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577083" y="5902122"/>
              <a:ext cx="254785" cy="81976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452">
              <a:extLst>
                <a:ext uri="{FF2B5EF4-FFF2-40B4-BE49-F238E27FC236}">
                  <a16:creationId xmlns:a16="http://schemas.microsoft.com/office/drawing/2014/main" id="{E4515C7E-7E8F-46CE-8071-34B6EF5D583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831869" y="5902122"/>
              <a:ext cx="211748" cy="87838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452">
              <a:extLst>
                <a:ext uri="{FF2B5EF4-FFF2-40B4-BE49-F238E27FC236}">
                  <a16:creationId xmlns:a16="http://schemas.microsoft.com/office/drawing/2014/main" id="{C4F9441C-9C3D-4AB4-BF92-7D36786980B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47422" y="5895220"/>
              <a:ext cx="0" cy="142837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452">
              <a:extLst>
                <a:ext uri="{FF2B5EF4-FFF2-40B4-BE49-F238E27FC236}">
                  <a16:creationId xmlns:a16="http://schemas.microsoft.com/office/drawing/2014/main" id="{1B8135BA-A148-4363-B0FD-08741999E4B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835674" y="6080763"/>
              <a:ext cx="211748" cy="87838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452">
              <a:extLst>
                <a:ext uri="{FF2B5EF4-FFF2-40B4-BE49-F238E27FC236}">
                  <a16:creationId xmlns:a16="http://schemas.microsoft.com/office/drawing/2014/main" id="{D629F294-C05B-463E-823F-28322C7145B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25193" y="6187594"/>
              <a:ext cx="0" cy="142837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452">
              <a:extLst>
                <a:ext uri="{FF2B5EF4-FFF2-40B4-BE49-F238E27FC236}">
                  <a16:creationId xmlns:a16="http://schemas.microsoft.com/office/drawing/2014/main" id="{78695234-6508-40D2-A195-8C73C40132D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77032" y="6345302"/>
              <a:ext cx="211748" cy="87838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452">
              <a:extLst>
                <a:ext uri="{FF2B5EF4-FFF2-40B4-BE49-F238E27FC236}">
                  <a16:creationId xmlns:a16="http://schemas.microsoft.com/office/drawing/2014/main" id="{9EA1ED3E-E575-474D-B52A-0A79050962B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87389" y="6103301"/>
              <a:ext cx="0" cy="359508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452">
              <a:extLst>
                <a:ext uri="{FF2B5EF4-FFF2-40B4-BE49-F238E27FC236}">
                  <a16:creationId xmlns:a16="http://schemas.microsoft.com/office/drawing/2014/main" id="{7195D909-6B6F-4D20-A6F3-00698D7A69A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56235" y="6099756"/>
              <a:ext cx="211748" cy="87838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452">
              <a:extLst>
                <a:ext uri="{FF2B5EF4-FFF2-40B4-BE49-F238E27FC236}">
                  <a16:creationId xmlns:a16="http://schemas.microsoft.com/office/drawing/2014/main" id="{739AD8AC-F344-4F3A-B91A-535482AA847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56235" y="6165548"/>
              <a:ext cx="0" cy="359508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452">
              <a:extLst>
                <a:ext uri="{FF2B5EF4-FFF2-40B4-BE49-F238E27FC236}">
                  <a16:creationId xmlns:a16="http://schemas.microsoft.com/office/drawing/2014/main" id="{AAB0049E-9CC1-4C87-A932-7C42462C02C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098118" y="6445794"/>
              <a:ext cx="254785" cy="81976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452">
              <a:extLst>
                <a:ext uri="{FF2B5EF4-FFF2-40B4-BE49-F238E27FC236}">
                  <a16:creationId xmlns:a16="http://schemas.microsoft.com/office/drawing/2014/main" id="{202625C4-8D7D-4EFE-B4F9-6D7394563D0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23586" y="6445794"/>
              <a:ext cx="0" cy="142837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452">
              <a:extLst>
                <a:ext uri="{FF2B5EF4-FFF2-40B4-BE49-F238E27FC236}">
                  <a16:creationId xmlns:a16="http://schemas.microsoft.com/office/drawing/2014/main" id="{779A872B-CB60-4040-A104-D1A2D5E0222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110549" y="6618303"/>
              <a:ext cx="254785" cy="81976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452">
              <a:extLst>
                <a:ext uri="{FF2B5EF4-FFF2-40B4-BE49-F238E27FC236}">
                  <a16:creationId xmlns:a16="http://schemas.microsoft.com/office/drawing/2014/main" id="{D855C5FE-3612-42C4-A4FD-3476FF03264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123586" y="6729951"/>
              <a:ext cx="211748" cy="87838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452">
              <a:extLst>
                <a:ext uri="{FF2B5EF4-FFF2-40B4-BE49-F238E27FC236}">
                  <a16:creationId xmlns:a16="http://schemas.microsoft.com/office/drawing/2014/main" id="{448134E1-4FC7-4228-B998-DAA05BC5C5D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53833" y="6623364"/>
              <a:ext cx="485242" cy="190647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452">
              <a:extLst>
                <a:ext uri="{FF2B5EF4-FFF2-40B4-BE49-F238E27FC236}">
                  <a16:creationId xmlns:a16="http://schemas.microsoft.com/office/drawing/2014/main" id="{17B9191F-30D2-48A6-8590-416060F4CC2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56772" y="6658532"/>
              <a:ext cx="0" cy="142837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452">
              <a:extLst>
                <a:ext uri="{FF2B5EF4-FFF2-40B4-BE49-F238E27FC236}">
                  <a16:creationId xmlns:a16="http://schemas.microsoft.com/office/drawing/2014/main" id="{27E3E942-2648-4B1B-8871-348B6584697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427574" y="6718687"/>
              <a:ext cx="213466" cy="81076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452">
              <a:extLst>
                <a:ext uri="{FF2B5EF4-FFF2-40B4-BE49-F238E27FC236}">
                  <a16:creationId xmlns:a16="http://schemas.microsoft.com/office/drawing/2014/main" id="{8D68462E-CE6B-4B50-9F05-E9716CEE2CC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97528" y="6734871"/>
              <a:ext cx="211748" cy="87838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452">
              <a:extLst>
                <a:ext uri="{FF2B5EF4-FFF2-40B4-BE49-F238E27FC236}">
                  <a16:creationId xmlns:a16="http://schemas.microsoft.com/office/drawing/2014/main" id="{F251165C-B56F-4D46-A853-7C86A52C374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929553" y="6717787"/>
              <a:ext cx="254785" cy="81976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452">
              <a:extLst>
                <a:ext uri="{FF2B5EF4-FFF2-40B4-BE49-F238E27FC236}">
                  <a16:creationId xmlns:a16="http://schemas.microsoft.com/office/drawing/2014/main" id="{3FA411B5-D102-4EB9-A00F-922128886B0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74457" y="6544296"/>
              <a:ext cx="432052" cy="155983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452">
              <a:extLst>
                <a:ext uri="{FF2B5EF4-FFF2-40B4-BE49-F238E27FC236}">
                  <a16:creationId xmlns:a16="http://schemas.microsoft.com/office/drawing/2014/main" id="{EE9635E5-5D1C-415E-BF0A-3DEBA4496F8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84339" y="6283056"/>
              <a:ext cx="6608" cy="195214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452">
              <a:extLst>
                <a:ext uri="{FF2B5EF4-FFF2-40B4-BE49-F238E27FC236}">
                  <a16:creationId xmlns:a16="http://schemas.microsoft.com/office/drawing/2014/main" id="{B5124F2B-1435-49CE-87A4-F703FEC044D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66029" y="6259453"/>
              <a:ext cx="211748" cy="87838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452">
              <a:extLst>
                <a:ext uri="{FF2B5EF4-FFF2-40B4-BE49-F238E27FC236}">
                  <a16:creationId xmlns:a16="http://schemas.microsoft.com/office/drawing/2014/main" id="{93B97224-549F-4536-889A-CD90677BC81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74457" y="6374375"/>
              <a:ext cx="0" cy="142837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452">
              <a:extLst>
                <a:ext uri="{FF2B5EF4-FFF2-40B4-BE49-F238E27FC236}">
                  <a16:creationId xmlns:a16="http://schemas.microsoft.com/office/drawing/2014/main" id="{784FE111-F852-4128-A196-9AC977EF1DC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718800" y="6421821"/>
              <a:ext cx="258990" cy="112899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452">
              <a:extLst>
                <a:ext uri="{FF2B5EF4-FFF2-40B4-BE49-F238E27FC236}">
                  <a16:creationId xmlns:a16="http://schemas.microsoft.com/office/drawing/2014/main" id="{A27DC4F4-5101-4BBF-B5B2-F2D733BC63D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94317" y="6459878"/>
              <a:ext cx="211748" cy="87838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452">
              <a:extLst>
                <a:ext uri="{FF2B5EF4-FFF2-40B4-BE49-F238E27FC236}">
                  <a16:creationId xmlns:a16="http://schemas.microsoft.com/office/drawing/2014/main" id="{5AEDD638-BDE7-4EAC-B20D-887D64512D1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477942" y="6165548"/>
              <a:ext cx="8210" cy="388367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452">
              <a:extLst>
                <a:ext uri="{FF2B5EF4-FFF2-40B4-BE49-F238E27FC236}">
                  <a16:creationId xmlns:a16="http://schemas.microsoft.com/office/drawing/2014/main" id="{E65D0CCE-43D2-4E24-855B-4FA96EC1959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019561" y="5984098"/>
              <a:ext cx="465563" cy="184364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452">
              <a:extLst>
                <a:ext uri="{FF2B5EF4-FFF2-40B4-BE49-F238E27FC236}">
                  <a16:creationId xmlns:a16="http://schemas.microsoft.com/office/drawing/2014/main" id="{4F529A5A-934C-44E6-A4FD-B8DF3C8AE54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19561" y="5830703"/>
              <a:ext cx="0" cy="142837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452">
              <a:extLst>
                <a:ext uri="{FF2B5EF4-FFF2-40B4-BE49-F238E27FC236}">
                  <a16:creationId xmlns:a16="http://schemas.microsoft.com/office/drawing/2014/main" id="{F8D48811-12E7-475F-883A-78B8D518A3E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015361" y="5728023"/>
              <a:ext cx="211748" cy="87838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452">
              <a:extLst>
                <a:ext uri="{FF2B5EF4-FFF2-40B4-BE49-F238E27FC236}">
                  <a16:creationId xmlns:a16="http://schemas.microsoft.com/office/drawing/2014/main" id="{0B11A3A7-B550-4739-9BC4-DB61911E92A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42946" y="5538032"/>
              <a:ext cx="0" cy="142837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452">
              <a:extLst>
                <a:ext uri="{FF2B5EF4-FFF2-40B4-BE49-F238E27FC236}">
                  <a16:creationId xmlns:a16="http://schemas.microsoft.com/office/drawing/2014/main" id="{95E58530-C420-4B47-A0A9-19AD2B5337F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229053" y="5525334"/>
              <a:ext cx="258990" cy="112899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452">
              <a:extLst>
                <a:ext uri="{FF2B5EF4-FFF2-40B4-BE49-F238E27FC236}">
                  <a16:creationId xmlns:a16="http://schemas.microsoft.com/office/drawing/2014/main" id="{4FD61E70-1622-4D9F-A878-EB63BADC74B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77942" y="5650278"/>
              <a:ext cx="0" cy="142837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452">
              <a:extLst>
                <a:ext uri="{FF2B5EF4-FFF2-40B4-BE49-F238E27FC236}">
                  <a16:creationId xmlns:a16="http://schemas.microsoft.com/office/drawing/2014/main" id="{54E9D735-3A40-4527-80D6-1AEE5F12694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40487" y="5793336"/>
              <a:ext cx="211748" cy="87838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452">
              <a:extLst>
                <a:ext uri="{FF2B5EF4-FFF2-40B4-BE49-F238E27FC236}">
                  <a16:creationId xmlns:a16="http://schemas.microsoft.com/office/drawing/2014/main" id="{0E34A2B2-7357-4BB5-9055-3FB652C3458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252342" y="5891733"/>
              <a:ext cx="466342" cy="189030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452">
              <a:extLst>
                <a:ext uri="{FF2B5EF4-FFF2-40B4-BE49-F238E27FC236}">
                  <a16:creationId xmlns:a16="http://schemas.microsoft.com/office/drawing/2014/main" id="{3EE0ED44-C7CB-484A-94E0-A81E9D1B612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95255" y="6094129"/>
              <a:ext cx="0" cy="142837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452">
              <a:extLst>
                <a:ext uri="{FF2B5EF4-FFF2-40B4-BE49-F238E27FC236}">
                  <a16:creationId xmlns:a16="http://schemas.microsoft.com/office/drawing/2014/main" id="{222545D9-391D-4100-8E63-681EED76D6A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08283" y="6175267"/>
              <a:ext cx="211748" cy="87838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452">
              <a:extLst>
                <a:ext uri="{FF2B5EF4-FFF2-40B4-BE49-F238E27FC236}">
                  <a16:creationId xmlns:a16="http://schemas.microsoft.com/office/drawing/2014/main" id="{097C8D8F-95D3-43C9-9802-81A72D8D232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30173" y="6011305"/>
              <a:ext cx="0" cy="142837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452">
              <a:extLst>
                <a:ext uri="{FF2B5EF4-FFF2-40B4-BE49-F238E27FC236}">
                  <a16:creationId xmlns:a16="http://schemas.microsoft.com/office/drawing/2014/main" id="{B08207BA-6921-4625-B348-48341DA28AC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83389" y="5891733"/>
              <a:ext cx="258990" cy="112899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452">
              <a:extLst>
                <a:ext uri="{FF2B5EF4-FFF2-40B4-BE49-F238E27FC236}">
                  <a16:creationId xmlns:a16="http://schemas.microsoft.com/office/drawing/2014/main" id="{10491D68-0FDA-4972-A39D-AC8D56633AA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26739" y="5801697"/>
              <a:ext cx="211748" cy="87838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452">
              <a:extLst>
                <a:ext uri="{FF2B5EF4-FFF2-40B4-BE49-F238E27FC236}">
                  <a16:creationId xmlns:a16="http://schemas.microsoft.com/office/drawing/2014/main" id="{428DFA9A-A354-4689-A674-1A5E970DDBC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64275" y="5633942"/>
              <a:ext cx="0" cy="142837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Connector 452">
              <a:extLst>
                <a:ext uri="{FF2B5EF4-FFF2-40B4-BE49-F238E27FC236}">
                  <a16:creationId xmlns:a16="http://schemas.microsoft.com/office/drawing/2014/main" id="{883CDF33-9F36-4FAD-9AE4-F5F3615ADCD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717726" y="5529356"/>
              <a:ext cx="258990" cy="112899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Straight Connector 452">
              <a:extLst>
                <a:ext uri="{FF2B5EF4-FFF2-40B4-BE49-F238E27FC236}">
                  <a16:creationId xmlns:a16="http://schemas.microsoft.com/office/drawing/2014/main" id="{55453E59-0946-43AE-9EB6-448F85F2F4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06065" y="5360415"/>
              <a:ext cx="0" cy="142837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Connector 452">
              <a:extLst>
                <a:ext uri="{FF2B5EF4-FFF2-40B4-BE49-F238E27FC236}">
                  <a16:creationId xmlns:a16="http://schemas.microsoft.com/office/drawing/2014/main" id="{4A5706FF-A991-48A1-97BA-2FFBFC545F4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86073" y="5361646"/>
              <a:ext cx="496535" cy="183543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Straight Connector 452">
              <a:extLst>
                <a:ext uri="{FF2B5EF4-FFF2-40B4-BE49-F238E27FC236}">
                  <a16:creationId xmlns:a16="http://schemas.microsoft.com/office/drawing/2014/main" id="{4CE6E436-ADBC-4389-93E0-104F1B8914D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94761" y="5454627"/>
              <a:ext cx="211748" cy="87838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Straight Connector 452">
              <a:extLst>
                <a:ext uri="{FF2B5EF4-FFF2-40B4-BE49-F238E27FC236}">
                  <a16:creationId xmlns:a16="http://schemas.microsoft.com/office/drawing/2014/main" id="{89558175-8055-48FD-AC44-4A89BCA572E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717726" y="5178341"/>
              <a:ext cx="697727" cy="291111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Straight Connector 452">
              <a:extLst>
                <a:ext uri="{FF2B5EF4-FFF2-40B4-BE49-F238E27FC236}">
                  <a16:creationId xmlns:a16="http://schemas.microsoft.com/office/drawing/2014/main" id="{A142B708-A2ED-4696-8D22-CC9AA1E9F41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41347" y="4980009"/>
              <a:ext cx="441261" cy="184882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Straight Connector 452">
              <a:extLst>
                <a:ext uri="{FF2B5EF4-FFF2-40B4-BE49-F238E27FC236}">
                  <a16:creationId xmlns:a16="http://schemas.microsoft.com/office/drawing/2014/main" id="{4C0D3A5A-54D7-4222-8D2D-AFEF015E394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97528" y="5003832"/>
              <a:ext cx="0" cy="142837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Straight Connector 452">
              <a:extLst>
                <a:ext uri="{FF2B5EF4-FFF2-40B4-BE49-F238E27FC236}">
                  <a16:creationId xmlns:a16="http://schemas.microsoft.com/office/drawing/2014/main" id="{A605D9D7-C07F-4469-9AF8-0FBF1D12615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70050" y="6452323"/>
              <a:ext cx="258990" cy="112899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4" name="Straight Connector 452">
              <a:extLst>
                <a:ext uri="{FF2B5EF4-FFF2-40B4-BE49-F238E27FC236}">
                  <a16:creationId xmlns:a16="http://schemas.microsoft.com/office/drawing/2014/main" id="{39CF2FB2-551C-4C2C-B53C-DEFE00FC8A8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753031" y="4093436"/>
              <a:ext cx="389469" cy="15247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6" name="Straight Connector 452">
              <a:extLst>
                <a:ext uri="{FF2B5EF4-FFF2-40B4-BE49-F238E27FC236}">
                  <a16:creationId xmlns:a16="http://schemas.microsoft.com/office/drawing/2014/main" id="{39D2F70E-22BB-4082-BF78-63EB963AF6D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91286" y="3997661"/>
              <a:ext cx="211748" cy="8783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7" name="Straight Connector 452">
              <a:extLst>
                <a:ext uri="{FF2B5EF4-FFF2-40B4-BE49-F238E27FC236}">
                  <a16:creationId xmlns:a16="http://schemas.microsoft.com/office/drawing/2014/main" id="{35847BE5-7BB9-490E-BAA8-F704D3F9A18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43842" y="3744585"/>
              <a:ext cx="211748" cy="8783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8" name="Straight Connector 452">
              <a:extLst>
                <a:ext uri="{FF2B5EF4-FFF2-40B4-BE49-F238E27FC236}">
                  <a16:creationId xmlns:a16="http://schemas.microsoft.com/office/drawing/2014/main" id="{9100318C-C91B-45BB-9C59-B385CB5AD92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53501" y="3717698"/>
              <a:ext cx="0" cy="22071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9" name="Straight Connector 452">
              <a:extLst>
                <a:ext uri="{FF2B5EF4-FFF2-40B4-BE49-F238E27FC236}">
                  <a16:creationId xmlns:a16="http://schemas.microsoft.com/office/drawing/2014/main" id="{3EDAED15-87A8-4BEB-B12C-AE422783D0A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51993" y="3908749"/>
              <a:ext cx="254785" cy="8197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0" name="Straight Connector 452">
              <a:extLst>
                <a:ext uri="{FF2B5EF4-FFF2-40B4-BE49-F238E27FC236}">
                  <a16:creationId xmlns:a16="http://schemas.microsoft.com/office/drawing/2014/main" id="{93033523-6DD0-4A1E-B33B-1D93E79C440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19528" y="3914854"/>
              <a:ext cx="211748" cy="8783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1" name="Straight Connector 452">
              <a:extLst>
                <a:ext uri="{FF2B5EF4-FFF2-40B4-BE49-F238E27FC236}">
                  <a16:creationId xmlns:a16="http://schemas.microsoft.com/office/drawing/2014/main" id="{C965EC53-7422-48FA-AD86-89D2DBB77B6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29280" y="3712851"/>
              <a:ext cx="0" cy="22071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2" name="Straight Connector 452">
              <a:extLst>
                <a:ext uri="{FF2B5EF4-FFF2-40B4-BE49-F238E27FC236}">
                  <a16:creationId xmlns:a16="http://schemas.microsoft.com/office/drawing/2014/main" id="{F6ABEF4A-DF3E-41A6-8073-61668D725C6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139607" y="3536276"/>
              <a:ext cx="468208" cy="18175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5" name="Straight Connector 452">
              <a:extLst>
                <a:ext uri="{FF2B5EF4-FFF2-40B4-BE49-F238E27FC236}">
                  <a16:creationId xmlns:a16="http://schemas.microsoft.com/office/drawing/2014/main" id="{213FD56F-B942-4753-AB5E-8CE99F29A90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365334" y="3445256"/>
              <a:ext cx="436314" cy="16798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7" name="Straight Connector 452">
              <a:extLst>
                <a:ext uri="{FF2B5EF4-FFF2-40B4-BE49-F238E27FC236}">
                  <a16:creationId xmlns:a16="http://schemas.microsoft.com/office/drawing/2014/main" id="{B0096BCA-F4C3-4101-ACA4-0A679774493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48720" y="2901850"/>
              <a:ext cx="0" cy="57875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9" name="Straight Connector 452">
              <a:extLst>
                <a:ext uri="{FF2B5EF4-FFF2-40B4-BE49-F238E27FC236}">
                  <a16:creationId xmlns:a16="http://schemas.microsoft.com/office/drawing/2014/main" id="{4E3F7B28-75A6-42DD-9D10-E4F40F32978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49916" y="2723989"/>
              <a:ext cx="480806" cy="21725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1" name="Straight Connector 452">
              <a:extLst>
                <a:ext uri="{FF2B5EF4-FFF2-40B4-BE49-F238E27FC236}">
                  <a16:creationId xmlns:a16="http://schemas.microsoft.com/office/drawing/2014/main" id="{D5BE37CA-E954-4F2A-814E-2EEA778B038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30722" y="2538277"/>
              <a:ext cx="0" cy="22071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7" name="箭头3">
            <a:extLst>
              <a:ext uri="{FF2B5EF4-FFF2-40B4-BE49-F238E27FC236}">
                <a16:creationId xmlns:a16="http://schemas.microsoft.com/office/drawing/2014/main" id="{23EF46EC-4D04-4128-BF19-1D4A12A3A202}"/>
              </a:ext>
            </a:extLst>
          </p:cNvPr>
          <p:cNvGrpSpPr/>
          <p:nvPr/>
        </p:nvGrpSpPr>
        <p:grpSpPr>
          <a:xfrm rot="3079241">
            <a:off x="7936323" y="3384003"/>
            <a:ext cx="482240" cy="909320"/>
            <a:chOff x="6104773" y="431293"/>
            <a:chExt cx="482240" cy="909320"/>
          </a:xfrm>
          <a:solidFill>
            <a:srgbClr val="99FFCC">
              <a:alpha val="45882"/>
            </a:srgbClr>
          </a:solidFill>
        </p:grpSpPr>
        <p:sp>
          <p:nvSpPr>
            <p:cNvPr id="68" name="Arrow: Down 67">
              <a:extLst>
                <a:ext uri="{FF2B5EF4-FFF2-40B4-BE49-F238E27FC236}">
                  <a16:creationId xmlns:a16="http://schemas.microsoft.com/office/drawing/2014/main" id="{EBDFC653-D8B5-4DB9-A0E1-91518281712F}"/>
                </a:ext>
              </a:extLst>
            </p:cNvPr>
            <p:cNvSpPr/>
            <p:nvPr/>
          </p:nvSpPr>
          <p:spPr>
            <a:xfrm rot="19166643">
              <a:off x="6104773" y="431293"/>
              <a:ext cx="323531" cy="909320"/>
            </a:xfrm>
            <a:prstGeom prst="downArrow">
              <a:avLst>
                <a:gd name="adj1" fmla="val 50000"/>
                <a:gd name="adj2" fmla="val 142525"/>
              </a:avLst>
            </a:prstGeom>
            <a:solidFill>
              <a:srgbClr val="FFFF00"/>
            </a:solidFill>
            <a:ln>
              <a:solidFill>
                <a:srgbClr val="41719C"/>
              </a:solidFill>
            </a:ln>
            <a:effectLst>
              <a:glow rad="2286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11A2FE0A-8895-4CB1-8FFF-77855B3D7738}"/>
                </a:ext>
              </a:extLst>
            </p:cNvPr>
            <p:cNvSpPr/>
            <p:nvPr/>
          </p:nvSpPr>
          <p:spPr>
            <a:xfrm>
              <a:off x="6541294" y="1216819"/>
              <a:ext cx="45719" cy="45719"/>
            </a:xfrm>
            <a:prstGeom prst="ellipse">
              <a:avLst/>
            </a:prstGeom>
            <a:grpFill/>
            <a:ln>
              <a:noFill/>
            </a:ln>
            <a:effectLst>
              <a:glow rad="2286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grpSp>
        <p:nvGrpSpPr>
          <p:cNvPr id="54" name="箭头2">
            <a:extLst>
              <a:ext uri="{FF2B5EF4-FFF2-40B4-BE49-F238E27FC236}">
                <a16:creationId xmlns:a16="http://schemas.microsoft.com/office/drawing/2014/main" id="{435690C3-9C11-4894-8155-DC6B36DD0129}"/>
              </a:ext>
            </a:extLst>
          </p:cNvPr>
          <p:cNvGrpSpPr/>
          <p:nvPr/>
        </p:nvGrpSpPr>
        <p:grpSpPr>
          <a:xfrm rot="8148607">
            <a:off x="6169601" y="5375417"/>
            <a:ext cx="909320" cy="440456"/>
            <a:chOff x="1365670" y="869445"/>
            <a:chExt cx="909320" cy="440456"/>
          </a:xfrm>
        </p:grpSpPr>
        <p:sp>
          <p:nvSpPr>
            <p:cNvPr id="57" name="Arrow: Down 56">
              <a:extLst>
                <a:ext uri="{FF2B5EF4-FFF2-40B4-BE49-F238E27FC236}">
                  <a16:creationId xmlns:a16="http://schemas.microsoft.com/office/drawing/2014/main" id="{2FE6EFE0-830D-4273-B5CC-CEB535D53075}"/>
                </a:ext>
              </a:extLst>
            </p:cNvPr>
            <p:cNvSpPr/>
            <p:nvPr/>
          </p:nvSpPr>
          <p:spPr>
            <a:xfrm rot="18167711">
              <a:off x="1658564" y="576551"/>
              <a:ext cx="323531" cy="909320"/>
            </a:xfrm>
            <a:prstGeom prst="downArrow">
              <a:avLst>
                <a:gd name="adj1" fmla="val 50000"/>
                <a:gd name="adj2" fmla="val 142525"/>
              </a:avLst>
            </a:prstGeom>
            <a:solidFill>
              <a:schemeClr val="accent1">
                <a:lumMod val="60000"/>
                <a:lumOff val="40000"/>
                <a:alpha val="38039"/>
              </a:schemeClr>
            </a:solidFill>
            <a:effectLst>
              <a:glow rad="228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FA12DB38-A224-4194-A526-1CC2827A624C}"/>
                </a:ext>
              </a:extLst>
            </p:cNvPr>
            <p:cNvSpPr/>
            <p:nvPr/>
          </p:nvSpPr>
          <p:spPr>
            <a:xfrm>
              <a:off x="2183289" y="1264182"/>
              <a:ext cx="45719" cy="45719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>
              <a:glow rad="2286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grpSp>
        <p:nvGrpSpPr>
          <p:cNvPr id="63" name="箭头1">
            <a:extLst>
              <a:ext uri="{FF2B5EF4-FFF2-40B4-BE49-F238E27FC236}">
                <a16:creationId xmlns:a16="http://schemas.microsoft.com/office/drawing/2014/main" id="{704ECEE1-AC7F-43E6-8B80-EC4D22F7D152}"/>
              </a:ext>
            </a:extLst>
          </p:cNvPr>
          <p:cNvGrpSpPr/>
          <p:nvPr/>
        </p:nvGrpSpPr>
        <p:grpSpPr>
          <a:xfrm rot="5011035">
            <a:off x="4878157" y="4078729"/>
            <a:ext cx="471503" cy="909320"/>
            <a:chOff x="6115510" y="444784"/>
            <a:chExt cx="471503" cy="909320"/>
          </a:xfrm>
        </p:grpSpPr>
        <p:sp>
          <p:nvSpPr>
            <p:cNvPr id="74" name="Arrow: Down 73">
              <a:extLst>
                <a:ext uri="{FF2B5EF4-FFF2-40B4-BE49-F238E27FC236}">
                  <a16:creationId xmlns:a16="http://schemas.microsoft.com/office/drawing/2014/main" id="{59CB4F64-90D6-4C5B-ABF9-6B45584E30DF}"/>
                </a:ext>
              </a:extLst>
            </p:cNvPr>
            <p:cNvSpPr/>
            <p:nvPr/>
          </p:nvSpPr>
          <p:spPr>
            <a:xfrm rot="19166643">
              <a:off x="6115510" y="444784"/>
              <a:ext cx="323531" cy="909320"/>
            </a:xfrm>
            <a:prstGeom prst="downArrow">
              <a:avLst>
                <a:gd name="adj1" fmla="val 50000"/>
                <a:gd name="adj2" fmla="val 142525"/>
              </a:avLst>
            </a:prstGeom>
            <a:solidFill>
              <a:srgbClr val="FF99CC">
                <a:alpha val="34118"/>
              </a:srgbClr>
            </a:solidFill>
            <a:ln>
              <a:solidFill>
                <a:srgbClr val="41719C"/>
              </a:solidFill>
            </a:ln>
            <a:effectLst>
              <a:glow rad="2286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FCC63EE9-4F92-4706-82DF-F3910006A6E0}"/>
                </a:ext>
              </a:extLst>
            </p:cNvPr>
            <p:cNvSpPr/>
            <p:nvPr/>
          </p:nvSpPr>
          <p:spPr>
            <a:xfrm>
              <a:off x="6541294" y="1216819"/>
              <a:ext cx="45719" cy="45719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>
              <a:glow rad="2286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58" name="version">
            <a:extLst>
              <a:ext uri="{FF2B5EF4-FFF2-40B4-BE49-F238E27FC236}">
                <a16:creationId xmlns:a16="http://schemas.microsoft.com/office/drawing/2014/main" id="{647D581B-E2E7-4258-B860-2A47B52DDA9A}"/>
              </a:ext>
            </a:extLst>
          </p:cNvPr>
          <p:cNvSpPr txBox="1"/>
          <p:nvPr/>
        </p:nvSpPr>
        <p:spPr>
          <a:xfrm>
            <a:off x="109728" y="124581"/>
            <a:ext cx="6511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7.0.3</a:t>
            </a:r>
          </a:p>
        </p:txBody>
      </p:sp>
    </p:spTree>
    <p:extLst>
      <p:ext uri="{BB962C8B-B14F-4D97-AF65-F5344CB8AC3E}">
        <p14:creationId xmlns:p14="http://schemas.microsoft.com/office/powerpoint/2010/main" val="15302831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008DB9D-AD64-43F0-A9D7-27A0169801ED}"/>
              </a:ext>
            </a:extLst>
          </p:cNvPr>
          <p:cNvSpPr/>
          <p:nvPr/>
        </p:nvSpPr>
        <p:spPr>
          <a:xfrm>
            <a:off x="0" y="0"/>
            <a:ext cx="12947650" cy="146304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42205A5A-28A7-4C61-8F2B-C99D6672DD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8482086"/>
              </p:ext>
            </p:extLst>
          </p:nvPr>
        </p:nvGraphicFramePr>
        <p:xfrm>
          <a:off x="1211590" y="11175854"/>
          <a:ext cx="8940810" cy="26598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94081">
                  <a:extLst>
                    <a:ext uri="{9D8B030D-6E8A-4147-A177-3AD203B41FA5}">
                      <a16:colId xmlns:a16="http://schemas.microsoft.com/office/drawing/2014/main" val="1440939813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645834481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3085323505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2119094937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1606361759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2222384725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2932901427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4050751863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2974369311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2255200572"/>
                    </a:ext>
                  </a:extLst>
                </a:gridCol>
              </a:tblGrid>
              <a:tr h="782320"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778182126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历练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瞭望塔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遗迹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商人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营地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八卦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猪鹿蝶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小</a:t>
                      </a:r>
                      <a:r>
                        <a:rPr lang="en-US" sz="1600" u="none" strike="noStrike">
                          <a:effectLst/>
                        </a:rPr>
                        <a:t>boss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大</a:t>
                      </a:r>
                      <a:r>
                        <a:rPr lang="en-US" sz="1600" u="none" strike="noStrike">
                          <a:effectLst/>
                        </a:rPr>
                        <a:t>boss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142854934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一级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89814301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二级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040823567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三级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919645007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 dirty="0">
                          <a:effectLst/>
                        </a:rPr>
                        <a:t>四级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044398103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 dirty="0">
                          <a:effectLst/>
                        </a:rPr>
                        <a:t>五级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111787152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 dirty="0">
                          <a:effectLst/>
                        </a:rPr>
                        <a:t>六级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382555048"/>
                  </a:ext>
                </a:extLst>
              </a:tr>
            </a:tbl>
          </a:graphicData>
        </a:graphic>
      </p:graphicFrame>
      <p:grpSp>
        <p:nvGrpSpPr>
          <p:cNvPr id="26" name="legend">
            <a:extLst>
              <a:ext uri="{FF2B5EF4-FFF2-40B4-BE49-F238E27FC236}">
                <a16:creationId xmlns:a16="http://schemas.microsoft.com/office/drawing/2014/main" id="{381DC809-FD37-4BF2-9AFD-91BA5F8C87C4}"/>
              </a:ext>
            </a:extLst>
          </p:cNvPr>
          <p:cNvGrpSpPr/>
          <p:nvPr/>
        </p:nvGrpSpPr>
        <p:grpSpPr>
          <a:xfrm>
            <a:off x="929067" y="11303327"/>
            <a:ext cx="9219114" cy="2532415"/>
            <a:chOff x="1959581" y="10804266"/>
            <a:chExt cx="9219114" cy="2532415"/>
          </a:xfrm>
        </p:grpSpPr>
        <p:sp>
          <p:nvSpPr>
            <p:cNvPr id="1597" name="Hexagon 1596">
              <a:extLst>
                <a:ext uri="{FF2B5EF4-FFF2-40B4-BE49-F238E27FC236}">
                  <a16:creationId xmlns:a16="http://schemas.microsoft.com/office/drawing/2014/main" id="{A27A80DC-3A4D-4420-AD64-161E87DB8703}"/>
                </a:ext>
              </a:extLst>
            </p:cNvPr>
            <p:cNvSpPr/>
            <p:nvPr/>
          </p:nvSpPr>
          <p:spPr>
            <a:xfrm>
              <a:off x="4922464" y="10804266"/>
              <a:ext cx="873124" cy="470323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98" name="Hexagon 1597">
              <a:extLst>
                <a:ext uri="{FF2B5EF4-FFF2-40B4-BE49-F238E27FC236}">
                  <a16:creationId xmlns:a16="http://schemas.microsoft.com/office/drawing/2014/main" id="{FD0E7EF2-6FC0-4245-9DC9-DBC062AEA8AF}"/>
                </a:ext>
              </a:extLst>
            </p:cNvPr>
            <p:cNvSpPr/>
            <p:nvPr/>
          </p:nvSpPr>
          <p:spPr>
            <a:xfrm>
              <a:off x="5828188" y="10804266"/>
              <a:ext cx="870795" cy="470323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99" name="Hexagon 1598">
              <a:extLst>
                <a:ext uri="{FF2B5EF4-FFF2-40B4-BE49-F238E27FC236}">
                  <a16:creationId xmlns:a16="http://schemas.microsoft.com/office/drawing/2014/main" id="{37BC4D1D-4A6E-45C5-97D8-1C6E02E157B4}"/>
                </a:ext>
              </a:extLst>
            </p:cNvPr>
            <p:cNvSpPr/>
            <p:nvPr/>
          </p:nvSpPr>
          <p:spPr>
            <a:xfrm>
              <a:off x="6740889" y="10804266"/>
              <a:ext cx="875455" cy="470323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0" name="Hexagon 1599">
              <a:extLst>
                <a:ext uri="{FF2B5EF4-FFF2-40B4-BE49-F238E27FC236}">
                  <a16:creationId xmlns:a16="http://schemas.microsoft.com/office/drawing/2014/main" id="{12F4EB5E-1B89-480A-8E80-E9C6F1DBD4B0}"/>
                </a:ext>
              </a:extLst>
            </p:cNvPr>
            <p:cNvSpPr/>
            <p:nvPr/>
          </p:nvSpPr>
          <p:spPr>
            <a:xfrm>
              <a:off x="7644288" y="10813578"/>
              <a:ext cx="870795" cy="4703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1" name="Hexagon 1600">
              <a:extLst>
                <a:ext uri="{FF2B5EF4-FFF2-40B4-BE49-F238E27FC236}">
                  <a16:creationId xmlns:a16="http://schemas.microsoft.com/office/drawing/2014/main" id="{8EC272DC-63A9-4CF1-88EA-CBCA1A6FA463}"/>
                </a:ext>
              </a:extLst>
            </p:cNvPr>
            <p:cNvSpPr/>
            <p:nvPr/>
          </p:nvSpPr>
          <p:spPr>
            <a:xfrm>
              <a:off x="8547678" y="10832205"/>
              <a:ext cx="873124" cy="4703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00B0F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2" name="Hexagon 1601">
              <a:extLst>
                <a:ext uri="{FF2B5EF4-FFF2-40B4-BE49-F238E27FC236}">
                  <a16:creationId xmlns:a16="http://schemas.microsoft.com/office/drawing/2014/main" id="{F7CED9E0-D728-4128-9325-E0EA3496AF4E}"/>
                </a:ext>
              </a:extLst>
            </p:cNvPr>
            <p:cNvSpPr/>
            <p:nvPr/>
          </p:nvSpPr>
          <p:spPr>
            <a:xfrm>
              <a:off x="9423133" y="10822890"/>
              <a:ext cx="870795" cy="4703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99CC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3" name="Hexagon 1602">
              <a:extLst>
                <a:ext uri="{FF2B5EF4-FFF2-40B4-BE49-F238E27FC236}">
                  <a16:creationId xmlns:a16="http://schemas.microsoft.com/office/drawing/2014/main" id="{1C0B2971-358B-46A0-AC82-F5AEE8151739}"/>
                </a:ext>
              </a:extLst>
            </p:cNvPr>
            <p:cNvSpPr/>
            <p:nvPr/>
          </p:nvSpPr>
          <p:spPr>
            <a:xfrm>
              <a:off x="4019071" y="10804266"/>
              <a:ext cx="873124" cy="470323"/>
            </a:xfrm>
            <a:prstGeom prst="hexagon">
              <a:avLst>
                <a:gd name="adj" fmla="val 39558"/>
                <a:gd name="vf" fmla="val 115470"/>
              </a:avLst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4" name="Hexagon 1603">
              <a:extLst>
                <a:ext uri="{FF2B5EF4-FFF2-40B4-BE49-F238E27FC236}">
                  <a16:creationId xmlns:a16="http://schemas.microsoft.com/office/drawing/2014/main" id="{AF4468D4-A1AE-49BA-B300-17A33AD1DDD1}"/>
                </a:ext>
              </a:extLst>
            </p:cNvPr>
            <p:cNvSpPr/>
            <p:nvPr/>
          </p:nvSpPr>
          <p:spPr>
            <a:xfrm>
              <a:off x="10307900" y="10862474"/>
              <a:ext cx="870795" cy="4703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99FFCC"/>
            </a:solidFill>
            <a:ln>
              <a:noFill/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5" name="Hexagon 1604">
              <a:extLst>
                <a:ext uri="{FF2B5EF4-FFF2-40B4-BE49-F238E27FC236}">
                  <a16:creationId xmlns:a16="http://schemas.microsoft.com/office/drawing/2014/main" id="{AB971632-6BAC-414C-8C98-539DA46DB6D2}"/>
                </a:ext>
              </a:extLst>
            </p:cNvPr>
            <p:cNvSpPr/>
            <p:nvPr/>
          </p:nvSpPr>
          <p:spPr>
            <a:xfrm>
              <a:off x="1959583" y="11830640"/>
              <a:ext cx="282521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6" name="Hexagon 1605">
              <a:extLst>
                <a:ext uri="{FF2B5EF4-FFF2-40B4-BE49-F238E27FC236}">
                  <a16:creationId xmlns:a16="http://schemas.microsoft.com/office/drawing/2014/main" id="{F399B685-CFCD-44E6-8737-912CCBCAE06B}"/>
                </a:ext>
              </a:extLst>
            </p:cNvPr>
            <p:cNvSpPr/>
            <p:nvPr/>
          </p:nvSpPr>
          <p:spPr>
            <a:xfrm>
              <a:off x="1959583" y="12090990"/>
              <a:ext cx="282521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7" name="Hexagon 1606">
              <a:extLst>
                <a:ext uri="{FF2B5EF4-FFF2-40B4-BE49-F238E27FC236}">
                  <a16:creationId xmlns:a16="http://schemas.microsoft.com/office/drawing/2014/main" id="{7835DDF6-F1E2-4A59-8434-7635A735D763}"/>
                </a:ext>
              </a:extLst>
            </p:cNvPr>
            <p:cNvSpPr/>
            <p:nvPr/>
          </p:nvSpPr>
          <p:spPr>
            <a:xfrm>
              <a:off x="1959583" y="12313240"/>
              <a:ext cx="282521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8" name="Hexagon 1607">
              <a:extLst>
                <a:ext uri="{FF2B5EF4-FFF2-40B4-BE49-F238E27FC236}">
                  <a16:creationId xmlns:a16="http://schemas.microsoft.com/office/drawing/2014/main" id="{96D2DC53-5C52-41A8-A354-925303A2C791}"/>
                </a:ext>
              </a:extLst>
            </p:cNvPr>
            <p:cNvSpPr/>
            <p:nvPr/>
          </p:nvSpPr>
          <p:spPr>
            <a:xfrm>
              <a:off x="1959583" y="12628831"/>
              <a:ext cx="282521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9" name="Hexagon 1608">
              <a:extLst>
                <a:ext uri="{FF2B5EF4-FFF2-40B4-BE49-F238E27FC236}">
                  <a16:creationId xmlns:a16="http://schemas.microsoft.com/office/drawing/2014/main" id="{0E9494CA-60CC-42A4-95E5-BF9FEF6BCD17}"/>
                </a:ext>
              </a:extLst>
            </p:cNvPr>
            <p:cNvSpPr/>
            <p:nvPr/>
          </p:nvSpPr>
          <p:spPr>
            <a:xfrm>
              <a:off x="1959582" y="12906322"/>
              <a:ext cx="282521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10" name="Hexagon 1609">
              <a:extLst>
                <a:ext uri="{FF2B5EF4-FFF2-40B4-BE49-F238E27FC236}">
                  <a16:creationId xmlns:a16="http://schemas.microsoft.com/office/drawing/2014/main" id="{1230FE56-E140-422B-92DB-F45CC98E2EA2}"/>
                </a:ext>
              </a:extLst>
            </p:cNvPr>
            <p:cNvSpPr/>
            <p:nvPr/>
          </p:nvSpPr>
          <p:spPr>
            <a:xfrm>
              <a:off x="1959581" y="13166672"/>
              <a:ext cx="282521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328" name="Hexagon 5327">
              <a:extLst>
                <a:ext uri="{FF2B5EF4-FFF2-40B4-BE49-F238E27FC236}">
                  <a16:creationId xmlns:a16="http://schemas.microsoft.com/office/drawing/2014/main" id="{2BEEB528-A62E-4D52-B75E-20413068611E}"/>
                </a:ext>
              </a:extLst>
            </p:cNvPr>
            <p:cNvSpPr/>
            <p:nvPr/>
          </p:nvSpPr>
          <p:spPr>
            <a:xfrm>
              <a:off x="3145948" y="10804266"/>
              <a:ext cx="870795" cy="470323"/>
            </a:xfrm>
            <a:prstGeom prst="hexagon">
              <a:avLst>
                <a:gd name="adj" fmla="val 39558"/>
                <a:gd name="vf" fmla="val 115470"/>
              </a:avLst>
            </a:prstGeom>
            <a:pattFill prst="solidDmnd">
              <a:fgClr>
                <a:schemeClr val="accent1">
                  <a:lumMod val="40000"/>
                  <a:lumOff val="60000"/>
                </a:schemeClr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sp>
        <p:nvSpPr>
          <p:cNvPr id="16" name="水印" hidden="1">
            <a:extLst>
              <a:ext uri="{FF2B5EF4-FFF2-40B4-BE49-F238E27FC236}">
                <a16:creationId xmlns:a16="http://schemas.microsoft.com/office/drawing/2014/main" id="{9DBD241A-5829-4D04-8031-C98226894A65}"/>
              </a:ext>
            </a:extLst>
          </p:cNvPr>
          <p:cNvSpPr/>
          <p:nvPr/>
        </p:nvSpPr>
        <p:spPr>
          <a:xfrm rot="1546311">
            <a:off x="-3420789" y="-355347"/>
            <a:ext cx="18432756" cy="159883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  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</a:t>
            </a:r>
            <a:endParaRPr lang="en-US" sz="9600" dirty="0">
              <a:ln>
                <a:solidFill>
                  <a:srgbClr val="666699"/>
                </a:solidFill>
              </a:ln>
              <a:solidFill>
                <a:schemeClr val="accent2">
                  <a:lumMod val="40000"/>
                  <a:lumOff val="60000"/>
                  <a:alpha val="0"/>
                </a:schemeClr>
              </a:solidFill>
            </a:endParaRPr>
          </a:p>
          <a:p>
            <a:pPr algn="ctr"/>
            <a:endParaRPr lang="en-US" sz="9600" dirty="0"/>
          </a:p>
        </p:txBody>
      </p:sp>
      <p:grpSp>
        <p:nvGrpSpPr>
          <p:cNvPr id="6" name="1级">
            <a:extLst>
              <a:ext uri="{FF2B5EF4-FFF2-40B4-BE49-F238E27FC236}">
                <a16:creationId xmlns:a16="http://schemas.microsoft.com/office/drawing/2014/main" id="{1A863FFB-BA18-4F6A-8697-F6AA707B50DE}"/>
              </a:ext>
            </a:extLst>
          </p:cNvPr>
          <p:cNvGrpSpPr/>
          <p:nvPr/>
        </p:nvGrpSpPr>
        <p:grpSpPr>
          <a:xfrm>
            <a:off x="4378322" y="528618"/>
            <a:ext cx="4283423" cy="2182648"/>
            <a:chOff x="4378322" y="528618"/>
            <a:chExt cx="4283423" cy="2182648"/>
          </a:xfrm>
        </p:grpSpPr>
        <p:sp>
          <p:nvSpPr>
            <p:cNvPr id="2207" name="Hexagon 2206">
              <a:extLst>
                <a:ext uri="{FF2B5EF4-FFF2-40B4-BE49-F238E27FC236}">
                  <a16:creationId xmlns:a16="http://schemas.microsoft.com/office/drawing/2014/main" id="{21E6396F-78A3-4C3E-97E1-790AE2C558C6}"/>
                </a:ext>
              </a:extLst>
            </p:cNvPr>
            <p:cNvSpPr/>
            <p:nvPr/>
          </p:nvSpPr>
          <p:spPr>
            <a:xfrm>
              <a:off x="6716081" y="806391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10" name="Hexagon 2209">
              <a:extLst>
                <a:ext uri="{FF2B5EF4-FFF2-40B4-BE49-F238E27FC236}">
                  <a16:creationId xmlns:a16="http://schemas.microsoft.com/office/drawing/2014/main" id="{56EE19F3-D483-465D-9D02-980DDCED5B16}"/>
                </a:ext>
              </a:extLst>
            </p:cNvPr>
            <p:cNvSpPr/>
            <p:nvPr/>
          </p:nvSpPr>
          <p:spPr>
            <a:xfrm>
              <a:off x="6715782" y="981056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11" name="Hexagon 2210">
              <a:extLst>
                <a:ext uri="{FF2B5EF4-FFF2-40B4-BE49-F238E27FC236}">
                  <a16:creationId xmlns:a16="http://schemas.microsoft.com/office/drawing/2014/main" id="{8FE87BDE-DD33-48D7-8BE2-1DC043D7813D}"/>
                </a:ext>
              </a:extLst>
            </p:cNvPr>
            <p:cNvSpPr/>
            <p:nvPr/>
          </p:nvSpPr>
          <p:spPr>
            <a:xfrm>
              <a:off x="6483349" y="889601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51" name="Hexagon 3350">
              <a:extLst>
                <a:ext uri="{FF2B5EF4-FFF2-40B4-BE49-F238E27FC236}">
                  <a16:creationId xmlns:a16="http://schemas.microsoft.com/office/drawing/2014/main" id="{A0F6906E-5BF1-466B-986E-1F052C0729D7}"/>
                </a:ext>
              </a:extLst>
            </p:cNvPr>
            <p:cNvSpPr/>
            <p:nvPr/>
          </p:nvSpPr>
          <p:spPr>
            <a:xfrm>
              <a:off x="6248587" y="803681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11" name="Hexagon 3810">
              <a:extLst>
                <a:ext uri="{FF2B5EF4-FFF2-40B4-BE49-F238E27FC236}">
                  <a16:creationId xmlns:a16="http://schemas.microsoft.com/office/drawing/2014/main" id="{E4CD80B1-1252-44F0-9DED-0D20AD6F2204}"/>
                </a:ext>
              </a:extLst>
            </p:cNvPr>
            <p:cNvSpPr/>
            <p:nvPr/>
          </p:nvSpPr>
          <p:spPr>
            <a:xfrm>
              <a:off x="6248587" y="985232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12" name="Hexagon 3811">
              <a:extLst>
                <a:ext uri="{FF2B5EF4-FFF2-40B4-BE49-F238E27FC236}">
                  <a16:creationId xmlns:a16="http://schemas.microsoft.com/office/drawing/2014/main" id="{5D327786-8CCD-479F-B49B-C59B6456D157}"/>
                </a:ext>
              </a:extLst>
            </p:cNvPr>
            <p:cNvSpPr/>
            <p:nvPr/>
          </p:nvSpPr>
          <p:spPr>
            <a:xfrm>
              <a:off x="6946763" y="895331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13" name="Hexagon 3812">
              <a:extLst>
                <a:ext uri="{FF2B5EF4-FFF2-40B4-BE49-F238E27FC236}">
                  <a16:creationId xmlns:a16="http://schemas.microsoft.com/office/drawing/2014/main" id="{884F8E3B-708C-4AE5-90A4-6D651CBE5025}"/>
                </a:ext>
              </a:extLst>
            </p:cNvPr>
            <p:cNvSpPr/>
            <p:nvPr/>
          </p:nvSpPr>
          <p:spPr>
            <a:xfrm>
              <a:off x="7182507" y="985819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14" name="Hexagon 3813">
              <a:extLst>
                <a:ext uri="{FF2B5EF4-FFF2-40B4-BE49-F238E27FC236}">
                  <a16:creationId xmlns:a16="http://schemas.microsoft.com/office/drawing/2014/main" id="{4FE67621-03C7-43DD-89B1-3565DC2EFC39}"/>
                </a:ext>
              </a:extLst>
            </p:cNvPr>
            <p:cNvSpPr/>
            <p:nvPr/>
          </p:nvSpPr>
          <p:spPr>
            <a:xfrm>
              <a:off x="6951526" y="1076306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15" name="Hexagon 3814">
              <a:extLst>
                <a:ext uri="{FF2B5EF4-FFF2-40B4-BE49-F238E27FC236}">
                  <a16:creationId xmlns:a16="http://schemas.microsoft.com/office/drawing/2014/main" id="{BFB79696-510F-4262-8A52-5B7AF54D7827}"/>
                </a:ext>
              </a:extLst>
            </p:cNvPr>
            <p:cNvSpPr/>
            <p:nvPr/>
          </p:nvSpPr>
          <p:spPr>
            <a:xfrm>
              <a:off x="6720545" y="1166793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16" name="Hexagon 3815">
              <a:extLst>
                <a:ext uri="{FF2B5EF4-FFF2-40B4-BE49-F238E27FC236}">
                  <a16:creationId xmlns:a16="http://schemas.microsoft.com/office/drawing/2014/main" id="{09653B03-5F90-4176-B0D6-304A99D9873A}"/>
                </a:ext>
              </a:extLst>
            </p:cNvPr>
            <p:cNvSpPr/>
            <p:nvPr/>
          </p:nvSpPr>
          <p:spPr>
            <a:xfrm>
              <a:off x="6483349" y="1073924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17" name="Hexagon 3816">
              <a:extLst>
                <a:ext uri="{FF2B5EF4-FFF2-40B4-BE49-F238E27FC236}">
                  <a16:creationId xmlns:a16="http://schemas.microsoft.com/office/drawing/2014/main" id="{85D2D203-2EE4-4216-B676-E85B8871732B}"/>
                </a:ext>
              </a:extLst>
            </p:cNvPr>
            <p:cNvSpPr/>
            <p:nvPr/>
          </p:nvSpPr>
          <p:spPr>
            <a:xfrm>
              <a:off x="6247605" y="1171555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18" name="Hexagon 3817">
              <a:extLst>
                <a:ext uri="{FF2B5EF4-FFF2-40B4-BE49-F238E27FC236}">
                  <a16:creationId xmlns:a16="http://schemas.microsoft.com/office/drawing/2014/main" id="{B0316867-8122-4AF3-A9D4-AB4A4CD974E0}"/>
                </a:ext>
              </a:extLst>
            </p:cNvPr>
            <p:cNvSpPr/>
            <p:nvPr/>
          </p:nvSpPr>
          <p:spPr>
            <a:xfrm>
              <a:off x="6011861" y="897711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19" name="Hexagon 3818">
              <a:extLst>
                <a:ext uri="{FF2B5EF4-FFF2-40B4-BE49-F238E27FC236}">
                  <a16:creationId xmlns:a16="http://schemas.microsoft.com/office/drawing/2014/main" id="{652B5DA6-751A-45E8-824D-6528A2C5E652}"/>
                </a:ext>
              </a:extLst>
            </p:cNvPr>
            <p:cNvSpPr/>
            <p:nvPr/>
          </p:nvSpPr>
          <p:spPr>
            <a:xfrm>
              <a:off x="6010463" y="1078101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20" name="Hexagon 3819">
              <a:extLst>
                <a:ext uri="{FF2B5EF4-FFF2-40B4-BE49-F238E27FC236}">
                  <a16:creationId xmlns:a16="http://schemas.microsoft.com/office/drawing/2014/main" id="{D2131305-3755-4D12-8F7C-9AE8D8684D31}"/>
                </a:ext>
              </a:extLst>
            </p:cNvPr>
            <p:cNvSpPr/>
            <p:nvPr/>
          </p:nvSpPr>
          <p:spPr>
            <a:xfrm>
              <a:off x="5773737" y="990580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21" name="Hexagon 3820">
              <a:extLst>
                <a:ext uri="{FF2B5EF4-FFF2-40B4-BE49-F238E27FC236}">
                  <a16:creationId xmlns:a16="http://schemas.microsoft.com/office/drawing/2014/main" id="{42999221-9725-4437-80A2-23CA7E6434D8}"/>
                </a:ext>
              </a:extLst>
            </p:cNvPr>
            <p:cNvSpPr/>
            <p:nvPr/>
          </p:nvSpPr>
          <p:spPr>
            <a:xfrm>
              <a:off x="5780880" y="809605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22" name="Hexagon 3821">
              <a:extLst>
                <a:ext uri="{FF2B5EF4-FFF2-40B4-BE49-F238E27FC236}">
                  <a16:creationId xmlns:a16="http://schemas.microsoft.com/office/drawing/2014/main" id="{BD275E2A-ADE3-493E-B5AD-161790BFC5C3}"/>
                </a:ext>
              </a:extLst>
            </p:cNvPr>
            <p:cNvSpPr/>
            <p:nvPr/>
          </p:nvSpPr>
          <p:spPr>
            <a:xfrm>
              <a:off x="5542755" y="900092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23" name="Hexagon 3822">
              <a:extLst>
                <a:ext uri="{FF2B5EF4-FFF2-40B4-BE49-F238E27FC236}">
                  <a16:creationId xmlns:a16="http://schemas.microsoft.com/office/drawing/2014/main" id="{1B71CD4D-C71E-420F-A16D-9D62EDC8D835}"/>
                </a:ext>
              </a:extLst>
            </p:cNvPr>
            <p:cNvSpPr/>
            <p:nvPr/>
          </p:nvSpPr>
          <p:spPr>
            <a:xfrm>
              <a:off x="5545137" y="1085830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24" name="Hexagon 3823">
              <a:extLst>
                <a:ext uri="{FF2B5EF4-FFF2-40B4-BE49-F238E27FC236}">
                  <a16:creationId xmlns:a16="http://schemas.microsoft.com/office/drawing/2014/main" id="{3A85DBFD-AA1E-497E-BD96-FE46DB01BF49}"/>
                </a:ext>
              </a:extLst>
            </p:cNvPr>
            <p:cNvSpPr/>
            <p:nvPr/>
          </p:nvSpPr>
          <p:spPr>
            <a:xfrm>
              <a:off x="5783262" y="1169173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25" name="Hexagon 3824">
              <a:extLst>
                <a:ext uri="{FF2B5EF4-FFF2-40B4-BE49-F238E27FC236}">
                  <a16:creationId xmlns:a16="http://schemas.microsoft.com/office/drawing/2014/main" id="{F3E30A24-D1A0-49EA-8D90-8EF2604B1062}"/>
                </a:ext>
              </a:extLst>
            </p:cNvPr>
            <p:cNvSpPr/>
            <p:nvPr/>
          </p:nvSpPr>
          <p:spPr>
            <a:xfrm>
              <a:off x="6017607" y="1261457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26" name="Hexagon 3825">
              <a:extLst>
                <a:ext uri="{FF2B5EF4-FFF2-40B4-BE49-F238E27FC236}">
                  <a16:creationId xmlns:a16="http://schemas.microsoft.com/office/drawing/2014/main" id="{C2F72545-9C21-4895-9454-761278E70D2E}"/>
                </a:ext>
              </a:extLst>
            </p:cNvPr>
            <p:cNvSpPr/>
            <p:nvPr/>
          </p:nvSpPr>
          <p:spPr>
            <a:xfrm>
              <a:off x="6252367" y="1350149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27" name="Hexagon 3826">
              <a:extLst>
                <a:ext uri="{FF2B5EF4-FFF2-40B4-BE49-F238E27FC236}">
                  <a16:creationId xmlns:a16="http://schemas.microsoft.com/office/drawing/2014/main" id="{31C88835-B7D6-40C4-8CE7-3048D7C01706}"/>
                </a:ext>
              </a:extLst>
            </p:cNvPr>
            <p:cNvSpPr/>
            <p:nvPr/>
          </p:nvSpPr>
          <p:spPr>
            <a:xfrm>
              <a:off x="6718164" y="1347768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28" name="Hexagon 3827">
              <a:extLst>
                <a:ext uri="{FF2B5EF4-FFF2-40B4-BE49-F238E27FC236}">
                  <a16:creationId xmlns:a16="http://schemas.microsoft.com/office/drawing/2014/main" id="{D99997B3-A1BD-4557-8C5E-99B7B674E1C0}"/>
                </a:ext>
              </a:extLst>
            </p:cNvPr>
            <p:cNvSpPr/>
            <p:nvPr/>
          </p:nvSpPr>
          <p:spPr>
            <a:xfrm>
              <a:off x="6485730" y="1443018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29" name="Hexagon 3828">
              <a:extLst>
                <a:ext uri="{FF2B5EF4-FFF2-40B4-BE49-F238E27FC236}">
                  <a16:creationId xmlns:a16="http://schemas.microsoft.com/office/drawing/2014/main" id="{35DDD2F3-8D0D-4C7F-AEC5-FD0F38D2479A}"/>
                </a:ext>
              </a:extLst>
            </p:cNvPr>
            <p:cNvSpPr/>
            <p:nvPr/>
          </p:nvSpPr>
          <p:spPr>
            <a:xfrm>
              <a:off x="6720545" y="1533505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30" name="Hexagon 3829">
              <a:extLst>
                <a:ext uri="{FF2B5EF4-FFF2-40B4-BE49-F238E27FC236}">
                  <a16:creationId xmlns:a16="http://schemas.microsoft.com/office/drawing/2014/main" id="{008061F5-8D8C-4BC1-8145-F442FE2DA0AB}"/>
                </a:ext>
              </a:extLst>
            </p:cNvPr>
            <p:cNvSpPr/>
            <p:nvPr/>
          </p:nvSpPr>
          <p:spPr>
            <a:xfrm>
              <a:off x="6715782" y="1714480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31" name="Hexagon 3830">
              <a:extLst>
                <a:ext uri="{FF2B5EF4-FFF2-40B4-BE49-F238E27FC236}">
                  <a16:creationId xmlns:a16="http://schemas.microsoft.com/office/drawing/2014/main" id="{0FD111EE-FA6B-4E2F-8FA6-31B17A9448E8}"/>
                </a:ext>
              </a:extLst>
            </p:cNvPr>
            <p:cNvSpPr/>
            <p:nvPr/>
          </p:nvSpPr>
          <p:spPr>
            <a:xfrm>
              <a:off x="6488324" y="1623992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32" name="Hexagon 3831">
              <a:extLst>
                <a:ext uri="{FF2B5EF4-FFF2-40B4-BE49-F238E27FC236}">
                  <a16:creationId xmlns:a16="http://schemas.microsoft.com/office/drawing/2014/main" id="{C8522774-C44E-4D01-A57A-C29A33792EB7}"/>
                </a:ext>
              </a:extLst>
            </p:cNvPr>
            <p:cNvSpPr/>
            <p:nvPr/>
          </p:nvSpPr>
          <p:spPr>
            <a:xfrm>
              <a:off x="6254748" y="1528743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33" name="Hexagon 3832">
              <a:extLst>
                <a:ext uri="{FF2B5EF4-FFF2-40B4-BE49-F238E27FC236}">
                  <a16:creationId xmlns:a16="http://schemas.microsoft.com/office/drawing/2014/main" id="{63F94091-E11D-4C2D-B6A1-04C1B6832586}"/>
                </a:ext>
              </a:extLst>
            </p:cNvPr>
            <p:cNvSpPr/>
            <p:nvPr/>
          </p:nvSpPr>
          <p:spPr>
            <a:xfrm>
              <a:off x="6019004" y="1440636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34" name="Hexagon 3833">
              <a:extLst>
                <a:ext uri="{FF2B5EF4-FFF2-40B4-BE49-F238E27FC236}">
                  <a16:creationId xmlns:a16="http://schemas.microsoft.com/office/drawing/2014/main" id="{CE197DE3-98CA-4492-A231-B3FF48C1E78A}"/>
                </a:ext>
              </a:extLst>
            </p:cNvPr>
            <p:cNvSpPr/>
            <p:nvPr/>
          </p:nvSpPr>
          <p:spPr>
            <a:xfrm>
              <a:off x="5784244" y="1347182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35" name="Hexagon 3834">
              <a:extLst>
                <a:ext uri="{FF2B5EF4-FFF2-40B4-BE49-F238E27FC236}">
                  <a16:creationId xmlns:a16="http://schemas.microsoft.com/office/drawing/2014/main" id="{431FF8DB-9542-4C3F-B192-64BF0C94F93A}"/>
                </a:ext>
              </a:extLst>
            </p:cNvPr>
            <p:cNvSpPr/>
            <p:nvPr/>
          </p:nvSpPr>
          <p:spPr>
            <a:xfrm>
              <a:off x="5546119" y="1259076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36" name="Hexagon 3835">
              <a:extLst>
                <a:ext uri="{FF2B5EF4-FFF2-40B4-BE49-F238E27FC236}">
                  <a16:creationId xmlns:a16="http://schemas.microsoft.com/office/drawing/2014/main" id="{4EBC8F1B-9DF0-4CFC-81DC-869B6862B941}"/>
                </a:ext>
              </a:extLst>
            </p:cNvPr>
            <p:cNvSpPr/>
            <p:nvPr/>
          </p:nvSpPr>
          <p:spPr>
            <a:xfrm>
              <a:off x="5305613" y="1170969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37" name="Hexagon 3836">
              <a:extLst>
                <a:ext uri="{FF2B5EF4-FFF2-40B4-BE49-F238E27FC236}">
                  <a16:creationId xmlns:a16="http://schemas.microsoft.com/office/drawing/2014/main" id="{A0EF9756-88F9-433A-A38D-D746E23F26A2}"/>
                </a:ext>
              </a:extLst>
            </p:cNvPr>
            <p:cNvSpPr/>
            <p:nvPr/>
          </p:nvSpPr>
          <p:spPr>
            <a:xfrm>
              <a:off x="5314156" y="802462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38" name="Hexagon 3837">
              <a:extLst>
                <a:ext uri="{FF2B5EF4-FFF2-40B4-BE49-F238E27FC236}">
                  <a16:creationId xmlns:a16="http://schemas.microsoft.com/office/drawing/2014/main" id="{4D0BFACB-DAAF-43E5-845C-5B9F467BF536}"/>
                </a:ext>
              </a:extLst>
            </p:cNvPr>
            <p:cNvSpPr/>
            <p:nvPr/>
          </p:nvSpPr>
          <p:spPr>
            <a:xfrm>
              <a:off x="6949145" y="1257280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39" name="Hexagon 3838">
              <a:extLst>
                <a:ext uri="{FF2B5EF4-FFF2-40B4-BE49-F238E27FC236}">
                  <a16:creationId xmlns:a16="http://schemas.microsoft.com/office/drawing/2014/main" id="{CD18EC2B-D7BB-43B3-AF9B-8DF4E0B11644}"/>
                </a:ext>
              </a:extLst>
            </p:cNvPr>
            <p:cNvSpPr/>
            <p:nvPr/>
          </p:nvSpPr>
          <p:spPr>
            <a:xfrm>
              <a:off x="6951527" y="1435874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40" name="Hexagon 3839">
              <a:extLst>
                <a:ext uri="{FF2B5EF4-FFF2-40B4-BE49-F238E27FC236}">
                  <a16:creationId xmlns:a16="http://schemas.microsoft.com/office/drawing/2014/main" id="{0351FBCC-5BCF-436D-B77D-B5F44085AC27}"/>
                </a:ext>
              </a:extLst>
            </p:cNvPr>
            <p:cNvSpPr/>
            <p:nvPr/>
          </p:nvSpPr>
          <p:spPr>
            <a:xfrm>
              <a:off x="7184890" y="1347768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41" name="Hexagon 3840">
              <a:extLst>
                <a:ext uri="{FF2B5EF4-FFF2-40B4-BE49-F238E27FC236}">
                  <a16:creationId xmlns:a16="http://schemas.microsoft.com/office/drawing/2014/main" id="{956972E0-4C34-4B1A-A92C-6124937AA1BF}"/>
                </a:ext>
              </a:extLst>
            </p:cNvPr>
            <p:cNvSpPr/>
            <p:nvPr/>
          </p:nvSpPr>
          <p:spPr>
            <a:xfrm>
              <a:off x="6949146" y="1619231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42" name="Hexagon 3841">
              <a:extLst>
                <a:ext uri="{FF2B5EF4-FFF2-40B4-BE49-F238E27FC236}">
                  <a16:creationId xmlns:a16="http://schemas.microsoft.com/office/drawing/2014/main" id="{19B7D3EB-CCCA-45E3-93F4-A6C6F69C9A4B}"/>
                </a:ext>
              </a:extLst>
            </p:cNvPr>
            <p:cNvSpPr/>
            <p:nvPr/>
          </p:nvSpPr>
          <p:spPr>
            <a:xfrm>
              <a:off x="7418252" y="895330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43" name="Hexagon 3842">
              <a:extLst>
                <a:ext uri="{FF2B5EF4-FFF2-40B4-BE49-F238E27FC236}">
                  <a16:creationId xmlns:a16="http://schemas.microsoft.com/office/drawing/2014/main" id="{02BFEA5A-70B7-4B05-9EAD-F060AFFACC3F}"/>
                </a:ext>
              </a:extLst>
            </p:cNvPr>
            <p:cNvSpPr/>
            <p:nvPr/>
          </p:nvSpPr>
          <p:spPr>
            <a:xfrm>
              <a:off x="7415871" y="711974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44" name="Hexagon 3843">
              <a:extLst>
                <a:ext uri="{FF2B5EF4-FFF2-40B4-BE49-F238E27FC236}">
                  <a16:creationId xmlns:a16="http://schemas.microsoft.com/office/drawing/2014/main" id="{BC7E6786-0044-449F-A910-2BDA2F9B51B0}"/>
                </a:ext>
              </a:extLst>
            </p:cNvPr>
            <p:cNvSpPr/>
            <p:nvPr/>
          </p:nvSpPr>
          <p:spPr>
            <a:xfrm>
              <a:off x="7180128" y="1528743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45" name="Hexagon 3844">
              <a:extLst>
                <a:ext uri="{FF2B5EF4-FFF2-40B4-BE49-F238E27FC236}">
                  <a16:creationId xmlns:a16="http://schemas.microsoft.com/office/drawing/2014/main" id="{D8FBA1E2-4100-4039-93D7-1152BE58443E}"/>
                </a:ext>
              </a:extLst>
            </p:cNvPr>
            <p:cNvSpPr/>
            <p:nvPr/>
          </p:nvSpPr>
          <p:spPr>
            <a:xfrm>
              <a:off x="7418252" y="1616849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46" name="Hexagon 3845">
              <a:extLst>
                <a:ext uri="{FF2B5EF4-FFF2-40B4-BE49-F238E27FC236}">
                  <a16:creationId xmlns:a16="http://schemas.microsoft.com/office/drawing/2014/main" id="{3486F82F-68CC-4918-A9A0-2224041E99F1}"/>
                </a:ext>
              </a:extLst>
            </p:cNvPr>
            <p:cNvSpPr/>
            <p:nvPr/>
          </p:nvSpPr>
          <p:spPr>
            <a:xfrm>
              <a:off x="7187271" y="1709718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47" name="Hexagon 3846">
              <a:extLst>
                <a:ext uri="{FF2B5EF4-FFF2-40B4-BE49-F238E27FC236}">
                  <a16:creationId xmlns:a16="http://schemas.microsoft.com/office/drawing/2014/main" id="{2599D266-9E0E-4C05-A098-DBF2F2ECE3B5}"/>
                </a:ext>
              </a:extLst>
            </p:cNvPr>
            <p:cNvSpPr/>
            <p:nvPr/>
          </p:nvSpPr>
          <p:spPr>
            <a:xfrm>
              <a:off x="7423015" y="1800206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48" name="Hexagon 3847">
              <a:extLst>
                <a:ext uri="{FF2B5EF4-FFF2-40B4-BE49-F238E27FC236}">
                  <a16:creationId xmlns:a16="http://schemas.microsoft.com/office/drawing/2014/main" id="{3903ED5E-AF0F-43AE-8543-085F2186AAB8}"/>
                </a:ext>
              </a:extLst>
            </p:cNvPr>
            <p:cNvSpPr/>
            <p:nvPr/>
          </p:nvSpPr>
          <p:spPr>
            <a:xfrm>
              <a:off x="7189653" y="1895455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49" name="Hexagon 3848">
              <a:extLst>
                <a:ext uri="{FF2B5EF4-FFF2-40B4-BE49-F238E27FC236}">
                  <a16:creationId xmlns:a16="http://schemas.microsoft.com/office/drawing/2014/main" id="{D64C13FA-DFB0-4B2A-8DEF-BC9C3A6E9083}"/>
                </a:ext>
              </a:extLst>
            </p:cNvPr>
            <p:cNvSpPr/>
            <p:nvPr/>
          </p:nvSpPr>
          <p:spPr>
            <a:xfrm>
              <a:off x="6956290" y="1990705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50" name="Hexagon 3849">
              <a:extLst>
                <a:ext uri="{FF2B5EF4-FFF2-40B4-BE49-F238E27FC236}">
                  <a16:creationId xmlns:a16="http://schemas.microsoft.com/office/drawing/2014/main" id="{C146A5B0-3810-495D-90DD-368475587657}"/>
                </a:ext>
              </a:extLst>
            </p:cNvPr>
            <p:cNvSpPr/>
            <p:nvPr/>
          </p:nvSpPr>
          <p:spPr>
            <a:xfrm>
              <a:off x="6958672" y="2171680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51" name="Hexagon 3850">
              <a:extLst>
                <a:ext uri="{FF2B5EF4-FFF2-40B4-BE49-F238E27FC236}">
                  <a16:creationId xmlns:a16="http://schemas.microsoft.com/office/drawing/2014/main" id="{3DCD88B1-C0BC-4336-AC25-DFDAB61B7542}"/>
                </a:ext>
              </a:extLst>
            </p:cNvPr>
            <p:cNvSpPr/>
            <p:nvPr/>
          </p:nvSpPr>
          <p:spPr>
            <a:xfrm>
              <a:off x="7189653" y="2076430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52" name="Hexagon 3851">
              <a:extLst>
                <a:ext uri="{FF2B5EF4-FFF2-40B4-BE49-F238E27FC236}">
                  <a16:creationId xmlns:a16="http://schemas.microsoft.com/office/drawing/2014/main" id="{45046B27-A17D-453E-A767-0FD1FC6350EB}"/>
                </a:ext>
              </a:extLst>
            </p:cNvPr>
            <p:cNvSpPr/>
            <p:nvPr/>
          </p:nvSpPr>
          <p:spPr>
            <a:xfrm>
              <a:off x="7420634" y="1985944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53" name="Hexagon 3852">
              <a:extLst>
                <a:ext uri="{FF2B5EF4-FFF2-40B4-BE49-F238E27FC236}">
                  <a16:creationId xmlns:a16="http://schemas.microsoft.com/office/drawing/2014/main" id="{1535614F-10EF-475C-BCF8-1F081E37A93C}"/>
                </a:ext>
              </a:extLst>
            </p:cNvPr>
            <p:cNvSpPr/>
            <p:nvPr/>
          </p:nvSpPr>
          <p:spPr>
            <a:xfrm>
              <a:off x="7420634" y="2169300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54" name="Hexagon 3853">
              <a:extLst>
                <a:ext uri="{FF2B5EF4-FFF2-40B4-BE49-F238E27FC236}">
                  <a16:creationId xmlns:a16="http://schemas.microsoft.com/office/drawing/2014/main" id="{AF2D6438-923A-47D9-95FA-585873C75151}"/>
                </a:ext>
              </a:extLst>
            </p:cNvPr>
            <p:cNvSpPr/>
            <p:nvPr/>
          </p:nvSpPr>
          <p:spPr>
            <a:xfrm>
              <a:off x="7423015" y="2350276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55" name="Hexagon 3854">
              <a:extLst>
                <a:ext uri="{FF2B5EF4-FFF2-40B4-BE49-F238E27FC236}">
                  <a16:creationId xmlns:a16="http://schemas.microsoft.com/office/drawing/2014/main" id="{30BCD2A2-3543-4609-A63E-05D93D4DD8DE}"/>
                </a:ext>
              </a:extLst>
            </p:cNvPr>
            <p:cNvSpPr/>
            <p:nvPr/>
          </p:nvSpPr>
          <p:spPr>
            <a:xfrm>
              <a:off x="7420635" y="2533633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56" name="Hexagon 3855">
              <a:extLst>
                <a:ext uri="{FF2B5EF4-FFF2-40B4-BE49-F238E27FC236}">
                  <a16:creationId xmlns:a16="http://schemas.microsoft.com/office/drawing/2014/main" id="{C77A89BF-9351-4B02-A022-733E5D1FDB45}"/>
                </a:ext>
              </a:extLst>
            </p:cNvPr>
            <p:cNvSpPr/>
            <p:nvPr/>
          </p:nvSpPr>
          <p:spPr>
            <a:xfrm>
              <a:off x="7184891" y="2262168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57" name="Hexagon 3856">
              <a:extLst>
                <a:ext uri="{FF2B5EF4-FFF2-40B4-BE49-F238E27FC236}">
                  <a16:creationId xmlns:a16="http://schemas.microsoft.com/office/drawing/2014/main" id="{130DEB3B-14A3-407A-8D2F-DA622D4B119A}"/>
                </a:ext>
              </a:extLst>
            </p:cNvPr>
            <p:cNvSpPr/>
            <p:nvPr/>
          </p:nvSpPr>
          <p:spPr>
            <a:xfrm>
              <a:off x="7187272" y="2440762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58" name="Hexagon 3857">
              <a:extLst>
                <a:ext uri="{FF2B5EF4-FFF2-40B4-BE49-F238E27FC236}">
                  <a16:creationId xmlns:a16="http://schemas.microsoft.com/office/drawing/2014/main" id="{A9BD3681-D3B6-4FD5-80F3-1532118A2D7F}"/>
                </a:ext>
              </a:extLst>
            </p:cNvPr>
            <p:cNvSpPr/>
            <p:nvPr/>
          </p:nvSpPr>
          <p:spPr>
            <a:xfrm>
              <a:off x="6021599" y="1623992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59" name="Hexagon 3858">
              <a:extLst>
                <a:ext uri="{FF2B5EF4-FFF2-40B4-BE49-F238E27FC236}">
                  <a16:creationId xmlns:a16="http://schemas.microsoft.com/office/drawing/2014/main" id="{465A0E32-CE93-42DB-8C40-89F530FE33DB}"/>
                </a:ext>
              </a:extLst>
            </p:cNvPr>
            <p:cNvSpPr/>
            <p:nvPr/>
          </p:nvSpPr>
          <p:spPr>
            <a:xfrm>
              <a:off x="6016623" y="1807350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60" name="Hexagon 3859">
              <a:extLst>
                <a:ext uri="{FF2B5EF4-FFF2-40B4-BE49-F238E27FC236}">
                  <a16:creationId xmlns:a16="http://schemas.microsoft.com/office/drawing/2014/main" id="{B5772CA5-1CD5-427D-A9B0-F56871FCDD48}"/>
                </a:ext>
              </a:extLst>
            </p:cNvPr>
            <p:cNvSpPr/>
            <p:nvPr/>
          </p:nvSpPr>
          <p:spPr>
            <a:xfrm>
              <a:off x="6249985" y="1897837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61" name="Hexagon 3860">
              <a:extLst>
                <a:ext uri="{FF2B5EF4-FFF2-40B4-BE49-F238E27FC236}">
                  <a16:creationId xmlns:a16="http://schemas.microsoft.com/office/drawing/2014/main" id="{BA0F9F3B-311A-442A-8526-050DF1BBB8AA}"/>
                </a:ext>
              </a:extLst>
            </p:cNvPr>
            <p:cNvSpPr/>
            <p:nvPr/>
          </p:nvSpPr>
          <p:spPr>
            <a:xfrm>
              <a:off x="6252580" y="2081192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62" name="Hexagon 3861">
              <a:extLst>
                <a:ext uri="{FF2B5EF4-FFF2-40B4-BE49-F238E27FC236}">
                  <a16:creationId xmlns:a16="http://schemas.microsoft.com/office/drawing/2014/main" id="{35568FFE-8D85-4556-959E-407A954EE9DD}"/>
                </a:ext>
              </a:extLst>
            </p:cNvPr>
            <p:cNvSpPr/>
            <p:nvPr/>
          </p:nvSpPr>
          <p:spPr>
            <a:xfrm>
              <a:off x="6019005" y="1990706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63" name="Hexagon 3862">
              <a:extLst>
                <a:ext uri="{FF2B5EF4-FFF2-40B4-BE49-F238E27FC236}">
                  <a16:creationId xmlns:a16="http://schemas.microsoft.com/office/drawing/2014/main" id="{0D5D1159-FF8C-47C4-9DAB-06E3ACBFB0F7}"/>
                </a:ext>
              </a:extLst>
            </p:cNvPr>
            <p:cNvSpPr/>
            <p:nvPr/>
          </p:nvSpPr>
          <p:spPr>
            <a:xfrm>
              <a:off x="5781092" y="2083573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64" name="Hexagon 3863">
              <a:extLst>
                <a:ext uri="{FF2B5EF4-FFF2-40B4-BE49-F238E27FC236}">
                  <a16:creationId xmlns:a16="http://schemas.microsoft.com/office/drawing/2014/main" id="{7960A44F-76F9-4F6C-A73F-931267470A00}"/>
                </a:ext>
              </a:extLst>
            </p:cNvPr>
            <p:cNvSpPr/>
            <p:nvPr/>
          </p:nvSpPr>
          <p:spPr>
            <a:xfrm>
              <a:off x="5783260" y="1531123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65" name="Hexagon 3864">
              <a:extLst>
                <a:ext uri="{FF2B5EF4-FFF2-40B4-BE49-F238E27FC236}">
                  <a16:creationId xmlns:a16="http://schemas.microsoft.com/office/drawing/2014/main" id="{C4CABB39-C31E-4323-9045-96A4328BC5EA}"/>
                </a:ext>
              </a:extLst>
            </p:cNvPr>
            <p:cNvSpPr/>
            <p:nvPr/>
          </p:nvSpPr>
          <p:spPr>
            <a:xfrm>
              <a:off x="5785856" y="1712099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66" name="Hexagon 3865">
              <a:extLst>
                <a:ext uri="{FF2B5EF4-FFF2-40B4-BE49-F238E27FC236}">
                  <a16:creationId xmlns:a16="http://schemas.microsoft.com/office/drawing/2014/main" id="{4952D6AE-F322-4827-9C99-89C04CA5845A}"/>
                </a:ext>
              </a:extLst>
            </p:cNvPr>
            <p:cNvSpPr/>
            <p:nvPr/>
          </p:nvSpPr>
          <p:spPr>
            <a:xfrm>
              <a:off x="5783260" y="1900219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67" name="Hexagon 3866">
              <a:extLst>
                <a:ext uri="{FF2B5EF4-FFF2-40B4-BE49-F238E27FC236}">
                  <a16:creationId xmlns:a16="http://schemas.microsoft.com/office/drawing/2014/main" id="{DCC962BB-DCDB-4809-989F-DD4105555B5D}"/>
                </a:ext>
              </a:extLst>
            </p:cNvPr>
            <p:cNvSpPr/>
            <p:nvPr/>
          </p:nvSpPr>
          <p:spPr>
            <a:xfrm>
              <a:off x="5547730" y="1438255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68" name="Hexagon 3867">
              <a:extLst>
                <a:ext uri="{FF2B5EF4-FFF2-40B4-BE49-F238E27FC236}">
                  <a16:creationId xmlns:a16="http://schemas.microsoft.com/office/drawing/2014/main" id="{8E4C3FE1-8C45-49CE-A843-594172BB572A}"/>
                </a:ext>
              </a:extLst>
            </p:cNvPr>
            <p:cNvSpPr/>
            <p:nvPr/>
          </p:nvSpPr>
          <p:spPr>
            <a:xfrm>
              <a:off x="5545348" y="2169298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69" name="Hexagon 3868">
              <a:extLst>
                <a:ext uri="{FF2B5EF4-FFF2-40B4-BE49-F238E27FC236}">
                  <a16:creationId xmlns:a16="http://schemas.microsoft.com/office/drawing/2014/main" id="{F0534FA5-3E09-4B9B-AA2D-B6C8FE8C6FB0}"/>
                </a:ext>
              </a:extLst>
            </p:cNvPr>
            <p:cNvSpPr/>
            <p:nvPr/>
          </p:nvSpPr>
          <p:spPr>
            <a:xfrm>
              <a:off x="5547516" y="1616848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70" name="Hexagon 3869">
              <a:extLst>
                <a:ext uri="{FF2B5EF4-FFF2-40B4-BE49-F238E27FC236}">
                  <a16:creationId xmlns:a16="http://schemas.microsoft.com/office/drawing/2014/main" id="{4A508F38-E830-4931-956B-8E5EA76DFC4B}"/>
                </a:ext>
              </a:extLst>
            </p:cNvPr>
            <p:cNvSpPr/>
            <p:nvPr/>
          </p:nvSpPr>
          <p:spPr>
            <a:xfrm>
              <a:off x="5550112" y="1797824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71" name="Hexagon 3870">
              <a:extLst>
                <a:ext uri="{FF2B5EF4-FFF2-40B4-BE49-F238E27FC236}">
                  <a16:creationId xmlns:a16="http://schemas.microsoft.com/office/drawing/2014/main" id="{A9C5F392-49EF-45AB-BFE0-D97B0897DF40}"/>
                </a:ext>
              </a:extLst>
            </p:cNvPr>
            <p:cNvSpPr/>
            <p:nvPr/>
          </p:nvSpPr>
          <p:spPr>
            <a:xfrm>
              <a:off x="5547516" y="1985944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72" name="Hexagon 3871">
              <a:extLst>
                <a:ext uri="{FF2B5EF4-FFF2-40B4-BE49-F238E27FC236}">
                  <a16:creationId xmlns:a16="http://schemas.microsoft.com/office/drawing/2014/main" id="{21DFADAD-1D92-4B9C-A683-0CC7EA495989}"/>
                </a:ext>
              </a:extLst>
            </p:cNvPr>
            <p:cNvSpPr/>
            <p:nvPr/>
          </p:nvSpPr>
          <p:spPr>
            <a:xfrm>
              <a:off x="5310375" y="1528157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73" name="Hexagon 3872">
              <a:extLst>
                <a:ext uri="{FF2B5EF4-FFF2-40B4-BE49-F238E27FC236}">
                  <a16:creationId xmlns:a16="http://schemas.microsoft.com/office/drawing/2014/main" id="{354CCD47-6F25-48E8-8D01-D3372890512F}"/>
                </a:ext>
              </a:extLst>
            </p:cNvPr>
            <p:cNvSpPr/>
            <p:nvPr/>
          </p:nvSpPr>
          <p:spPr>
            <a:xfrm>
              <a:off x="5314154" y="1712098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74" name="Hexagon 3873">
              <a:extLst>
                <a:ext uri="{FF2B5EF4-FFF2-40B4-BE49-F238E27FC236}">
                  <a16:creationId xmlns:a16="http://schemas.microsoft.com/office/drawing/2014/main" id="{DBCEB92E-FD0C-4F70-A8C2-423EC51E8342}"/>
                </a:ext>
              </a:extLst>
            </p:cNvPr>
            <p:cNvSpPr/>
            <p:nvPr/>
          </p:nvSpPr>
          <p:spPr>
            <a:xfrm>
              <a:off x="5316750" y="1893074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75" name="Hexagon 3874">
              <a:extLst>
                <a:ext uri="{FF2B5EF4-FFF2-40B4-BE49-F238E27FC236}">
                  <a16:creationId xmlns:a16="http://schemas.microsoft.com/office/drawing/2014/main" id="{4632EFD0-C7F8-4303-A8E9-C144C807F3DB}"/>
                </a:ext>
              </a:extLst>
            </p:cNvPr>
            <p:cNvSpPr/>
            <p:nvPr/>
          </p:nvSpPr>
          <p:spPr>
            <a:xfrm>
              <a:off x="5314154" y="2264550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497" name="Hexagon 4496">
              <a:extLst>
                <a:ext uri="{FF2B5EF4-FFF2-40B4-BE49-F238E27FC236}">
                  <a16:creationId xmlns:a16="http://schemas.microsoft.com/office/drawing/2014/main" id="{3780AAD8-C378-49CB-85A3-66CAF001558B}"/>
                </a:ext>
              </a:extLst>
            </p:cNvPr>
            <p:cNvSpPr/>
            <p:nvPr/>
          </p:nvSpPr>
          <p:spPr>
            <a:xfrm>
              <a:off x="5083172" y="2345513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498" name="Hexagon 4497">
              <a:extLst>
                <a:ext uri="{FF2B5EF4-FFF2-40B4-BE49-F238E27FC236}">
                  <a16:creationId xmlns:a16="http://schemas.microsoft.com/office/drawing/2014/main" id="{E7EE3B33-8260-450E-84FF-1D7B521DBB37}"/>
                </a:ext>
              </a:extLst>
            </p:cNvPr>
            <p:cNvSpPr/>
            <p:nvPr/>
          </p:nvSpPr>
          <p:spPr>
            <a:xfrm>
              <a:off x="4852191" y="2255024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499" name="Hexagon 4498">
              <a:extLst>
                <a:ext uri="{FF2B5EF4-FFF2-40B4-BE49-F238E27FC236}">
                  <a16:creationId xmlns:a16="http://schemas.microsoft.com/office/drawing/2014/main" id="{C690C4D9-7E3B-45C9-A99D-D28A2416EA1C}"/>
                </a:ext>
              </a:extLst>
            </p:cNvPr>
            <p:cNvSpPr/>
            <p:nvPr/>
          </p:nvSpPr>
          <p:spPr>
            <a:xfrm>
              <a:off x="5092697" y="2171682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500" name="Hexagon 4499">
              <a:extLst>
                <a:ext uri="{FF2B5EF4-FFF2-40B4-BE49-F238E27FC236}">
                  <a16:creationId xmlns:a16="http://schemas.microsoft.com/office/drawing/2014/main" id="{289E03D4-B49F-458E-BD82-2ED07F4066DB}"/>
                </a:ext>
              </a:extLst>
            </p:cNvPr>
            <p:cNvSpPr/>
            <p:nvPr/>
          </p:nvSpPr>
          <p:spPr>
            <a:xfrm>
              <a:off x="5087934" y="1985944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501" name="Hexagon 4500">
              <a:extLst>
                <a:ext uri="{FF2B5EF4-FFF2-40B4-BE49-F238E27FC236}">
                  <a16:creationId xmlns:a16="http://schemas.microsoft.com/office/drawing/2014/main" id="{DF1F3925-59AA-4D00-8D23-727A16DE8B29}"/>
                </a:ext>
              </a:extLst>
            </p:cNvPr>
            <p:cNvSpPr/>
            <p:nvPr/>
          </p:nvSpPr>
          <p:spPr>
            <a:xfrm>
              <a:off x="4854572" y="2078812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502" name="Hexagon 4501">
              <a:extLst>
                <a:ext uri="{FF2B5EF4-FFF2-40B4-BE49-F238E27FC236}">
                  <a16:creationId xmlns:a16="http://schemas.microsoft.com/office/drawing/2014/main" id="{365086BA-8232-44D0-A90E-B8359A6A2366}"/>
                </a:ext>
              </a:extLst>
            </p:cNvPr>
            <p:cNvSpPr/>
            <p:nvPr/>
          </p:nvSpPr>
          <p:spPr>
            <a:xfrm>
              <a:off x="5085554" y="1802588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503" name="Hexagon 4502">
              <a:extLst>
                <a:ext uri="{FF2B5EF4-FFF2-40B4-BE49-F238E27FC236}">
                  <a16:creationId xmlns:a16="http://schemas.microsoft.com/office/drawing/2014/main" id="{7BC26B29-82B1-444B-BE71-D1312ADB02F9}"/>
                </a:ext>
              </a:extLst>
            </p:cNvPr>
            <p:cNvSpPr/>
            <p:nvPr/>
          </p:nvSpPr>
          <p:spPr>
            <a:xfrm>
              <a:off x="5080791" y="1616850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504" name="Hexagon 4503">
              <a:extLst>
                <a:ext uri="{FF2B5EF4-FFF2-40B4-BE49-F238E27FC236}">
                  <a16:creationId xmlns:a16="http://schemas.microsoft.com/office/drawing/2014/main" id="{E00A9CAF-AD55-4F0F-814C-4A0752D758E6}"/>
                </a:ext>
              </a:extLst>
            </p:cNvPr>
            <p:cNvSpPr/>
            <p:nvPr/>
          </p:nvSpPr>
          <p:spPr>
            <a:xfrm>
              <a:off x="4621210" y="1800207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505" name="Hexagon 4504">
              <a:extLst>
                <a:ext uri="{FF2B5EF4-FFF2-40B4-BE49-F238E27FC236}">
                  <a16:creationId xmlns:a16="http://schemas.microsoft.com/office/drawing/2014/main" id="{98DA0E50-8731-4C83-A7F5-752AFD129190}"/>
                </a:ext>
              </a:extLst>
            </p:cNvPr>
            <p:cNvSpPr/>
            <p:nvPr/>
          </p:nvSpPr>
          <p:spPr>
            <a:xfrm>
              <a:off x="4616447" y="1614469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506" name="Hexagon 4505">
              <a:extLst>
                <a:ext uri="{FF2B5EF4-FFF2-40B4-BE49-F238E27FC236}">
                  <a16:creationId xmlns:a16="http://schemas.microsoft.com/office/drawing/2014/main" id="{6FB9AE17-123B-482E-8A23-2EC64A114040}"/>
                </a:ext>
              </a:extLst>
            </p:cNvPr>
            <p:cNvSpPr/>
            <p:nvPr/>
          </p:nvSpPr>
          <p:spPr>
            <a:xfrm>
              <a:off x="4854572" y="1897838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507" name="Hexagon 4506">
              <a:extLst>
                <a:ext uri="{FF2B5EF4-FFF2-40B4-BE49-F238E27FC236}">
                  <a16:creationId xmlns:a16="http://schemas.microsoft.com/office/drawing/2014/main" id="{13DD019A-8BAC-43D5-9F6A-88F8AEADAC38}"/>
                </a:ext>
              </a:extLst>
            </p:cNvPr>
            <p:cNvSpPr/>
            <p:nvPr/>
          </p:nvSpPr>
          <p:spPr>
            <a:xfrm>
              <a:off x="4383085" y="1528745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508" name="Hexagon 4507">
              <a:extLst>
                <a:ext uri="{FF2B5EF4-FFF2-40B4-BE49-F238E27FC236}">
                  <a16:creationId xmlns:a16="http://schemas.microsoft.com/office/drawing/2014/main" id="{07C6E0BB-5273-44DF-AB4D-A81454D9D21E}"/>
                </a:ext>
              </a:extLst>
            </p:cNvPr>
            <p:cNvSpPr/>
            <p:nvPr/>
          </p:nvSpPr>
          <p:spPr>
            <a:xfrm>
              <a:off x="4378322" y="1343007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509" name="Hexagon 4508">
              <a:extLst>
                <a:ext uri="{FF2B5EF4-FFF2-40B4-BE49-F238E27FC236}">
                  <a16:creationId xmlns:a16="http://schemas.microsoft.com/office/drawing/2014/main" id="{684B36F2-73DE-4C4B-8835-B763572B000B}"/>
                </a:ext>
              </a:extLst>
            </p:cNvPr>
            <p:cNvSpPr/>
            <p:nvPr/>
          </p:nvSpPr>
          <p:spPr>
            <a:xfrm>
              <a:off x="4614066" y="1254901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510" name="Hexagon 4509">
              <a:extLst>
                <a:ext uri="{FF2B5EF4-FFF2-40B4-BE49-F238E27FC236}">
                  <a16:creationId xmlns:a16="http://schemas.microsoft.com/office/drawing/2014/main" id="{0BEFBF33-67BD-4CD7-96F5-B986C675ED87}"/>
                </a:ext>
              </a:extLst>
            </p:cNvPr>
            <p:cNvSpPr/>
            <p:nvPr/>
          </p:nvSpPr>
          <p:spPr>
            <a:xfrm>
              <a:off x="4609303" y="1069163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511" name="Hexagon 4510">
              <a:extLst>
                <a:ext uri="{FF2B5EF4-FFF2-40B4-BE49-F238E27FC236}">
                  <a16:creationId xmlns:a16="http://schemas.microsoft.com/office/drawing/2014/main" id="{060ED867-B9A9-441B-9B6E-B6085899B156}"/>
                </a:ext>
              </a:extLst>
            </p:cNvPr>
            <p:cNvSpPr/>
            <p:nvPr/>
          </p:nvSpPr>
          <p:spPr>
            <a:xfrm>
              <a:off x="4849810" y="1159651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512" name="Hexagon 4511">
              <a:extLst>
                <a:ext uri="{FF2B5EF4-FFF2-40B4-BE49-F238E27FC236}">
                  <a16:creationId xmlns:a16="http://schemas.microsoft.com/office/drawing/2014/main" id="{3F56C618-9922-4C52-ADBD-2F7679A5EFE9}"/>
                </a:ext>
              </a:extLst>
            </p:cNvPr>
            <p:cNvSpPr/>
            <p:nvPr/>
          </p:nvSpPr>
          <p:spPr>
            <a:xfrm>
              <a:off x="4845047" y="973913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513" name="Hexagon 4512">
              <a:extLst>
                <a:ext uri="{FF2B5EF4-FFF2-40B4-BE49-F238E27FC236}">
                  <a16:creationId xmlns:a16="http://schemas.microsoft.com/office/drawing/2014/main" id="{0228A781-5679-4562-B061-47483CCA1975}"/>
                </a:ext>
              </a:extLst>
            </p:cNvPr>
            <p:cNvSpPr/>
            <p:nvPr/>
          </p:nvSpPr>
          <p:spPr>
            <a:xfrm>
              <a:off x="5078410" y="1076307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514" name="Hexagon 4513">
              <a:extLst>
                <a:ext uri="{FF2B5EF4-FFF2-40B4-BE49-F238E27FC236}">
                  <a16:creationId xmlns:a16="http://schemas.microsoft.com/office/drawing/2014/main" id="{750B2DAC-24DB-4729-92BD-523A130F1430}"/>
                </a:ext>
              </a:extLst>
            </p:cNvPr>
            <p:cNvSpPr/>
            <p:nvPr/>
          </p:nvSpPr>
          <p:spPr>
            <a:xfrm>
              <a:off x="5073647" y="890569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515" name="Hexagon 4514">
              <a:extLst>
                <a:ext uri="{FF2B5EF4-FFF2-40B4-BE49-F238E27FC236}">
                  <a16:creationId xmlns:a16="http://schemas.microsoft.com/office/drawing/2014/main" id="{46000CA8-ED3C-4344-92A1-0653941E1BBB}"/>
                </a:ext>
              </a:extLst>
            </p:cNvPr>
            <p:cNvSpPr/>
            <p:nvPr/>
          </p:nvSpPr>
          <p:spPr>
            <a:xfrm>
              <a:off x="5085556" y="709593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516" name="Hexagon 4515">
              <a:extLst>
                <a:ext uri="{FF2B5EF4-FFF2-40B4-BE49-F238E27FC236}">
                  <a16:creationId xmlns:a16="http://schemas.microsoft.com/office/drawing/2014/main" id="{70CC548C-6048-4E96-A5D2-8E1C591B5168}"/>
                </a:ext>
              </a:extLst>
            </p:cNvPr>
            <p:cNvSpPr/>
            <p:nvPr/>
          </p:nvSpPr>
          <p:spPr>
            <a:xfrm>
              <a:off x="4616447" y="881044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517" name="Hexagon 4516">
              <a:extLst>
                <a:ext uri="{FF2B5EF4-FFF2-40B4-BE49-F238E27FC236}">
                  <a16:creationId xmlns:a16="http://schemas.microsoft.com/office/drawing/2014/main" id="{542B28E8-B33F-450D-AEDE-21051D0D7625}"/>
                </a:ext>
              </a:extLst>
            </p:cNvPr>
            <p:cNvSpPr/>
            <p:nvPr/>
          </p:nvSpPr>
          <p:spPr>
            <a:xfrm>
              <a:off x="4845047" y="797700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518" name="Hexagon 4517">
              <a:extLst>
                <a:ext uri="{FF2B5EF4-FFF2-40B4-BE49-F238E27FC236}">
                  <a16:creationId xmlns:a16="http://schemas.microsoft.com/office/drawing/2014/main" id="{A2E1BCE2-7E76-4F41-996B-39215698D976}"/>
                </a:ext>
              </a:extLst>
            </p:cNvPr>
            <p:cNvSpPr/>
            <p:nvPr/>
          </p:nvSpPr>
          <p:spPr>
            <a:xfrm>
              <a:off x="5080794" y="528618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519" name="Hexagon 4518">
              <a:extLst>
                <a:ext uri="{FF2B5EF4-FFF2-40B4-BE49-F238E27FC236}">
                  <a16:creationId xmlns:a16="http://schemas.microsoft.com/office/drawing/2014/main" id="{E503CF84-29E0-4891-8821-ECC542F6BC1A}"/>
                </a:ext>
              </a:extLst>
            </p:cNvPr>
            <p:cNvSpPr/>
            <p:nvPr/>
          </p:nvSpPr>
          <p:spPr>
            <a:xfrm>
              <a:off x="7656378" y="978674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520" name="Hexagon 4519">
              <a:extLst>
                <a:ext uri="{FF2B5EF4-FFF2-40B4-BE49-F238E27FC236}">
                  <a16:creationId xmlns:a16="http://schemas.microsoft.com/office/drawing/2014/main" id="{E03D9B5E-3843-41F4-BC4B-CF1682437CE2}"/>
                </a:ext>
              </a:extLst>
            </p:cNvPr>
            <p:cNvSpPr/>
            <p:nvPr/>
          </p:nvSpPr>
          <p:spPr>
            <a:xfrm>
              <a:off x="7656378" y="797699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521" name="Hexagon 4520">
              <a:extLst>
                <a:ext uri="{FF2B5EF4-FFF2-40B4-BE49-F238E27FC236}">
                  <a16:creationId xmlns:a16="http://schemas.microsoft.com/office/drawing/2014/main" id="{92C82EA0-6731-4BE2-A2C4-C215FC66D88D}"/>
                </a:ext>
              </a:extLst>
            </p:cNvPr>
            <p:cNvSpPr/>
            <p:nvPr/>
          </p:nvSpPr>
          <p:spPr>
            <a:xfrm>
              <a:off x="7663522" y="1340623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522" name="Hexagon 4521">
              <a:extLst>
                <a:ext uri="{FF2B5EF4-FFF2-40B4-BE49-F238E27FC236}">
                  <a16:creationId xmlns:a16="http://schemas.microsoft.com/office/drawing/2014/main" id="{71F1200B-DD31-4C27-BF3E-A803BF6C1402}"/>
                </a:ext>
              </a:extLst>
            </p:cNvPr>
            <p:cNvSpPr/>
            <p:nvPr/>
          </p:nvSpPr>
          <p:spPr>
            <a:xfrm>
              <a:off x="7661141" y="1159648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523" name="Hexagon 4522">
              <a:extLst>
                <a:ext uri="{FF2B5EF4-FFF2-40B4-BE49-F238E27FC236}">
                  <a16:creationId xmlns:a16="http://schemas.microsoft.com/office/drawing/2014/main" id="{FA0D8A3C-3664-408E-8119-3CABDA611042}"/>
                </a:ext>
              </a:extLst>
            </p:cNvPr>
            <p:cNvSpPr/>
            <p:nvPr/>
          </p:nvSpPr>
          <p:spPr>
            <a:xfrm>
              <a:off x="7653997" y="1704954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524" name="Hexagon 4523">
              <a:extLst>
                <a:ext uri="{FF2B5EF4-FFF2-40B4-BE49-F238E27FC236}">
                  <a16:creationId xmlns:a16="http://schemas.microsoft.com/office/drawing/2014/main" id="{C5507627-BEAF-4AD3-A751-1A535775053A}"/>
                </a:ext>
              </a:extLst>
            </p:cNvPr>
            <p:cNvSpPr/>
            <p:nvPr/>
          </p:nvSpPr>
          <p:spPr>
            <a:xfrm>
              <a:off x="7653997" y="1521598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525" name="Hexagon 4524">
              <a:extLst>
                <a:ext uri="{FF2B5EF4-FFF2-40B4-BE49-F238E27FC236}">
                  <a16:creationId xmlns:a16="http://schemas.microsoft.com/office/drawing/2014/main" id="{F5B77BAF-CC03-4E1E-8F56-A352FD248B5D}"/>
                </a:ext>
              </a:extLst>
            </p:cNvPr>
            <p:cNvSpPr/>
            <p:nvPr/>
          </p:nvSpPr>
          <p:spPr>
            <a:xfrm>
              <a:off x="7656378" y="1890692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526" name="Hexagon 4525">
              <a:extLst>
                <a:ext uri="{FF2B5EF4-FFF2-40B4-BE49-F238E27FC236}">
                  <a16:creationId xmlns:a16="http://schemas.microsoft.com/office/drawing/2014/main" id="{C91C217D-E1AB-4419-B48A-D4F2ACF751D1}"/>
                </a:ext>
              </a:extLst>
            </p:cNvPr>
            <p:cNvSpPr/>
            <p:nvPr/>
          </p:nvSpPr>
          <p:spPr>
            <a:xfrm>
              <a:off x="7658760" y="2257404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527" name="Hexagon 4526">
              <a:extLst>
                <a:ext uri="{FF2B5EF4-FFF2-40B4-BE49-F238E27FC236}">
                  <a16:creationId xmlns:a16="http://schemas.microsoft.com/office/drawing/2014/main" id="{9BF1273E-0647-4DCF-9F34-D365ED2F2649}"/>
                </a:ext>
              </a:extLst>
            </p:cNvPr>
            <p:cNvSpPr/>
            <p:nvPr/>
          </p:nvSpPr>
          <p:spPr>
            <a:xfrm>
              <a:off x="7887360" y="1069162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528" name="Hexagon 4527">
              <a:extLst>
                <a:ext uri="{FF2B5EF4-FFF2-40B4-BE49-F238E27FC236}">
                  <a16:creationId xmlns:a16="http://schemas.microsoft.com/office/drawing/2014/main" id="{7F2E62E0-7E32-42C0-974C-923E36DE32B6}"/>
                </a:ext>
              </a:extLst>
            </p:cNvPr>
            <p:cNvSpPr/>
            <p:nvPr/>
          </p:nvSpPr>
          <p:spPr>
            <a:xfrm>
              <a:off x="7887360" y="888187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529" name="Hexagon 4528">
              <a:extLst>
                <a:ext uri="{FF2B5EF4-FFF2-40B4-BE49-F238E27FC236}">
                  <a16:creationId xmlns:a16="http://schemas.microsoft.com/office/drawing/2014/main" id="{FBB2CA7D-F63F-4DD9-AE6C-EF6E779711B4}"/>
                </a:ext>
              </a:extLst>
            </p:cNvPr>
            <p:cNvSpPr/>
            <p:nvPr/>
          </p:nvSpPr>
          <p:spPr>
            <a:xfrm>
              <a:off x="7892123" y="1250136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530" name="Hexagon 4529">
              <a:extLst>
                <a:ext uri="{FF2B5EF4-FFF2-40B4-BE49-F238E27FC236}">
                  <a16:creationId xmlns:a16="http://schemas.microsoft.com/office/drawing/2014/main" id="{FA008D29-CAA9-4FD1-AD4C-22684BD1BB04}"/>
                </a:ext>
              </a:extLst>
            </p:cNvPr>
            <p:cNvSpPr/>
            <p:nvPr/>
          </p:nvSpPr>
          <p:spPr>
            <a:xfrm>
              <a:off x="7887360" y="1788299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531" name="Hexagon 4530">
              <a:extLst>
                <a:ext uri="{FF2B5EF4-FFF2-40B4-BE49-F238E27FC236}">
                  <a16:creationId xmlns:a16="http://schemas.microsoft.com/office/drawing/2014/main" id="{11B8887E-7252-415A-9ABD-26DE560FAD06}"/>
                </a:ext>
              </a:extLst>
            </p:cNvPr>
            <p:cNvSpPr/>
            <p:nvPr/>
          </p:nvSpPr>
          <p:spPr>
            <a:xfrm>
              <a:off x="7887360" y="1607324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532" name="Hexagon 4531">
              <a:extLst>
                <a:ext uri="{FF2B5EF4-FFF2-40B4-BE49-F238E27FC236}">
                  <a16:creationId xmlns:a16="http://schemas.microsoft.com/office/drawing/2014/main" id="{1AEC6533-EB02-4CB8-8109-ECC38915EE84}"/>
                </a:ext>
              </a:extLst>
            </p:cNvPr>
            <p:cNvSpPr/>
            <p:nvPr/>
          </p:nvSpPr>
          <p:spPr>
            <a:xfrm>
              <a:off x="7892123" y="1969273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533" name="Hexagon 4532">
              <a:extLst>
                <a:ext uri="{FF2B5EF4-FFF2-40B4-BE49-F238E27FC236}">
                  <a16:creationId xmlns:a16="http://schemas.microsoft.com/office/drawing/2014/main" id="{B7F8C36C-AC40-4B1B-A009-64CEC3AB35FB}"/>
                </a:ext>
              </a:extLst>
            </p:cNvPr>
            <p:cNvSpPr/>
            <p:nvPr/>
          </p:nvSpPr>
          <p:spPr>
            <a:xfrm>
              <a:off x="8118341" y="1700193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534" name="Hexagon 4533">
              <a:extLst>
                <a:ext uri="{FF2B5EF4-FFF2-40B4-BE49-F238E27FC236}">
                  <a16:creationId xmlns:a16="http://schemas.microsoft.com/office/drawing/2014/main" id="{116EA49D-CB25-46F8-8696-363F85A6BCF2}"/>
                </a:ext>
              </a:extLst>
            </p:cNvPr>
            <p:cNvSpPr/>
            <p:nvPr/>
          </p:nvSpPr>
          <p:spPr>
            <a:xfrm>
              <a:off x="8118341" y="1519218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535" name="Hexagon 4534">
              <a:extLst>
                <a:ext uri="{FF2B5EF4-FFF2-40B4-BE49-F238E27FC236}">
                  <a16:creationId xmlns:a16="http://schemas.microsoft.com/office/drawing/2014/main" id="{E1B86A45-6FCC-4BED-9AE2-06CA0C8B989A}"/>
                </a:ext>
              </a:extLst>
            </p:cNvPr>
            <p:cNvSpPr/>
            <p:nvPr/>
          </p:nvSpPr>
          <p:spPr>
            <a:xfrm>
              <a:off x="8123104" y="1881167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536" name="Hexagon 4535">
              <a:extLst>
                <a:ext uri="{FF2B5EF4-FFF2-40B4-BE49-F238E27FC236}">
                  <a16:creationId xmlns:a16="http://schemas.microsoft.com/office/drawing/2014/main" id="{C601BAE0-9A9D-429C-9A45-32EF481D9C9C}"/>
                </a:ext>
              </a:extLst>
            </p:cNvPr>
            <p:cNvSpPr/>
            <p:nvPr/>
          </p:nvSpPr>
          <p:spPr>
            <a:xfrm>
              <a:off x="8125485" y="1338243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537" name="Hexagon 4536">
              <a:extLst>
                <a:ext uri="{FF2B5EF4-FFF2-40B4-BE49-F238E27FC236}">
                  <a16:creationId xmlns:a16="http://schemas.microsoft.com/office/drawing/2014/main" id="{215C8110-11FA-437B-8136-F270AE0799F6}"/>
                </a:ext>
              </a:extLst>
            </p:cNvPr>
            <p:cNvSpPr/>
            <p:nvPr/>
          </p:nvSpPr>
          <p:spPr>
            <a:xfrm>
              <a:off x="8125485" y="1157268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538" name="Hexagon 4537">
              <a:extLst>
                <a:ext uri="{FF2B5EF4-FFF2-40B4-BE49-F238E27FC236}">
                  <a16:creationId xmlns:a16="http://schemas.microsoft.com/office/drawing/2014/main" id="{8251CBE7-7B37-40CF-B2C4-6E6E0809AD0D}"/>
                </a:ext>
              </a:extLst>
            </p:cNvPr>
            <p:cNvSpPr/>
            <p:nvPr/>
          </p:nvSpPr>
          <p:spPr>
            <a:xfrm>
              <a:off x="8356466" y="1250137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322" name="Hexagon 5321">
              <a:extLst>
                <a:ext uri="{FF2B5EF4-FFF2-40B4-BE49-F238E27FC236}">
                  <a16:creationId xmlns:a16="http://schemas.microsoft.com/office/drawing/2014/main" id="{30EDB79F-137F-475B-B46A-8C3692F952DD}"/>
                </a:ext>
              </a:extLst>
            </p:cNvPr>
            <p:cNvSpPr/>
            <p:nvPr/>
          </p:nvSpPr>
          <p:spPr>
            <a:xfrm>
              <a:off x="6483350" y="1258868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7" name="2级">
            <a:extLst>
              <a:ext uri="{FF2B5EF4-FFF2-40B4-BE49-F238E27FC236}">
                <a16:creationId xmlns:a16="http://schemas.microsoft.com/office/drawing/2014/main" id="{FB91C067-21B2-47B0-A345-74FD3C2572B4}"/>
              </a:ext>
            </a:extLst>
          </p:cNvPr>
          <p:cNvGrpSpPr/>
          <p:nvPr/>
        </p:nvGrpSpPr>
        <p:grpSpPr>
          <a:xfrm>
            <a:off x="3006724" y="2260307"/>
            <a:ext cx="7034341" cy="2630434"/>
            <a:chOff x="3006724" y="2260307"/>
            <a:chExt cx="7034341" cy="2630434"/>
          </a:xfrm>
        </p:grpSpPr>
        <p:sp>
          <p:nvSpPr>
            <p:cNvPr id="2443" name="Hexagon 2442">
              <a:extLst>
                <a:ext uri="{FF2B5EF4-FFF2-40B4-BE49-F238E27FC236}">
                  <a16:creationId xmlns:a16="http://schemas.microsoft.com/office/drawing/2014/main" id="{D84A9ECF-3D21-46E7-8328-D1F1B603554F}"/>
                </a:ext>
              </a:extLst>
            </p:cNvPr>
            <p:cNvSpPr/>
            <p:nvPr/>
          </p:nvSpPr>
          <p:spPr>
            <a:xfrm>
              <a:off x="5788692" y="2260307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877" name="Hexagon 3876">
              <a:extLst>
                <a:ext uri="{FF2B5EF4-FFF2-40B4-BE49-F238E27FC236}">
                  <a16:creationId xmlns:a16="http://schemas.microsoft.com/office/drawing/2014/main" id="{8DED1BEA-9CC9-4750-A6BC-DEC6B7EB3825}"/>
                </a:ext>
              </a:extLst>
            </p:cNvPr>
            <p:cNvSpPr/>
            <p:nvPr/>
          </p:nvSpPr>
          <p:spPr>
            <a:xfrm>
              <a:off x="6024436" y="2352099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878" name="Hexagon 3877">
              <a:extLst>
                <a:ext uri="{FF2B5EF4-FFF2-40B4-BE49-F238E27FC236}">
                  <a16:creationId xmlns:a16="http://schemas.microsoft.com/office/drawing/2014/main" id="{22F96AF7-4659-442F-A578-03D522A4AC32}"/>
                </a:ext>
              </a:extLst>
            </p:cNvPr>
            <p:cNvSpPr/>
            <p:nvPr/>
          </p:nvSpPr>
          <p:spPr>
            <a:xfrm>
              <a:off x="5793455" y="2440205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879" name="Hexagon 3878">
              <a:extLst>
                <a:ext uri="{FF2B5EF4-FFF2-40B4-BE49-F238E27FC236}">
                  <a16:creationId xmlns:a16="http://schemas.microsoft.com/office/drawing/2014/main" id="{478CB23B-C1D9-4424-A625-231069057F8F}"/>
                </a:ext>
              </a:extLst>
            </p:cNvPr>
            <p:cNvSpPr/>
            <p:nvPr/>
          </p:nvSpPr>
          <p:spPr>
            <a:xfrm>
              <a:off x="5555330" y="2354480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880" name="Hexagon 3879">
              <a:extLst>
                <a:ext uri="{FF2B5EF4-FFF2-40B4-BE49-F238E27FC236}">
                  <a16:creationId xmlns:a16="http://schemas.microsoft.com/office/drawing/2014/main" id="{C92CC03B-71A5-4B6B-8147-CB3C49791C53}"/>
                </a:ext>
              </a:extLst>
            </p:cNvPr>
            <p:cNvSpPr/>
            <p:nvPr/>
          </p:nvSpPr>
          <p:spPr>
            <a:xfrm>
              <a:off x="6255418" y="2621181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881" name="Hexagon 3880">
              <a:extLst>
                <a:ext uri="{FF2B5EF4-FFF2-40B4-BE49-F238E27FC236}">
                  <a16:creationId xmlns:a16="http://schemas.microsoft.com/office/drawing/2014/main" id="{BB0FF226-73ED-41EC-BB12-8A3FF134912E}"/>
                </a:ext>
              </a:extLst>
            </p:cNvPr>
            <p:cNvSpPr/>
            <p:nvPr/>
          </p:nvSpPr>
          <p:spPr>
            <a:xfrm>
              <a:off x="6026818" y="2533074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882" name="Hexagon 3881">
              <a:extLst>
                <a:ext uri="{FF2B5EF4-FFF2-40B4-BE49-F238E27FC236}">
                  <a16:creationId xmlns:a16="http://schemas.microsoft.com/office/drawing/2014/main" id="{4BE7E6A8-2F66-44C3-9F9D-1B1782641563}"/>
                </a:ext>
              </a:extLst>
            </p:cNvPr>
            <p:cNvSpPr/>
            <p:nvPr/>
          </p:nvSpPr>
          <p:spPr>
            <a:xfrm>
              <a:off x="6257799" y="2440206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883" name="Hexagon 3882">
              <a:extLst>
                <a:ext uri="{FF2B5EF4-FFF2-40B4-BE49-F238E27FC236}">
                  <a16:creationId xmlns:a16="http://schemas.microsoft.com/office/drawing/2014/main" id="{F996094C-9D29-4AC5-B236-3D171AA111BE}"/>
                </a:ext>
              </a:extLst>
            </p:cNvPr>
            <p:cNvSpPr/>
            <p:nvPr/>
          </p:nvSpPr>
          <p:spPr>
            <a:xfrm>
              <a:off x="6483349" y="2530693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884" name="Hexagon 3883">
              <a:extLst>
                <a:ext uri="{FF2B5EF4-FFF2-40B4-BE49-F238E27FC236}">
                  <a16:creationId xmlns:a16="http://schemas.microsoft.com/office/drawing/2014/main" id="{D877C357-EE44-439E-B598-3A2FEE520039}"/>
                </a:ext>
              </a:extLst>
            </p:cNvPr>
            <p:cNvSpPr/>
            <p:nvPr/>
          </p:nvSpPr>
          <p:spPr>
            <a:xfrm>
              <a:off x="6483349" y="2711668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885" name="Hexagon 3884">
              <a:extLst>
                <a:ext uri="{FF2B5EF4-FFF2-40B4-BE49-F238E27FC236}">
                  <a16:creationId xmlns:a16="http://schemas.microsoft.com/office/drawing/2014/main" id="{C2EEDFA0-1A0B-4A8C-B13D-1EF97F6663A8}"/>
                </a:ext>
              </a:extLst>
            </p:cNvPr>
            <p:cNvSpPr/>
            <p:nvPr/>
          </p:nvSpPr>
          <p:spPr>
            <a:xfrm>
              <a:off x="6716712" y="2442587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886" name="Hexagon 3885">
              <a:extLst>
                <a:ext uri="{FF2B5EF4-FFF2-40B4-BE49-F238E27FC236}">
                  <a16:creationId xmlns:a16="http://schemas.microsoft.com/office/drawing/2014/main" id="{CAC6DBF0-9F07-468A-91F6-10C89E30598D}"/>
                </a:ext>
              </a:extLst>
            </p:cNvPr>
            <p:cNvSpPr/>
            <p:nvPr/>
          </p:nvSpPr>
          <p:spPr>
            <a:xfrm>
              <a:off x="6716712" y="2618800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887" name="Hexagon 3886">
              <a:extLst>
                <a:ext uri="{FF2B5EF4-FFF2-40B4-BE49-F238E27FC236}">
                  <a16:creationId xmlns:a16="http://schemas.microsoft.com/office/drawing/2014/main" id="{D3D6FD7E-4E56-43DC-9EE2-E69A51E6AB66}"/>
                </a:ext>
              </a:extLst>
            </p:cNvPr>
            <p:cNvSpPr/>
            <p:nvPr/>
          </p:nvSpPr>
          <p:spPr>
            <a:xfrm>
              <a:off x="6716712" y="2802156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888" name="Hexagon 3887">
              <a:extLst>
                <a:ext uri="{FF2B5EF4-FFF2-40B4-BE49-F238E27FC236}">
                  <a16:creationId xmlns:a16="http://schemas.microsoft.com/office/drawing/2014/main" id="{6FFCDD4E-4492-4D48-A575-28955A5BF971}"/>
                </a:ext>
              </a:extLst>
            </p:cNvPr>
            <p:cNvSpPr/>
            <p:nvPr/>
          </p:nvSpPr>
          <p:spPr>
            <a:xfrm>
              <a:off x="6721474" y="2261612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889" name="Hexagon 3888">
              <a:extLst>
                <a:ext uri="{FF2B5EF4-FFF2-40B4-BE49-F238E27FC236}">
                  <a16:creationId xmlns:a16="http://schemas.microsoft.com/office/drawing/2014/main" id="{51A8EDE7-C113-4054-85E3-AA00E5557FF5}"/>
                </a:ext>
              </a:extLst>
            </p:cNvPr>
            <p:cNvSpPr/>
            <p:nvPr/>
          </p:nvSpPr>
          <p:spPr>
            <a:xfrm>
              <a:off x="6950074" y="2354482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890" name="Hexagon 3889">
              <a:extLst>
                <a:ext uri="{FF2B5EF4-FFF2-40B4-BE49-F238E27FC236}">
                  <a16:creationId xmlns:a16="http://schemas.microsoft.com/office/drawing/2014/main" id="{BF33FEB9-5D03-4C8D-9E96-9123B803C258}"/>
                </a:ext>
              </a:extLst>
            </p:cNvPr>
            <p:cNvSpPr/>
            <p:nvPr/>
          </p:nvSpPr>
          <p:spPr>
            <a:xfrm>
              <a:off x="6950075" y="2530694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891" name="Hexagon 3890">
              <a:extLst>
                <a:ext uri="{FF2B5EF4-FFF2-40B4-BE49-F238E27FC236}">
                  <a16:creationId xmlns:a16="http://schemas.microsoft.com/office/drawing/2014/main" id="{455132FA-F7F4-4AA5-B017-40C4F06BA85A}"/>
                </a:ext>
              </a:extLst>
            </p:cNvPr>
            <p:cNvSpPr/>
            <p:nvPr/>
          </p:nvSpPr>
          <p:spPr>
            <a:xfrm>
              <a:off x="6947693" y="2711669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892" name="Hexagon 3891">
              <a:extLst>
                <a:ext uri="{FF2B5EF4-FFF2-40B4-BE49-F238E27FC236}">
                  <a16:creationId xmlns:a16="http://schemas.microsoft.com/office/drawing/2014/main" id="{A71BA7A2-02A7-40A1-86D6-31511DFB7256}"/>
                </a:ext>
              </a:extLst>
            </p:cNvPr>
            <p:cNvSpPr/>
            <p:nvPr/>
          </p:nvSpPr>
          <p:spPr>
            <a:xfrm>
              <a:off x="6950074" y="2890263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893" name="Hexagon 3892">
              <a:extLst>
                <a:ext uri="{FF2B5EF4-FFF2-40B4-BE49-F238E27FC236}">
                  <a16:creationId xmlns:a16="http://schemas.microsoft.com/office/drawing/2014/main" id="{CA0E72AF-EE01-46E1-AB69-D5C9FB0416A0}"/>
                </a:ext>
              </a:extLst>
            </p:cNvPr>
            <p:cNvSpPr/>
            <p:nvPr/>
          </p:nvSpPr>
          <p:spPr>
            <a:xfrm>
              <a:off x="6723855" y="2983132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894" name="Hexagon 3893">
              <a:extLst>
                <a:ext uri="{FF2B5EF4-FFF2-40B4-BE49-F238E27FC236}">
                  <a16:creationId xmlns:a16="http://schemas.microsoft.com/office/drawing/2014/main" id="{A948C705-6307-49AE-83AB-D29184AAA580}"/>
                </a:ext>
              </a:extLst>
            </p:cNvPr>
            <p:cNvSpPr/>
            <p:nvPr/>
          </p:nvSpPr>
          <p:spPr>
            <a:xfrm>
              <a:off x="6493086" y="2892645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895" name="Hexagon 3894">
              <a:extLst>
                <a:ext uri="{FF2B5EF4-FFF2-40B4-BE49-F238E27FC236}">
                  <a16:creationId xmlns:a16="http://schemas.microsoft.com/office/drawing/2014/main" id="{C7C2CA06-FD20-4DED-BCC4-3E7FFB7100B9}"/>
                </a:ext>
              </a:extLst>
            </p:cNvPr>
            <p:cNvSpPr/>
            <p:nvPr/>
          </p:nvSpPr>
          <p:spPr>
            <a:xfrm>
              <a:off x="6493086" y="3073620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896" name="Hexagon 3895">
              <a:extLst>
                <a:ext uri="{FF2B5EF4-FFF2-40B4-BE49-F238E27FC236}">
                  <a16:creationId xmlns:a16="http://schemas.microsoft.com/office/drawing/2014/main" id="{EA6A5D92-DE46-4546-BF7F-A4EBA82AA757}"/>
                </a:ext>
              </a:extLst>
            </p:cNvPr>
            <p:cNvSpPr/>
            <p:nvPr/>
          </p:nvSpPr>
          <p:spPr>
            <a:xfrm>
              <a:off x="6723855" y="3164107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897" name="Hexagon 3896">
              <a:extLst>
                <a:ext uri="{FF2B5EF4-FFF2-40B4-BE49-F238E27FC236}">
                  <a16:creationId xmlns:a16="http://schemas.microsoft.com/office/drawing/2014/main" id="{338718A9-1875-413C-9F87-7A16D3CD089B}"/>
                </a:ext>
              </a:extLst>
            </p:cNvPr>
            <p:cNvSpPr/>
            <p:nvPr/>
          </p:nvSpPr>
          <p:spPr>
            <a:xfrm>
              <a:off x="6493086" y="3254595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898" name="Hexagon 3897">
              <a:extLst>
                <a:ext uri="{FF2B5EF4-FFF2-40B4-BE49-F238E27FC236}">
                  <a16:creationId xmlns:a16="http://schemas.microsoft.com/office/drawing/2014/main" id="{F04E7216-09A7-4598-A71A-FC32E31A0A60}"/>
                </a:ext>
              </a:extLst>
            </p:cNvPr>
            <p:cNvSpPr/>
            <p:nvPr/>
          </p:nvSpPr>
          <p:spPr>
            <a:xfrm>
              <a:off x="6954836" y="3073620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899" name="Hexagon 3898">
              <a:extLst>
                <a:ext uri="{FF2B5EF4-FFF2-40B4-BE49-F238E27FC236}">
                  <a16:creationId xmlns:a16="http://schemas.microsoft.com/office/drawing/2014/main" id="{60F20E60-5498-42AE-AD3E-0C4053C4CF25}"/>
                </a:ext>
              </a:extLst>
            </p:cNvPr>
            <p:cNvSpPr/>
            <p:nvPr/>
          </p:nvSpPr>
          <p:spPr>
            <a:xfrm>
              <a:off x="6959598" y="3249832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900" name="Hexagon 3899">
              <a:extLst>
                <a:ext uri="{FF2B5EF4-FFF2-40B4-BE49-F238E27FC236}">
                  <a16:creationId xmlns:a16="http://schemas.microsoft.com/office/drawing/2014/main" id="{8958AE28-F7A9-4336-9DEC-9498950D9D7C}"/>
                </a:ext>
              </a:extLst>
            </p:cNvPr>
            <p:cNvSpPr/>
            <p:nvPr/>
          </p:nvSpPr>
          <p:spPr>
            <a:xfrm>
              <a:off x="6954835" y="3428426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901" name="Hexagon 3900">
              <a:extLst>
                <a:ext uri="{FF2B5EF4-FFF2-40B4-BE49-F238E27FC236}">
                  <a16:creationId xmlns:a16="http://schemas.microsoft.com/office/drawing/2014/main" id="{3994A705-117F-4C8F-859C-092852EB6E23}"/>
                </a:ext>
              </a:extLst>
            </p:cNvPr>
            <p:cNvSpPr/>
            <p:nvPr/>
          </p:nvSpPr>
          <p:spPr>
            <a:xfrm>
              <a:off x="7181056" y="2618801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902" name="Hexagon 3901">
              <a:extLst>
                <a:ext uri="{FF2B5EF4-FFF2-40B4-BE49-F238E27FC236}">
                  <a16:creationId xmlns:a16="http://schemas.microsoft.com/office/drawing/2014/main" id="{291E8817-5F71-41DD-9674-E665E825081F}"/>
                </a:ext>
              </a:extLst>
            </p:cNvPr>
            <p:cNvSpPr/>
            <p:nvPr/>
          </p:nvSpPr>
          <p:spPr>
            <a:xfrm>
              <a:off x="7181056" y="2978370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903" name="Hexagon 3902">
              <a:extLst>
                <a:ext uri="{FF2B5EF4-FFF2-40B4-BE49-F238E27FC236}">
                  <a16:creationId xmlns:a16="http://schemas.microsoft.com/office/drawing/2014/main" id="{98624801-371A-41B4-8888-0A99954AF58E}"/>
                </a:ext>
              </a:extLst>
            </p:cNvPr>
            <p:cNvSpPr/>
            <p:nvPr/>
          </p:nvSpPr>
          <p:spPr>
            <a:xfrm>
              <a:off x="7188199" y="3161725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904" name="Hexagon 3903">
              <a:extLst>
                <a:ext uri="{FF2B5EF4-FFF2-40B4-BE49-F238E27FC236}">
                  <a16:creationId xmlns:a16="http://schemas.microsoft.com/office/drawing/2014/main" id="{61F0E76B-F4AA-4E78-9EF1-2CA90E9AF41F}"/>
                </a:ext>
              </a:extLst>
            </p:cNvPr>
            <p:cNvSpPr/>
            <p:nvPr/>
          </p:nvSpPr>
          <p:spPr>
            <a:xfrm>
              <a:off x="7188199" y="3345082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905" name="Hexagon 3904">
              <a:extLst>
                <a:ext uri="{FF2B5EF4-FFF2-40B4-BE49-F238E27FC236}">
                  <a16:creationId xmlns:a16="http://schemas.microsoft.com/office/drawing/2014/main" id="{B8837C5F-594A-4249-9BEB-97056A76AABE}"/>
                </a:ext>
              </a:extLst>
            </p:cNvPr>
            <p:cNvSpPr/>
            <p:nvPr/>
          </p:nvSpPr>
          <p:spPr>
            <a:xfrm>
              <a:off x="7183437" y="3526057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906" name="Hexagon 3905">
              <a:extLst>
                <a:ext uri="{FF2B5EF4-FFF2-40B4-BE49-F238E27FC236}">
                  <a16:creationId xmlns:a16="http://schemas.microsoft.com/office/drawing/2014/main" id="{EBC9AB07-4321-4A31-932C-BF1D0D560592}"/>
                </a:ext>
              </a:extLst>
            </p:cNvPr>
            <p:cNvSpPr/>
            <p:nvPr/>
          </p:nvSpPr>
          <p:spPr>
            <a:xfrm>
              <a:off x="7419180" y="3252212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907" name="Hexagon 3906">
              <a:extLst>
                <a:ext uri="{FF2B5EF4-FFF2-40B4-BE49-F238E27FC236}">
                  <a16:creationId xmlns:a16="http://schemas.microsoft.com/office/drawing/2014/main" id="{B5620AC5-CB24-443D-9156-00B03C7EE007}"/>
                </a:ext>
              </a:extLst>
            </p:cNvPr>
            <p:cNvSpPr/>
            <p:nvPr/>
          </p:nvSpPr>
          <p:spPr>
            <a:xfrm>
              <a:off x="7416799" y="3435568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908" name="Hexagon 3907">
              <a:extLst>
                <a:ext uri="{FF2B5EF4-FFF2-40B4-BE49-F238E27FC236}">
                  <a16:creationId xmlns:a16="http://schemas.microsoft.com/office/drawing/2014/main" id="{BB5ABB25-4563-47DB-A166-21416DF7042E}"/>
                </a:ext>
              </a:extLst>
            </p:cNvPr>
            <p:cNvSpPr/>
            <p:nvPr/>
          </p:nvSpPr>
          <p:spPr>
            <a:xfrm>
              <a:off x="7419180" y="3618924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909" name="Hexagon 3908">
              <a:extLst>
                <a:ext uri="{FF2B5EF4-FFF2-40B4-BE49-F238E27FC236}">
                  <a16:creationId xmlns:a16="http://schemas.microsoft.com/office/drawing/2014/main" id="{AD1AFC3F-4837-434D-BB56-07319C738CFE}"/>
                </a:ext>
              </a:extLst>
            </p:cNvPr>
            <p:cNvSpPr/>
            <p:nvPr/>
          </p:nvSpPr>
          <p:spPr>
            <a:xfrm>
              <a:off x="7421562" y="3799899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910" name="Hexagon 3909">
              <a:extLst>
                <a:ext uri="{FF2B5EF4-FFF2-40B4-BE49-F238E27FC236}">
                  <a16:creationId xmlns:a16="http://schemas.microsoft.com/office/drawing/2014/main" id="{8DE2CB54-D8BB-440B-A1C3-F450221874B0}"/>
                </a:ext>
              </a:extLst>
            </p:cNvPr>
            <p:cNvSpPr/>
            <p:nvPr/>
          </p:nvSpPr>
          <p:spPr>
            <a:xfrm>
              <a:off x="7423944" y="3983255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911" name="Hexagon 3910">
              <a:extLst>
                <a:ext uri="{FF2B5EF4-FFF2-40B4-BE49-F238E27FC236}">
                  <a16:creationId xmlns:a16="http://schemas.microsoft.com/office/drawing/2014/main" id="{DE6AC04B-C210-4286-86E5-088A8B816899}"/>
                </a:ext>
              </a:extLst>
            </p:cNvPr>
            <p:cNvSpPr/>
            <p:nvPr/>
          </p:nvSpPr>
          <p:spPr>
            <a:xfrm>
              <a:off x="7183437" y="3707030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912" name="Hexagon 3911">
              <a:extLst>
                <a:ext uri="{FF2B5EF4-FFF2-40B4-BE49-F238E27FC236}">
                  <a16:creationId xmlns:a16="http://schemas.microsoft.com/office/drawing/2014/main" id="{9BF5D36B-3BB0-43ED-91DE-861754678C24}"/>
                </a:ext>
              </a:extLst>
            </p:cNvPr>
            <p:cNvSpPr/>
            <p:nvPr/>
          </p:nvSpPr>
          <p:spPr>
            <a:xfrm>
              <a:off x="7190581" y="3890386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913" name="Hexagon 3912">
              <a:extLst>
                <a:ext uri="{FF2B5EF4-FFF2-40B4-BE49-F238E27FC236}">
                  <a16:creationId xmlns:a16="http://schemas.microsoft.com/office/drawing/2014/main" id="{4FB63AC2-B709-4A89-8AAF-3F158F74CCE2}"/>
                </a:ext>
              </a:extLst>
            </p:cNvPr>
            <p:cNvSpPr/>
            <p:nvPr/>
          </p:nvSpPr>
          <p:spPr>
            <a:xfrm>
              <a:off x="7192963" y="4071361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914" name="Hexagon 3913">
              <a:extLst>
                <a:ext uri="{FF2B5EF4-FFF2-40B4-BE49-F238E27FC236}">
                  <a16:creationId xmlns:a16="http://schemas.microsoft.com/office/drawing/2014/main" id="{7FAF19BE-CC18-4BF4-8328-FEA8CE18B15B}"/>
                </a:ext>
              </a:extLst>
            </p:cNvPr>
            <p:cNvSpPr/>
            <p:nvPr/>
          </p:nvSpPr>
          <p:spPr>
            <a:xfrm>
              <a:off x="6954836" y="3804661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915" name="Hexagon 3914">
              <a:extLst>
                <a:ext uri="{FF2B5EF4-FFF2-40B4-BE49-F238E27FC236}">
                  <a16:creationId xmlns:a16="http://schemas.microsoft.com/office/drawing/2014/main" id="{33C4A821-2F58-444F-BA06-786DD5F0757C}"/>
                </a:ext>
              </a:extLst>
            </p:cNvPr>
            <p:cNvSpPr/>
            <p:nvPr/>
          </p:nvSpPr>
          <p:spPr>
            <a:xfrm>
              <a:off x="6957218" y="3980874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916" name="Hexagon 3915">
              <a:extLst>
                <a:ext uri="{FF2B5EF4-FFF2-40B4-BE49-F238E27FC236}">
                  <a16:creationId xmlns:a16="http://schemas.microsoft.com/office/drawing/2014/main" id="{A21091D0-EA28-45E3-A864-10E191815340}"/>
                </a:ext>
              </a:extLst>
            </p:cNvPr>
            <p:cNvSpPr/>
            <p:nvPr/>
          </p:nvSpPr>
          <p:spPr>
            <a:xfrm>
              <a:off x="6961981" y="4168992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917" name="Hexagon 3916">
              <a:extLst>
                <a:ext uri="{FF2B5EF4-FFF2-40B4-BE49-F238E27FC236}">
                  <a16:creationId xmlns:a16="http://schemas.microsoft.com/office/drawing/2014/main" id="{C2B2EBE0-E790-41B7-A6CA-DAAB29AC45CE}"/>
                </a:ext>
              </a:extLst>
            </p:cNvPr>
            <p:cNvSpPr/>
            <p:nvPr/>
          </p:nvSpPr>
          <p:spPr>
            <a:xfrm>
              <a:off x="6485730" y="3802279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918" name="Hexagon 3917">
              <a:extLst>
                <a:ext uri="{FF2B5EF4-FFF2-40B4-BE49-F238E27FC236}">
                  <a16:creationId xmlns:a16="http://schemas.microsoft.com/office/drawing/2014/main" id="{AD594023-F34B-448A-A113-9321CD2F8172}"/>
                </a:ext>
              </a:extLst>
            </p:cNvPr>
            <p:cNvSpPr/>
            <p:nvPr/>
          </p:nvSpPr>
          <p:spPr>
            <a:xfrm>
              <a:off x="6488112" y="3983254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919" name="Hexagon 3918">
              <a:extLst>
                <a:ext uri="{FF2B5EF4-FFF2-40B4-BE49-F238E27FC236}">
                  <a16:creationId xmlns:a16="http://schemas.microsoft.com/office/drawing/2014/main" id="{98216B86-9B18-449A-AB11-6B39207673F1}"/>
                </a:ext>
              </a:extLst>
            </p:cNvPr>
            <p:cNvSpPr/>
            <p:nvPr/>
          </p:nvSpPr>
          <p:spPr>
            <a:xfrm>
              <a:off x="6488113" y="4166610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920" name="Hexagon 3919">
              <a:extLst>
                <a:ext uri="{FF2B5EF4-FFF2-40B4-BE49-F238E27FC236}">
                  <a16:creationId xmlns:a16="http://schemas.microsoft.com/office/drawing/2014/main" id="{9236C124-CA09-48FA-963D-5A41F49B2CB4}"/>
                </a:ext>
              </a:extLst>
            </p:cNvPr>
            <p:cNvSpPr/>
            <p:nvPr/>
          </p:nvSpPr>
          <p:spPr>
            <a:xfrm>
              <a:off x="6726237" y="4254717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921" name="Hexagon 3920">
              <a:extLst>
                <a:ext uri="{FF2B5EF4-FFF2-40B4-BE49-F238E27FC236}">
                  <a16:creationId xmlns:a16="http://schemas.microsoft.com/office/drawing/2014/main" id="{0D7BFF2D-D706-4E06-91B5-190819A565E5}"/>
                </a:ext>
              </a:extLst>
            </p:cNvPr>
            <p:cNvSpPr/>
            <p:nvPr/>
          </p:nvSpPr>
          <p:spPr>
            <a:xfrm>
              <a:off x="6950075" y="4352348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922" name="Hexagon 3921">
              <a:extLst>
                <a:ext uri="{FF2B5EF4-FFF2-40B4-BE49-F238E27FC236}">
                  <a16:creationId xmlns:a16="http://schemas.microsoft.com/office/drawing/2014/main" id="{29E6CC3F-2EC4-42E9-815F-5C4AE852ED82}"/>
                </a:ext>
              </a:extLst>
            </p:cNvPr>
            <p:cNvSpPr/>
            <p:nvPr/>
          </p:nvSpPr>
          <p:spPr>
            <a:xfrm>
              <a:off x="7188201" y="4259480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923" name="Hexagon 3922">
              <a:extLst>
                <a:ext uri="{FF2B5EF4-FFF2-40B4-BE49-F238E27FC236}">
                  <a16:creationId xmlns:a16="http://schemas.microsoft.com/office/drawing/2014/main" id="{99FFDBB3-BAA7-438B-B53F-2D4ACE40AFFE}"/>
                </a:ext>
              </a:extLst>
            </p:cNvPr>
            <p:cNvSpPr/>
            <p:nvPr/>
          </p:nvSpPr>
          <p:spPr>
            <a:xfrm>
              <a:off x="6721474" y="3890386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924" name="Hexagon 3923">
              <a:extLst>
                <a:ext uri="{FF2B5EF4-FFF2-40B4-BE49-F238E27FC236}">
                  <a16:creationId xmlns:a16="http://schemas.microsoft.com/office/drawing/2014/main" id="{E88B9990-88F7-460E-9581-762D67B3D42A}"/>
                </a:ext>
              </a:extLst>
            </p:cNvPr>
            <p:cNvSpPr/>
            <p:nvPr/>
          </p:nvSpPr>
          <p:spPr>
            <a:xfrm>
              <a:off x="6259511" y="3714173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925" name="Hexagon 3924">
              <a:extLst>
                <a:ext uri="{FF2B5EF4-FFF2-40B4-BE49-F238E27FC236}">
                  <a16:creationId xmlns:a16="http://schemas.microsoft.com/office/drawing/2014/main" id="{59B05B4F-2D6E-481D-BC7E-B7A20BA69D1C}"/>
                </a:ext>
              </a:extLst>
            </p:cNvPr>
            <p:cNvSpPr/>
            <p:nvPr/>
          </p:nvSpPr>
          <p:spPr>
            <a:xfrm>
              <a:off x="6261893" y="3895148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926" name="Hexagon 3925">
              <a:extLst>
                <a:ext uri="{FF2B5EF4-FFF2-40B4-BE49-F238E27FC236}">
                  <a16:creationId xmlns:a16="http://schemas.microsoft.com/office/drawing/2014/main" id="{AB4257F5-5A75-442E-AE0C-B2E8A72B59EF}"/>
                </a:ext>
              </a:extLst>
            </p:cNvPr>
            <p:cNvSpPr/>
            <p:nvPr/>
          </p:nvSpPr>
          <p:spPr>
            <a:xfrm>
              <a:off x="6261894" y="4078504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927" name="Hexagon 3926">
              <a:extLst>
                <a:ext uri="{FF2B5EF4-FFF2-40B4-BE49-F238E27FC236}">
                  <a16:creationId xmlns:a16="http://schemas.microsoft.com/office/drawing/2014/main" id="{3D152798-C610-44BA-A49B-BF1D865FA66C}"/>
                </a:ext>
              </a:extLst>
            </p:cNvPr>
            <p:cNvSpPr/>
            <p:nvPr/>
          </p:nvSpPr>
          <p:spPr>
            <a:xfrm>
              <a:off x="6259513" y="4257098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928" name="Hexagon 3927">
              <a:extLst>
                <a:ext uri="{FF2B5EF4-FFF2-40B4-BE49-F238E27FC236}">
                  <a16:creationId xmlns:a16="http://schemas.microsoft.com/office/drawing/2014/main" id="{EFA1BF2F-4CF9-4144-B0A5-C0E8A33AE92A}"/>
                </a:ext>
              </a:extLst>
            </p:cNvPr>
            <p:cNvSpPr/>
            <p:nvPr/>
          </p:nvSpPr>
          <p:spPr>
            <a:xfrm>
              <a:off x="6023770" y="4164229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929" name="Hexagon 3928">
              <a:extLst>
                <a:ext uri="{FF2B5EF4-FFF2-40B4-BE49-F238E27FC236}">
                  <a16:creationId xmlns:a16="http://schemas.microsoft.com/office/drawing/2014/main" id="{F6A98A2E-56C6-44D3-B61A-927755711651}"/>
                </a:ext>
              </a:extLst>
            </p:cNvPr>
            <p:cNvSpPr/>
            <p:nvPr/>
          </p:nvSpPr>
          <p:spPr>
            <a:xfrm>
              <a:off x="6026151" y="4342823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930" name="Hexagon 3929">
              <a:extLst>
                <a:ext uri="{FF2B5EF4-FFF2-40B4-BE49-F238E27FC236}">
                  <a16:creationId xmlns:a16="http://schemas.microsoft.com/office/drawing/2014/main" id="{F9D3AE8B-8FCC-4000-B5F9-9AB9357E5AED}"/>
                </a:ext>
              </a:extLst>
            </p:cNvPr>
            <p:cNvSpPr/>
            <p:nvPr/>
          </p:nvSpPr>
          <p:spPr>
            <a:xfrm>
              <a:off x="5797551" y="4076122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931" name="Hexagon 3930">
              <a:extLst>
                <a:ext uri="{FF2B5EF4-FFF2-40B4-BE49-F238E27FC236}">
                  <a16:creationId xmlns:a16="http://schemas.microsoft.com/office/drawing/2014/main" id="{07C4401E-D253-4F37-9D80-20FB4ABB5AE1}"/>
                </a:ext>
              </a:extLst>
            </p:cNvPr>
            <p:cNvSpPr/>
            <p:nvPr/>
          </p:nvSpPr>
          <p:spPr>
            <a:xfrm>
              <a:off x="5790408" y="4257097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932" name="Hexagon 3931">
              <a:extLst>
                <a:ext uri="{FF2B5EF4-FFF2-40B4-BE49-F238E27FC236}">
                  <a16:creationId xmlns:a16="http://schemas.microsoft.com/office/drawing/2014/main" id="{6CADAF76-CECB-47E5-9B66-BA8D7FCD1E86}"/>
                </a:ext>
              </a:extLst>
            </p:cNvPr>
            <p:cNvSpPr/>
            <p:nvPr/>
          </p:nvSpPr>
          <p:spPr>
            <a:xfrm>
              <a:off x="5557045" y="4347585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933" name="Hexagon 3932">
              <a:extLst>
                <a:ext uri="{FF2B5EF4-FFF2-40B4-BE49-F238E27FC236}">
                  <a16:creationId xmlns:a16="http://schemas.microsoft.com/office/drawing/2014/main" id="{FCBD2978-A6F4-4CB8-823A-E4CBB93377C7}"/>
                </a:ext>
              </a:extLst>
            </p:cNvPr>
            <p:cNvSpPr/>
            <p:nvPr/>
          </p:nvSpPr>
          <p:spPr>
            <a:xfrm>
              <a:off x="5330827" y="4442835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934" name="Hexagon 3933">
              <a:extLst>
                <a:ext uri="{FF2B5EF4-FFF2-40B4-BE49-F238E27FC236}">
                  <a16:creationId xmlns:a16="http://schemas.microsoft.com/office/drawing/2014/main" id="{9177F7AB-F15B-45AC-8E17-9CD2D3348BA8}"/>
                </a:ext>
              </a:extLst>
            </p:cNvPr>
            <p:cNvSpPr/>
            <p:nvPr/>
          </p:nvSpPr>
          <p:spPr>
            <a:xfrm>
              <a:off x="6028532" y="3802278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935" name="Hexagon 3934">
              <a:extLst>
                <a:ext uri="{FF2B5EF4-FFF2-40B4-BE49-F238E27FC236}">
                  <a16:creationId xmlns:a16="http://schemas.microsoft.com/office/drawing/2014/main" id="{9B13806E-7E47-4754-8250-9B4A0F6CB7A2}"/>
                </a:ext>
              </a:extLst>
            </p:cNvPr>
            <p:cNvSpPr/>
            <p:nvPr/>
          </p:nvSpPr>
          <p:spPr>
            <a:xfrm>
              <a:off x="6028532" y="3623685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936" name="Hexagon 3935">
              <a:extLst>
                <a:ext uri="{FF2B5EF4-FFF2-40B4-BE49-F238E27FC236}">
                  <a16:creationId xmlns:a16="http://schemas.microsoft.com/office/drawing/2014/main" id="{F2D88155-4895-474B-8377-7A5F8F0CAF83}"/>
                </a:ext>
              </a:extLst>
            </p:cNvPr>
            <p:cNvSpPr/>
            <p:nvPr/>
          </p:nvSpPr>
          <p:spPr>
            <a:xfrm>
              <a:off x="5795170" y="3892765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937" name="Hexagon 3936">
              <a:extLst>
                <a:ext uri="{FF2B5EF4-FFF2-40B4-BE49-F238E27FC236}">
                  <a16:creationId xmlns:a16="http://schemas.microsoft.com/office/drawing/2014/main" id="{EC1DE3FD-2B78-41B2-B7A2-3A65A2DD908F}"/>
                </a:ext>
              </a:extLst>
            </p:cNvPr>
            <p:cNvSpPr/>
            <p:nvPr/>
          </p:nvSpPr>
          <p:spPr>
            <a:xfrm>
              <a:off x="5795170" y="3711791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938" name="Hexagon 3937">
              <a:extLst>
                <a:ext uri="{FF2B5EF4-FFF2-40B4-BE49-F238E27FC236}">
                  <a16:creationId xmlns:a16="http://schemas.microsoft.com/office/drawing/2014/main" id="{49F41F48-EF8C-469E-B220-4857DB884A39}"/>
                </a:ext>
              </a:extLst>
            </p:cNvPr>
            <p:cNvSpPr/>
            <p:nvPr/>
          </p:nvSpPr>
          <p:spPr>
            <a:xfrm>
              <a:off x="5561808" y="3797516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939" name="Hexagon 3938">
              <a:extLst>
                <a:ext uri="{FF2B5EF4-FFF2-40B4-BE49-F238E27FC236}">
                  <a16:creationId xmlns:a16="http://schemas.microsoft.com/office/drawing/2014/main" id="{5B5AE5C6-0533-4A7A-AA58-1D2EFA15D169}"/>
                </a:ext>
              </a:extLst>
            </p:cNvPr>
            <p:cNvSpPr/>
            <p:nvPr/>
          </p:nvSpPr>
          <p:spPr>
            <a:xfrm>
              <a:off x="5564189" y="3616542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940" name="Hexagon 3939">
              <a:extLst>
                <a:ext uri="{FF2B5EF4-FFF2-40B4-BE49-F238E27FC236}">
                  <a16:creationId xmlns:a16="http://schemas.microsoft.com/office/drawing/2014/main" id="{666FEDA0-DB4A-4BFF-A48E-167F61144AF0}"/>
                </a:ext>
              </a:extLst>
            </p:cNvPr>
            <p:cNvSpPr/>
            <p:nvPr/>
          </p:nvSpPr>
          <p:spPr>
            <a:xfrm>
              <a:off x="5797551" y="3526053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941" name="Hexagon 3940">
              <a:extLst>
                <a:ext uri="{FF2B5EF4-FFF2-40B4-BE49-F238E27FC236}">
                  <a16:creationId xmlns:a16="http://schemas.microsoft.com/office/drawing/2014/main" id="{33B30281-36FD-46D6-8F53-34A0A1DBAF74}"/>
                </a:ext>
              </a:extLst>
            </p:cNvPr>
            <p:cNvSpPr/>
            <p:nvPr/>
          </p:nvSpPr>
          <p:spPr>
            <a:xfrm>
              <a:off x="5795170" y="3345079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942" name="Hexagon 3941">
              <a:extLst>
                <a:ext uri="{FF2B5EF4-FFF2-40B4-BE49-F238E27FC236}">
                  <a16:creationId xmlns:a16="http://schemas.microsoft.com/office/drawing/2014/main" id="{9EC64A0B-E6D5-4803-93C4-A1D4921C59DB}"/>
                </a:ext>
              </a:extLst>
            </p:cNvPr>
            <p:cNvSpPr/>
            <p:nvPr/>
          </p:nvSpPr>
          <p:spPr>
            <a:xfrm>
              <a:off x="6264275" y="3345078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943" name="Hexagon 3942">
              <a:extLst>
                <a:ext uri="{FF2B5EF4-FFF2-40B4-BE49-F238E27FC236}">
                  <a16:creationId xmlns:a16="http://schemas.microsoft.com/office/drawing/2014/main" id="{F4A86F05-1BA1-4E8F-9185-866D6E241955}"/>
                </a:ext>
              </a:extLst>
            </p:cNvPr>
            <p:cNvSpPr/>
            <p:nvPr/>
          </p:nvSpPr>
          <p:spPr>
            <a:xfrm>
              <a:off x="6264275" y="3166485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944" name="Hexagon 3943">
              <a:extLst>
                <a:ext uri="{FF2B5EF4-FFF2-40B4-BE49-F238E27FC236}">
                  <a16:creationId xmlns:a16="http://schemas.microsoft.com/office/drawing/2014/main" id="{F187773C-7B2B-4200-90B3-D56ECB602200}"/>
                </a:ext>
              </a:extLst>
            </p:cNvPr>
            <p:cNvSpPr/>
            <p:nvPr/>
          </p:nvSpPr>
          <p:spPr>
            <a:xfrm>
              <a:off x="6028531" y="3256972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945" name="Hexagon 3944">
              <a:extLst>
                <a:ext uri="{FF2B5EF4-FFF2-40B4-BE49-F238E27FC236}">
                  <a16:creationId xmlns:a16="http://schemas.microsoft.com/office/drawing/2014/main" id="{2A19807A-2FFD-4A34-B425-E6EC5D06EE54}"/>
                </a:ext>
              </a:extLst>
            </p:cNvPr>
            <p:cNvSpPr/>
            <p:nvPr/>
          </p:nvSpPr>
          <p:spPr>
            <a:xfrm>
              <a:off x="6028531" y="3078379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946" name="Hexagon 3945">
              <a:extLst>
                <a:ext uri="{FF2B5EF4-FFF2-40B4-BE49-F238E27FC236}">
                  <a16:creationId xmlns:a16="http://schemas.microsoft.com/office/drawing/2014/main" id="{B1BB4511-5662-48E6-AEDC-D4F092B41197}"/>
                </a:ext>
              </a:extLst>
            </p:cNvPr>
            <p:cNvSpPr/>
            <p:nvPr/>
          </p:nvSpPr>
          <p:spPr>
            <a:xfrm>
              <a:off x="6028531" y="2895022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947" name="Hexagon 3946">
              <a:extLst>
                <a:ext uri="{FF2B5EF4-FFF2-40B4-BE49-F238E27FC236}">
                  <a16:creationId xmlns:a16="http://schemas.microsoft.com/office/drawing/2014/main" id="{07FFB5D7-016E-4404-B465-9CCADE78896E}"/>
                </a:ext>
              </a:extLst>
            </p:cNvPr>
            <p:cNvSpPr/>
            <p:nvPr/>
          </p:nvSpPr>
          <p:spPr>
            <a:xfrm>
              <a:off x="6028531" y="2716429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948" name="Hexagon 3947">
              <a:extLst>
                <a:ext uri="{FF2B5EF4-FFF2-40B4-BE49-F238E27FC236}">
                  <a16:creationId xmlns:a16="http://schemas.microsoft.com/office/drawing/2014/main" id="{A1E88E96-463F-4868-832B-66CDD8D5D1ED}"/>
                </a:ext>
              </a:extLst>
            </p:cNvPr>
            <p:cNvSpPr/>
            <p:nvPr/>
          </p:nvSpPr>
          <p:spPr>
            <a:xfrm>
              <a:off x="5799931" y="3166485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949" name="Hexagon 3948">
              <a:extLst>
                <a:ext uri="{FF2B5EF4-FFF2-40B4-BE49-F238E27FC236}">
                  <a16:creationId xmlns:a16="http://schemas.microsoft.com/office/drawing/2014/main" id="{92DB5AEC-3FEA-42BC-A7BE-C2BD16292518}"/>
                </a:ext>
              </a:extLst>
            </p:cNvPr>
            <p:cNvSpPr/>
            <p:nvPr/>
          </p:nvSpPr>
          <p:spPr>
            <a:xfrm>
              <a:off x="5799931" y="2983128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950" name="Hexagon 3949">
              <a:extLst>
                <a:ext uri="{FF2B5EF4-FFF2-40B4-BE49-F238E27FC236}">
                  <a16:creationId xmlns:a16="http://schemas.microsoft.com/office/drawing/2014/main" id="{31AFB662-677A-4AE2-BB8E-317C0CDAB931}"/>
                </a:ext>
              </a:extLst>
            </p:cNvPr>
            <p:cNvSpPr/>
            <p:nvPr/>
          </p:nvSpPr>
          <p:spPr>
            <a:xfrm>
              <a:off x="5799931" y="2804535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951" name="Hexagon 3950">
              <a:extLst>
                <a:ext uri="{FF2B5EF4-FFF2-40B4-BE49-F238E27FC236}">
                  <a16:creationId xmlns:a16="http://schemas.microsoft.com/office/drawing/2014/main" id="{671477C9-D943-4759-B150-6C3DC2AF879A}"/>
                </a:ext>
              </a:extLst>
            </p:cNvPr>
            <p:cNvSpPr/>
            <p:nvPr/>
          </p:nvSpPr>
          <p:spPr>
            <a:xfrm>
              <a:off x="5561808" y="3254592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952" name="Hexagon 3951">
              <a:extLst>
                <a:ext uri="{FF2B5EF4-FFF2-40B4-BE49-F238E27FC236}">
                  <a16:creationId xmlns:a16="http://schemas.microsoft.com/office/drawing/2014/main" id="{58A69123-F467-40B5-87FA-6A65F4173F07}"/>
                </a:ext>
              </a:extLst>
            </p:cNvPr>
            <p:cNvSpPr/>
            <p:nvPr/>
          </p:nvSpPr>
          <p:spPr>
            <a:xfrm>
              <a:off x="5566569" y="3075998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953" name="Hexagon 3952">
              <a:extLst>
                <a:ext uri="{FF2B5EF4-FFF2-40B4-BE49-F238E27FC236}">
                  <a16:creationId xmlns:a16="http://schemas.microsoft.com/office/drawing/2014/main" id="{32518FF7-70E4-4C49-A503-907DF310857E}"/>
                </a:ext>
              </a:extLst>
            </p:cNvPr>
            <p:cNvSpPr/>
            <p:nvPr/>
          </p:nvSpPr>
          <p:spPr>
            <a:xfrm>
              <a:off x="5564190" y="2716430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954" name="Hexagon 3953">
              <a:extLst>
                <a:ext uri="{FF2B5EF4-FFF2-40B4-BE49-F238E27FC236}">
                  <a16:creationId xmlns:a16="http://schemas.microsoft.com/office/drawing/2014/main" id="{9E7CC326-EC5D-431F-89BF-0D22EE5995A0}"/>
                </a:ext>
              </a:extLst>
            </p:cNvPr>
            <p:cNvSpPr/>
            <p:nvPr/>
          </p:nvSpPr>
          <p:spPr>
            <a:xfrm>
              <a:off x="5561808" y="2537836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955" name="Hexagon 3954">
              <a:extLst>
                <a:ext uri="{FF2B5EF4-FFF2-40B4-BE49-F238E27FC236}">
                  <a16:creationId xmlns:a16="http://schemas.microsoft.com/office/drawing/2014/main" id="{24960517-929A-4B38-A8FC-235FD9A6BD5A}"/>
                </a:ext>
              </a:extLst>
            </p:cNvPr>
            <p:cNvSpPr/>
            <p:nvPr/>
          </p:nvSpPr>
          <p:spPr>
            <a:xfrm>
              <a:off x="5328446" y="2804536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956" name="Hexagon 3955">
              <a:extLst>
                <a:ext uri="{FF2B5EF4-FFF2-40B4-BE49-F238E27FC236}">
                  <a16:creationId xmlns:a16="http://schemas.microsoft.com/office/drawing/2014/main" id="{2D89EE6E-2F0B-4212-B4F6-92F4AF7C25A8}"/>
                </a:ext>
              </a:extLst>
            </p:cNvPr>
            <p:cNvSpPr/>
            <p:nvPr/>
          </p:nvSpPr>
          <p:spPr>
            <a:xfrm>
              <a:off x="5326064" y="2625942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957" name="Hexagon 3956">
              <a:extLst>
                <a:ext uri="{FF2B5EF4-FFF2-40B4-BE49-F238E27FC236}">
                  <a16:creationId xmlns:a16="http://schemas.microsoft.com/office/drawing/2014/main" id="{1AFD84F9-CF82-4B40-BE0D-90E37FEB29A2}"/>
                </a:ext>
              </a:extLst>
            </p:cNvPr>
            <p:cNvSpPr/>
            <p:nvPr/>
          </p:nvSpPr>
          <p:spPr>
            <a:xfrm>
              <a:off x="5330827" y="3161724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958" name="Hexagon 3957">
              <a:extLst>
                <a:ext uri="{FF2B5EF4-FFF2-40B4-BE49-F238E27FC236}">
                  <a16:creationId xmlns:a16="http://schemas.microsoft.com/office/drawing/2014/main" id="{62016D84-A6D0-4AC6-A1BC-5545B121F147}"/>
                </a:ext>
              </a:extLst>
            </p:cNvPr>
            <p:cNvSpPr/>
            <p:nvPr/>
          </p:nvSpPr>
          <p:spPr>
            <a:xfrm>
              <a:off x="5328445" y="2983130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959" name="Hexagon 3958">
              <a:extLst>
                <a:ext uri="{FF2B5EF4-FFF2-40B4-BE49-F238E27FC236}">
                  <a16:creationId xmlns:a16="http://schemas.microsoft.com/office/drawing/2014/main" id="{50DE4456-94EC-4483-B7D7-FE4815A9CB69}"/>
                </a:ext>
              </a:extLst>
            </p:cNvPr>
            <p:cNvSpPr/>
            <p:nvPr/>
          </p:nvSpPr>
          <p:spPr>
            <a:xfrm>
              <a:off x="5328445" y="3521293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960" name="Hexagon 3959">
              <a:extLst>
                <a:ext uri="{FF2B5EF4-FFF2-40B4-BE49-F238E27FC236}">
                  <a16:creationId xmlns:a16="http://schemas.microsoft.com/office/drawing/2014/main" id="{293FED71-14CE-41A1-9864-21A069840362}"/>
                </a:ext>
              </a:extLst>
            </p:cNvPr>
            <p:cNvSpPr/>
            <p:nvPr/>
          </p:nvSpPr>
          <p:spPr>
            <a:xfrm>
              <a:off x="5326063" y="3342699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961" name="Hexagon 3960">
              <a:extLst>
                <a:ext uri="{FF2B5EF4-FFF2-40B4-BE49-F238E27FC236}">
                  <a16:creationId xmlns:a16="http://schemas.microsoft.com/office/drawing/2014/main" id="{F71B5149-5535-4753-B1C5-D0E400CD4A32}"/>
                </a:ext>
              </a:extLst>
            </p:cNvPr>
            <p:cNvSpPr/>
            <p:nvPr/>
          </p:nvSpPr>
          <p:spPr>
            <a:xfrm>
              <a:off x="5330827" y="3880862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962" name="Hexagon 3961">
              <a:extLst>
                <a:ext uri="{FF2B5EF4-FFF2-40B4-BE49-F238E27FC236}">
                  <a16:creationId xmlns:a16="http://schemas.microsoft.com/office/drawing/2014/main" id="{7F8F4D85-137B-4629-A51F-5B06FF30C422}"/>
                </a:ext>
              </a:extLst>
            </p:cNvPr>
            <p:cNvSpPr/>
            <p:nvPr/>
          </p:nvSpPr>
          <p:spPr>
            <a:xfrm>
              <a:off x="5328445" y="3702268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539" name="Hexagon 4538">
              <a:extLst>
                <a:ext uri="{FF2B5EF4-FFF2-40B4-BE49-F238E27FC236}">
                  <a16:creationId xmlns:a16="http://schemas.microsoft.com/office/drawing/2014/main" id="{5BA9C15C-18D7-48AE-BB63-523BD9F1E3BF}"/>
                </a:ext>
              </a:extLst>
            </p:cNvPr>
            <p:cNvSpPr/>
            <p:nvPr/>
          </p:nvSpPr>
          <p:spPr>
            <a:xfrm>
              <a:off x="7416800" y="2706908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540" name="Hexagon 4539">
              <a:extLst>
                <a:ext uri="{FF2B5EF4-FFF2-40B4-BE49-F238E27FC236}">
                  <a16:creationId xmlns:a16="http://schemas.microsoft.com/office/drawing/2014/main" id="{54143B54-3379-41FA-9C2B-B510EDC9FCF2}"/>
                </a:ext>
              </a:extLst>
            </p:cNvPr>
            <p:cNvSpPr/>
            <p:nvPr/>
          </p:nvSpPr>
          <p:spPr>
            <a:xfrm>
              <a:off x="7652544" y="2621183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541" name="Hexagon 4540">
              <a:extLst>
                <a:ext uri="{FF2B5EF4-FFF2-40B4-BE49-F238E27FC236}">
                  <a16:creationId xmlns:a16="http://schemas.microsoft.com/office/drawing/2014/main" id="{64255301-C45D-4755-909F-350BDD9F812A}"/>
                </a:ext>
              </a:extLst>
            </p:cNvPr>
            <p:cNvSpPr/>
            <p:nvPr/>
          </p:nvSpPr>
          <p:spPr>
            <a:xfrm>
              <a:off x="7647781" y="2797395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542" name="Hexagon 4541">
              <a:extLst>
                <a:ext uri="{FF2B5EF4-FFF2-40B4-BE49-F238E27FC236}">
                  <a16:creationId xmlns:a16="http://schemas.microsoft.com/office/drawing/2014/main" id="{7E9876E7-73D6-4515-83C9-D1EE7E9D50FF}"/>
                </a:ext>
              </a:extLst>
            </p:cNvPr>
            <p:cNvSpPr/>
            <p:nvPr/>
          </p:nvSpPr>
          <p:spPr>
            <a:xfrm>
              <a:off x="7652544" y="2978370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543" name="Hexagon 4542">
              <a:extLst>
                <a:ext uri="{FF2B5EF4-FFF2-40B4-BE49-F238E27FC236}">
                  <a16:creationId xmlns:a16="http://schemas.microsoft.com/office/drawing/2014/main" id="{9B9A8A6E-7F1F-45F2-B28F-581C2C705745}"/>
                </a:ext>
              </a:extLst>
            </p:cNvPr>
            <p:cNvSpPr/>
            <p:nvPr/>
          </p:nvSpPr>
          <p:spPr>
            <a:xfrm>
              <a:off x="7654925" y="3159345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544" name="Hexagon 4543">
              <a:extLst>
                <a:ext uri="{FF2B5EF4-FFF2-40B4-BE49-F238E27FC236}">
                  <a16:creationId xmlns:a16="http://schemas.microsoft.com/office/drawing/2014/main" id="{9009D75E-DF24-4C91-A926-F3BD52BBBB48}"/>
                </a:ext>
              </a:extLst>
            </p:cNvPr>
            <p:cNvSpPr/>
            <p:nvPr/>
          </p:nvSpPr>
          <p:spPr>
            <a:xfrm>
              <a:off x="7647781" y="3342701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545" name="Hexagon 4544">
              <a:extLst>
                <a:ext uri="{FF2B5EF4-FFF2-40B4-BE49-F238E27FC236}">
                  <a16:creationId xmlns:a16="http://schemas.microsoft.com/office/drawing/2014/main" id="{912C0AE3-86AD-4107-A7B8-F08D236952D7}"/>
                </a:ext>
              </a:extLst>
            </p:cNvPr>
            <p:cNvSpPr/>
            <p:nvPr/>
          </p:nvSpPr>
          <p:spPr>
            <a:xfrm>
              <a:off x="7881144" y="2711671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546" name="Hexagon 4545">
              <a:extLst>
                <a:ext uri="{FF2B5EF4-FFF2-40B4-BE49-F238E27FC236}">
                  <a16:creationId xmlns:a16="http://schemas.microsoft.com/office/drawing/2014/main" id="{FDB4A052-9234-4B59-8F94-C3CDF1CBB1CE}"/>
                </a:ext>
              </a:extLst>
            </p:cNvPr>
            <p:cNvSpPr/>
            <p:nvPr/>
          </p:nvSpPr>
          <p:spPr>
            <a:xfrm>
              <a:off x="7878762" y="2887883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547" name="Hexagon 4546">
              <a:extLst>
                <a:ext uri="{FF2B5EF4-FFF2-40B4-BE49-F238E27FC236}">
                  <a16:creationId xmlns:a16="http://schemas.microsoft.com/office/drawing/2014/main" id="{8E33C363-922E-4E49-B00D-02464DF6C6B7}"/>
                </a:ext>
              </a:extLst>
            </p:cNvPr>
            <p:cNvSpPr/>
            <p:nvPr/>
          </p:nvSpPr>
          <p:spPr>
            <a:xfrm>
              <a:off x="7881144" y="3068858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548" name="Hexagon 4547">
              <a:extLst>
                <a:ext uri="{FF2B5EF4-FFF2-40B4-BE49-F238E27FC236}">
                  <a16:creationId xmlns:a16="http://schemas.microsoft.com/office/drawing/2014/main" id="{B10C7B78-4281-4257-A469-CAB5722E2E2A}"/>
                </a:ext>
              </a:extLst>
            </p:cNvPr>
            <p:cNvSpPr/>
            <p:nvPr/>
          </p:nvSpPr>
          <p:spPr>
            <a:xfrm>
              <a:off x="7883525" y="3249833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549" name="Hexagon 4548">
              <a:extLst>
                <a:ext uri="{FF2B5EF4-FFF2-40B4-BE49-F238E27FC236}">
                  <a16:creationId xmlns:a16="http://schemas.microsoft.com/office/drawing/2014/main" id="{ED2CB170-7D77-4FE9-A2F2-E28D9C68404C}"/>
                </a:ext>
              </a:extLst>
            </p:cNvPr>
            <p:cNvSpPr/>
            <p:nvPr/>
          </p:nvSpPr>
          <p:spPr>
            <a:xfrm>
              <a:off x="8112125" y="2973609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550" name="Hexagon 4549">
              <a:extLst>
                <a:ext uri="{FF2B5EF4-FFF2-40B4-BE49-F238E27FC236}">
                  <a16:creationId xmlns:a16="http://schemas.microsoft.com/office/drawing/2014/main" id="{A3C05D62-90C6-4181-BEF8-C12F9EA78F79}"/>
                </a:ext>
              </a:extLst>
            </p:cNvPr>
            <p:cNvSpPr/>
            <p:nvPr/>
          </p:nvSpPr>
          <p:spPr>
            <a:xfrm>
              <a:off x="8109743" y="3147440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551" name="Hexagon 4550">
              <a:extLst>
                <a:ext uri="{FF2B5EF4-FFF2-40B4-BE49-F238E27FC236}">
                  <a16:creationId xmlns:a16="http://schemas.microsoft.com/office/drawing/2014/main" id="{DC6DDE74-7767-48E6-AC4C-D0D4D0A637C3}"/>
                </a:ext>
              </a:extLst>
            </p:cNvPr>
            <p:cNvSpPr/>
            <p:nvPr/>
          </p:nvSpPr>
          <p:spPr>
            <a:xfrm>
              <a:off x="8114506" y="3328415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552" name="Hexagon 4551">
              <a:extLst>
                <a:ext uri="{FF2B5EF4-FFF2-40B4-BE49-F238E27FC236}">
                  <a16:creationId xmlns:a16="http://schemas.microsoft.com/office/drawing/2014/main" id="{2381DBF1-AC16-4BD5-B77C-9BA84C6059FA}"/>
                </a:ext>
              </a:extLst>
            </p:cNvPr>
            <p:cNvSpPr/>
            <p:nvPr/>
          </p:nvSpPr>
          <p:spPr>
            <a:xfrm>
              <a:off x="8116887" y="3509390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553" name="Hexagon 4552">
              <a:extLst>
                <a:ext uri="{FF2B5EF4-FFF2-40B4-BE49-F238E27FC236}">
                  <a16:creationId xmlns:a16="http://schemas.microsoft.com/office/drawing/2014/main" id="{88408DE1-90FD-4BB4-8E14-120AEB6CDE27}"/>
                </a:ext>
              </a:extLst>
            </p:cNvPr>
            <p:cNvSpPr/>
            <p:nvPr/>
          </p:nvSpPr>
          <p:spPr>
            <a:xfrm>
              <a:off x="7654923" y="3709411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554" name="Hexagon 4553">
              <a:extLst>
                <a:ext uri="{FF2B5EF4-FFF2-40B4-BE49-F238E27FC236}">
                  <a16:creationId xmlns:a16="http://schemas.microsoft.com/office/drawing/2014/main" id="{199DB672-4BE3-4C84-8384-BC652BA7D607}"/>
                </a:ext>
              </a:extLst>
            </p:cNvPr>
            <p:cNvSpPr/>
            <p:nvPr/>
          </p:nvSpPr>
          <p:spPr>
            <a:xfrm>
              <a:off x="7654924" y="3892767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555" name="Hexagon 4554">
              <a:extLst>
                <a:ext uri="{FF2B5EF4-FFF2-40B4-BE49-F238E27FC236}">
                  <a16:creationId xmlns:a16="http://schemas.microsoft.com/office/drawing/2014/main" id="{04F837B8-B56D-484B-B857-1B7A0FC76ED5}"/>
                </a:ext>
              </a:extLst>
            </p:cNvPr>
            <p:cNvSpPr/>
            <p:nvPr/>
          </p:nvSpPr>
          <p:spPr>
            <a:xfrm>
              <a:off x="7662068" y="4073742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556" name="Hexagon 4555">
              <a:extLst>
                <a:ext uri="{FF2B5EF4-FFF2-40B4-BE49-F238E27FC236}">
                  <a16:creationId xmlns:a16="http://schemas.microsoft.com/office/drawing/2014/main" id="{451E1C4D-19E1-43B5-B8F6-FE1BE1017A7F}"/>
                </a:ext>
              </a:extLst>
            </p:cNvPr>
            <p:cNvSpPr/>
            <p:nvPr/>
          </p:nvSpPr>
          <p:spPr>
            <a:xfrm>
              <a:off x="7883523" y="3611780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557" name="Hexagon 4556">
              <a:extLst>
                <a:ext uri="{FF2B5EF4-FFF2-40B4-BE49-F238E27FC236}">
                  <a16:creationId xmlns:a16="http://schemas.microsoft.com/office/drawing/2014/main" id="{F5F14319-F46E-465A-B066-8C1F4A13C165}"/>
                </a:ext>
              </a:extLst>
            </p:cNvPr>
            <p:cNvSpPr/>
            <p:nvPr/>
          </p:nvSpPr>
          <p:spPr>
            <a:xfrm>
              <a:off x="7890667" y="3795136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558" name="Hexagon 4557">
              <a:extLst>
                <a:ext uri="{FF2B5EF4-FFF2-40B4-BE49-F238E27FC236}">
                  <a16:creationId xmlns:a16="http://schemas.microsoft.com/office/drawing/2014/main" id="{9CB8191D-AD04-4A5F-8F1B-99E5C9549B83}"/>
                </a:ext>
              </a:extLst>
            </p:cNvPr>
            <p:cNvSpPr/>
            <p:nvPr/>
          </p:nvSpPr>
          <p:spPr>
            <a:xfrm>
              <a:off x="7893049" y="3982461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559" name="Hexagon 4558">
              <a:extLst>
                <a:ext uri="{FF2B5EF4-FFF2-40B4-BE49-F238E27FC236}">
                  <a16:creationId xmlns:a16="http://schemas.microsoft.com/office/drawing/2014/main" id="{58CB1D90-36AA-4AD8-875B-E94BD7F9110E}"/>
                </a:ext>
              </a:extLst>
            </p:cNvPr>
            <p:cNvSpPr/>
            <p:nvPr/>
          </p:nvSpPr>
          <p:spPr>
            <a:xfrm>
              <a:off x="8121648" y="3885624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560" name="Hexagon 4559">
              <a:extLst>
                <a:ext uri="{FF2B5EF4-FFF2-40B4-BE49-F238E27FC236}">
                  <a16:creationId xmlns:a16="http://schemas.microsoft.com/office/drawing/2014/main" id="{B743E682-95DB-4DFC-8609-EB98FD134211}"/>
                </a:ext>
              </a:extLst>
            </p:cNvPr>
            <p:cNvSpPr/>
            <p:nvPr/>
          </p:nvSpPr>
          <p:spPr>
            <a:xfrm>
              <a:off x="8121648" y="4068981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561" name="Hexagon 4560">
              <a:extLst>
                <a:ext uri="{FF2B5EF4-FFF2-40B4-BE49-F238E27FC236}">
                  <a16:creationId xmlns:a16="http://schemas.microsoft.com/office/drawing/2014/main" id="{36A6EAD4-5653-4EAD-B984-3588946CF7C7}"/>
                </a:ext>
              </a:extLst>
            </p:cNvPr>
            <p:cNvSpPr/>
            <p:nvPr/>
          </p:nvSpPr>
          <p:spPr>
            <a:xfrm>
              <a:off x="8114504" y="4247575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562" name="Hexagon 4561">
              <a:extLst>
                <a:ext uri="{FF2B5EF4-FFF2-40B4-BE49-F238E27FC236}">
                  <a16:creationId xmlns:a16="http://schemas.microsoft.com/office/drawing/2014/main" id="{09CF57D5-4C61-4B5B-8324-E510821E4068}"/>
                </a:ext>
              </a:extLst>
            </p:cNvPr>
            <p:cNvSpPr/>
            <p:nvPr/>
          </p:nvSpPr>
          <p:spPr>
            <a:xfrm>
              <a:off x="8116886" y="4435693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563" name="Hexagon 4562">
              <a:extLst>
                <a:ext uri="{FF2B5EF4-FFF2-40B4-BE49-F238E27FC236}">
                  <a16:creationId xmlns:a16="http://schemas.microsoft.com/office/drawing/2014/main" id="{72050BB0-C4B3-4944-91BA-09A857EB1AE6}"/>
                </a:ext>
              </a:extLst>
            </p:cNvPr>
            <p:cNvSpPr/>
            <p:nvPr/>
          </p:nvSpPr>
          <p:spPr>
            <a:xfrm>
              <a:off x="8109742" y="4614287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564" name="Hexagon 4563">
              <a:extLst>
                <a:ext uri="{FF2B5EF4-FFF2-40B4-BE49-F238E27FC236}">
                  <a16:creationId xmlns:a16="http://schemas.microsoft.com/office/drawing/2014/main" id="{9A242B15-42B1-4F03-8644-C8CB16B873EB}"/>
                </a:ext>
              </a:extLst>
            </p:cNvPr>
            <p:cNvSpPr/>
            <p:nvPr/>
          </p:nvSpPr>
          <p:spPr>
            <a:xfrm>
              <a:off x="7885904" y="4533324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565" name="Hexagon 4564">
              <a:extLst>
                <a:ext uri="{FF2B5EF4-FFF2-40B4-BE49-F238E27FC236}">
                  <a16:creationId xmlns:a16="http://schemas.microsoft.com/office/drawing/2014/main" id="{142A7EBA-ADC6-404F-B303-ED2C22B4D4B9}"/>
                </a:ext>
              </a:extLst>
            </p:cNvPr>
            <p:cNvSpPr/>
            <p:nvPr/>
          </p:nvSpPr>
          <p:spPr>
            <a:xfrm>
              <a:off x="7878760" y="4711918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566" name="Hexagon 4565">
              <a:extLst>
                <a:ext uri="{FF2B5EF4-FFF2-40B4-BE49-F238E27FC236}">
                  <a16:creationId xmlns:a16="http://schemas.microsoft.com/office/drawing/2014/main" id="{86F4400E-7C1C-477C-BC94-E19617B5F532}"/>
                </a:ext>
              </a:extLst>
            </p:cNvPr>
            <p:cNvSpPr/>
            <p:nvPr/>
          </p:nvSpPr>
          <p:spPr>
            <a:xfrm>
              <a:off x="7883523" y="4347587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567" name="Hexagon 4566">
              <a:extLst>
                <a:ext uri="{FF2B5EF4-FFF2-40B4-BE49-F238E27FC236}">
                  <a16:creationId xmlns:a16="http://schemas.microsoft.com/office/drawing/2014/main" id="{6DB7920D-6C4C-4B9D-AEC7-52092445CE83}"/>
                </a:ext>
              </a:extLst>
            </p:cNvPr>
            <p:cNvSpPr/>
            <p:nvPr/>
          </p:nvSpPr>
          <p:spPr>
            <a:xfrm>
              <a:off x="7652542" y="4435693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568" name="Hexagon 4567">
              <a:extLst>
                <a:ext uri="{FF2B5EF4-FFF2-40B4-BE49-F238E27FC236}">
                  <a16:creationId xmlns:a16="http://schemas.microsoft.com/office/drawing/2014/main" id="{F02AB853-E720-4B8B-BFDB-071C9B012741}"/>
                </a:ext>
              </a:extLst>
            </p:cNvPr>
            <p:cNvSpPr/>
            <p:nvPr/>
          </p:nvSpPr>
          <p:spPr>
            <a:xfrm>
              <a:off x="8350248" y="3971350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569" name="Hexagon 4568">
              <a:extLst>
                <a:ext uri="{FF2B5EF4-FFF2-40B4-BE49-F238E27FC236}">
                  <a16:creationId xmlns:a16="http://schemas.microsoft.com/office/drawing/2014/main" id="{7A9FACAB-A813-4222-89E4-D54B9E4D1200}"/>
                </a:ext>
              </a:extLst>
            </p:cNvPr>
            <p:cNvSpPr/>
            <p:nvPr/>
          </p:nvSpPr>
          <p:spPr>
            <a:xfrm>
              <a:off x="8352630" y="4159468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570" name="Hexagon 4569">
              <a:extLst>
                <a:ext uri="{FF2B5EF4-FFF2-40B4-BE49-F238E27FC236}">
                  <a16:creationId xmlns:a16="http://schemas.microsoft.com/office/drawing/2014/main" id="{ECA27557-97BD-496D-8B1F-32BFB48D33FD}"/>
                </a:ext>
              </a:extLst>
            </p:cNvPr>
            <p:cNvSpPr/>
            <p:nvPr/>
          </p:nvSpPr>
          <p:spPr>
            <a:xfrm>
              <a:off x="8345486" y="4338062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571" name="Hexagon 4570">
              <a:extLst>
                <a:ext uri="{FF2B5EF4-FFF2-40B4-BE49-F238E27FC236}">
                  <a16:creationId xmlns:a16="http://schemas.microsoft.com/office/drawing/2014/main" id="{AB249C92-ED12-4249-9206-C4601F949549}"/>
                </a:ext>
              </a:extLst>
            </p:cNvPr>
            <p:cNvSpPr/>
            <p:nvPr/>
          </p:nvSpPr>
          <p:spPr>
            <a:xfrm>
              <a:off x="8347867" y="3418900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572" name="Hexagon 4571">
              <a:extLst>
                <a:ext uri="{FF2B5EF4-FFF2-40B4-BE49-F238E27FC236}">
                  <a16:creationId xmlns:a16="http://schemas.microsoft.com/office/drawing/2014/main" id="{3268E6EF-439F-4C52-988D-C89AD8F8E3F9}"/>
                </a:ext>
              </a:extLst>
            </p:cNvPr>
            <p:cNvSpPr/>
            <p:nvPr/>
          </p:nvSpPr>
          <p:spPr>
            <a:xfrm>
              <a:off x="8350249" y="3607018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573" name="Hexagon 4572">
              <a:extLst>
                <a:ext uri="{FF2B5EF4-FFF2-40B4-BE49-F238E27FC236}">
                  <a16:creationId xmlns:a16="http://schemas.microsoft.com/office/drawing/2014/main" id="{B56DC8A2-3172-4C51-9BC4-17458CE553F5}"/>
                </a:ext>
              </a:extLst>
            </p:cNvPr>
            <p:cNvSpPr/>
            <p:nvPr/>
          </p:nvSpPr>
          <p:spPr>
            <a:xfrm>
              <a:off x="8347867" y="3787993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579" name="Hexagon 4578">
              <a:extLst>
                <a:ext uri="{FF2B5EF4-FFF2-40B4-BE49-F238E27FC236}">
                  <a16:creationId xmlns:a16="http://schemas.microsoft.com/office/drawing/2014/main" id="{CCE548E3-74F5-4FD9-9FE4-053A3697D1C0}"/>
                </a:ext>
              </a:extLst>
            </p:cNvPr>
            <p:cNvSpPr/>
            <p:nvPr/>
          </p:nvSpPr>
          <p:spPr>
            <a:xfrm>
              <a:off x="8581229" y="3883244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580" name="Hexagon 4579">
              <a:extLst>
                <a:ext uri="{FF2B5EF4-FFF2-40B4-BE49-F238E27FC236}">
                  <a16:creationId xmlns:a16="http://schemas.microsoft.com/office/drawing/2014/main" id="{FAD0CC32-727E-4A2F-B103-740094805D7A}"/>
                </a:ext>
              </a:extLst>
            </p:cNvPr>
            <p:cNvSpPr/>
            <p:nvPr/>
          </p:nvSpPr>
          <p:spPr>
            <a:xfrm>
              <a:off x="8576467" y="4249956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581" name="Hexagon 4580">
              <a:extLst>
                <a:ext uri="{FF2B5EF4-FFF2-40B4-BE49-F238E27FC236}">
                  <a16:creationId xmlns:a16="http://schemas.microsoft.com/office/drawing/2014/main" id="{B1354AE7-0E48-4684-BB5E-4EAB2EEB0746}"/>
                </a:ext>
              </a:extLst>
            </p:cNvPr>
            <p:cNvSpPr/>
            <p:nvPr/>
          </p:nvSpPr>
          <p:spPr>
            <a:xfrm>
              <a:off x="8809830" y="3978493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582" name="Hexagon 4581">
              <a:extLst>
                <a:ext uri="{FF2B5EF4-FFF2-40B4-BE49-F238E27FC236}">
                  <a16:creationId xmlns:a16="http://schemas.microsoft.com/office/drawing/2014/main" id="{555AC36A-E1A6-4033-9BBC-7495B0F7BE92}"/>
                </a:ext>
              </a:extLst>
            </p:cNvPr>
            <p:cNvSpPr/>
            <p:nvPr/>
          </p:nvSpPr>
          <p:spPr>
            <a:xfrm>
              <a:off x="8807448" y="4159468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583" name="Hexagon 4582">
              <a:extLst>
                <a:ext uri="{FF2B5EF4-FFF2-40B4-BE49-F238E27FC236}">
                  <a16:creationId xmlns:a16="http://schemas.microsoft.com/office/drawing/2014/main" id="{E0558CC6-A494-40A5-8DBD-D45DC44068E7}"/>
                </a:ext>
              </a:extLst>
            </p:cNvPr>
            <p:cNvSpPr/>
            <p:nvPr/>
          </p:nvSpPr>
          <p:spPr>
            <a:xfrm>
              <a:off x="8343104" y="3054569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584" name="Hexagon 4583">
              <a:extLst>
                <a:ext uri="{FF2B5EF4-FFF2-40B4-BE49-F238E27FC236}">
                  <a16:creationId xmlns:a16="http://schemas.microsoft.com/office/drawing/2014/main" id="{A824E317-5325-4540-976B-D0EB473B2305}"/>
                </a:ext>
              </a:extLst>
            </p:cNvPr>
            <p:cNvSpPr/>
            <p:nvPr/>
          </p:nvSpPr>
          <p:spPr>
            <a:xfrm>
              <a:off x="8345486" y="3242687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585" name="Hexagon 4584">
              <a:extLst>
                <a:ext uri="{FF2B5EF4-FFF2-40B4-BE49-F238E27FC236}">
                  <a16:creationId xmlns:a16="http://schemas.microsoft.com/office/drawing/2014/main" id="{C24183C8-7E41-4A14-A76E-7085831D96DD}"/>
                </a:ext>
              </a:extLst>
            </p:cNvPr>
            <p:cNvSpPr/>
            <p:nvPr/>
          </p:nvSpPr>
          <p:spPr>
            <a:xfrm>
              <a:off x="8581229" y="3145056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586" name="Hexagon 4585">
              <a:extLst>
                <a:ext uri="{FF2B5EF4-FFF2-40B4-BE49-F238E27FC236}">
                  <a16:creationId xmlns:a16="http://schemas.microsoft.com/office/drawing/2014/main" id="{C7BFE7FB-D767-44AC-B691-298B0681A043}"/>
                </a:ext>
              </a:extLst>
            </p:cNvPr>
            <p:cNvSpPr/>
            <p:nvPr/>
          </p:nvSpPr>
          <p:spPr>
            <a:xfrm>
              <a:off x="8583611" y="3330793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587" name="Hexagon 4586">
              <a:extLst>
                <a:ext uri="{FF2B5EF4-FFF2-40B4-BE49-F238E27FC236}">
                  <a16:creationId xmlns:a16="http://schemas.microsoft.com/office/drawing/2014/main" id="{60CDE13F-425E-4C84-8E5D-544BA28036BA}"/>
                </a:ext>
              </a:extLst>
            </p:cNvPr>
            <p:cNvSpPr/>
            <p:nvPr/>
          </p:nvSpPr>
          <p:spPr>
            <a:xfrm>
              <a:off x="8805068" y="3237925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588" name="Hexagon 4587">
              <a:extLst>
                <a:ext uri="{FF2B5EF4-FFF2-40B4-BE49-F238E27FC236}">
                  <a16:creationId xmlns:a16="http://schemas.microsoft.com/office/drawing/2014/main" id="{EF96884A-B699-4CF4-9026-FA1E04882C7F}"/>
                </a:ext>
              </a:extLst>
            </p:cNvPr>
            <p:cNvSpPr/>
            <p:nvPr/>
          </p:nvSpPr>
          <p:spPr>
            <a:xfrm>
              <a:off x="8807450" y="3426043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589" name="Hexagon 4588">
              <a:extLst>
                <a:ext uri="{FF2B5EF4-FFF2-40B4-BE49-F238E27FC236}">
                  <a16:creationId xmlns:a16="http://schemas.microsoft.com/office/drawing/2014/main" id="{BE303DF8-F449-49A9-B290-6A818C05C031}"/>
                </a:ext>
              </a:extLst>
            </p:cNvPr>
            <p:cNvSpPr/>
            <p:nvPr/>
          </p:nvSpPr>
          <p:spPr>
            <a:xfrm>
              <a:off x="8814593" y="3240307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590" name="Hexagon 4589">
              <a:extLst>
                <a:ext uri="{FF2B5EF4-FFF2-40B4-BE49-F238E27FC236}">
                  <a16:creationId xmlns:a16="http://schemas.microsoft.com/office/drawing/2014/main" id="{7783E7D9-1631-43A3-8242-1741F984C06C}"/>
                </a:ext>
              </a:extLst>
            </p:cNvPr>
            <p:cNvSpPr/>
            <p:nvPr/>
          </p:nvSpPr>
          <p:spPr>
            <a:xfrm>
              <a:off x="8816975" y="3428425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591" name="Hexagon 4590">
              <a:extLst>
                <a:ext uri="{FF2B5EF4-FFF2-40B4-BE49-F238E27FC236}">
                  <a16:creationId xmlns:a16="http://schemas.microsoft.com/office/drawing/2014/main" id="{7F84B9DD-441B-4294-A198-0545D008B2FB}"/>
                </a:ext>
              </a:extLst>
            </p:cNvPr>
            <p:cNvSpPr/>
            <p:nvPr/>
          </p:nvSpPr>
          <p:spPr>
            <a:xfrm>
              <a:off x="9045574" y="3154582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592" name="Hexagon 4591">
              <a:extLst>
                <a:ext uri="{FF2B5EF4-FFF2-40B4-BE49-F238E27FC236}">
                  <a16:creationId xmlns:a16="http://schemas.microsoft.com/office/drawing/2014/main" id="{AEE74D0C-C176-4D17-A37B-D11D98DF219E}"/>
                </a:ext>
              </a:extLst>
            </p:cNvPr>
            <p:cNvSpPr/>
            <p:nvPr/>
          </p:nvSpPr>
          <p:spPr>
            <a:xfrm>
              <a:off x="9045575" y="3337938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593" name="Hexagon 4592">
              <a:extLst>
                <a:ext uri="{FF2B5EF4-FFF2-40B4-BE49-F238E27FC236}">
                  <a16:creationId xmlns:a16="http://schemas.microsoft.com/office/drawing/2014/main" id="{18070E29-89B0-44DD-BEEF-180437FF116A}"/>
                </a:ext>
              </a:extLst>
            </p:cNvPr>
            <p:cNvSpPr/>
            <p:nvPr/>
          </p:nvSpPr>
          <p:spPr>
            <a:xfrm>
              <a:off x="9276556" y="3252212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594" name="Hexagon 4593">
              <a:extLst>
                <a:ext uri="{FF2B5EF4-FFF2-40B4-BE49-F238E27FC236}">
                  <a16:creationId xmlns:a16="http://schemas.microsoft.com/office/drawing/2014/main" id="{9DDDB488-0A3C-4F2C-80F6-77A4180855FA}"/>
                </a:ext>
              </a:extLst>
            </p:cNvPr>
            <p:cNvSpPr/>
            <p:nvPr/>
          </p:nvSpPr>
          <p:spPr>
            <a:xfrm>
              <a:off x="9509919" y="3156962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595" name="Hexagon 4594">
              <a:extLst>
                <a:ext uri="{FF2B5EF4-FFF2-40B4-BE49-F238E27FC236}">
                  <a16:creationId xmlns:a16="http://schemas.microsoft.com/office/drawing/2014/main" id="{9B4A9C0B-C03C-4BDE-824D-F5A228FED0E5}"/>
                </a:ext>
              </a:extLst>
            </p:cNvPr>
            <p:cNvSpPr/>
            <p:nvPr/>
          </p:nvSpPr>
          <p:spPr>
            <a:xfrm>
              <a:off x="9512300" y="2975987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596" name="Hexagon 4595">
              <a:extLst>
                <a:ext uri="{FF2B5EF4-FFF2-40B4-BE49-F238E27FC236}">
                  <a16:creationId xmlns:a16="http://schemas.microsoft.com/office/drawing/2014/main" id="{DA1E27DA-00CD-43E9-BDF8-A9236EB21D92}"/>
                </a:ext>
              </a:extLst>
            </p:cNvPr>
            <p:cNvSpPr/>
            <p:nvPr/>
          </p:nvSpPr>
          <p:spPr>
            <a:xfrm>
              <a:off x="9507538" y="2797393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597" name="Hexagon 4596">
              <a:extLst>
                <a:ext uri="{FF2B5EF4-FFF2-40B4-BE49-F238E27FC236}">
                  <a16:creationId xmlns:a16="http://schemas.microsoft.com/office/drawing/2014/main" id="{BBE1D4AC-416E-461B-9F87-9C8EFDBFFE01}"/>
                </a:ext>
              </a:extLst>
            </p:cNvPr>
            <p:cNvSpPr/>
            <p:nvPr/>
          </p:nvSpPr>
          <p:spPr>
            <a:xfrm>
              <a:off x="9739313" y="2705318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660" name="Hexagon 4659">
              <a:extLst>
                <a:ext uri="{FF2B5EF4-FFF2-40B4-BE49-F238E27FC236}">
                  <a16:creationId xmlns:a16="http://schemas.microsoft.com/office/drawing/2014/main" id="{565B4171-5826-4015-8D0F-FDC4681DDEE8}"/>
                </a:ext>
              </a:extLst>
            </p:cNvPr>
            <p:cNvSpPr/>
            <p:nvPr/>
          </p:nvSpPr>
          <p:spPr>
            <a:xfrm>
              <a:off x="5097463" y="3611781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661" name="Hexagon 4660">
              <a:extLst>
                <a:ext uri="{FF2B5EF4-FFF2-40B4-BE49-F238E27FC236}">
                  <a16:creationId xmlns:a16="http://schemas.microsoft.com/office/drawing/2014/main" id="{07DD41DF-3EE5-448F-9783-309A98800BDB}"/>
                </a:ext>
              </a:extLst>
            </p:cNvPr>
            <p:cNvSpPr/>
            <p:nvPr/>
          </p:nvSpPr>
          <p:spPr>
            <a:xfrm>
              <a:off x="5095081" y="3433187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662" name="Hexagon 4661">
              <a:extLst>
                <a:ext uri="{FF2B5EF4-FFF2-40B4-BE49-F238E27FC236}">
                  <a16:creationId xmlns:a16="http://schemas.microsoft.com/office/drawing/2014/main" id="{7238718E-054A-4987-A8B2-E05DCB9EFE5F}"/>
                </a:ext>
              </a:extLst>
            </p:cNvPr>
            <p:cNvSpPr/>
            <p:nvPr/>
          </p:nvSpPr>
          <p:spPr>
            <a:xfrm>
              <a:off x="5099845" y="3971350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663" name="Hexagon 4662">
              <a:extLst>
                <a:ext uri="{FF2B5EF4-FFF2-40B4-BE49-F238E27FC236}">
                  <a16:creationId xmlns:a16="http://schemas.microsoft.com/office/drawing/2014/main" id="{F3801FD0-2595-4E6A-BC5B-FCEEB7540E96}"/>
                </a:ext>
              </a:extLst>
            </p:cNvPr>
            <p:cNvSpPr/>
            <p:nvPr/>
          </p:nvSpPr>
          <p:spPr>
            <a:xfrm>
              <a:off x="5097463" y="3792756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664" name="Hexagon 4663">
              <a:extLst>
                <a:ext uri="{FF2B5EF4-FFF2-40B4-BE49-F238E27FC236}">
                  <a16:creationId xmlns:a16="http://schemas.microsoft.com/office/drawing/2014/main" id="{DE225B1E-1DE5-4769-9BA5-ADA86E00DF5A}"/>
                </a:ext>
              </a:extLst>
            </p:cNvPr>
            <p:cNvSpPr/>
            <p:nvPr/>
          </p:nvSpPr>
          <p:spPr>
            <a:xfrm>
              <a:off x="4866481" y="3340318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665" name="Hexagon 4664">
              <a:extLst>
                <a:ext uri="{FF2B5EF4-FFF2-40B4-BE49-F238E27FC236}">
                  <a16:creationId xmlns:a16="http://schemas.microsoft.com/office/drawing/2014/main" id="{23C1FA0E-A5ED-4091-AFB8-1C08C24CF514}"/>
                </a:ext>
              </a:extLst>
            </p:cNvPr>
            <p:cNvSpPr/>
            <p:nvPr/>
          </p:nvSpPr>
          <p:spPr>
            <a:xfrm>
              <a:off x="4864099" y="3161724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666" name="Hexagon 4665">
              <a:extLst>
                <a:ext uri="{FF2B5EF4-FFF2-40B4-BE49-F238E27FC236}">
                  <a16:creationId xmlns:a16="http://schemas.microsoft.com/office/drawing/2014/main" id="{1A29C6FD-BB90-477B-8E9B-75F49DFA0AD8}"/>
                </a:ext>
              </a:extLst>
            </p:cNvPr>
            <p:cNvSpPr/>
            <p:nvPr/>
          </p:nvSpPr>
          <p:spPr>
            <a:xfrm>
              <a:off x="4868863" y="3699887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667" name="Hexagon 4666">
              <a:extLst>
                <a:ext uri="{FF2B5EF4-FFF2-40B4-BE49-F238E27FC236}">
                  <a16:creationId xmlns:a16="http://schemas.microsoft.com/office/drawing/2014/main" id="{A88A2A0B-A460-4938-B643-F0C1D0749F25}"/>
                </a:ext>
              </a:extLst>
            </p:cNvPr>
            <p:cNvSpPr/>
            <p:nvPr/>
          </p:nvSpPr>
          <p:spPr>
            <a:xfrm>
              <a:off x="4866481" y="3521293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668" name="Hexagon 4667">
              <a:extLst>
                <a:ext uri="{FF2B5EF4-FFF2-40B4-BE49-F238E27FC236}">
                  <a16:creationId xmlns:a16="http://schemas.microsoft.com/office/drawing/2014/main" id="{D061393A-171A-4312-BCBC-EC681EADEAF9}"/>
                </a:ext>
              </a:extLst>
            </p:cNvPr>
            <p:cNvSpPr/>
            <p:nvPr/>
          </p:nvSpPr>
          <p:spPr>
            <a:xfrm>
              <a:off x="4633118" y="3245068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669" name="Hexagon 4668">
              <a:extLst>
                <a:ext uri="{FF2B5EF4-FFF2-40B4-BE49-F238E27FC236}">
                  <a16:creationId xmlns:a16="http://schemas.microsoft.com/office/drawing/2014/main" id="{30B8426A-5738-4A46-A3E8-0EF96923382C}"/>
                </a:ext>
              </a:extLst>
            </p:cNvPr>
            <p:cNvSpPr/>
            <p:nvPr/>
          </p:nvSpPr>
          <p:spPr>
            <a:xfrm>
              <a:off x="4630736" y="3066474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670" name="Hexagon 4669">
              <a:extLst>
                <a:ext uri="{FF2B5EF4-FFF2-40B4-BE49-F238E27FC236}">
                  <a16:creationId xmlns:a16="http://schemas.microsoft.com/office/drawing/2014/main" id="{20B00358-13F9-47C1-958A-5D5545294853}"/>
                </a:ext>
              </a:extLst>
            </p:cNvPr>
            <p:cNvSpPr/>
            <p:nvPr/>
          </p:nvSpPr>
          <p:spPr>
            <a:xfrm>
              <a:off x="4635500" y="3604637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671" name="Hexagon 4670">
              <a:extLst>
                <a:ext uri="{FF2B5EF4-FFF2-40B4-BE49-F238E27FC236}">
                  <a16:creationId xmlns:a16="http://schemas.microsoft.com/office/drawing/2014/main" id="{F3165853-2AF3-4BD7-849C-A0614B6BF418}"/>
                </a:ext>
              </a:extLst>
            </p:cNvPr>
            <p:cNvSpPr/>
            <p:nvPr/>
          </p:nvSpPr>
          <p:spPr>
            <a:xfrm>
              <a:off x="4633118" y="3426043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672" name="Hexagon 4671">
              <a:extLst>
                <a:ext uri="{FF2B5EF4-FFF2-40B4-BE49-F238E27FC236}">
                  <a16:creationId xmlns:a16="http://schemas.microsoft.com/office/drawing/2014/main" id="{6B04CBFB-6759-4785-BDBC-7BF4E3BF406D}"/>
                </a:ext>
              </a:extLst>
            </p:cNvPr>
            <p:cNvSpPr/>
            <p:nvPr/>
          </p:nvSpPr>
          <p:spPr>
            <a:xfrm>
              <a:off x="4399756" y="3340318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673" name="Hexagon 4672">
              <a:extLst>
                <a:ext uri="{FF2B5EF4-FFF2-40B4-BE49-F238E27FC236}">
                  <a16:creationId xmlns:a16="http://schemas.microsoft.com/office/drawing/2014/main" id="{11EC6789-30DF-4B3A-BA9A-0231E7BAAE6E}"/>
                </a:ext>
              </a:extLst>
            </p:cNvPr>
            <p:cNvSpPr/>
            <p:nvPr/>
          </p:nvSpPr>
          <p:spPr>
            <a:xfrm>
              <a:off x="4397374" y="3161724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674" name="Hexagon 4673">
              <a:extLst>
                <a:ext uri="{FF2B5EF4-FFF2-40B4-BE49-F238E27FC236}">
                  <a16:creationId xmlns:a16="http://schemas.microsoft.com/office/drawing/2014/main" id="{4B35730D-FF60-4CBF-88F2-F987447E3C0F}"/>
                </a:ext>
              </a:extLst>
            </p:cNvPr>
            <p:cNvSpPr/>
            <p:nvPr/>
          </p:nvSpPr>
          <p:spPr>
            <a:xfrm>
              <a:off x="4402138" y="3699887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675" name="Hexagon 4674">
              <a:extLst>
                <a:ext uri="{FF2B5EF4-FFF2-40B4-BE49-F238E27FC236}">
                  <a16:creationId xmlns:a16="http://schemas.microsoft.com/office/drawing/2014/main" id="{B975A87A-4FD5-4BC4-B0D4-1BE6978ACF3A}"/>
                </a:ext>
              </a:extLst>
            </p:cNvPr>
            <p:cNvSpPr/>
            <p:nvPr/>
          </p:nvSpPr>
          <p:spPr>
            <a:xfrm>
              <a:off x="4399756" y="3521293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676" name="Hexagon 4675">
              <a:extLst>
                <a:ext uri="{FF2B5EF4-FFF2-40B4-BE49-F238E27FC236}">
                  <a16:creationId xmlns:a16="http://schemas.microsoft.com/office/drawing/2014/main" id="{AE616E09-B5D7-4833-95E1-EE14A877917B}"/>
                </a:ext>
              </a:extLst>
            </p:cNvPr>
            <p:cNvSpPr/>
            <p:nvPr/>
          </p:nvSpPr>
          <p:spPr>
            <a:xfrm>
              <a:off x="4166393" y="3247450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677" name="Hexagon 4676">
              <a:extLst>
                <a:ext uri="{FF2B5EF4-FFF2-40B4-BE49-F238E27FC236}">
                  <a16:creationId xmlns:a16="http://schemas.microsoft.com/office/drawing/2014/main" id="{CFD87E8B-5762-4DA9-B18C-A4AAFE853574}"/>
                </a:ext>
              </a:extLst>
            </p:cNvPr>
            <p:cNvSpPr/>
            <p:nvPr/>
          </p:nvSpPr>
          <p:spPr>
            <a:xfrm>
              <a:off x="4164011" y="3068856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678" name="Hexagon 4677">
              <a:extLst>
                <a:ext uri="{FF2B5EF4-FFF2-40B4-BE49-F238E27FC236}">
                  <a16:creationId xmlns:a16="http://schemas.microsoft.com/office/drawing/2014/main" id="{8EE371F7-A27D-44E2-8E7E-52F7F913EAE3}"/>
                </a:ext>
              </a:extLst>
            </p:cNvPr>
            <p:cNvSpPr/>
            <p:nvPr/>
          </p:nvSpPr>
          <p:spPr>
            <a:xfrm>
              <a:off x="4168775" y="3607019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679" name="Hexagon 4678">
              <a:extLst>
                <a:ext uri="{FF2B5EF4-FFF2-40B4-BE49-F238E27FC236}">
                  <a16:creationId xmlns:a16="http://schemas.microsoft.com/office/drawing/2014/main" id="{8D0E95D8-0E68-440A-AEE1-5D665A1B4400}"/>
                </a:ext>
              </a:extLst>
            </p:cNvPr>
            <p:cNvSpPr/>
            <p:nvPr/>
          </p:nvSpPr>
          <p:spPr>
            <a:xfrm>
              <a:off x="4166393" y="3428425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680" name="Hexagon 4679">
              <a:extLst>
                <a:ext uri="{FF2B5EF4-FFF2-40B4-BE49-F238E27FC236}">
                  <a16:creationId xmlns:a16="http://schemas.microsoft.com/office/drawing/2014/main" id="{DB0E1D64-7640-4A60-B775-E807D3D8DFFB}"/>
                </a:ext>
              </a:extLst>
            </p:cNvPr>
            <p:cNvSpPr/>
            <p:nvPr/>
          </p:nvSpPr>
          <p:spPr>
            <a:xfrm>
              <a:off x="4866480" y="4061838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681" name="Hexagon 4680">
              <a:extLst>
                <a:ext uri="{FF2B5EF4-FFF2-40B4-BE49-F238E27FC236}">
                  <a16:creationId xmlns:a16="http://schemas.microsoft.com/office/drawing/2014/main" id="{6B76B193-A64C-4307-B5E2-EE0B70DE054D}"/>
                </a:ext>
              </a:extLst>
            </p:cNvPr>
            <p:cNvSpPr/>
            <p:nvPr/>
          </p:nvSpPr>
          <p:spPr>
            <a:xfrm>
              <a:off x="4864098" y="3883244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682" name="Hexagon 4681">
              <a:extLst>
                <a:ext uri="{FF2B5EF4-FFF2-40B4-BE49-F238E27FC236}">
                  <a16:creationId xmlns:a16="http://schemas.microsoft.com/office/drawing/2014/main" id="{E5DE6DC3-CDD3-48CC-AC0A-F2D806A558FA}"/>
                </a:ext>
              </a:extLst>
            </p:cNvPr>
            <p:cNvSpPr/>
            <p:nvPr/>
          </p:nvSpPr>
          <p:spPr>
            <a:xfrm>
              <a:off x="4868862" y="4421407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683" name="Hexagon 4682">
              <a:extLst>
                <a:ext uri="{FF2B5EF4-FFF2-40B4-BE49-F238E27FC236}">
                  <a16:creationId xmlns:a16="http://schemas.microsoft.com/office/drawing/2014/main" id="{227F947B-A7A2-4524-BA0A-447F70E8FEBC}"/>
                </a:ext>
              </a:extLst>
            </p:cNvPr>
            <p:cNvSpPr/>
            <p:nvPr/>
          </p:nvSpPr>
          <p:spPr>
            <a:xfrm>
              <a:off x="4866480" y="4242813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684" name="Hexagon 4683">
              <a:extLst>
                <a:ext uri="{FF2B5EF4-FFF2-40B4-BE49-F238E27FC236}">
                  <a16:creationId xmlns:a16="http://schemas.microsoft.com/office/drawing/2014/main" id="{E600E29F-0700-4A30-9EFB-1A8F9864FC81}"/>
                </a:ext>
              </a:extLst>
            </p:cNvPr>
            <p:cNvSpPr/>
            <p:nvPr/>
          </p:nvSpPr>
          <p:spPr>
            <a:xfrm>
              <a:off x="4633120" y="3973731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685" name="Hexagon 4684">
              <a:extLst>
                <a:ext uri="{FF2B5EF4-FFF2-40B4-BE49-F238E27FC236}">
                  <a16:creationId xmlns:a16="http://schemas.microsoft.com/office/drawing/2014/main" id="{586D0989-7818-4344-BABA-503D8B9D433B}"/>
                </a:ext>
              </a:extLst>
            </p:cNvPr>
            <p:cNvSpPr/>
            <p:nvPr/>
          </p:nvSpPr>
          <p:spPr>
            <a:xfrm>
              <a:off x="5095082" y="4159469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686" name="Hexagon 4685">
              <a:extLst>
                <a:ext uri="{FF2B5EF4-FFF2-40B4-BE49-F238E27FC236}">
                  <a16:creationId xmlns:a16="http://schemas.microsoft.com/office/drawing/2014/main" id="{06F45A7F-985B-4618-B583-81C024F852AE}"/>
                </a:ext>
              </a:extLst>
            </p:cNvPr>
            <p:cNvSpPr/>
            <p:nvPr/>
          </p:nvSpPr>
          <p:spPr>
            <a:xfrm>
              <a:off x="5097464" y="4519038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687" name="Hexagon 4686">
              <a:extLst>
                <a:ext uri="{FF2B5EF4-FFF2-40B4-BE49-F238E27FC236}">
                  <a16:creationId xmlns:a16="http://schemas.microsoft.com/office/drawing/2014/main" id="{BD556F71-AB7D-4B1D-A952-38974BE70766}"/>
                </a:ext>
              </a:extLst>
            </p:cNvPr>
            <p:cNvSpPr/>
            <p:nvPr/>
          </p:nvSpPr>
          <p:spPr>
            <a:xfrm>
              <a:off x="5095082" y="4340444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688" name="Hexagon 4687">
              <a:extLst>
                <a:ext uri="{FF2B5EF4-FFF2-40B4-BE49-F238E27FC236}">
                  <a16:creationId xmlns:a16="http://schemas.microsoft.com/office/drawing/2014/main" id="{39B87901-C40A-4F0D-AA05-7798E577C131}"/>
                </a:ext>
              </a:extLst>
            </p:cNvPr>
            <p:cNvSpPr/>
            <p:nvPr/>
          </p:nvSpPr>
          <p:spPr>
            <a:xfrm>
              <a:off x="4864099" y="4609526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689" name="Hexagon 4688">
              <a:extLst>
                <a:ext uri="{FF2B5EF4-FFF2-40B4-BE49-F238E27FC236}">
                  <a16:creationId xmlns:a16="http://schemas.microsoft.com/office/drawing/2014/main" id="{DBF82BDE-5752-4572-A4B2-889161BF0AB3}"/>
                </a:ext>
              </a:extLst>
            </p:cNvPr>
            <p:cNvSpPr/>
            <p:nvPr/>
          </p:nvSpPr>
          <p:spPr>
            <a:xfrm>
              <a:off x="4637880" y="4704776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690" name="Hexagon 4689">
              <a:extLst>
                <a:ext uri="{FF2B5EF4-FFF2-40B4-BE49-F238E27FC236}">
                  <a16:creationId xmlns:a16="http://schemas.microsoft.com/office/drawing/2014/main" id="{C1EFE3B5-7B20-4950-BF74-A5B74B77D6F3}"/>
                </a:ext>
              </a:extLst>
            </p:cNvPr>
            <p:cNvSpPr/>
            <p:nvPr/>
          </p:nvSpPr>
          <p:spPr>
            <a:xfrm>
              <a:off x="4633120" y="4152325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691" name="Hexagon 4690">
              <a:extLst>
                <a:ext uri="{FF2B5EF4-FFF2-40B4-BE49-F238E27FC236}">
                  <a16:creationId xmlns:a16="http://schemas.microsoft.com/office/drawing/2014/main" id="{D49D0633-FEC0-44A9-BEDD-F8ECDDF03673}"/>
                </a:ext>
              </a:extLst>
            </p:cNvPr>
            <p:cNvSpPr/>
            <p:nvPr/>
          </p:nvSpPr>
          <p:spPr>
            <a:xfrm>
              <a:off x="4635499" y="4330919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692" name="Hexagon 4691">
              <a:extLst>
                <a:ext uri="{FF2B5EF4-FFF2-40B4-BE49-F238E27FC236}">
                  <a16:creationId xmlns:a16="http://schemas.microsoft.com/office/drawing/2014/main" id="{9CD3E517-05CC-4B61-8B11-EADB3282C1DB}"/>
                </a:ext>
              </a:extLst>
            </p:cNvPr>
            <p:cNvSpPr/>
            <p:nvPr/>
          </p:nvSpPr>
          <p:spPr>
            <a:xfrm>
              <a:off x="4402139" y="4240431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693" name="Hexagon 4692">
              <a:extLst>
                <a:ext uri="{FF2B5EF4-FFF2-40B4-BE49-F238E27FC236}">
                  <a16:creationId xmlns:a16="http://schemas.microsoft.com/office/drawing/2014/main" id="{CAC37D31-F9A5-4541-AA49-010454D14719}"/>
                </a:ext>
              </a:extLst>
            </p:cNvPr>
            <p:cNvSpPr/>
            <p:nvPr/>
          </p:nvSpPr>
          <p:spPr>
            <a:xfrm>
              <a:off x="4635500" y="4519038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694" name="Hexagon 4693">
              <a:extLst>
                <a:ext uri="{FF2B5EF4-FFF2-40B4-BE49-F238E27FC236}">
                  <a16:creationId xmlns:a16="http://schemas.microsoft.com/office/drawing/2014/main" id="{A321621C-A846-4081-81DB-A3C15C2C10FA}"/>
                </a:ext>
              </a:extLst>
            </p:cNvPr>
            <p:cNvSpPr/>
            <p:nvPr/>
          </p:nvSpPr>
          <p:spPr>
            <a:xfrm>
              <a:off x="4402139" y="4061837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695" name="Hexagon 4694">
              <a:extLst>
                <a:ext uri="{FF2B5EF4-FFF2-40B4-BE49-F238E27FC236}">
                  <a16:creationId xmlns:a16="http://schemas.microsoft.com/office/drawing/2014/main" id="{27FB8021-AD88-4FE6-B4B3-981617B7EA38}"/>
                </a:ext>
              </a:extLst>
            </p:cNvPr>
            <p:cNvSpPr/>
            <p:nvPr/>
          </p:nvSpPr>
          <p:spPr>
            <a:xfrm>
              <a:off x="4399758" y="3883244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696" name="Hexagon 4695">
              <a:extLst>
                <a:ext uri="{FF2B5EF4-FFF2-40B4-BE49-F238E27FC236}">
                  <a16:creationId xmlns:a16="http://schemas.microsoft.com/office/drawing/2014/main" id="{61964B60-9B0D-4434-B697-8349E20CDBDE}"/>
                </a:ext>
              </a:extLst>
            </p:cNvPr>
            <p:cNvSpPr/>
            <p:nvPr/>
          </p:nvSpPr>
          <p:spPr>
            <a:xfrm>
              <a:off x="4171158" y="3790376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697" name="Hexagon 4696">
              <a:extLst>
                <a:ext uri="{FF2B5EF4-FFF2-40B4-BE49-F238E27FC236}">
                  <a16:creationId xmlns:a16="http://schemas.microsoft.com/office/drawing/2014/main" id="{F2840A5E-FDD1-4E0F-9739-DAA7E6E5FC02}"/>
                </a:ext>
              </a:extLst>
            </p:cNvPr>
            <p:cNvSpPr/>
            <p:nvPr/>
          </p:nvSpPr>
          <p:spPr>
            <a:xfrm>
              <a:off x="3940175" y="3333175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698" name="Hexagon 4697">
              <a:extLst>
                <a:ext uri="{FF2B5EF4-FFF2-40B4-BE49-F238E27FC236}">
                  <a16:creationId xmlns:a16="http://schemas.microsoft.com/office/drawing/2014/main" id="{9A381FFC-308F-4195-BB94-A7E2853D610E}"/>
                </a:ext>
              </a:extLst>
            </p:cNvPr>
            <p:cNvSpPr/>
            <p:nvPr/>
          </p:nvSpPr>
          <p:spPr>
            <a:xfrm>
              <a:off x="3937793" y="3154581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699" name="Hexagon 4698">
              <a:extLst>
                <a:ext uri="{FF2B5EF4-FFF2-40B4-BE49-F238E27FC236}">
                  <a16:creationId xmlns:a16="http://schemas.microsoft.com/office/drawing/2014/main" id="{839BAAB7-425F-414B-9FF8-EE8744560925}"/>
                </a:ext>
              </a:extLst>
            </p:cNvPr>
            <p:cNvSpPr/>
            <p:nvPr/>
          </p:nvSpPr>
          <p:spPr>
            <a:xfrm>
              <a:off x="3940175" y="3520500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700" name="Hexagon 4699">
              <a:extLst>
                <a:ext uri="{FF2B5EF4-FFF2-40B4-BE49-F238E27FC236}">
                  <a16:creationId xmlns:a16="http://schemas.microsoft.com/office/drawing/2014/main" id="{6470DEA3-BD6A-4242-A78F-8EB9970BE804}"/>
                </a:ext>
              </a:extLst>
            </p:cNvPr>
            <p:cNvSpPr/>
            <p:nvPr/>
          </p:nvSpPr>
          <p:spPr>
            <a:xfrm>
              <a:off x="3706811" y="3245069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701" name="Hexagon 4700">
              <a:extLst>
                <a:ext uri="{FF2B5EF4-FFF2-40B4-BE49-F238E27FC236}">
                  <a16:creationId xmlns:a16="http://schemas.microsoft.com/office/drawing/2014/main" id="{B348A80B-B43C-4898-8E3A-0C602F59232A}"/>
                </a:ext>
              </a:extLst>
            </p:cNvPr>
            <p:cNvSpPr/>
            <p:nvPr/>
          </p:nvSpPr>
          <p:spPr>
            <a:xfrm>
              <a:off x="3704429" y="3066475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702" name="Hexagon 4701">
              <a:extLst>
                <a:ext uri="{FF2B5EF4-FFF2-40B4-BE49-F238E27FC236}">
                  <a16:creationId xmlns:a16="http://schemas.microsoft.com/office/drawing/2014/main" id="{71F9D0F3-FF90-469E-917A-FE7412330D81}"/>
                </a:ext>
              </a:extLst>
            </p:cNvPr>
            <p:cNvSpPr/>
            <p:nvPr/>
          </p:nvSpPr>
          <p:spPr>
            <a:xfrm>
              <a:off x="3473450" y="3156962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703" name="Hexagon 4702">
              <a:extLst>
                <a:ext uri="{FF2B5EF4-FFF2-40B4-BE49-F238E27FC236}">
                  <a16:creationId xmlns:a16="http://schemas.microsoft.com/office/drawing/2014/main" id="{42EF608D-967F-4516-9234-65D2B21FF9DD}"/>
                </a:ext>
              </a:extLst>
            </p:cNvPr>
            <p:cNvSpPr/>
            <p:nvPr/>
          </p:nvSpPr>
          <p:spPr>
            <a:xfrm>
              <a:off x="3471068" y="2978368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704" name="Hexagon 4703">
              <a:extLst>
                <a:ext uri="{FF2B5EF4-FFF2-40B4-BE49-F238E27FC236}">
                  <a16:creationId xmlns:a16="http://schemas.microsoft.com/office/drawing/2014/main" id="{11D977B4-3AF6-47F2-9186-F46B71209040}"/>
                </a:ext>
              </a:extLst>
            </p:cNvPr>
            <p:cNvSpPr/>
            <p:nvPr/>
          </p:nvSpPr>
          <p:spPr>
            <a:xfrm>
              <a:off x="3473450" y="3337937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705" name="Hexagon 4704">
              <a:extLst>
                <a:ext uri="{FF2B5EF4-FFF2-40B4-BE49-F238E27FC236}">
                  <a16:creationId xmlns:a16="http://schemas.microsoft.com/office/drawing/2014/main" id="{EE40EF4B-886C-4B1B-90F8-8794DECB3C15}"/>
                </a:ext>
              </a:extLst>
            </p:cNvPr>
            <p:cNvSpPr/>
            <p:nvPr/>
          </p:nvSpPr>
          <p:spPr>
            <a:xfrm>
              <a:off x="3240085" y="2885500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706" name="Hexagon 4705">
              <a:extLst>
                <a:ext uri="{FF2B5EF4-FFF2-40B4-BE49-F238E27FC236}">
                  <a16:creationId xmlns:a16="http://schemas.microsoft.com/office/drawing/2014/main" id="{77C6B58A-92AA-4E86-9A49-C9D0EF5FDA95}"/>
                </a:ext>
              </a:extLst>
            </p:cNvPr>
            <p:cNvSpPr/>
            <p:nvPr/>
          </p:nvSpPr>
          <p:spPr>
            <a:xfrm>
              <a:off x="3009106" y="2975987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707" name="Hexagon 4706">
              <a:extLst>
                <a:ext uri="{FF2B5EF4-FFF2-40B4-BE49-F238E27FC236}">
                  <a16:creationId xmlns:a16="http://schemas.microsoft.com/office/drawing/2014/main" id="{B21C6F95-6E18-4A11-82FB-5FC3F33E7CCA}"/>
                </a:ext>
              </a:extLst>
            </p:cNvPr>
            <p:cNvSpPr/>
            <p:nvPr/>
          </p:nvSpPr>
          <p:spPr>
            <a:xfrm>
              <a:off x="3006724" y="2797393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708" name="Hexagon 4707">
              <a:extLst>
                <a:ext uri="{FF2B5EF4-FFF2-40B4-BE49-F238E27FC236}">
                  <a16:creationId xmlns:a16="http://schemas.microsoft.com/office/drawing/2014/main" id="{E9D2BC5E-9043-4F5B-B731-962CDE1C138E}"/>
                </a:ext>
              </a:extLst>
            </p:cNvPr>
            <p:cNvSpPr/>
            <p:nvPr/>
          </p:nvSpPr>
          <p:spPr>
            <a:xfrm>
              <a:off x="3940176" y="3878482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901" name="Hexagon 4900">
              <a:extLst>
                <a:ext uri="{FF2B5EF4-FFF2-40B4-BE49-F238E27FC236}">
                  <a16:creationId xmlns:a16="http://schemas.microsoft.com/office/drawing/2014/main" id="{E9233487-90C9-445A-AC90-65BFBDD1FEB6}"/>
                </a:ext>
              </a:extLst>
            </p:cNvPr>
            <p:cNvSpPr/>
            <p:nvPr/>
          </p:nvSpPr>
          <p:spPr>
            <a:xfrm>
              <a:off x="5097462" y="2706905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902" name="Hexagon 4901">
              <a:extLst>
                <a:ext uri="{FF2B5EF4-FFF2-40B4-BE49-F238E27FC236}">
                  <a16:creationId xmlns:a16="http://schemas.microsoft.com/office/drawing/2014/main" id="{96289216-2D17-421E-A41F-A06216A964A1}"/>
                </a:ext>
              </a:extLst>
            </p:cNvPr>
            <p:cNvSpPr/>
            <p:nvPr/>
          </p:nvSpPr>
          <p:spPr>
            <a:xfrm>
              <a:off x="4864100" y="2787868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903" name="Hexagon 4902">
              <a:extLst>
                <a:ext uri="{FF2B5EF4-FFF2-40B4-BE49-F238E27FC236}">
                  <a16:creationId xmlns:a16="http://schemas.microsoft.com/office/drawing/2014/main" id="{116FC3E6-8E7B-48C3-B2E2-6923A6D4774C}"/>
                </a:ext>
              </a:extLst>
            </p:cNvPr>
            <p:cNvSpPr/>
            <p:nvPr/>
          </p:nvSpPr>
          <p:spPr>
            <a:xfrm>
              <a:off x="4630738" y="2883118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904" name="Hexagon 4903">
              <a:extLst>
                <a:ext uri="{FF2B5EF4-FFF2-40B4-BE49-F238E27FC236}">
                  <a16:creationId xmlns:a16="http://schemas.microsoft.com/office/drawing/2014/main" id="{32210050-E636-415C-AE74-4B4B655D0D09}"/>
                </a:ext>
              </a:extLst>
            </p:cNvPr>
            <p:cNvSpPr/>
            <p:nvPr/>
          </p:nvSpPr>
          <p:spPr>
            <a:xfrm>
              <a:off x="4628356" y="2704524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5320" name="Hexagon 5319">
              <a:extLst>
                <a:ext uri="{FF2B5EF4-FFF2-40B4-BE49-F238E27FC236}">
                  <a16:creationId xmlns:a16="http://schemas.microsoft.com/office/drawing/2014/main" id="{64FE51CA-ACAD-4C9D-B1B7-C8415F35779E}"/>
                </a:ext>
              </a:extLst>
            </p:cNvPr>
            <p:cNvSpPr/>
            <p:nvPr/>
          </p:nvSpPr>
          <p:spPr>
            <a:xfrm>
              <a:off x="8116887" y="3696715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5321" name="Hexagon 5320">
              <a:extLst>
                <a:ext uri="{FF2B5EF4-FFF2-40B4-BE49-F238E27FC236}">
                  <a16:creationId xmlns:a16="http://schemas.microsoft.com/office/drawing/2014/main" id="{83BD8FC4-D973-4086-B915-55B2648A2563}"/>
                </a:ext>
              </a:extLst>
            </p:cNvPr>
            <p:cNvSpPr/>
            <p:nvPr/>
          </p:nvSpPr>
          <p:spPr>
            <a:xfrm>
              <a:off x="5561808" y="3435567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</p:grpSp>
      <p:grpSp>
        <p:nvGrpSpPr>
          <p:cNvPr id="9" name="3级">
            <a:extLst>
              <a:ext uri="{FF2B5EF4-FFF2-40B4-BE49-F238E27FC236}">
                <a16:creationId xmlns:a16="http://schemas.microsoft.com/office/drawing/2014/main" id="{A686ECA9-C785-4BA6-BE1E-A7172F9B9733}"/>
              </a:ext>
            </a:extLst>
          </p:cNvPr>
          <p:cNvGrpSpPr/>
          <p:nvPr/>
        </p:nvGrpSpPr>
        <p:grpSpPr>
          <a:xfrm>
            <a:off x="422575" y="2151733"/>
            <a:ext cx="12429995" cy="4088257"/>
            <a:chOff x="422575" y="2151733"/>
            <a:chExt cx="12429995" cy="4088257"/>
          </a:xfrm>
        </p:grpSpPr>
        <p:sp>
          <p:nvSpPr>
            <p:cNvPr id="3999" name="Hexagon 3998">
              <a:extLst>
                <a:ext uri="{FF2B5EF4-FFF2-40B4-BE49-F238E27FC236}">
                  <a16:creationId xmlns:a16="http://schemas.microsoft.com/office/drawing/2014/main" id="{3298F2D9-6CF2-414E-8079-B446F1C370F6}"/>
                </a:ext>
              </a:extLst>
            </p:cNvPr>
            <p:cNvSpPr/>
            <p:nvPr/>
          </p:nvSpPr>
          <p:spPr>
            <a:xfrm>
              <a:off x="6023279" y="560355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000" name="Hexagon 3999">
              <a:extLst>
                <a:ext uri="{FF2B5EF4-FFF2-40B4-BE49-F238E27FC236}">
                  <a16:creationId xmlns:a16="http://schemas.microsoft.com/office/drawing/2014/main" id="{97D88EFD-8E3C-46A0-A2A5-6F83EB1B0000}"/>
                </a:ext>
              </a:extLst>
            </p:cNvPr>
            <p:cNvSpPr/>
            <p:nvPr/>
          </p:nvSpPr>
          <p:spPr>
            <a:xfrm>
              <a:off x="6020898" y="578466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002" name="Hexagon 4001">
              <a:extLst>
                <a:ext uri="{FF2B5EF4-FFF2-40B4-BE49-F238E27FC236}">
                  <a16:creationId xmlns:a16="http://schemas.microsoft.com/office/drawing/2014/main" id="{9FD5177E-B86E-489D-8274-D7C4E3950B62}"/>
                </a:ext>
              </a:extLst>
            </p:cNvPr>
            <p:cNvSpPr/>
            <p:nvPr/>
          </p:nvSpPr>
          <p:spPr>
            <a:xfrm>
              <a:off x="6261404" y="552356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017" name="Hexagon 4016">
              <a:extLst>
                <a:ext uri="{FF2B5EF4-FFF2-40B4-BE49-F238E27FC236}">
                  <a16:creationId xmlns:a16="http://schemas.microsoft.com/office/drawing/2014/main" id="{4D9FF971-5D4F-4091-AE3B-92D2EE3A61E4}"/>
                </a:ext>
              </a:extLst>
            </p:cNvPr>
            <p:cNvSpPr/>
            <p:nvPr/>
          </p:nvSpPr>
          <p:spPr>
            <a:xfrm>
              <a:off x="6248499" y="606355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018" name="Hexagon 4017">
              <a:extLst>
                <a:ext uri="{FF2B5EF4-FFF2-40B4-BE49-F238E27FC236}">
                  <a16:creationId xmlns:a16="http://schemas.microsoft.com/office/drawing/2014/main" id="{8C41E7AC-EA88-4F84-8A69-AB4687A1E08F}"/>
                </a:ext>
              </a:extLst>
            </p:cNvPr>
            <p:cNvSpPr/>
            <p:nvPr/>
          </p:nvSpPr>
          <p:spPr>
            <a:xfrm>
              <a:off x="6484243" y="597304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019" name="Hexagon 4018">
              <a:extLst>
                <a:ext uri="{FF2B5EF4-FFF2-40B4-BE49-F238E27FC236}">
                  <a16:creationId xmlns:a16="http://schemas.microsoft.com/office/drawing/2014/main" id="{0CD2F936-2988-4C70-84B9-006D0B94178A}"/>
                </a:ext>
              </a:extLst>
            </p:cNvPr>
            <p:cNvSpPr/>
            <p:nvPr/>
          </p:nvSpPr>
          <p:spPr>
            <a:xfrm>
              <a:off x="6708884" y="606355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020" name="Hexagon 4019">
              <a:extLst>
                <a:ext uri="{FF2B5EF4-FFF2-40B4-BE49-F238E27FC236}">
                  <a16:creationId xmlns:a16="http://schemas.microsoft.com/office/drawing/2014/main" id="{43614DBF-ED8F-4678-B9F0-1995991EB84B}"/>
                </a:ext>
              </a:extLst>
            </p:cNvPr>
            <p:cNvSpPr/>
            <p:nvPr/>
          </p:nvSpPr>
          <p:spPr>
            <a:xfrm>
              <a:off x="6948496" y="597530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021" name="Hexagon 4020">
              <a:extLst>
                <a:ext uri="{FF2B5EF4-FFF2-40B4-BE49-F238E27FC236}">
                  <a16:creationId xmlns:a16="http://schemas.microsoft.com/office/drawing/2014/main" id="{2A64CF18-F54A-46A8-8AA0-CB606A4FCB7B}"/>
                </a:ext>
              </a:extLst>
            </p:cNvPr>
            <p:cNvSpPr/>
            <p:nvPr/>
          </p:nvSpPr>
          <p:spPr>
            <a:xfrm>
              <a:off x="6944547" y="579895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022" name="Hexagon 4021">
              <a:extLst>
                <a:ext uri="{FF2B5EF4-FFF2-40B4-BE49-F238E27FC236}">
                  <a16:creationId xmlns:a16="http://schemas.microsoft.com/office/drawing/2014/main" id="{E801120F-C293-4CE9-B9F5-6DABFC889FF4}"/>
                </a:ext>
              </a:extLst>
            </p:cNvPr>
            <p:cNvSpPr/>
            <p:nvPr/>
          </p:nvSpPr>
          <p:spPr>
            <a:xfrm>
              <a:off x="6947741" y="561537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023" name="Hexagon 4022">
              <a:extLst>
                <a:ext uri="{FF2B5EF4-FFF2-40B4-BE49-F238E27FC236}">
                  <a16:creationId xmlns:a16="http://schemas.microsoft.com/office/drawing/2014/main" id="{150BBDE7-A1F7-4057-86F4-0A07982097B8}"/>
                </a:ext>
              </a:extLst>
            </p:cNvPr>
            <p:cNvSpPr/>
            <p:nvPr/>
          </p:nvSpPr>
          <p:spPr>
            <a:xfrm>
              <a:off x="6720390" y="5523519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026" name="Hexagon 4025">
              <a:extLst>
                <a:ext uri="{FF2B5EF4-FFF2-40B4-BE49-F238E27FC236}">
                  <a16:creationId xmlns:a16="http://schemas.microsoft.com/office/drawing/2014/main" id="{FE6E7DF8-672D-4363-826D-8660F009ED25}"/>
                </a:ext>
              </a:extLst>
            </p:cNvPr>
            <p:cNvSpPr/>
            <p:nvPr/>
          </p:nvSpPr>
          <p:spPr>
            <a:xfrm>
              <a:off x="6488111" y="561462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269" name="Hexagon 4268">
              <a:extLst>
                <a:ext uri="{FF2B5EF4-FFF2-40B4-BE49-F238E27FC236}">
                  <a16:creationId xmlns:a16="http://schemas.microsoft.com/office/drawing/2014/main" id="{35E4C2E7-DEE0-4455-91A7-E7ACE8AA137A}"/>
                </a:ext>
              </a:extLst>
            </p:cNvPr>
            <p:cNvSpPr/>
            <p:nvPr/>
          </p:nvSpPr>
          <p:spPr>
            <a:xfrm>
              <a:off x="8328339" y="488874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270" name="Hexagon 4269">
              <a:extLst>
                <a:ext uri="{FF2B5EF4-FFF2-40B4-BE49-F238E27FC236}">
                  <a16:creationId xmlns:a16="http://schemas.microsoft.com/office/drawing/2014/main" id="{0A507802-F749-41AF-AB81-CF6F2D0BDA3D}"/>
                </a:ext>
              </a:extLst>
            </p:cNvPr>
            <p:cNvSpPr/>
            <p:nvPr/>
          </p:nvSpPr>
          <p:spPr>
            <a:xfrm>
              <a:off x="8564559" y="479730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271" name="Hexagon 4270">
              <a:extLst>
                <a:ext uri="{FF2B5EF4-FFF2-40B4-BE49-F238E27FC236}">
                  <a16:creationId xmlns:a16="http://schemas.microsoft.com/office/drawing/2014/main" id="{FBDA77F2-ABEF-4914-981F-2A3F8FBC6EAF}"/>
                </a:ext>
              </a:extLst>
            </p:cNvPr>
            <p:cNvSpPr/>
            <p:nvPr/>
          </p:nvSpPr>
          <p:spPr>
            <a:xfrm>
              <a:off x="8802684" y="470205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272" name="Hexagon 4271">
              <a:extLst>
                <a:ext uri="{FF2B5EF4-FFF2-40B4-BE49-F238E27FC236}">
                  <a16:creationId xmlns:a16="http://schemas.microsoft.com/office/drawing/2014/main" id="{95C0C01B-D933-4E89-88F1-AE9068A5F18E}"/>
                </a:ext>
              </a:extLst>
            </p:cNvPr>
            <p:cNvSpPr/>
            <p:nvPr/>
          </p:nvSpPr>
          <p:spPr>
            <a:xfrm>
              <a:off x="9036999" y="461442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273" name="Hexagon 4272">
              <a:extLst>
                <a:ext uri="{FF2B5EF4-FFF2-40B4-BE49-F238E27FC236}">
                  <a16:creationId xmlns:a16="http://schemas.microsoft.com/office/drawing/2014/main" id="{B9B1EC84-C90C-4A1D-A51D-C09B6719DCEC}"/>
                </a:ext>
              </a:extLst>
            </p:cNvPr>
            <p:cNvSpPr/>
            <p:nvPr/>
          </p:nvSpPr>
          <p:spPr>
            <a:xfrm>
              <a:off x="9271314" y="488302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274" name="Hexagon 4273">
              <a:extLst>
                <a:ext uri="{FF2B5EF4-FFF2-40B4-BE49-F238E27FC236}">
                  <a16:creationId xmlns:a16="http://schemas.microsoft.com/office/drawing/2014/main" id="{8E28304A-FE52-4F99-B85D-0B638CC1F14A}"/>
                </a:ext>
              </a:extLst>
            </p:cNvPr>
            <p:cNvSpPr/>
            <p:nvPr/>
          </p:nvSpPr>
          <p:spPr>
            <a:xfrm>
              <a:off x="9271314" y="470586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275" name="Hexagon 4274">
              <a:extLst>
                <a:ext uri="{FF2B5EF4-FFF2-40B4-BE49-F238E27FC236}">
                  <a16:creationId xmlns:a16="http://schemas.microsoft.com/office/drawing/2014/main" id="{D39F1094-58AD-4EEF-8021-C829098893CE}"/>
                </a:ext>
              </a:extLst>
            </p:cNvPr>
            <p:cNvSpPr/>
            <p:nvPr/>
          </p:nvSpPr>
          <p:spPr>
            <a:xfrm>
              <a:off x="9269409" y="452679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276" name="Hexagon 4275">
              <a:extLst>
                <a:ext uri="{FF2B5EF4-FFF2-40B4-BE49-F238E27FC236}">
                  <a16:creationId xmlns:a16="http://schemas.microsoft.com/office/drawing/2014/main" id="{97D78F07-3489-44C8-A1C8-72974C7A4C42}"/>
                </a:ext>
              </a:extLst>
            </p:cNvPr>
            <p:cNvSpPr/>
            <p:nvPr/>
          </p:nvSpPr>
          <p:spPr>
            <a:xfrm>
              <a:off x="9273219" y="434200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277" name="Hexagon 4276">
              <a:extLst>
                <a:ext uri="{FF2B5EF4-FFF2-40B4-BE49-F238E27FC236}">
                  <a16:creationId xmlns:a16="http://schemas.microsoft.com/office/drawing/2014/main" id="{886CAD8F-D26B-4524-826C-4AD7D76B04B9}"/>
                </a:ext>
              </a:extLst>
            </p:cNvPr>
            <p:cNvSpPr/>
            <p:nvPr/>
          </p:nvSpPr>
          <p:spPr>
            <a:xfrm>
              <a:off x="9503724" y="497256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278" name="Hexagon 4277">
              <a:extLst>
                <a:ext uri="{FF2B5EF4-FFF2-40B4-BE49-F238E27FC236}">
                  <a16:creationId xmlns:a16="http://schemas.microsoft.com/office/drawing/2014/main" id="{5B849A8A-83AE-4971-B207-E846D484C071}"/>
                </a:ext>
              </a:extLst>
            </p:cNvPr>
            <p:cNvSpPr/>
            <p:nvPr/>
          </p:nvSpPr>
          <p:spPr>
            <a:xfrm>
              <a:off x="9734229" y="488302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279" name="Hexagon 4278">
              <a:extLst>
                <a:ext uri="{FF2B5EF4-FFF2-40B4-BE49-F238E27FC236}">
                  <a16:creationId xmlns:a16="http://schemas.microsoft.com/office/drawing/2014/main" id="{A358D0C1-51CE-4089-98D1-74D6E55F2E47}"/>
                </a:ext>
              </a:extLst>
            </p:cNvPr>
            <p:cNvSpPr/>
            <p:nvPr/>
          </p:nvSpPr>
          <p:spPr>
            <a:xfrm>
              <a:off x="9738039" y="470776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280" name="Hexagon 4279">
              <a:extLst>
                <a:ext uri="{FF2B5EF4-FFF2-40B4-BE49-F238E27FC236}">
                  <a16:creationId xmlns:a16="http://schemas.microsoft.com/office/drawing/2014/main" id="{9FF8052D-99D0-4787-BBE2-B7A814160392}"/>
                </a:ext>
              </a:extLst>
            </p:cNvPr>
            <p:cNvSpPr/>
            <p:nvPr/>
          </p:nvSpPr>
          <p:spPr>
            <a:xfrm>
              <a:off x="9501819" y="461632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281" name="Hexagon 4280">
              <a:extLst>
                <a:ext uri="{FF2B5EF4-FFF2-40B4-BE49-F238E27FC236}">
                  <a16:creationId xmlns:a16="http://schemas.microsoft.com/office/drawing/2014/main" id="{9875F7EA-3C49-4246-86CE-2593E00892DE}"/>
                </a:ext>
              </a:extLst>
            </p:cNvPr>
            <p:cNvSpPr/>
            <p:nvPr/>
          </p:nvSpPr>
          <p:spPr>
            <a:xfrm>
              <a:off x="9503724" y="443916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282" name="Hexagon 4281">
              <a:extLst>
                <a:ext uri="{FF2B5EF4-FFF2-40B4-BE49-F238E27FC236}">
                  <a16:creationId xmlns:a16="http://schemas.microsoft.com/office/drawing/2014/main" id="{25196521-E07F-4753-A865-076176BC87BC}"/>
                </a:ext>
              </a:extLst>
            </p:cNvPr>
            <p:cNvSpPr/>
            <p:nvPr/>
          </p:nvSpPr>
          <p:spPr>
            <a:xfrm>
              <a:off x="9736134" y="452679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283" name="Hexagon 4282">
              <a:extLst>
                <a:ext uri="{FF2B5EF4-FFF2-40B4-BE49-F238E27FC236}">
                  <a16:creationId xmlns:a16="http://schemas.microsoft.com/office/drawing/2014/main" id="{872BE61E-5AEC-4ACC-9335-28A05F887B2E}"/>
                </a:ext>
              </a:extLst>
            </p:cNvPr>
            <p:cNvSpPr/>
            <p:nvPr/>
          </p:nvSpPr>
          <p:spPr>
            <a:xfrm>
              <a:off x="9972354" y="479920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284" name="Hexagon 4283">
              <a:extLst>
                <a:ext uri="{FF2B5EF4-FFF2-40B4-BE49-F238E27FC236}">
                  <a16:creationId xmlns:a16="http://schemas.microsoft.com/office/drawing/2014/main" id="{9FA648BF-CD61-46C7-BEF2-A81E530D3E00}"/>
                </a:ext>
              </a:extLst>
            </p:cNvPr>
            <p:cNvSpPr/>
            <p:nvPr/>
          </p:nvSpPr>
          <p:spPr>
            <a:xfrm>
              <a:off x="9976164" y="461823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285" name="Hexagon 4284">
              <a:extLst>
                <a:ext uri="{FF2B5EF4-FFF2-40B4-BE49-F238E27FC236}">
                  <a16:creationId xmlns:a16="http://schemas.microsoft.com/office/drawing/2014/main" id="{6452A2FC-0E85-4F76-A93B-9D76F9822CB7}"/>
                </a:ext>
              </a:extLst>
            </p:cNvPr>
            <p:cNvSpPr/>
            <p:nvPr/>
          </p:nvSpPr>
          <p:spPr>
            <a:xfrm>
              <a:off x="9970449" y="443916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286" name="Hexagon 4285">
              <a:extLst>
                <a:ext uri="{FF2B5EF4-FFF2-40B4-BE49-F238E27FC236}">
                  <a16:creationId xmlns:a16="http://schemas.microsoft.com/office/drawing/2014/main" id="{CAAC26ED-AD4C-4EA5-A42B-77D3981E56A0}"/>
                </a:ext>
              </a:extLst>
            </p:cNvPr>
            <p:cNvSpPr/>
            <p:nvPr/>
          </p:nvSpPr>
          <p:spPr>
            <a:xfrm>
              <a:off x="10206669" y="452679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287" name="Hexagon 4286">
              <a:extLst>
                <a:ext uri="{FF2B5EF4-FFF2-40B4-BE49-F238E27FC236}">
                  <a16:creationId xmlns:a16="http://schemas.microsoft.com/office/drawing/2014/main" id="{802FC89A-FD89-4392-B397-91AEDACB360A}"/>
                </a:ext>
              </a:extLst>
            </p:cNvPr>
            <p:cNvSpPr/>
            <p:nvPr/>
          </p:nvSpPr>
          <p:spPr>
            <a:xfrm>
              <a:off x="9507534" y="425628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288" name="Hexagon 4287">
              <a:extLst>
                <a:ext uri="{FF2B5EF4-FFF2-40B4-BE49-F238E27FC236}">
                  <a16:creationId xmlns:a16="http://schemas.microsoft.com/office/drawing/2014/main" id="{671D3C83-D787-4A5F-BA3E-27E8589DE3D0}"/>
                </a:ext>
              </a:extLst>
            </p:cNvPr>
            <p:cNvSpPr/>
            <p:nvPr/>
          </p:nvSpPr>
          <p:spPr>
            <a:xfrm>
              <a:off x="9509439" y="407911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289" name="Hexagon 4288">
              <a:extLst>
                <a:ext uri="{FF2B5EF4-FFF2-40B4-BE49-F238E27FC236}">
                  <a16:creationId xmlns:a16="http://schemas.microsoft.com/office/drawing/2014/main" id="{6519E306-4948-497F-8084-CB63A0C63385}"/>
                </a:ext>
              </a:extLst>
            </p:cNvPr>
            <p:cNvSpPr/>
            <p:nvPr/>
          </p:nvSpPr>
          <p:spPr>
            <a:xfrm>
              <a:off x="9271314" y="416484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290" name="Hexagon 4289">
              <a:extLst>
                <a:ext uri="{FF2B5EF4-FFF2-40B4-BE49-F238E27FC236}">
                  <a16:creationId xmlns:a16="http://schemas.microsoft.com/office/drawing/2014/main" id="{800DEA58-EADF-451C-BC14-C0FCD56729D6}"/>
                </a:ext>
              </a:extLst>
            </p:cNvPr>
            <p:cNvSpPr/>
            <p:nvPr/>
          </p:nvSpPr>
          <p:spPr>
            <a:xfrm>
              <a:off x="9739944" y="416484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291" name="Hexagon 4290">
              <a:extLst>
                <a:ext uri="{FF2B5EF4-FFF2-40B4-BE49-F238E27FC236}">
                  <a16:creationId xmlns:a16="http://schemas.microsoft.com/office/drawing/2014/main" id="{7B605045-A4B5-4448-BC1A-7BDFEC4D8A94}"/>
                </a:ext>
              </a:extLst>
            </p:cNvPr>
            <p:cNvSpPr/>
            <p:nvPr/>
          </p:nvSpPr>
          <p:spPr>
            <a:xfrm>
              <a:off x="9970449" y="425818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292" name="Hexagon 4291">
              <a:extLst>
                <a:ext uri="{FF2B5EF4-FFF2-40B4-BE49-F238E27FC236}">
                  <a16:creationId xmlns:a16="http://schemas.microsoft.com/office/drawing/2014/main" id="{8325D912-EBBE-4C91-985E-797BC1699F3B}"/>
                </a:ext>
              </a:extLst>
            </p:cNvPr>
            <p:cNvSpPr/>
            <p:nvPr/>
          </p:nvSpPr>
          <p:spPr>
            <a:xfrm>
              <a:off x="10206669" y="434772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293" name="Hexagon 4292">
              <a:extLst>
                <a:ext uri="{FF2B5EF4-FFF2-40B4-BE49-F238E27FC236}">
                  <a16:creationId xmlns:a16="http://schemas.microsoft.com/office/drawing/2014/main" id="{008691DF-6D65-42FD-86E8-8BC0649D6833}"/>
                </a:ext>
              </a:extLst>
            </p:cNvPr>
            <p:cNvSpPr/>
            <p:nvPr/>
          </p:nvSpPr>
          <p:spPr>
            <a:xfrm>
              <a:off x="10444794" y="425437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294" name="Hexagon 4293">
              <a:extLst>
                <a:ext uri="{FF2B5EF4-FFF2-40B4-BE49-F238E27FC236}">
                  <a16:creationId xmlns:a16="http://schemas.microsoft.com/office/drawing/2014/main" id="{6CCCD572-ADBF-47E7-9F1A-BB01D48D69F0}"/>
                </a:ext>
              </a:extLst>
            </p:cNvPr>
            <p:cNvSpPr/>
            <p:nvPr/>
          </p:nvSpPr>
          <p:spPr>
            <a:xfrm>
              <a:off x="10448604" y="406959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295" name="Hexagon 4294">
              <a:extLst>
                <a:ext uri="{FF2B5EF4-FFF2-40B4-BE49-F238E27FC236}">
                  <a16:creationId xmlns:a16="http://schemas.microsoft.com/office/drawing/2014/main" id="{A760E652-EA52-427A-B06E-0693E4DDCF67}"/>
                </a:ext>
              </a:extLst>
            </p:cNvPr>
            <p:cNvSpPr/>
            <p:nvPr/>
          </p:nvSpPr>
          <p:spPr>
            <a:xfrm>
              <a:off x="9974259" y="407911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296" name="Hexagon 4295">
              <a:extLst>
                <a:ext uri="{FF2B5EF4-FFF2-40B4-BE49-F238E27FC236}">
                  <a16:creationId xmlns:a16="http://schemas.microsoft.com/office/drawing/2014/main" id="{F7174BCF-A408-45D2-BE47-4EEFFACF7B6C}"/>
                </a:ext>
              </a:extLst>
            </p:cNvPr>
            <p:cNvSpPr/>
            <p:nvPr/>
          </p:nvSpPr>
          <p:spPr>
            <a:xfrm>
              <a:off x="9739944" y="398196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297" name="Hexagon 4296">
              <a:extLst>
                <a:ext uri="{FF2B5EF4-FFF2-40B4-BE49-F238E27FC236}">
                  <a16:creationId xmlns:a16="http://schemas.microsoft.com/office/drawing/2014/main" id="{82306B94-A802-40AE-94A5-C6366451BFB8}"/>
                </a:ext>
              </a:extLst>
            </p:cNvPr>
            <p:cNvSpPr/>
            <p:nvPr/>
          </p:nvSpPr>
          <p:spPr>
            <a:xfrm>
              <a:off x="10210479" y="398386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300" name="Hexagon 4299">
              <a:extLst>
                <a:ext uri="{FF2B5EF4-FFF2-40B4-BE49-F238E27FC236}">
                  <a16:creationId xmlns:a16="http://schemas.microsoft.com/office/drawing/2014/main" id="{6F919F9F-81D1-45E8-A198-3F80A35CF069}"/>
                </a:ext>
              </a:extLst>
            </p:cNvPr>
            <p:cNvSpPr/>
            <p:nvPr/>
          </p:nvSpPr>
          <p:spPr>
            <a:xfrm>
              <a:off x="10679109" y="434772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301" name="Hexagon 4300">
              <a:extLst>
                <a:ext uri="{FF2B5EF4-FFF2-40B4-BE49-F238E27FC236}">
                  <a16:creationId xmlns:a16="http://schemas.microsoft.com/office/drawing/2014/main" id="{D67975AA-441D-4516-B65F-0212D86BBD0A}"/>
                </a:ext>
              </a:extLst>
            </p:cNvPr>
            <p:cNvSpPr/>
            <p:nvPr/>
          </p:nvSpPr>
          <p:spPr>
            <a:xfrm>
              <a:off x="10682919" y="416293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302" name="Hexagon 4301">
              <a:extLst>
                <a:ext uri="{FF2B5EF4-FFF2-40B4-BE49-F238E27FC236}">
                  <a16:creationId xmlns:a16="http://schemas.microsoft.com/office/drawing/2014/main" id="{2662005D-8726-4C8A-ADCB-E3808749305F}"/>
                </a:ext>
              </a:extLst>
            </p:cNvPr>
            <p:cNvSpPr/>
            <p:nvPr/>
          </p:nvSpPr>
          <p:spPr>
            <a:xfrm>
              <a:off x="10682919" y="398196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303" name="Hexagon 4302">
              <a:extLst>
                <a:ext uri="{FF2B5EF4-FFF2-40B4-BE49-F238E27FC236}">
                  <a16:creationId xmlns:a16="http://schemas.microsoft.com/office/drawing/2014/main" id="{F1FE8005-75D2-47FF-9895-4AE718A1FE0C}"/>
                </a:ext>
              </a:extLst>
            </p:cNvPr>
            <p:cNvSpPr/>
            <p:nvPr/>
          </p:nvSpPr>
          <p:spPr>
            <a:xfrm>
              <a:off x="10446699" y="388671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304" name="Hexagon 4303">
              <a:extLst>
                <a:ext uri="{FF2B5EF4-FFF2-40B4-BE49-F238E27FC236}">
                  <a16:creationId xmlns:a16="http://schemas.microsoft.com/office/drawing/2014/main" id="{AC09DEEB-710E-4A1A-BE68-0A53A6BCDB76}"/>
                </a:ext>
              </a:extLst>
            </p:cNvPr>
            <p:cNvSpPr/>
            <p:nvPr/>
          </p:nvSpPr>
          <p:spPr>
            <a:xfrm>
              <a:off x="10450509" y="370192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305" name="Hexagon 4304">
              <a:extLst>
                <a:ext uri="{FF2B5EF4-FFF2-40B4-BE49-F238E27FC236}">
                  <a16:creationId xmlns:a16="http://schemas.microsoft.com/office/drawing/2014/main" id="{DE1D536B-7444-4214-80DE-34E830F2CD18}"/>
                </a:ext>
              </a:extLst>
            </p:cNvPr>
            <p:cNvSpPr/>
            <p:nvPr/>
          </p:nvSpPr>
          <p:spPr>
            <a:xfrm>
              <a:off x="10450509" y="352095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306" name="Hexagon 4305">
              <a:extLst>
                <a:ext uri="{FF2B5EF4-FFF2-40B4-BE49-F238E27FC236}">
                  <a16:creationId xmlns:a16="http://schemas.microsoft.com/office/drawing/2014/main" id="{956B9A7B-EB7E-419F-8FF1-E8930C60876B}"/>
                </a:ext>
              </a:extLst>
            </p:cNvPr>
            <p:cNvSpPr/>
            <p:nvPr/>
          </p:nvSpPr>
          <p:spPr>
            <a:xfrm>
              <a:off x="10679109" y="379336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307" name="Hexagon 4306">
              <a:extLst>
                <a:ext uri="{FF2B5EF4-FFF2-40B4-BE49-F238E27FC236}">
                  <a16:creationId xmlns:a16="http://schemas.microsoft.com/office/drawing/2014/main" id="{B6C88A33-8ADB-4503-9AB2-855C52858398}"/>
                </a:ext>
              </a:extLst>
            </p:cNvPr>
            <p:cNvSpPr/>
            <p:nvPr/>
          </p:nvSpPr>
          <p:spPr>
            <a:xfrm>
              <a:off x="10682919" y="360858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308" name="Hexagon 4307">
              <a:extLst>
                <a:ext uri="{FF2B5EF4-FFF2-40B4-BE49-F238E27FC236}">
                  <a16:creationId xmlns:a16="http://schemas.microsoft.com/office/drawing/2014/main" id="{3C8DFC4A-9E85-4F2B-8802-4D49275B7F8D}"/>
                </a:ext>
              </a:extLst>
            </p:cNvPr>
            <p:cNvSpPr/>
            <p:nvPr/>
          </p:nvSpPr>
          <p:spPr>
            <a:xfrm>
              <a:off x="10682919" y="342760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309" name="Hexagon 4308">
              <a:extLst>
                <a:ext uri="{FF2B5EF4-FFF2-40B4-BE49-F238E27FC236}">
                  <a16:creationId xmlns:a16="http://schemas.microsoft.com/office/drawing/2014/main" id="{B8E85C2A-77EF-45F5-BF5D-E96F6B8AFA31}"/>
                </a:ext>
              </a:extLst>
            </p:cNvPr>
            <p:cNvSpPr/>
            <p:nvPr/>
          </p:nvSpPr>
          <p:spPr>
            <a:xfrm>
              <a:off x="10911519" y="443916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310" name="Hexagon 4309">
              <a:extLst>
                <a:ext uri="{FF2B5EF4-FFF2-40B4-BE49-F238E27FC236}">
                  <a16:creationId xmlns:a16="http://schemas.microsoft.com/office/drawing/2014/main" id="{0B4E169D-DFB7-4B51-ACB3-4641E1D5734B}"/>
                </a:ext>
              </a:extLst>
            </p:cNvPr>
            <p:cNvSpPr/>
            <p:nvPr/>
          </p:nvSpPr>
          <p:spPr>
            <a:xfrm>
              <a:off x="10913424" y="425437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311" name="Hexagon 4310">
              <a:extLst>
                <a:ext uri="{FF2B5EF4-FFF2-40B4-BE49-F238E27FC236}">
                  <a16:creationId xmlns:a16="http://schemas.microsoft.com/office/drawing/2014/main" id="{86A03A23-D4DF-4BA3-8519-29F389F9273F}"/>
                </a:ext>
              </a:extLst>
            </p:cNvPr>
            <p:cNvSpPr/>
            <p:nvPr/>
          </p:nvSpPr>
          <p:spPr>
            <a:xfrm>
              <a:off x="10915329" y="407340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312" name="Hexagon 4311">
              <a:extLst>
                <a:ext uri="{FF2B5EF4-FFF2-40B4-BE49-F238E27FC236}">
                  <a16:creationId xmlns:a16="http://schemas.microsoft.com/office/drawing/2014/main" id="{84B30A96-6AF1-402E-BC79-704F3AE90EA4}"/>
                </a:ext>
              </a:extLst>
            </p:cNvPr>
            <p:cNvSpPr/>
            <p:nvPr/>
          </p:nvSpPr>
          <p:spPr>
            <a:xfrm>
              <a:off x="11138214" y="471729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313" name="Hexagon 4312">
              <a:extLst>
                <a:ext uri="{FF2B5EF4-FFF2-40B4-BE49-F238E27FC236}">
                  <a16:creationId xmlns:a16="http://schemas.microsoft.com/office/drawing/2014/main" id="{2A2F94CD-6473-4AC4-AA5A-5E0297144488}"/>
                </a:ext>
              </a:extLst>
            </p:cNvPr>
            <p:cNvSpPr/>
            <p:nvPr/>
          </p:nvSpPr>
          <p:spPr>
            <a:xfrm>
              <a:off x="11142024" y="453250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314" name="Hexagon 4313">
              <a:extLst>
                <a:ext uri="{FF2B5EF4-FFF2-40B4-BE49-F238E27FC236}">
                  <a16:creationId xmlns:a16="http://schemas.microsoft.com/office/drawing/2014/main" id="{741BA82E-0F44-4E22-B81C-EB9BE2677AAE}"/>
                </a:ext>
              </a:extLst>
            </p:cNvPr>
            <p:cNvSpPr/>
            <p:nvPr/>
          </p:nvSpPr>
          <p:spPr>
            <a:xfrm>
              <a:off x="11142024" y="434772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315" name="Hexagon 4314">
              <a:extLst>
                <a:ext uri="{FF2B5EF4-FFF2-40B4-BE49-F238E27FC236}">
                  <a16:creationId xmlns:a16="http://schemas.microsoft.com/office/drawing/2014/main" id="{80FA14F9-CA84-4208-8E74-7F32A94790FE}"/>
                </a:ext>
              </a:extLst>
            </p:cNvPr>
            <p:cNvSpPr/>
            <p:nvPr/>
          </p:nvSpPr>
          <p:spPr>
            <a:xfrm>
              <a:off x="11140119" y="416293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316" name="Hexagon 4315">
              <a:extLst>
                <a:ext uri="{FF2B5EF4-FFF2-40B4-BE49-F238E27FC236}">
                  <a16:creationId xmlns:a16="http://schemas.microsoft.com/office/drawing/2014/main" id="{2B243F71-D310-4282-AD96-264BDD4B74D8}"/>
                </a:ext>
              </a:extLst>
            </p:cNvPr>
            <p:cNvSpPr/>
            <p:nvPr/>
          </p:nvSpPr>
          <p:spPr>
            <a:xfrm>
              <a:off x="11143929" y="397815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317" name="Hexagon 4316">
              <a:extLst>
                <a:ext uri="{FF2B5EF4-FFF2-40B4-BE49-F238E27FC236}">
                  <a16:creationId xmlns:a16="http://schemas.microsoft.com/office/drawing/2014/main" id="{19A099EB-9DFA-4EBE-9A41-A12F635D4710}"/>
                </a:ext>
              </a:extLst>
            </p:cNvPr>
            <p:cNvSpPr/>
            <p:nvPr/>
          </p:nvSpPr>
          <p:spPr>
            <a:xfrm>
              <a:off x="11149644" y="379336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318" name="Hexagon 4317">
              <a:extLst>
                <a:ext uri="{FF2B5EF4-FFF2-40B4-BE49-F238E27FC236}">
                  <a16:creationId xmlns:a16="http://schemas.microsoft.com/office/drawing/2014/main" id="{23797252-A26B-49E2-B7C6-76C2446FD833}"/>
                </a:ext>
              </a:extLst>
            </p:cNvPr>
            <p:cNvSpPr/>
            <p:nvPr/>
          </p:nvSpPr>
          <p:spPr>
            <a:xfrm>
              <a:off x="11374434" y="444297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319" name="Hexagon 4318">
              <a:extLst>
                <a:ext uri="{FF2B5EF4-FFF2-40B4-BE49-F238E27FC236}">
                  <a16:creationId xmlns:a16="http://schemas.microsoft.com/office/drawing/2014/main" id="{3E549E84-DA26-4AB9-966C-BE068DF59120}"/>
                </a:ext>
              </a:extLst>
            </p:cNvPr>
            <p:cNvSpPr/>
            <p:nvPr/>
          </p:nvSpPr>
          <p:spPr>
            <a:xfrm>
              <a:off x="11374434" y="407340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320" name="Hexagon 4319">
              <a:extLst>
                <a:ext uri="{FF2B5EF4-FFF2-40B4-BE49-F238E27FC236}">
                  <a16:creationId xmlns:a16="http://schemas.microsoft.com/office/drawing/2014/main" id="{6CC1B9EC-EC92-499E-9375-E24B3349CF65}"/>
                </a:ext>
              </a:extLst>
            </p:cNvPr>
            <p:cNvSpPr/>
            <p:nvPr/>
          </p:nvSpPr>
          <p:spPr>
            <a:xfrm>
              <a:off x="11372529" y="388861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321" name="Hexagon 4320">
              <a:extLst>
                <a:ext uri="{FF2B5EF4-FFF2-40B4-BE49-F238E27FC236}">
                  <a16:creationId xmlns:a16="http://schemas.microsoft.com/office/drawing/2014/main" id="{1470354A-E026-4CE9-9A9D-79B37D7DB9BF}"/>
                </a:ext>
              </a:extLst>
            </p:cNvPr>
            <p:cNvSpPr/>
            <p:nvPr/>
          </p:nvSpPr>
          <p:spPr>
            <a:xfrm>
              <a:off x="11612559" y="398196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322" name="Hexagon 4321">
              <a:extLst>
                <a:ext uri="{FF2B5EF4-FFF2-40B4-BE49-F238E27FC236}">
                  <a16:creationId xmlns:a16="http://schemas.microsoft.com/office/drawing/2014/main" id="{15084A66-355F-40C8-9F94-F3CAFEC016B9}"/>
                </a:ext>
              </a:extLst>
            </p:cNvPr>
            <p:cNvSpPr/>
            <p:nvPr/>
          </p:nvSpPr>
          <p:spPr>
            <a:xfrm>
              <a:off x="11610654" y="379717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323" name="Hexagon 4322">
              <a:extLst>
                <a:ext uri="{FF2B5EF4-FFF2-40B4-BE49-F238E27FC236}">
                  <a16:creationId xmlns:a16="http://schemas.microsoft.com/office/drawing/2014/main" id="{A4EB3294-58D8-4B22-9A21-401C504EDFCC}"/>
                </a:ext>
              </a:extLst>
            </p:cNvPr>
            <p:cNvSpPr/>
            <p:nvPr/>
          </p:nvSpPr>
          <p:spPr>
            <a:xfrm>
              <a:off x="11841159" y="389433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324" name="Hexagon 4323">
              <a:extLst>
                <a:ext uri="{FF2B5EF4-FFF2-40B4-BE49-F238E27FC236}">
                  <a16:creationId xmlns:a16="http://schemas.microsoft.com/office/drawing/2014/main" id="{B2952705-46E9-4DD9-AE00-938877BA1E8E}"/>
                </a:ext>
              </a:extLst>
            </p:cNvPr>
            <p:cNvSpPr/>
            <p:nvPr/>
          </p:nvSpPr>
          <p:spPr>
            <a:xfrm>
              <a:off x="11839254" y="370954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325" name="Hexagon 4324">
              <a:extLst>
                <a:ext uri="{FF2B5EF4-FFF2-40B4-BE49-F238E27FC236}">
                  <a16:creationId xmlns:a16="http://schemas.microsoft.com/office/drawing/2014/main" id="{E570C712-DBFF-480C-A413-3D1322384694}"/>
                </a:ext>
              </a:extLst>
            </p:cNvPr>
            <p:cNvSpPr/>
            <p:nvPr/>
          </p:nvSpPr>
          <p:spPr>
            <a:xfrm>
              <a:off x="11143929" y="361429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326" name="Hexagon 4325">
              <a:extLst>
                <a:ext uri="{FF2B5EF4-FFF2-40B4-BE49-F238E27FC236}">
                  <a16:creationId xmlns:a16="http://schemas.microsoft.com/office/drawing/2014/main" id="{207AEFF2-C627-4088-B01F-24404CD4F250}"/>
                </a:ext>
              </a:extLst>
            </p:cNvPr>
            <p:cNvSpPr/>
            <p:nvPr/>
          </p:nvSpPr>
          <p:spPr>
            <a:xfrm>
              <a:off x="11142024" y="342951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329" name="Hexagon 4328">
              <a:extLst>
                <a:ext uri="{FF2B5EF4-FFF2-40B4-BE49-F238E27FC236}">
                  <a16:creationId xmlns:a16="http://schemas.microsoft.com/office/drawing/2014/main" id="{BF157D0A-644D-429F-9AD5-D884D6950384}"/>
                </a:ext>
              </a:extLst>
            </p:cNvPr>
            <p:cNvSpPr/>
            <p:nvPr/>
          </p:nvSpPr>
          <p:spPr>
            <a:xfrm>
              <a:off x="10915329" y="370192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330" name="Hexagon 4329">
              <a:extLst>
                <a:ext uri="{FF2B5EF4-FFF2-40B4-BE49-F238E27FC236}">
                  <a16:creationId xmlns:a16="http://schemas.microsoft.com/office/drawing/2014/main" id="{819BB1EE-C491-48F9-B243-FC2F39AE18E9}"/>
                </a:ext>
              </a:extLst>
            </p:cNvPr>
            <p:cNvSpPr/>
            <p:nvPr/>
          </p:nvSpPr>
          <p:spPr>
            <a:xfrm>
              <a:off x="10913424" y="351714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331" name="Hexagon 4330">
              <a:extLst>
                <a:ext uri="{FF2B5EF4-FFF2-40B4-BE49-F238E27FC236}">
                  <a16:creationId xmlns:a16="http://schemas.microsoft.com/office/drawing/2014/main" id="{2C38AB59-1A32-4ACB-8025-21BBA8F76D05}"/>
                </a:ext>
              </a:extLst>
            </p:cNvPr>
            <p:cNvSpPr/>
            <p:nvPr/>
          </p:nvSpPr>
          <p:spPr>
            <a:xfrm>
              <a:off x="10450509" y="333997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332" name="Hexagon 4331">
              <a:extLst>
                <a:ext uri="{FF2B5EF4-FFF2-40B4-BE49-F238E27FC236}">
                  <a16:creationId xmlns:a16="http://schemas.microsoft.com/office/drawing/2014/main" id="{409712F6-BE88-4224-98F3-7EFDEBA281DD}"/>
                </a:ext>
              </a:extLst>
            </p:cNvPr>
            <p:cNvSpPr/>
            <p:nvPr/>
          </p:nvSpPr>
          <p:spPr>
            <a:xfrm>
              <a:off x="10682919" y="324663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333" name="Hexagon 4332">
              <a:extLst>
                <a:ext uri="{FF2B5EF4-FFF2-40B4-BE49-F238E27FC236}">
                  <a16:creationId xmlns:a16="http://schemas.microsoft.com/office/drawing/2014/main" id="{B7E7962A-AEF8-4C6C-925E-60EA0167BCD6}"/>
                </a:ext>
              </a:extLst>
            </p:cNvPr>
            <p:cNvSpPr/>
            <p:nvPr/>
          </p:nvSpPr>
          <p:spPr>
            <a:xfrm>
              <a:off x="10917234" y="315709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334" name="Hexagon 4333">
              <a:extLst>
                <a:ext uri="{FF2B5EF4-FFF2-40B4-BE49-F238E27FC236}">
                  <a16:creationId xmlns:a16="http://schemas.microsoft.com/office/drawing/2014/main" id="{556BD8F5-FE92-4D41-BE68-A7EFA75E0CA7}"/>
                </a:ext>
              </a:extLst>
            </p:cNvPr>
            <p:cNvSpPr/>
            <p:nvPr/>
          </p:nvSpPr>
          <p:spPr>
            <a:xfrm>
              <a:off x="11833539" y="353238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335" name="Hexagon 4334">
              <a:extLst>
                <a:ext uri="{FF2B5EF4-FFF2-40B4-BE49-F238E27FC236}">
                  <a16:creationId xmlns:a16="http://schemas.microsoft.com/office/drawing/2014/main" id="{5665137F-A0DC-4CC5-8C9F-95C09BC14275}"/>
                </a:ext>
              </a:extLst>
            </p:cNvPr>
            <p:cNvSpPr/>
            <p:nvPr/>
          </p:nvSpPr>
          <p:spPr>
            <a:xfrm>
              <a:off x="11831634" y="334759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336" name="Hexagon 4335">
              <a:extLst>
                <a:ext uri="{FF2B5EF4-FFF2-40B4-BE49-F238E27FC236}">
                  <a16:creationId xmlns:a16="http://schemas.microsoft.com/office/drawing/2014/main" id="{029E6659-9E27-4EA2-84C6-D1C1D1325343}"/>
                </a:ext>
              </a:extLst>
            </p:cNvPr>
            <p:cNvSpPr/>
            <p:nvPr/>
          </p:nvSpPr>
          <p:spPr>
            <a:xfrm>
              <a:off x="11832586" y="316471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337" name="Hexagon 4336">
              <a:extLst>
                <a:ext uri="{FF2B5EF4-FFF2-40B4-BE49-F238E27FC236}">
                  <a16:creationId xmlns:a16="http://schemas.microsoft.com/office/drawing/2014/main" id="{B9689B52-17F2-425F-A91E-1F40FCA8DB0C}"/>
                </a:ext>
              </a:extLst>
            </p:cNvPr>
            <p:cNvSpPr/>
            <p:nvPr/>
          </p:nvSpPr>
          <p:spPr>
            <a:xfrm>
              <a:off x="11833062" y="297755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338" name="Hexagon 4337">
              <a:extLst>
                <a:ext uri="{FF2B5EF4-FFF2-40B4-BE49-F238E27FC236}">
                  <a16:creationId xmlns:a16="http://schemas.microsoft.com/office/drawing/2014/main" id="{344A3C6D-F08F-40C1-8DE8-4BB8B18DB503}"/>
                </a:ext>
              </a:extLst>
            </p:cNvPr>
            <p:cNvSpPr/>
            <p:nvPr/>
          </p:nvSpPr>
          <p:spPr>
            <a:xfrm>
              <a:off x="12075474" y="380479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339" name="Hexagon 4338">
              <a:extLst>
                <a:ext uri="{FF2B5EF4-FFF2-40B4-BE49-F238E27FC236}">
                  <a16:creationId xmlns:a16="http://schemas.microsoft.com/office/drawing/2014/main" id="{E7FD8EC6-792A-4708-82A0-05F7684CB1D4}"/>
                </a:ext>
              </a:extLst>
            </p:cNvPr>
            <p:cNvSpPr/>
            <p:nvPr/>
          </p:nvSpPr>
          <p:spPr>
            <a:xfrm>
              <a:off x="12073569" y="362001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340" name="Hexagon 4339">
              <a:extLst>
                <a:ext uri="{FF2B5EF4-FFF2-40B4-BE49-F238E27FC236}">
                  <a16:creationId xmlns:a16="http://schemas.microsoft.com/office/drawing/2014/main" id="{938B35B1-14A1-4451-A266-077FE0AD381B}"/>
                </a:ext>
              </a:extLst>
            </p:cNvPr>
            <p:cNvSpPr/>
            <p:nvPr/>
          </p:nvSpPr>
          <p:spPr>
            <a:xfrm>
              <a:off x="12069759" y="343713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341" name="Hexagon 4340">
              <a:extLst>
                <a:ext uri="{FF2B5EF4-FFF2-40B4-BE49-F238E27FC236}">
                  <a16:creationId xmlns:a16="http://schemas.microsoft.com/office/drawing/2014/main" id="{4DBFA353-DFC3-4461-B459-73C2C3803D69}"/>
                </a:ext>
              </a:extLst>
            </p:cNvPr>
            <p:cNvSpPr/>
            <p:nvPr/>
          </p:nvSpPr>
          <p:spPr>
            <a:xfrm>
              <a:off x="12067854" y="325234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342" name="Hexagon 4341">
              <a:extLst>
                <a:ext uri="{FF2B5EF4-FFF2-40B4-BE49-F238E27FC236}">
                  <a16:creationId xmlns:a16="http://schemas.microsoft.com/office/drawing/2014/main" id="{FAF7CE09-CE99-474D-96DE-725C21E9C088}"/>
                </a:ext>
              </a:extLst>
            </p:cNvPr>
            <p:cNvSpPr/>
            <p:nvPr/>
          </p:nvSpPr>
          <p:spPr>
            <a:xfrm>
              <a:off x="12309789" y="371145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343" name="Hexagon 4342">
              <a:extLst>
                <a:ext uri="{FF2B5EF4-FFF2-40B4-BE49-F238E27FC236}">
                  <a16:creationId xmlns:a16="http://schemas.microsoft.com/office/drawing/2014/main" id="{051C9100-CFCF-47FB-9E87-593B07B7CC9F}"/>
                </a:ext>
              </a:extLst>
            </p:cNvPr>
            <p:cNvSpPr/>
            <p:nvPr/>
          </p:nvSpPr>
          <p:spPr>
            <a:xfrm>
              <a:off x="12307884" y="352666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344" name="Hexagon 4343">
              <a:extLst>
                <a:ext uri="{FF2B5EF4-FFF2-40B4-BE49-F238E27FC236}">
                  <a16:creationId xmlns:a16="http://schemas.microsoft.com/office/drawing/2014/main" id="{7706CDB9-FB18-4B10-B6BD-02763A07AAEC}"/>
                </a:ext>
              </a:extLst>
            </p:cNvPr>
            <p:cNvSpPr/>
            <p:nvPr/>
          </p:nvSpPr>
          <p:spPr>
            <a:xfrm>
              <a:off x="12304074" y="334378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345" name="Hexagon 4344">
              <a:extLst>
                <a:ext uri="{FF2B5EF4-FFF2-40B4-BE49-F238E27FC236}">
                  <a16:creationId xmlns:a16="http://schemas.microsoft.com/office/drawing/2014/main" id="{E768C47B-544D-453D-A1F5-3CFE6374D74B}"/>
                </a:ext>
              </a:extLst>
            </p:cNvPr>
            <p:cNvSpPr/>
            <p:nvPr/>
          </p:nvSpPr>
          <p:spPr>
            <a:xfrm>
              <a:off x="12302169" y="315900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346" name="Hexagon 4345">
              <a:extLst>
                <a:ext uri="{FF2B5EF4-FFF2-40B4-BE49-F238E27FC236}">
                  <a16:creationId xmlns:a16="http://schemas.microsoft.com/office/drawing/2014/main" id="{65D14366-C585-45EB-B928-B8C222ECA423}"/>
                </a:ext>
              </a:extLst>
            </p:cNvPr>
            <p:cNvSpPr/>
            <p:nvPr/>
          </p:nvSpPr>
          <p:spPr>
            <a:xfrm>
              <a:off x="12538389" y="398386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347" name="Hexagon 4346">
              <a:extLst>
                <a:ext uri="{FF2B5EF4-FFF2-40B4-BE49-F238E27FC236}">
                  <a16:creationId xmlns:a16="http://schemas.microsoft.com/office/drawing/2014/main" id="{514FA0CB-9A9A-43F0-9AA6-720337FDCFD5}"/>
                </a:ext>
              </a:extLst>
            </p:cNvPr>
            <p:cNvSpPr/>
            <p:nvPr/>
          </p:nvSpPr>
          <p:spPr>
            <a:xfrm>
              <a:off x="12536484" y="379908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348" name="Hexagon 4347">
              <a:extLst>
                <a:ext uri="{FF2B5EF4-FFF2-40B4-BE49-F238E27FC236}">
                  <a16:creationId xmlns:a16="http://schemas.microsoft.com/office/drawing/2014/main" id="{EDBE1F64-270B-453B-B5FA-7C1C8680FC0C}"/>
                </a:ext>
              </a:extLst>
            </p:cNvPr>
            <p:cNvSpPr/>
            <p:nvPr/>
          </p:nvSpPr>
          <p:spPr>
            <a:xfrm>
              <a:off x="12075474" y="398577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349" name="Hexagon 4348">
              <a:extLst>
                <a:ext uri="{FF2B5EF4-FFF2-40B4-BE49-F238E27FC236}">
                  <a16:creationId xmlns:a16="http://schemas.microsoft.com/office/drawing/2014/main" id="{BDBA4AD6-9D4C-4DFD-8A1C-8DFBC3F4FB21}"/>
                </a:ext>
              </a:extLst>
            </p:cNvPr>
            <p:cNvSpPr/>
            <p:nvPr/>
          </p:nvSpPr>
          <p:spPr>
            <a:xfrm>
              <a:off x="12311694" y="408102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350" name="Hexagon 4349">
              <a:extLst>
                <a:ext uri="{FF2B5EF4-FFF2-40B4-BE49-F238E27FC236}">
                  <a16:creationId xmlns:a16="http://schemas.microsoft.com/office/drawing/2014/main" id="{146B3E7B-A179-47DC-866A-B66712CF358F}"/>
                </a:ext>
              </a:extLst>
            </p:cNvPr>
            <p:cNvSpPr/>
            <p:nvPr/>
          </p:nvSpPr>
          <p:spPr>
            <a:xfrm>
              <a:off x="10905804" y="498018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351" name="Hexagon 4350">
              <a:extLst>
                <a:ext uri="{FF2B5EF4-FFF2-40B4-BE49-F238E27FC236}">
                  <a16:creationId xmlns:a16="http://schemas.microsoft.com/office/drawing/2014/main" id="{5976AEEB-3523-4731-9F65-E0C745D86609}"/>
                </a:ext>
              </a:extLst>
            </p:cNvPr>
            <p:cNvSpPr/>
            <p:nvPr/>
          </p:nvSpPr>
          <p:spPr>
            <a:xfrm>
              <a:off x="10909614" y="480111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352" name="Hexagon 4351">
              <a:extLst>
                <a:ext uri="{FF2B5EF4-FFF2-40B4-BE49-F238E27FC236}">
                  <a16:creationId xmlns:a16="http://schemas.microsoft.com/office/drawing/2014/main" id="{F0F6C70C-A1B6-4965-B859-61BC9C1B88E2}"/>
                </a:ext>
              </a:extLst>
            </p:cNvPr>
            <p:cNvSpPr/>
            <p:nvPr/>
          </p:nvSpPr>
          <p:spPr>
            <a:xfrm>
              <a:off x="10675299" y="488683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574" name="Hexagon 4573">
              <a:extLst>
                <a:ext uri="{FF2B5EF4-FFF2-40B4-BE49-F238E27FC236}">
                  <a16:creationId xmlns:a16="http://schemas.microsoft.com/office/drawing/2014/main" id="{8C2CFCE3-FA21-4A6A-B615-6BA820B15D2B}"/>
                </a:ext>
              </a:extLst>
            </p:cNvPr>
            <p:cNvSpPr/>
            <p:nvPr/>
          </p:nvSpPr>
          <p:spPr>
            <a:xfrm>
              <a:off x="8571703" y="461394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575" name="Hexagon 4574">
              <a:extLst>
                <a:ext uri="{FF2B5EF4-FFF2-40B4-BE49-F238E27FC236}">
                  <a16:creationId xmlns:a16="http://schemas.microsoft.com/office/drawing/2014/main" id="{08DED2F9-B44E-4096-9E83-9D864B5C5FF6}"/>
                </a:ext>
              </a:extLst>
            </p:cNvPr>
            <p:cNvSpPr/>
            <p:nvPr/>
          </p:nvSpPr>
          <p:spPr>
            <a:xfrm>
              <a:off x="8807447" y="452107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576" name="Hexagon 4575">
              <a:extLst>
                <a:ext uri="{FF2B5EF4-FFF2-40B4-BE49-F238E27FC236}">
                  <a16:creationId xmlns:a16="http://schemas.microsoft.com/office/drawing/2014/main" id="{61CD3A83-913B-4E42-8180-84BE8C5A0E1D}"/>
                </a:ext>
              </a:extLst>
            </p:cNvPr>
            <p:cNvSpPr/>
            <p:nvPr/>
          </p:nvSpPr>
          <p:spPr>
            <a:xfrm>
              <a:off x="8576466" y="443297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577" name="Hexagon 4576">
              <a:extLst>
                <a:ext uri="{FF2B5EF4-FFF2-40B4-BE49-F238E27FC236}">
                  <a16:creationId xmlns:a16="http://schemas.microsoft.com/office/drawing/2014/main" id="{78947E0E-E942-419D-B535-D8CBE43F0E4C}"/>
                </a:ext>
              </a:extLst>
            </p:cNvPr>
            <p:cNvSpPr/>
            <p:nvPr/>
          </p:nvSpPr>
          <p:spPr>
            <a:xfrm>
              <a:off x="9040809" y="443773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578" name="Hexagon 4577">
              <a:extLst>
                <a:ext uri="{FF2B5EF4-FFF2-40B4-BE49-F238E27FC236}">
                  <a16:creationId xmlns:a16="http://schemas.microsoft.com/office/drawing/2014/main" id="{6868EB80-9D24-427E-B1A3-1C850D771AFC}"/>
                </a:ext>
              </a:extLst>
            </p:cNvPr>
            <p:cNvSpPr/>
            <p:nvPr/>
          </p:nvSpPr>
          <p:spPr>
            <a:xfrm>
              <a:off x="8809828" y="434962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598" name="Hexagon 4597">
              <a:extLst>
                <a:ext uri="{FF2B5EF4-FFF2-40B4-BE49-F238E27FC236}">
                  <a16:creationId xmlns:a16="http://schemas.microsoft.com/office/drawing/2014/main" id="{C17E4522-CA36-4F76-980D-9F88B372DA5B}"/>
                </a:ext>
              </a:extLst>
            </p:cNvPr>
            <p:cNvSpPr/>
            <p:nvPr/>
          </p:nvSpPr>
          <p:spPr>
            <a:xfrm>
              <a:off x="9047000" y="3699069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599" name="Hexagon 4598">
              <a:extLst>
                <a:ext uri="{FF2B5EF4-FFF2-40B4-BE49-F238E27FC236}">
                  <a16:creationId xmlns:a16="http://schemas.microsoft.com/office/drawing/2014/main" id="{20B20795-A513-4748-A7CC-E771F7C00EA7}"/>
                </a:ext>
              </a:extLst>
            </p:cNvPr>
            <p:cNvSpPr/>
            <p:nvPr/>
          </p:nvSpPr>
          <p:spPr>
            <a:xfrm>
              <a:off x="9045095" y="352190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600" name="Hexagon 4599">
              <a:extLst>
                <a:ext uri="{FF2B5EF4-FFF2-40B4-BE49-F238E27FC236}">
                  <a16:creationId xmlns:a16="http://schemas.microsoft.com/office/drawing/2014/main" id="{191F7769-8C81-4DF1-BC1F-C774A9E92DF1}"/>
                </a:ext>
              </a:extLst>
            </p:cNvPr>
            <p:cNvSpPr/>
            <p:nvPr/>
          </p:nvSpPr>
          <p:spPr>
            <a:xfrm>
              <a:off x="9280362" y="361096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601" name="Hexagon 4600">
              <a:extLst>
                <a:ext uri="{FF2B5EF4-FFF2-40B4-BE49-F238E27FC236}">
                  <a16:creationId xmlns:a16="http://schemas.microsoft.com/office/drawing/2014/main" id="{3DE8AE26-279C-4240-9D10-DE8DDA268C28}"/>
                </a:ext>
              </a:extLst>
            </p:cNvPr>
            <p:cNvSpPr/>
            <p:nvPr/>
          </p:nvSpPr>
          <p:spPr>
            <a:xfrm>
              <a:off x="9278457" y="343379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602" name="Hexagon 4601">
              <a:extLst>
                <a:ext uri="{FF2B5EF4-FFF2-40B4-BE49-F238E27FC236}">
                  <a16:creationId xmlns:a16="http://schemas.microsoft.com/office/drawing/2014/main" id="{BD0D7572-8475-44D5-9B86-A7435BAC9C38}"/>
                </a:ext>
              </a:extLst>
            </p:cNvPr>
            <p:cNvSpPr/>
            <p:nvPr/>
          </p:nvSpPr>
          <p:spPr>
            <a:xfrm>
              <a:off x="9275600" y="398720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603" name="Hexagon 4602">
              <a:extLst>
                <a:ext uri="{FF2B5EF4-FFF2-40B4-BE49-F238E27FC236}">
                  <a16:creationId xmlns:a16="http://schemas.microsoft.com/office/drawing/2014/main" id="{6C5B4123-F506-4047-8440-CA1F7D8619AF}"/>
                </a:ext>
              </a:extLst>
            </p:cNvPr>
            <p:cNvSpPr/>
            <p:nvPr/>
          </p:nvSpPr>
          <p:spPr>
            <a:xfrm>
              <a:off x="9511343" y="389433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604" name="Hexagon 4603">
              <a:extLst>
                <a:ext uri="{FF2B5EF4-FFF2-40B4-BE49-F238E27FC236}">
                  <a16:creationId xmlns:a16="http://schemas.microsoft.com/office/drawing/2014/main" id="{1471F7E1-41A0-4CE0-BE89-6369ECF17C66}"/>
                </a:ext>
              </a:extLst>
            </p:cNvPr>
            <p:cNvSpPr/>
            <p:nvPr/>
          </p:nvSpPr>
          <p:spPr>
            <a:xfrm>
              <a:off x="9516106" y="370859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605" name="Hexagon 4604">
              <a:extLst>
                <a:ext uri="{FF2B5EF4-FFF2-40B4-BE49-F238E27FC236}">
                  <a16:creationId xmlns:a16="http://schemas.microsoft.com/office/drawing/2014/main" id="{6EEDBC57-10CA-41B0-A04A-4080503F51B7}"/>
                </a:ext>
              </a:extLst>
            </p:cNvPr>
            <p:cNvSpPr/>
            <p:nvPr/>
          </p:nvSpPr>
          <p:spPr>
            <a:xfrm>
              <a:off x="9516106" y="3527619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606" name="Hexagon 4605">
              <a:extLst>
                <a:ext uri="{FF2B5EF4-FFF2-40B4-BE49-F238E27FC236}">
                  <a16:creationId xmlns:a16="http://schemas.microsoft.com/office/drawing/2014/main" id="{3CB982B0-B197-40C1-B940-7C14A26DA5CB}"/>
                </a:ext>
              </a:extLst>
            </p:cNvPr>
            <p:cNvSpPr/>
            <p:nvPr/>
          </p:nvSpPr>
          <p:spPr>
            <a:xfrm>
              <a:off x="9743754" y="380289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607" name="Hexagon 4606">
              <a:extLst>
                <a:ext uri="{FF2B5EF4-FFF2-40B4-BE49-F238E27FC236}">
                  <a16:creationId xmlns:a16="http://schemas.microsoft.com/office/drawing/2014/main" id="{A0E45077-7CB3-4C0C-B78C-7F01A5EC4809}"/>
                </a:ext>
              </a:extLst>
            </p:cNvPr>
            <p:cNvSpPr/>
            <p:nvPr/>
          </p:nvSpPr>
          <p:spPr>
            <a:xfrm>
              <a:off x="9741849" y="362001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608" name="Hexagon 4607">
              <a:extLst>
                <a:ext uri="{FF2B5EF4-FFF2-40B4-BE49-F238E27FC236}">
                  <a16:creationId xmlns:a16="http://schemas.microsoft.com/office/drawing/2014/main" id="{2496EF9C-DFEB-46C1-B91E-045B776982AB}"/>
                </a:ext>
              </a:extLst>
            </p:cNvPr>
            <p:cNvSpPr/>
            <p:nvPr/>
          </p:nvSpPr>
          <p:spPr>
            <a:xfrm>
              <a:off x="9745659" y="343522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609" name="Hexagon 4608">
              <a:extLst>
                <a:ext uri="{FF2B5EF4-FFF2-40B4-BE49-F238E27FC236}">
                  <a16:creationId xmlns:a16="http://schemas.microsoft.com/office/drawing/2014/main" id="{A781BD53-07BF-40FD-B41A-86043B3F565C}"/>
                </a:ext>
              </a:extLst>
            </p:cNvPr>
            <p:cNvSpPr/>
            <p:nvPr/>
          </p:nvSpPr>
          <p:spPr>
            <a:xfrm>
              <a:off x="9745659" y="325425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610" name="Hexagon 4609">
              <a:extLst>
                <a:ext uri="{FF2B5EF4-FFF2-40B4-BE49-F238E27FC236}">
                  <a16:creationId xmlns:a16="http://schemas.microsoft.com/office/drawing/2014/main" id="{829D6805-34B7-4C0C-A81E-593EEE5DBEE2}"/>
                </a:ext>
              </a:extLst>
            </p:cNvPr>
            <p:cNvSpPr/>
            <p:nvPr/>
          </p:nvSpPr>
          <p:spPr>
            <a:xfrm>
              <a:off x="9745659" y="307327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611" name="Hexagon 4610">
              <a:extLst>
                <a:ext uri="{FF2B5EF4-FFF2-40B4-BE49-F238E27FC236}">
                  <a16:creationId xmlns:a16="http://schemas.microsoft.com/office/drawing/2014/main" id="{78FCF9CA-8A3A-4ECF-91FB-F80FDCDB0697}"/>
                </a:ext>
              </a:extLst>
            </p:cNvPr>
            <p:cNvSpPr/>
            <p:nvPr/>
          </p:nvSpPr>
          <p:spPr>
            <a:xfrm>
              <a:off x="9975212" y="352476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612" name="Hexagon 4611">
              <a:extLst>
                <a:ext uri="{FF2B5EF4-FFF2-40B4-BE49-F238E27FC236}">
                  <a16:creationId xmlns:a16="http://schemas.microsoft.com/office/drawing/2014/main" id="{62C5229C-63C7-4D91-BE15-A29836E5B981}"/>
                </a:ext>
              </a:extLst>
            </p:cNvPr>
            <p:cNvSpPr/>
            <p:nvPr/>
          </p:nvSpPr>
          <p:spPr>
            <a:xfrm>
              <a:off x="9979022" y="333997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613" name="Hexagon 4612">
              <a:extLst>
                <a:ext uri="{FF2B5EF4-FFF2-40B4-BE49-F238E27FC236}">
                  <a16:creationId xmlns:a16="http://schemas.microsoft.com/office/drawing/2014/main" id="{5B64D862-CF68-4169-A317-762BF87982D9}"/>
                </a:ext>
              </a:extLst>
            </p:cNvPr>
            <p:cNvSpPr/>
            <p:nvPr/>
          </p:nvSpPr>
          <p:spPr>
            <a:xfrm>
              <a:off x="9979022" y="315900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614" name="Hexagon 4613">
              <a:extLst>
                <a:ext uri="{FF2B5EF4-FFF2-40B4-BE49-F238E27FC236}">
                  <a16:creationId xmlns:a16="http://schemas.microsoft.com/office/drawing/2014/main" id="{72B95AF3-AFFD-4FC9-8BE7-4952A2A2043D}"/>
                </a:ext>
              </a:extLst>
            </p:cNvPr>
            <p:cNvSpPr/>
            <p:nvPr/>
          </p:nvSpPr>
          <p:spPr>
            <a:xfrm>
              <a:off x="9979022" y="297802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615" name="Hexagon 4614">
              <a:extLst>
                <a:ext uri="{FF2B5EF4-FFF2-40B4-BE49-F238E27FC236}">
                  <a16:creationId xmlns:a16="http://schemas.microsoft.com/office/drawing/2014/main" id="{E5F2157F-A1DA-413B-A0F0-3F138BCF45B5}"/>
                </a:ext>
              </a:extLst>
            </p:cNvPr>
            <p:cNvSpPr/>
            <p:nvPr/>
          </p:nvSpPr>
          <p:spPr>
            <a:xfrm>
              <a:off x="10215718" y="342951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616" name="Hexagon 4615">
              <a:extLst>
                <a:ext uri="{FF2B5EF4-FFF2-40B4-BE49-F238E27FC236}">
                  <a16:creationId xmlns:a16="http://schemas.microsoft.com/office/drawing/2014/main" id="{81ED8384-3E02-4B78-9287-8A2621273F1F}"/>
                </a:ext>
              </a:extLst>
            </p:cNvPr>
            <p:cNvSpPr/>
            <p:nvPr/>
          </p:nvSpPr>
          <p:spPr>
            <a:xfrm>
              <a:off x="10219528" y="324472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617" name="Hexagon 4616">
              <a:extLst>
                <a:ext uri="{FF2B5EF4-FFF2-40B4-BE49-F238E27FC236}">
                  <a16:creationId xmlns:a16="http://schemas.microsoft.com/office/drawing/2014/main" id="{7042ABFD-D429-458D-9584-A9E03CF806ED}"/>
                </a:ext>
              </a:extLst>
            </p:cNvPr>
            <p:cNvSpPr/>
            <p:nvPr/>
          </p:nvSpPr>
          <p:spPr>
            <a:xfrm>
              <a:off x="10219528" y="306375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618" name="Hexagon 4617">
              <a:extLst>
                <a:ext uri="{FF2B5EF4-FFF2-40B4-BE49-F238E27FC236}">
                  <a16:creationId xmlns:a16="http://schemas.microsoft.com/office/drawing/2014/main" id="{741F3C95-609E-4586-9066-11EA7425B490}"/>
                </a:ext>
              </a:extLst>
            </p:cNvPr>
            <p:cNvSpPr/>
            <p:nvPr/>
          </p:nvSpPr>
          <p:spPr>
            <a:xfrm>
              <a:off x="10219528" y="288277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619" name="Hexagon 4618">
              <a:extLst>
                <a:ext uri="{FF2B5EF4-FFF2-40B4-BE49-F238E27FC236}">
                  <a16:creationId xmlns:a16="http://schemas.microsoft.com/office/drawing/2014/main" id="{88F4AD66-3C6C-493D-8163-2139AD818CCF}"/>
                </a:ext>
              </a:extLst>
            </p:cNvPr>
            <p:cNvSpPr/>
            <p:nvPr/>
          </p:nvSpPr>
          <p:spPr>
            <a:xfrm>
              <a:off x="10449081" y="315328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620" name="Hexagon 4619">
              <a:extLst>
                <a:ext uri="{FF2B5EF4-FFF2-40B4-BE49-F238E27FC236}">
                  <a16:creationId xmlns:a16="http://schemas.microsoft.com/office/drawing/2014/main" id="{D658D093-4019-4018-9131-DABEA768EE65}"/>
                </a:ext>
              </a:extLst>
            </p:cNvPr>
            <p:cNvSpPr/>
            <p:nvPr/>
          </p:nvSpPr>
          <p:spPr>
            <a:xfrm>
              <a:off x="10452891" y="296850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621" name="Hexagon 4620">
              <a:extLst>
                <a:ext uri="{FF2B5EF4-FFF2-40B4-BE49-F238E27FC236}">
                  <a16:creationId xmlns:a16="http://schemas.microsoft.com/office/drawing/2014/main" id="{FEF6399B-6116-4285-B7B9-02415A819D32}"/>
                </a:ext>
              </a:extLst>
            </p:cNvPr>
            <p:cNvSpPr/>
            <p:nvPr/>
          </p:nvSpPr>
          <p:spPr>
            <a:xfrm>
              <a:off x="10452891" y="278752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622" name="Hexagon 4621">
              <a:extLst>
                <a:ext uri="{FF2B5EF4-FFF2-40B4-BE49-F238E27FC236}">
                  <a16:creationId xmlns:a16="http://schemas.microsoft.com/office/drawing/2014/main" id="{2F478346-6757-4D1B-8516-5F5FEF2FF9B6}"/>
                </a:ext>
              </a:extLst>
            </p:cNvPr>
            <p:cNvSpPr/>
            <p:nvPr/>
          </p:nvSpPr>
          <p:spPr>
            <a:xfrm>
              <a:off x="10452891" y="260655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623" name="Hexagon 4622">
              <a:extLst>
                <a:ext uri="{FF2B5EF4-FFF2-40B4-BE49-F238E27FC236}">
                  <a16:creationId xmlns:a16="http://schemas.microsoft.com/office/drawing/2014/main" id="{4B0DFB89-C73C-425A-8064-09BC389B92C4}"/>
                </a:ext>
              </a:extLst>
            </p:cNvPr>
            <p:cNvSpPr/>
            <p:nvPr/>
          </p:nvSpPr>
          <p:spPr>
            <a:xfrm>
              <a:off x="10452890" y="242557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624" name="Hexagon 4623">
              <a:extLst>
                <a:ext uri="{FF2B5EF4-FFF2-40B4-BE49-F238E27FC236}">
                  <a16:creationId xmlns:a16="http://schemas.microsoft.com/office/drawing/2014/main" id="{6E4D835C-241B-49B3-A24F-CA17050DEEA2}"/>
                </a:ext>
              </a:extLst>
            </p:cNvPr>
            <p:cNvSpPr/>
            <p:nvPr/>
          </p:nvSpPr>
          <p:spPr>
            <a:xfrm>
              <a:off x="10450509" y="224698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625" name="Hexagon 4624">
              <a:extLst>
                <a:ext uri="{FF2B5EF4-FFF2-40B4-BE49-F238E27FC236}">
                  <a16:creationId xmlns:a16="http://schemas.microsoft.com/office/drawing/2014/main" id="{916546B6-259B-4B3D-B74E-55D471EE77BB}"/>
                </a:ext>
              </a:extLst>
            </p:cNvPr>
            <p:cNvSpPr/>
            <p:nvPr/>
          </p:nvSpPr>
          <p:spPr>
            <a:xfrm>
              <a:off x="10688635" y="287325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626" name="Hexagon 4625">
              <a:extLst>
                <a:ext uri="{FF2B5EF4-FFF2-40B4-BE49-F238E27FC236}">
                  <a16:creationId xmlns:a16="http://schemas.microsoft.com/office/drawing/2014/main" id="{EFF032EE-A39D-40BC-8FF6-C245E5A1E8C9}"/>
                </a:ext>
              </a:extLst>
            </p:cNvPr>
            <p:cNvSpPr/>
            <p:nvPr/>
          </p:nvSpPr>
          <p:spPr>
            <a:xfrm>
              <a:off x="10688635" y="269227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627" name="Hexagon 4626">
              <a:extLst>
                <a:ext uri="{FF2B5EF4-FFF2-40B4-BE49-F238E27FC236}">
                  <a16:creationId xmlns:a16="http://schemas.microsoft.com/office/drawing/2014/main" id="{9390252A-4B52-4791-B0BD-0E42229D3D46}"/>
                </a:ext>
              </a:extLst>
            </p:cNvPr>
            <p:cNvSpPr/>
            <p:nvPr/>
          </p:nvSpPr>
          <p:spPr>
            <a:xfrm>
              <a:off x="10917235" y="296850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628" name="Hexagon 4627">
              <a:extLst>
                <a:ext uri="{FF2B5EF4-FFF2-40B4-BE49-F238E27FC236}">
                  <a16:creationId xmlns:a16="http://schemas.microsoft.com/office/drawing/2014/main" id="{C12E1D03-45C4-461E-A5B6-2ED1C1754BE0}"/>
                </a:ext>
              </a:extLst>
            </p:cNvPr>
            <p:cNvSpPr/>
            <p:nvPr/>
          </p:nvSpPr>
          <p:spPr>
            <a:xfrm>
              <a:off x="10917235" y="278752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629" name="Hexagon 4628">
              <a:extLst>
                <a:ext uri="{FF2B5EF4-FFF2-40B4-BE49-F238E27FC236}">
                  <a16:creationId xmlns:a16="http://schemas.microsoft.com/office/drawing/2014/main" id="{00A1AD8D-7E49-4E17-91DF-AF2E1242803D}"/>
                </a:ext>
              </a:extLst>
            </p:cNvPr>
            <p:cNvSpPr/>
            <p:nvPr/>
          </p:nvSpPr>
          <p:spPr>
            <a:xfrm>
              <a:off x="11152977" y="306899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630" name="Hexagon 4629">
              <a:extLst>
                <a:ext uri="{FF2B5EF4-FFF2-40B4-BE49-F238E27FC236}">
                  <a16:creationId xmlns:a16="http://schemas.microsoft.com/office/drawing/2014/main" id="{F3C8B441-D519-4DB6-A41C-74C0C6677ABA}"/>
                </a:ext>
              </a:extLst>
            </p:cNvPr>
            <p:cNvSpPr/>
            <p:nvPr/>
          </p:nvSpPr>
          <p:spPr>
            <a:xfrm>
              <a:off x="11152978" y="288039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631" name="Hexagon 4630">
              <a:extLst>
                <a:ext uri="{FF2B5EF4-FFF2-40B4-BE49-F238E27FC236}">
                  <a16:creationId xmlns:a16="http://schemas.microsoft.com/office/drawing/2014/main" id="{35D6D4ED-A43C-4266-AB3B-B7440FF69A23}"/>
                </a:ext>
              </a:extLst>
            </p:cNvPr>
            <p:cNvSpPr/>
            <p:nvPr/>
          </p:nvSpPr>
          <p:spPr>
            <a:xfrm>
              <a:off x="11152978" y="269942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632" name="Hexagon 4631">
              <a:extLst>
                <a:ext uri="{FF2B5EF4-FFF2-40B4-BE49-F238E27FC236}">
                  <a16:creationId xmlns:a16="http://schemas.microsoft.com/office/drawing/2014/main" id="{6BC0E97F-8A85-4F9C-8E5E-17406AB8A0B0}"/>
                </a:ext>
              </a:extLst>
            </p:cNvPr>
            <p:cNvSpPr/>
            <p:nvPr/>
          </p:nvSpPr>
          <p:spPr>
            <a:xfrm>
              <a:off x="11379196" y="316424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633" name="Hexagon 4632">
              <a:extLst>
                <a:ext uri="{FF2B5EF4-FFF2-40B4-BE49-F238E27FC236}">
                  <a16:creationId xmlns:a16="http://schemas.microsoft.com/office/drawing/2014/main" id="{856B9213-FAC9-4C50-AB49-F8CC57FBD190}"/>
                </a:ext>
              </a:extLst>
            </p:cNvPr>
            <p:cNvSpPr/>
            <p:nvPr/>
          </p:nvSpPr>
          <p:spPr>
            <a:xfrm>
              <a:off x="11379197" y="297564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634" name="Hexagon 4633">
              <a:extLst>
                <a:ext uri="{FF2B5EF4-FFF2-40B4-BE49-F238E27FC236}">
                  <a16:creationId xmlns:a16="http://schemas.microsoft.com/office/drawing/2014/main" id="{5F6BAF57-6280-4C2F-B0A7-87C07A66FBA7}"/>
                </a:ext>
              </a:extLst>
            </p:cNvPr>
            <p:cNvSpPr/>
            <p:nvPr/>
          </p:nvSpPr>
          <p:spPr>
            <a:xfrm>
              <a:off x="11379197" y="279467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635" name="Hexagon 4634">
              <a:extLst>
                <a:ext uri="{FF2B5EF4-FFF2-40B4-BE49-F238E27FC236}">
                  <a16:creationId xmlns:a16="http://schemas.microsoft.com/office/drawing/2014/main" id="{54E62CCC-9EBF-406E-B11C-34C75A9CCB1F}"/>
                </a:ext>
              </a:extLst>
            </p:cNvPr>
            <p:cNvSpPr/>
            <p:nvPr/>
          </p:nvSpPr>
          <p:spPr>
            <a:xfrm>
              <a:off x="11605415" y="307375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636" name="Hexagon 4635">
              <a:extLst>
                <a:ext uri="{FF2B5EF4-FFF2-40B4-BE49-F238E27FC236}">
                  <a16:creationId xmlns:a16="http://schemas.microsoft.com/office/drawing/2014/main" id="{D3A4796B-3029-40C0-8790-83DEAE8BC8F1}"/>
                </a:ext>
              </a:extLst>
            </p:cNvPr>
            <p:cNvSpPr/>
            <p:nvPr/>
          </p:nvSpPr>
          <p:spPr>
            <a:xfrm>
              <a:off x="11607797" y="289230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637" name="Hexagon 4636">
              <a:extLst>
                <a:ext uri="{FF2B5EF4-FFF2-40B4-BE49-F238E27FC236}">
                  <a16:creationId xmlns:a16="http://schemas.microsoft.com/office/drawing/2014/main" id="{6E3765A6-D9A3-46F5-A0F3-49009B5EC269}"/>
                </a:ext>
              </a:extLst>
            </p:cNvPr>
            <p:cNvSpPr/>
            <p:nvPr/>
          </p:nvSpPr>
          <p:spPr>
            <a:xfrm>
              <a:off x="11607797" y="271132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638" name="Hexagon 4637">
              <a:extLst>
                <a:ext uri="{FF2B5EF4-FFF2-40B4-BE49-F238E27FC236}">
                  <a16:creationId xmlns:a16="http://schemas.microsoft.com/office/drawing/2014/main" id="{833C12DD-F963-4C75-BCDC-E8CB12AE2E53}"/>
                </a:ext>
              </a:extLst>
            </p:cNvPr>
            <p:cNvSpPr/>
            <p:nvPr/>
          </p:nvSpPr>
          <p:spPr>
            <a:xfrm>
              <a:off x="11844968" y="279657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639" name="Hexagon 4638">
              <a:extLst>
                <a:ext uri="{FF2B5EF4-FFF2-40B4-BE49-F238E27FC236}">
                  <a16:creationId xmlns:a16="http://schemas.microsoft.com/office/drawing/2014/main" id="{A25BCA19-0E3F-48CB-8F50-C761308EF5D2}"/>
                </a:ext>
              </a:extLst>
            </p:cNvPr>
            <p:cNvSpPr/>
            <p:nvPr/>
          </p:nvSpPr>
          <p:spPr>
            <a:xfrm>
              <a:off x="11619543" y="252828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640" name="Hexagon 4639">
              <a:extLst>
                <a:ext uri="{FF2B5EF4-FFF2-40B4-BE49-F238E27FC236}">
                  <a16:creationId xmlns:a16="http://schemas.microsoft.com/office/drawing/2014/main" id="{BC4383C2-4CF1-4005-ACDC-AAECC7B100DD}"/>
                </a:ext>
              </a:extLst>
            </p:cNvPr>
            <p:cNvSpPr/>
            <p:nvPr/>
          </p:nvSpPr>
          <p:spPr>
            <a:xfrm>
              <a:off x="11387768" y="2613219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641" name="Hexagon 4640">
              <a:extLst>
                <a:ext uri="{FF2B5EF4-FFF2-40B4-BE49-F238E27FC236}">
                  <a16:creationId xmlns:a16="http://schemas.microsoft.com/office/drawing/2014/main" id="{1697E3C9-A58B-4874-8034-371FD40EE9DF}"/>
                </a:ext>
              </a:extLst>
            </p:cNvPr>
            <p:cNvSpPr/>
            <p:nvPr/>
          </p:nvSpPr>
          <p:spPr>
            <a:xfrm>
              <a:off x="11392530" y="242748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642" name="Hexagon 4641">
              <a:extLst>
                <a:ext uri="{FF2B5EF4-FFF2-40B4-BE49-F238E27FC236}">
                  <a16:creationId xmlns:a16="http://schemas.microsoft.com/office/drawing/2014/main" id="{97E26BF8-46E5-4EDE-8919-13895F24319B}"/>
                </a:ext>
              </a:extLst>
            </p:cNvPr>
            <p:cNvSpPr/>
            <p:nvPr/>
          </p:nvSpPr>
          <p:spPr>
            <a:xfrm>
              <a:off x="11392530" y="224650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643" name="Hexagon 4642">
              <a:extLst>
                <a:ext uri="{FF2B5EF4-FFF2-40B4-BE49-F238E27FC236}">
                  <a16:creationId xmlns:a16="http://schemas.microsoft.com/office/drawing/2014/main" id="{E3028765-1687-42DB-A87E-2AC7C9A65E5E}"/>
                </a:ext>
              </a:extLst>
            </p:cNvPr>
            <p:cNvSpPr/>
            <p:nvPr/>
          </p:nvSpPr>
          <p:spPr>
            <a:xfrm>
              <a:off x="11152024" y="233461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644" name="Hexagon 4643">
              <a:extLst>
                <a:ext uri="{FF2B5EF4-FFF2-40B4-BE49-F238E27FC236}">
                  <a16:creationId xmlns:a16="http://schemas.microsoft.com/office/drawing/2014/main" id="{F035143F-AF29-45B0-B9FD-333B203C71CE}"/>
                </a:ext>
              </a:extLst>
            </p:cNvPr>
            <p:cNvSpPr/>
            <p:nvPr/>
          </p:nvSpPr>
          <p:spPr>
            <a:xfrm>
              <a:off x="11152023" y="216078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645" name="Hexagon 4644">
              <a:extLst>
                <a:ext uri="{FF2B5EF4-FFF2-40B4-BE49-F238E27FC236}">
                  <a16:creationId xmlns:a16="http://schemas.microsoft.com/office/drawing/2014/main" id="{2CC904B8-D330-44F5-977F-96E9A294F095}"/>
                </a:ext>
              </a:extLst>
            </p:cNvPr>
            <p:cNvSpPr/>
            <p:nvPr/>
          </p:nvSpPr>
          <p:spPr>
            <a:xfrm>
              <a:off x="10911517" y="224888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646" name="Hexagon 4645">
              <a:extLst>
                <a:ext uri="{FF2B5EF4-FFF2-40B4-BE49-F238E27FC236}">
                  <a16:creationId xmlns:a16="http://schemas.microsoft.com/office/drawing/2014/main" id="{82DC03A2-4BDC-46AB-91D1-6B8B203CB0FF}"/>
                </a:ext>
              </a:extLst>
            </p:cNvPr>
            <p:cNvSpPr/>
            <p:nvPr/>
          </p:nvSpPr>
          <p:spPr>
            <a:xfrm>
              <a:off x="10924378" y="261131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647" name="Hexagon 4646">
              <a:extLst>
                <a:ext uri="{FF2B5EF4-FFF2-40B4-BE49-F238E27FC236}">
                  <a16:creationId xmlns:a16="http://schemas.microsoft.com/office/drawing/2014/main" id="{E63C0262-19A0-4D64-8EB9-7DB9E24586CB}"/>
                </a:ext>
              </a:extLst>
            </p:cNvPr>
            <p:cNvSpPr/>
            <p:nvPr/>
          </p:nvSpPr>
          <p:spPr>
            <a:xfrm>
              <a:off x="10917235" y="243034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648" name="Hexagon 4647">
              <a:extLst>
                <a:ext uri="{FF2B5EF4-FFF2-40B4-BE49-F238E27FC236}">
                  <a16:creationId xmlns:a16="http://schemas.microsoft.com/office/drawing/2014/main" id="{75806599-C2A9-4AD0-B226-B6792E98C3C6}"/>
                </a:ext>
              </a:extLst>
            </p:cNvPr>
            <p:cNvSpPr/>
            <p:nvPr/>
          </p:nvSpPr>
          <p:spPr>
            <a:xfrm>
              <a:off x="10691016" y="251844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649" name="Hexagon 4648">
              <a:extLst>
                <a:ext uri="{FF2B5EF4-FFF2-40B4-BE49-F238E27FC236}">
                  <a16:creationId xmlns:a16="http://schemas.microsoft.com/office/drawing/2014/main" id="{52A6D0D1-7543-46BC-8136-FC989DCFB72A}"/>
                </a:ext>
              </a:extLst>
            </p:cNvPr>
            <p:cNvSpPr/>
            <p:nvPr/>
          </p:nvSpPr>
          <p:spPr>
            <a:xfrm>
              <a:off x="10683871" y="215173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650" name="Hexagon 4649">
              <a:extLst>
                <a:ext uri="{FF2B5EF4-FFF2-40B4-BE49-F238E27FC236}">
                  <a16:creationId xmlns:a16="http://schemas.microsoft.com/office/drawing/2014/main" id="{5E94D8F3-B23D-4E41-9670-B8E67C166AAA}"/>
                </a:ext>
              </a:extLst>
            </p:cNvPr>
            <p:cNvSpPr/>
            <p:nvPr/>
          </p:nvSpPr>
          <p:spPr>
            <a:xfrm>
              <a:off x="11610178" y="435105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651" name="Hexagon 4650">
              <a:extLst>
                <a:ext uri="{FF2B5EF4-FFF2-40B4-BE49-F238E27FC236}">
                  <a16:creationId xmlns:a16="http://schemas.microsoft.com/office/drawing/2014/main" id="{360C7774-4446-4CCB-852E-2B44B2525F1D}"/>
                </a:ext>
              </a:extLst>
            </p:cNvPr>
            <p:cNvSpPr/>
            <p:nvPr/>
          </p:nvSpPr>
          <p:spPr>
            <a:xfrm>
              <a:off x="11608273" y="416627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652" name="Hexagon 4651">
              <a:extLst>
                <a:ext uri="{FF2B5EF4-FFF2-40B4-BE49-F238E27FC236}">
                  <a16:creationId xmlns:a16="http://schemas.microsoft.com/office/drawing/2014/main" id="{F8D7DFB5-DE51-4308-91C7-3F9455447289}"/>
                </a:ext>
              </a:extLst>
            </p:cNvPr>
            <p:cNvSpPr/>
            <p:nvPr/>
          </p:nvSpPr>
          <p:spPr>
            <a:xfrm>
              <a:off x="11841159" y="426533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653" name="Hexagon 4652">
              <a:extLst>
                <a:ext uri="{FF2B5EF4-FFF2-40B4-BE49-F238E27FC236}">
                  <a16:creationId xmlns:a16="http://schemas.microsoft.com/office/drawing/2014/main" id="{BE844989-842E-4143-A8E2-EE39BD52DE50}"/>
                </a:ext>
              </a:extLst>
            </p:cNvPr>
            <p:cNvSpPr/>
            <p:nvPr/>
          </p:nvSpPr>
          <p:spPr>
            <a:xfrm>
              <a:off x="11839254" y="408054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654" name="Hexagon 4653">
              <a:extLst>
                <a:ext uri="{FF2B5EF4-FFF2-40B4-BE49-F238E27FC236}">
                  <a16:creationId xmlns:a16="http://schemas.microsoft.com/office/drawing/2014/main" id="{4C22E718-DE38-42C9-8509-C4458D975268}"/>
                </a:ext>
              </a:extLst>
            </p:cNvPr>
            <p:cNvSpPr/>
            <p:nvPr/>
          </p:nvSpPr>
          <p:spPr>
            <a:xfrm>
              <a:off x="12315028" y="444392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655" name="Hexagon 4654">
              <a:extLst>
                <a:ext uri="{FF2B5EF4-FFF2-40B4-BE49-F238E27FC236}">
                  <a16:creationId xmlns:a16="http://schemas.microsoft.com/office/drawing/2014/main" id="{4CEC1541-4FAA-44C4-8730-7AB31B4C40B2}"/>
                </a:ext>
              </a:extLst>
            </p:cNvPr>
            <p:cNvSpPr/>
            <p:nvPr/>
          </p:nvSpPr>
          <p:spPr>
            <a:xfrm>
              <a:off x="12313123" y="4259139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656" name="Hexagon 4655">
              <a:extLst>
                <a:ext uri="{FF2B5EF4-FFF2-40B4-BE49-F238E27FC236}">
                  <a16:creationId xmlns:a16="http://schemas.microsoft.com/office/drawing/2014/main" id="{20A78110-C95B-4CC1-BACF-09EBEB833832}"/>
                </a:ext>
              </a:extLst>
            </p:cNvPr>
            <p:cNvSpPr/>
            <p:nvPr/>
          </p:nvSpPr>
          <p:spPr>
            <a:xfrm>
              <a:off x="12548390" y="435105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657" name="Hexagon 4656">
              <a:extLst>
                <a:ext uri="{FF2B5EF4-FFF2-40B4-BE49-F238E27FC236}">
                  <a16:creationId xmlns:a16="http://schemas.microsoft.com/office/drawing/2014/main" id="{6DDF031F-F826-44B0-A2D7-48550B4B5FC8}"/>
                </a:ext>
              </a:extLst>
            </p:cNvPr>
            <p:cNvSpPr/>
            <p:nvPr/>
          </p:nvSpPr>
          <p:spPr>
            <a:xfrm>
              <a:off x="12546485" y="416627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658" name="Hexagon 4657">
              <a:extLst>
                <a:ext uri="{FF2B5EF4-FFF2-40B4-BE49-F238E27FC236}">
                  <a16:creationId xmlns:a16="http://schemas.microsoft.com/office/drawing/2014/main" id="{971A5EDC-E21B-4A1C-BEE3-5155DA5F0920}"/>
                </a:ext>
              </a:extLst>
            </p:cNvPr>
            <p:cNvSpPr/>
            <p:nvPr/>
          </p:nvSpPr>
          <p:spPr>
            <a:xfrm>
              <a:off x="12077855" y="417151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659" name="Hexagon 4658">
              <a:extLst>
                <a:ext uri="{FF2B5EF4-FFF2-40B4-BE49-F238E27FC236}">
                  <a16:creationId xmlns:a16="http://schemas.microsoft.com/office/drawing/2014/main" id="{0096261A-C669-4A12-A535-8A6607A38414}"/>
                </a:ext>
              </a:extLst>
            </p:cNvPr>
            <p:cNvSpPr/>
            <p:nvPr/>
          </p:nvSpPr>
          <p:spPr>
            <a:xfrm>
              <a:off x="11842112" y="444297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709" name="Hexagon 4708">
              <a:extLst>
                <a:ext uri="{FF2B5EF4-FFF2-40B4-BE49-F238E27FC236}">
                  <a16:creationId xmlns:a16="http://schemas.microsoft.com/office/drawing/2014/main" id="{F926B892-B914-4F80-B641-68D3EDA057B2}"/>
                </a:ext>
              </a:extLst>
            </p:cNvPr>
            <p:cNvSpPr/>
            <p:nvPr/>
          </p:nvSpPr>
          <p:spPr>
            <a:xfrm>
              <a:off x="4401648" y="442721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710" name="Hexagon 4709">
              <a:extLst>
                <a:ext uri="{FF2B5EF4-FFF2-40B4-BE49-F238E27FC236}">
                  <a16:creationId xmlns:a16="http://schemas.microsoft.com/office/drawing/2014/main" id="{9993BC88-DAB4-427C-B111-1820FF06FD7E}"/>
                </a:ext>
              </a:extLst>
            </p:cNvPr>
            <p:cNvSpPr/>
            <p:nvPr/>
          </p:nvSpPr>
          <p:spPr>
            <a:xfrm>
              <a:off x="4404030" y="460819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711" name="Hexagon 4710">
              <a:extLst>
                <a:ext uri="{FF2B5EF4-FFF2-40B4-BE49-F238E27FC236}">
                  <a16:creationId xmlns:a16="http://schemas.microsoft.com/office/drawing/2014/main" id="{F0076AB9-1C21-4CED-AD91-401F46891C54}"/>
                </a:ext>
              </a:extLst>
            </p:cNvPr>
            <p:cNvSpPr/>
            <p:nvPr/>
          </p:nvSpPr>
          <p:spPr>
            <a:xfrm>
              <a:off x="4165905" y="452008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712" name="Hexagon 4711">
              <a:extLst>
                <a:ext uri="{FF2B5EF4-FFF2-40B4-BE49-F238E27FC236}">
                  <a16:creationId xmlns:a16="http://schemas.microsoft.com/office/drawing/2014/main" id="{B78722AE-931B-4725-A2AC-A18ADCA4A388}"/>
                </a:ext>
              </a:extLst>
            </p:cNvPr>
            <p:cNvSpPr/>
            <p:nvPr/>
          </p:nvSpPr>
          <p:spPr>
            <a:xfrm>
              <a:off x="4168286" y="470820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713" name="Hexagon 4712">
              <a:extLst>
                <a:ext uri="{FF2B5EF4-FFF2-40B4-BE49-F238E27FC236}">
                  <a16:creationId xmlns:a16="http://schemas.microsoft.com/office/drawing/2014/main" id="{E60B8E20-55A9-401C-A64A-D28F4465F25C}"/>
                </a:ext>
              </a:extLst>
            </p:cNvPr>
            <p:cNvSpPr/>
            <p:nvPr/>
          </p:nvSpPr>
          <p:spPr>
            <a:xfrm>
              <a:off x="4161142" y="488917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714" name="Hexagon 4713">
              <a:extLst>
                <a:ext uri="{FF2B5EF4-FFF2-40B4-BE49-F238E27FC236}">
                  <a16:creationId xmlns:a16="http://schemas.microsoft.com/office/drawing/2014/main" id="{635463B6-C5AE-4438-8E9C-3020F6600A8B}"/>
                </a:ext>
              </a:extLst>
            </p:cNvPr>
            <p:cNvSpPr/>
            <p:nvPr/>
          </p:nvSpPr>
          <p:spPr>
            <a:xfrm>
              <a:off x="4396885" y="497490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715" name="Hexagon 4714">
              <a:extLst>
                <a:ext uri="{FF2B5EF4-FFF2-40B4-BE49-F238E27FC236}">
                  <a16:creationId xmlns:a16="http://schemas.microsoft.com/office/drawing/2014/main" id="{AEC57A05-EC92-49F1-80C2-DD7A74AFE9B7}"/>
                </a:ext>
              </a:extLst>
            </p:cNvPr>
            <p:cNvSpPr/>
            <p:nvPr/>
          </p:nvSpPr>
          <p:spPr>
            <a:xfrm>
              <a:off x="4401647" y="516218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716" name="Hexagon 4715">
              <a:extLst>
                <a:ext uri="{FF2B5EF4-FFF2-40B4-BE49-F238E27FC236}">
                  <a16:creationId xmlns:a16="http://schemas.microsoft.com/office/drawing/2014/main" id="{AC0EF498-D695-48C3-B820-56E7F15BD2EA}"/>
                </a:ext>
              </a:extLst>
            </p:cNvPr>
            <p:cNvSpPr/>
            <p:nvPr/>
          </p:nvSpPr>
          <p:spPr>
            <a:xfrm>
              <a:off x="4399266" y="533862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717" name="Hexagon 4716">
              <a:extLst>
                <a:ext uri="{FF2B5EF4-FFF2-40B4-BE49-F238E27FC236}">
                  <a16:creationId xmlns:a16="http://schemas.microsoft.com/office/drawing/2014/main" id="{632DD260-3A61-4FC6-9B6B-BEBB8A6E324A}"/>
                </a:ext>
              </a:extLst>
            </p:cNvPr>
            <p:cNvSpPr/>
            <p:nvPr/>
          </p:nvSpPr>
          <p:spPr>
            <a:xfrm>
              <a:off x="4168284" y="507158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718" name="Hexagon 4717">
              <a:extLst>
                <a:ext uri="{FF2B5EF4-FFF2-40B4-BE49-F238E27FC236}">
                  <a16:creationId xmlns:a16="http://schemas.microsoft.com/office/drawing/2014/main" id="{CA69165F-2793-4938-A395-261FB7B3E9D3}"/>
                </a:ext>
              </a:extLst>
            </p:cNvPr>
            <p:cNvSpPr/>
            <p:nvPr/>
          </p:nvSpPr>
          <p:spPr>
            <a:xfrm>
              <a:off x="4165903" y="525278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719" name="Hexagon 4718">
              <a:extLst>
                <a:ext uri="{FF2B5EF4-FFF2-40B4-BE49-F238E27FC236}">
                  <a16:creationId xmlns:a16="http://schemas.microsoft.com/office/drawing/2014/main" id="{CA93936D-A9ED-40C6-BBAF-1B6869DA1D34}"/>
                </a:ext>
              </a:extLst>
            </p:cNvPr>
            <p:cNvSpPr/>
            <p:nvPr/>
          </p:nvSpPr>
          <p:spPr>
            <a:xfrm>
              <a:off x="3923017" y="498204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720" name="Hexagon 4719">
              <a:extLst>
                <a:ext uri="{FF2B5EF4-FFF2-40B4-BE49-F238E27FC236}">
                  <a16:creationId xmlns:a16="http://schemas.microsoft.com/office/drawing/2014/main" id="{7418F63C-8DAD-4B4C-B437-4588CDD278EE}"/>
                </a:ext>
              </a:extLst>
            </p:cNvPr>
            <p:cNvSpPr/>
            <p:nvPr/>
          </p:nvSpPr>
          <p:spPr>
            <a:xfrm>
              <a:off x="3930159" y="516207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721" name="Hexagon 4720">
              <a:extLst>
                <a:ext uri="{FF2B5EF4-FFF2-40B4-BE49-F238E27FC236}">
                  <a16:creationId xmlns:a16="http://schemas.microsoft.com/office/drawing/2014/main" id="{81257278-A789-4F8F-99BA-F4570BB4E5DB}"/>
                </a:ext>
              </a:extLst>
            </p:cNvPr>
            <p:cNvSpPr/>
            <p:nvPr/>
          </p:nvSpPr>
          <p:spPr>
            <a:xfrm>
              <a:off x="3930159" y="534327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722" name="Hexagon 4721">
              <a:extLst>
                <a:ext uri="{FF2B5EF4-FFF2-40B4-BE49-F238E27FC236}">
                  <a16:creationId xmlns:a16="http://schemas.microsoft.com/office/drawing/2014/main" id="{CE816EE9-317D-48F6-9BBA-765FB0C407F2}"/>
                </a:ext>
              </a:extLst>
            </p:cNvPr>
            <p:cNvSpPr/>
            <p:nvPr/>
          </p:nvSpPr>
          <p:spPr>
            <a:xfrm>
              <a:off x="3692036" y="506777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723" name="Hexagon 4722">
              <a:extLst>
                <a:ext uri="{FF2B5EF4-FFF2-40B4-BE49-F238E27FC236}">
                  <a16:creationId xmlns:a16="http://schemas.microsoft.com/office/drawing/2014/main" id="{07264B56-D510-405A-8A6D-36472F46CCCE}"/>
                </a:ext>
              </a:extLst>
            </p:cNvPr>
            <p:cNvSpPr/>
            <p:nvPr/>
          </p:nvSpPr>
          <p:spPr>
            <a:xfrm>
              <a:off x="3696797" y="5247799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724" name="Hexagon 4723">
              <a:extLst>
                <a:ext uri="{FF2B5EF4-FFF2-40B4-BE49-F238E27FC236}">
                  <a16:creationId xmlns:a16="http://schemas.microsoft.com/office/drawing/2014/main" id="{C1CEE7D7-34B6-45F5-A97D-139D1F2A5528}"/>
                </a:ext>
              </a:extLst>
            </p:cNvPr>
            <p:cNvSpPr/>
            <p:nvPr/>
          </p:nvSpPr>
          <p:spPr>
            <a:xfrm>
              <a:off x="3694416" y="5428999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725" name="Hexagon 4724">
              <a:extLst>
                <a:ext uri="{FF2B5EF4-FFF2-40B4-BE49-F238E27FC236}">
                  <a16:creationId xmlns:a16="http://schemas.microsoft.com/office/drawing/2014/main" id="{A4C5DC0A-646D-49B7-932D-051BEF4439DE}"/>
                </a:ext>
              </a:extLst>
            </p:cNvPr>
            <p:cNvSpPr/>
            <p:nvPr/>
          </p:nvSpPr>
          <p:spPr>
            <a:xfrm>
              <a:off x="3692036" y="452246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726" name="Hexagon 4725">
              <a:extLst>
                <a:ext uri="{FF2B5EF4-FFF2-40B4-BE49-F238E27FC236}">
                  <a16:creationId xmlns:a16="http://schemas.microsoft.com/office/drawing/2014/main" id="{C145E77A-9539-4DD5-B838-E45A88228568}"/>
                </a:ext>
              </a:extLst>
            </p:cNvPr>
            <p:cNvSpPr/>
            <p:nvPr/>
          </p:nvSpPr>
          <p:spPr>
            <a:xfrm>
              <a:off x="3696797" y="470249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727" name="Hexagon 4726">
              <a:extLst>
                <a:ext uri="{FF2B5EF4-FFF2-40B4-BE49-F238E27FC236}">
                  <a16:creationId xmlns:a16="http://schemas.microsoft.com/office/drawing/2014/main" id="{7D1F4525-1BDE-42A8-8744-BFDD40B6ED6B}"/>
                </a:ext>
              </a:extLst>
            </p:cNvPr>
            <p:cNvSpPr/>
            <p:nvPr/>
          </p:nvSpPr>
          <p:spPr>
            <a:xfrm>
              <a:off x="3694416" y="488369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728" name="Hexagon 4727">
              <a:extLst>
                <a:ext uri="{FF2B5EF4-FFF2-40B4-BE49-F238E27FC236}">
                  <a16:creationId xmlns:a16="http://schemas.microsoft.com/office/drawing/2014/main" id="{08F43CC1-606E-494F-8D2D-45E0BEB2E3CB}"/>
                </a:ext>
              </a:extLst>
            </p:cNvPr>
            <p:cNvSpPr/>
            <p:nvPr/>
          </p:nvSpPr>
          <p:spPr>
            <a:xfrm>
              <a:off x="3927780" y="424624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729" name="Hexagon 4728">
              <a:extLst>
                <a:ext uri="{FF2B5EF4-FFF2-40B4-BE49-F238E27FC236}">
                  <a16:creationId xmlns:a16="http://schemas.microsoft.com/office/drawing/2014/main" id="{CB8F0E68-8B69-47A2-BD36-118DB9D472E3}"/>
                </a:ext>
              </a:extLst>
            </p:cNvPr>
            <p:cNvSpPr/>
            <p:nvPr/>
          </p:nvSpPr>
          <p:spPr>
            <a:xfrm>
              <a:off x="3932541" y="442626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730" name="Hexagon 4729">
              <a:extLst>
                <a:ext uri="{FF2B5EF4-FFF2-40B4-BE49-F238E27FC236}">
                  <a16:creationId xmlns:a16="http://schemas.microsoft.com/office/drawing/2014/main" id="{E5371FAD-BCA5-47BD-9415-83696F4DEF89}"/>
                </a:ext>
              </a:extLst>
            </p:cNvPr>
            <p:cNvSpPr/>
            <p:nvPr/>
          </p:nvSpPr>
          <p:spPr>
            <a:xfrm>
              <a:off x="3930160" y="460746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731" name="Hexagon 4730">
              <a:extLst>
                <a:ext uri="{FF2B5EF4-FFF2-40B4-BE49-F238E27FC236}">
                  <a16:creationId xmlns:a16="http://schemas.microsoft.com/office/drawing/2014/main" id="{A2A45EB3-5051-4F95-B28F-ECDD14F27921}"/>
                </a:ext>
              </a:extLst>
            </p:cNvPr>
            <p:cNvSpPr/>
            <p:nvPr/>
          </p:nvSpPr>
          <p:spPr>
            <a:xfrm>
              <a:off x="4163524" y="415575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732" name="Hexagon 4731">
              <a:extLst>
                <a:ext uri="{FF2B5EF4-FFF2-40B4-BE49-F238E27FC236}">
                  <a16:creationId xmlns:a16="http://schemas.microsoft.com/office/drawing/2014/main" id="{A673EEA6-8EAA-4117-B8DE-A3CEC7D42DB1}"/>
                </a:ext>
              </a:extLst>
            </p:cNvPr>
            <p:cNvSpPr/>
            <p:nvPr/>
          </p:nvSpPr>
          <p:spPr>
            <a:xfrm>
              <a:off x="3694417" y="415813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733" name="Hexagon 4732">
              <a:extLst>
                <a:ext uri="{FF2B5EF4-FFF2-40B4-BE49-F238E27FC236}">
                  <a16:creationId xmlns:a16="http://schemas.microsoft.com/office/drawing/2014/main" id="{2EA83DF7-903A-4237-B435-DE76B70460BA}"/>
                </a:ext>
              </a:extLst>
            </p:cNvPr>
            <p:cNvSpPr/>
            <p:nvPr/>
          </p:nvSpPr>
          <p:spPr>
            <a:xfrm>
              <a:off x="3699178" y="433816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734" name="Hexagon 4733">
              <a:extLst>
                <a:ext uri="{FF2B5EF4-FFF2-40B4-BE49-F238E27FC236}">
                  <a16:creationId xmlns:a16="http://schemas.microsoft.com/office/drawing/2014/main" id="{2D104B16-B230-4AC9-959C-6B3B2BEDFE30}"/>
                </a:ext>
              </a:extLst>
            </p:cNvPr>
            <p:cNvSpPr/>
            <p:nvPr/>
          </p:nvSpPr>
          <p:spPr>
            <a:xfrm>
              <a:off x="3458673" y="425100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735" name="Hexagon 4734">
              <a:extLst>
                <a:ext uri="{FF2B5EF4-FFF2-40B4-BE49-F238E27FC236}">
                  <a16:creationId xmlns:a16="http://schemas.microsoft.com/office/drawing/2014/main" id="{E15C92A8-B12C-4F74-86B6-CDEBFF795B00}"/>
                </a:ext>
              </a:extLst>
            </p:cNvPr>
            <p:cNvSpPr/>
            <p:nvPr/>
          </p:nvSpPr>
          <p:spPr>
            <a:xfrm>
              <a:off x="3463434" y="4431029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736" name="Hexagon 4735">
              <a:extLst>
                <a:ext uri="{FF2B5EF4-FFF2-40B4-BE49-F238E27FC236}">
                  <a16:creationId xmlns:a16="http://schemas.microsoft.com/office/drawing/2014/main" id="{146B2A38-46EF-4D26-8C2F-D69C4EDA5E16}"/>
                </a:ext>
              </a:extLst>
            </p:cNvPr>
            <p:cNvSpPr/>
            <p:nvPr/>
          </p:nvSpPr>
          <p:spPr>
            <a:xfrm>
              <a:off x="3225310" y="416289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737" name="Hexagon 4736">
              <a:extLst>
                <a:ext uri="{FF2B5EF4-FFF2-40B4-BE49-F238E27FC236}">
                  <a16:creationId xmlns:a16="http://schemas.microsoft.com/office/drawing/2014/main" id="{ADEF1D99-500B-4D12-8317-3D03E24C523A}"/>
                </a:ext>
              </a:extLst>
            </p:cNvPr>
            <p:cNvSpPr/>
            <p:nvPr/>
          </p:nvSpPr>
          <p:spPr>
            <a:xfrm>
              <a:off x="3230071" y="434292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738" name="Hexagon 4737">
              <a:extLst>
                <a:ext uri="{FF2B5EF4-FFF2-40B4-BE49-F238E27FC236}">
                  <a16:creationId xmlns:a16="http://schemas.microsoft.com/office/drawing/2014/main" id="{3333F2A2-B5C7-4D0E-A779-D646289A7CB8}"/>
                </a:ext>
              </a:extLst>
            </p:cNvPr>
            <p:cNvSpPr/>
            <p:nvPr/>
          </p:nvSpPr>
          <p:spPr>
            <a:xfrm>
              <a:off x="3458672" y="479630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739" name="Hexagon 4738">
              <a:extLst>
                <a:ext uri="{FF2B5EF4-FFF2-40B4-BE49-F238E27FC236}">
                  <a16:creationId xmlns:a16="http://schemas.microsoft.com/office/drawing/2014/main" id="{E2F0DD0C-B6BA-4052-8A0F-AC8B6C89CC35}"/>
                </a:ext>
              </a:extLst>
            </p:cNvPr>
            <p:cNvSpPr/>
            <p:nvPr/>
          </p:nvSpPr>
          <p:spPr>
            <a:xfrm>
              <a:off x="3463433" y="497633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740" name="Hexagon 4739">
              <a:extLst>
                <a:ext uri="{FF2B5EF4-FFF2-40B4-BE49-F238E27FC236}">
                  <a16:creationId xmlns:a16="http://schemas.microsoft.com/office/drawing/2014/main" id="{76647864-B43B-48B4-8780-5E43276337AE}"/>
                </a:ext>
              </a:extLst>
            </p:cNvPr>
            <p:cNvSpPr/>
            <p:nvPr/>
          </p:nvSpPr>
          <p:spPr>
            <a:xfrm>
              <a:off x="3225309" y="488679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741" name="Hexagon 4740">
              <a:extLst>
                <a:ext uri="{FF2B5EF4-FFF2-40B4-BE49-F238E27FC236}">
                  <a16:creationId xmlns:a16="http://schemas.microsoft.com/office/drawing/2014/main" id="{9503406C-6E96-46D1-959A-332ABAA2B8CB}"/>
                </a:ext>
              </a:extLst>
            </p:cNvPr>
            <p:cNvSpPr/>
            <p:nvPr/>
          </p:nvSpPr>
          <p:spPr>
            <a:xfrm>
              <a:off x="3230070" y="506682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742" name="Hexagon 4741">
              <a:extLst>
                <a:ext uri="{FF2B5EF4-FFF2-40B4-BE49-F238E27FC236}">
                  <a16:creationId xmlns:a16="http://schemas.microsoft.com/office/drawing/2014/main" id="{225DE931-AB59-4AD7-BB65-F8857A00421D}"/>
                </a:ext>
              </a:extLst>
            </p:cNvPr>
            <p:cNvSpPr/>
            <p:nvPr/>
          </p:nvSpPr>
          <p:spPr>
            <a:xfrm>
              <a:off x="3458672" y="533590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743" name="Hexagon 4742">
              <a:extLst>
                <a:ext uri="{FF2B5EF4-FFF2-40B4-BE49-F238E27FC236}">
                  <a16:creationId xmlns:a16="http://schemas.microsoft.com/office/drawing/2014/main" id="{B966F61B-4EB8-4D5D-8270-03C804FF502B}"/>
                </a:ext>
              </a:extLst>
            </p:cNvPr>
            <p:cNvSpPr/>
            <p:nvPr/>
          </p:nvSpPr>
          <p:spPr>
            <a:xfrm>
              <a:off x="3222928" y="5419249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744" name="Hexagon 4743">
              <a:extLst>
                <a:ext uri="{FF2B5EF4-FFF2-40B4-BE49-F238E27FC236}">
                  <a16:creationId xmlns:a16="http://schemas.microsoft.com/office/drawing/2014/main" id="{A0D3D251-A79A-49E8-9C12-75CF2F985DF2}"/>
                </a:ext>
              </a:extLst>
            </p:cNvPr>
            <p:cNvSpPr/>
            <p:nvPr/>
          </p:nvSpPr>
          <p:spPr>
            <a:xfrm>
              <a:off x="3230071" y="4703439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745" name="Hexagon 4744">
              <a:extLst>
                <a:ext uri="{FF2B5EF4-FFF2-40B4-BE49-F238E27FC236}">
                  <a16:creationId xmlns:a16="http://schemas.microsoft.com/office/drawing/2014/main" id="{A64A812D-9ECF-414C-9D30-094001078FBB}"/>
                </a:ext>
              </a:extLst>
            </p:cNvPr>
            <p:cNvSpPr/>
            <p:nvPr/>
          </p:nvSpPr>
          <p:spPr>
            <a:xfrm>
              <a:off x="2989565" y="4798689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746" name="Hexagon 4745">
              <a:extLst>
                <a:ext uri="{FF2B5EF4-FFF2-40B4-BE49-F238E27FC236}">
                  <a16:creationId xmlns:a16="http://schemas.microsoft.com/office/drawing/2014/main" id="{3B111224-1AB2-47EF-9358-0DF675AA60C7}"/>
                </a:ext>
              </a:extLst>
            </p:cNvPr>
            <p:cNvSpPr/>
            <p:nvPr/>
          </p:nvSpPr>
          <p:spPr>
            <a:xfrm>
              <a:off x="2991945" y="497871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747" name="Hexagon 4746">
              <a:extLst>
                <a:ext uri="{FF2B5EF4-FFF2-40B4-BE49-F238E27FC236}">
                  <a16:creationId xmlns:a16="http://schemas.microsoft.com/office/drawing/2014/main" id="{0AD2DC75-636C-4D40-916F-FFB8EECBE2C5}"/>
                </a:ext>
              </a:extLst>
            </p:cNvPr>
            <p:cNvSpPr/>
            <p:nvPr/>
          </p:nvSpPr>
          <p:spPr>
            <a:xfrm>
              <a:off x="2991946" y="461057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748" name="Hexagon 4747">
              <a:extLst>
                <a:ext uri="{FF2B5EF4-FFF2-40B4-BE49-F238E27FC236}">
                  <a16:creationId xmlns:a16="http://schemas.microsoft.com/office/drawing/2014/main" id="{FEF0F1DF-CABA-4720-9288-5B2BB4B1D01B}"/>
                </a:ext>
              </a:extLst>
            </p:cNvPr>
            <p:cNvSpPr/>
            <p:nvPr/>
          </p:nvSpPr>
          <p:spPr>
            <a:xfrm>
              <a:off x="2756202" y="487965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749" name="Hexagon 4748">
              <a:extLst>
                <a:ext uri="{FF2B5EF4-FFF2-40B4-BE49-F238E27FC236}">
                  <a16:creationId xmlns:a16="http://schemas.microsoft.com/office/drawing/2014/main" id="{01A9A5A7-E69D-4F34-B1FB-A996C85061D2}"/>
                </a:ext>
              </a:extLst>
            </p:cNvPr>
            <p:cNvSpPr/>
            <p:nvPr/>
          </p:nvSpPr>
          <p:spPr>
            <a:xfrm>
              <a:off x="2760963" y="505967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750" name="Hexagon 4749">
              <a:extLst>
                <a:ext uri="{FF2B5EF4-FFF2-40B4-BE49-F238E27FC236}">
                  <a16:creationId xmlns:a16="http://schemas.microsoft.com/office/drawing/2014/main" id="{58D7A869-D335-4726-9A4A-F3332B9D47F7}"/>
                </a:ext>
              </a:extLst>
            </p:cNvPr>
            <p:cNvSpPr/>
            <p:nvPr/>
          </p:nvSpPr>
          <p:spPr>
            <a:xfrm>
              <a:off x="2760964" y="469629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751" name="Hexagon 4750">
              <a:extLst>
                <a:ext uri="{FF2B5EF4-FFF2-40B4-BE49-F238E27FC236}">
                  <a16:creationId xmlns:a16="http://schemas.microsoft.com/office/drawing/2014/main" id="{766FEC82-1EBE-4765-B855-EDAC59FE852B}"/>
                </a:ext>
              </a:extLst>
            </p:cNvPr>
            <p:cNvSpPr/>
            <p:nvPr/>
          </p:nvSpPr>
          <p:spPr>
            <a:xfrm>
              <a:off x="2522839" y="478916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752" name="Hexagon 4751">
              <a:extLst>
                <a:ext uri="{FF2B5EF4-FFF2-40B4-BE49-F238E27FC236}">
                  <a16:creationId xmlns:a16="http://schemas.microsoft.com/office/drawing/2014/main" id="{9E7C7299-A565-4B15-A984-278ADEA501E8}"/>
                </a:ext>
              </a:extLst>
            </p:cNvPr>
            <p:cNvSpPr/>
            <p:nvPr/>
          </p:nvSpPr>
          <p:spPr>
            <a:xfrm>
              <a:off x="2527600" y="496919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753" name="Hexagon 4752">
              <a:extLst>
                <a:ext uri="{FF2B5EF4-FFF2-40B4-BE49-F238E27FC236}">
                  <a16:creationId xmlns:a16="http://schemas.microsoft.com/office/drawing/2014/main" id="{E3067EE5-FDCD-481F-AB54-DAC10D676DF4}"/>
                </a:ext>
              </a:extLst>
            </p:cNvPr>
            <p:cNvSpPr/>
            <p:nvPr/>
          </p:nvSpPr>
          <p:spPr>
            <a:xfrm>
              <a:off x="2527601" y="460580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754" name="Hexagon 4753">
              <a:extLst>
                <a:ext uri="{FF2B5EF4-FFF2-40B4-BE49-F238E27FC236}">
                  <a16:creationId xmlns:a16="http://schemas.microsoft.com/office/drawing/2014/main" id="{1EAAA546-9670-4629-8B89-F913F115AADA}"/>
                </a:ext>
              </a:extLst>
            </p:cNvPr>
            <p:cNvSpPr/>
            <p:nvPr/>
          </p:nvSpPr>
          <p:spPr>
            <a:xfrm>
              <a:off x="2289477" y="470820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755" name="Hexagon 4754">
              <a:extLst>
                <a:ext uri="{FF2B5EF4-FFF2-40B4-BE49-F238E27FC236}">
                  <a16:creationId xmlns:a16="http://schemas.microsoft.com/office/drawing/2014/main" id="{E4A60B23-8E1A-49A7-91A7-18E560A40DBD}"/>
                </a:ext>
              </a:extLst>
            </p:cNvPr>
            <p:cNvSpPr/>
            <p:nvPr/>
          </p:nvSpPr>
          <p:spPr>
            <a:xfrm>
              <a:off x="2294238" y="4888229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756" name="Hexagon 4755">
              <a:extLst>
                <a:ext uri="{FF2B5EF4-FFF2-40B4-BE49-F238E27FC236}">
                  <a16:creationId xmlns:a16="http://schemas.microsoft.com/office/drawing/2014/main" id="{C2AFFC3A-D6E5-47CD-9203-28CBEDE1DACE}"/>
                </a:ext>
              </a:extLst>
            </p:cNvPr>
            <p:cNvSpPr/>
            <p:nvPr/>
          </p:nvSpPr>
          <p:spPr>
            <a:xfrm>
              <a:off x="2294239" y="452484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757" name="Hexagon 4756">
              <a:extLst>
                <a:ext uri="{FF2B5EF4-FFF2-40B4-BE49-F238E27FC236}">
                  <a16:creationId xmlns:a16="http://schemas.microsoft.com/office/drawing/2014/main" id="{74EE111B-466E-4FB1-A2CD-ACD039DC62BE}"/>
                </a:ext>
              </a:extLst>
            </p:cNvPr>
            <p:cNvSpPr/>
            <p:nvPr/>
          </p:nvSpPr>
          <p:spPr>
            <a:xfrm>
              <a:off x="2051352" y="480107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758" name="Hexagon 4757">
              <a:extLst>
                <a:ext uri="{FF2B5EF4-FFF2-40B4-BE49-F238E27FC236}">
                  <a16:creationId xmlns:a16="http://schemas.microsoft.com/office/drawing/2014/main" id="{AD640EF7-5F5B-4143-AA75-C680EF36E979}"/>
                </a:ext>
              </a:extLst>
            </p:cNvPr>
            <p:cNvSpPr/>
            <p:nvPr/>
          </p:nvSpPr>
          <p:spPr>
            <a:xfrm>
              <a:off x="2056113" y="498109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759" name="Hexagon 4758">
              <a:extLst>
                <a:ext uri="{FF2B5EF4-FFF2-40B4-BE49-F238E27FC236}">
                  <a16:creationId xmlns:a16="http://schemas.microsoft.com/office/drawing/2014/main" id="{F7D6CB4F-DA11-41D1-B062-2528085BF9EF}"/>
                </a:ext>
              </a:extLst>
            </p:cNvPr>
            <p:cNvSpPr/>
            <p:nvPr/>
          </p:nvSpPr>
          <p:spPr>
            <a:xfrm>
              <a:off x="2056114" y="461771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760" name="Hexagon 4759">
              <a:extLst>
                <a:ext uri="{FF2B5EF4-FFF2-40B4-BE49-F238E27FC236}">
                  <a16:creationId xmlns:a16="http://schemas.microsoft.com/office/drawing/2014/main" id="{CD5908DC-D3F6-47AA-8190-8AC69B247858}"/>
                </a:ext>
              </a:extLst>
            </p:cNvPr>
            <p:cNvSpPr/>
            <p:nvPr/>
          </p:nvSpPr>
          <p:spPr>
            <a:xfrm>
              <a:off x="1587008" y="479392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761" name="Hexagon 4760">
              <a:extLst>
                <a:ext uri="{FF2B5EF4-FFF2-40B4-BE49-F238E27FC236}">
                  <a16:creationId xmlns:a16="http://schemas.microsoft.com/office/drawing/2014/main" id="{6BD2ABA8-A44F-409A-9A5E-032DAC1C8EA4}"/>
                </a:ext>
              </a:extLst>
            </p:cNvPr>
            <p:cNvSpPr/>
            <p:nvPr/>
          </p:nvSpPr>
          <p:spPr>
            <a:xfrm>
              <a:off x="1591769" y="497395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762" name="Hexagon 4761">
              <a:extLst>
                <a:ext uri="{FF2B5EF4-FFF2-40B4-BE49-F238E27FC236}">
                  <a16:creationId xmlns:a16="http://schemas.microsoft.com/office/drawing/2014/main" id="{34D77A43-1702-4A62-9F57-D726F7F5F850}"/>
                </a:ext>
              </a:extLst>
            </p:cNvPr>
            <p:cNvSpPr/>
            <p:nvPr/>
          </p:nvSpPr>
          <p:spPr>
            <a:xfrm>
              <a:off x="1591770" y="461057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763" name="Hexagon 4762">
              <a:extLst>
                <a:ext uri="{FF2B5EF4-FFF2-40B4-BE49-F238E27FC236}">
                  <a16:creationId xmlns:a16="http://schemas.microsoft.com/office/drawing/2014/main" id="{831D4BD5-7552-45E8-B032-437715CBDBBA}"/>
                </a:ext>
              </a:extLst>
            </p:cNvPr>
            <p:cNvSpPr/>
            <p:nvPr/>
          </p:nvSpPr>
          <p:spPr>
            <a:xfrm>
              <a:off x="1358408" y="471296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764" name="Hexagon 4763">
              <a:extLst>
                <a:ext uri="{FF2B5EF4-FFF2-40B4-BE49-F238E27FC236}">
                  <a16:creationId xmlns:a16="http://schemas.microsoft.com/office/drawing/2014/main" id="{9612098E-F33C-4267-B987-AA3BCF417B6A}"/>
                </a:ext>
              </a:extLst>
            </p:cNvPr>
            <p:cNvSpPr/>
            <p:nvPr/>
          </p:nvSpPr>
          <p:spPr>
            <a:xfrm>
              <a:off x="1363169" y="489299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765" name="Hexagon 4764">
              <a:extLst>
                <a:ext uri="{FF2B5EF4-FFF2-40B4-BE49-F238E27FC236}">
                  <a16:creationId xmlns:a16="http://schemas.microsoft.com/office/drawing/2014/main" id="{A8700B36-B123-4B45-AD05-ABEF57FA8E73}"/>
                </a:ext>
              </a:extLst>
            </p:cNvPr>
            <p:cNvSpPr/>
            <p:nvPr/>
          </p:nvSpPr>
          <p:spPr>
            <a:xfrm>
              <a:off x="1363170" y="4529609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766" name="Hexagon 4765">
              <a:extLst>
                <a:ext uri="{FF2B5EF4-FFF2-40B4-BE49-F238E27FC236}">
                  <a16:creationId xmlns:a16="http://schemas.microsoft.com/office/drawing/2014/main" id="{66B9A06B-2979-482A-8EB6-799A27D5D227}"/>
                </a:ext>
              </a:extLst>
            </p:cNvPr>
            <p:cNvSpPr/>
            <p:nvPr/>
          </p:nvSpPr>
          <p:spPr>
            <a:xfrm>
              <a:off x="1125045" y="479869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767" name="Hexagon 4766">
              <a:extLst>
                <a:ext uri="{FF2B5EF4-FFF2-40B4-BE49-F238E27FC236}">
                  <a16:creationId xmlns:a16="http://schemas.microsoft.com/office/drawing/2014/main" id="{3E523570-FE97-4472-B4C9-49584E08F9E8}"/>
                </a:ext>
              </a:extLst>
            </p:cNvPr>
            <p:cNvSpPr/>
            <p:nvPr/>
          </p:nvSpPr>
          <p:spPr>
            <a:xfrm>
              <a:off x="1129806" y="497871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768" name="Hexagon 4767">
              <a:extLst>
                <a:ext uri="{FF2B5EF4-FFF2-40B4-BE49-F238E27FC236}">
                  <a16:creationId xmlns:a16="http://schemas.microsoft.com/office/drawing/2014/main" id="{16C2F982-8874-4C53-B1CC-16F30E80847A}"/>
                </a:ext>
              </a:extLst>
            </p:cNvPr>
            <p:cNvSpPr/>
            <p:nvPr/>
          </p:nvSpPr>
          <p:spPr>
            <a:xfrm>
              <a:off x="1129807" y="461533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769" name="Hexagon 4768">
              <a:extLst>
                <a:ext uri="{FF2B5EF4-FFF2-40B4-BE49-F238E27FC236}">
                  <a16:creationId xmlns:a16="http://schemas.microsoft.com/office/drawing/2014/main" id="{FB75EE62-9DE6-406D-B367-8F3FF163B348}"/>
                </a:ext>
              </a:extLst>
            </p:cNvPr>
            <p:cNvSpPr/>
            <p:nvPr/>
          </p:nvSpPr>
          <p:spPr>
            <a:xfrm>
              <a:off x="898827" y="488679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770" name="Hexagon 4769">
              <a:extLst>
                <a:ext uri="{FF2B5EF4-FFF2-40B4-BE49-F238E27FC236}">
                  <a16:creationId xmlns:a16="http://schemas.microsoft.com/office/drawing/2014/main" id="{37DE2180-7DF3-45BC-ADA8-09097923437E}"/>
                </a:ext>
              </a:extLst>
            </p:cNvPr>
            <p:cNvSpPr/>
            <p:nvPr/>
          </p:nvSpPr>
          <p:spPr>
            <a:xfrm>
              <a:off x="903588" y="506682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771" name="Hexagon 4770">
              <a:extLst>
                <a:ext uri="{FF2B5EF4-FFF2-40B4-BE49-F238E27FC236}">
                  <a16:creationId xmlns:a16="http://schemas.microsoft.com/office/drawing/2014/main" id="{E7B6F168-4FB3-40A2-A93F-CF7C2D4733B7}"/>
                </a:ext>
              </a:extLst>
            </p:cNvPr>
            <p:cNvSpPr/>
            <p:nvPr/>
          </p:nvSpPr>
          <p:spPr>
            <a:xfrm>
              <a:off x="903589" y="470344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772" name="Hexagon 4771">
              <a:extLst>
                <a:ext uri="{FF2B5EF4-FFF2-40B4-BE49-F238E27FC236}">
                  <a16:creationId xmlns:a16="http://schemas.microsoft.com/office/drawing/2014/main" id="{D2DDB55F-7B81-4160-8AF7-C1BE81F32A72}"/>
                </a:ext>
              </a:extLst>
            </p:cNvPr>
            <p:cNvSpPr/>
            <p:nvPr/>
          </p:nvSpPr>
          <p:spPr>
            <a:xfrm>
              <a:off x="427340" y="488679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773" name="Hexagon 4772">
              <a:extLst>
                <a:ext uri="{FF2B5EF4-FFF2-40B4-BE49-F238E27FC236}">
                  <a16:creationId xmlns:a16="http://schemas.microsoft.com/office/drawing/2014/main" id="{6FB42CF0-001D-4CCC-BD51-AF097DBF44A2}"/>
                </a:ext>
              </a:extLst>
            </p:cNvPr>
            <p:cNvSpPr/>
            <p:nvPr/>
          </p:nvSpPr>
          <p:spPr>
            <a:xfrm>
              <a:off x="432101" y="506682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774" name="Hexagon 4773">
              <a:extLst>
                <a:ext uri="{FF2B5EF4-FFF2-40B4-BE49-F238E27FC236}">
                  <a16:creationId xmlns:a16="http://schemas.microsoft.com/office/drawing/2014/main" id="{8A772AAF-2ECD-4D65-A475-32F6B159C350}"/>
                </a:ext>
              </a:extLst>
            </p:cNvPr>
            <p:cNvSpPr/>
            <p:nvPr/>
          </p:nvSpPr>
          <p:spPr>
            <a:xfrm>
              <a:off x="432102" y="470344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775" name="Hexagon 4774">
              <a:extLst>
                <a:ext uri="{FF2B5EF4-FFF2-40B4-BE49-F238E27FC236}">
                  <a16:creationId xmlns:a16="http://schemas.microsoft.com/office/drawing/2014/main" id="{B52533E9-9308-4CA1-8C08-BF334469EAEE}"/>
                </a:ext>
              </a:extLst>
            </p:cNvPr>
            <p:cNvSpPr/>
            <p:nvPr/>
          </p:nvSpPr>
          <p:spPr>
            <a:xfrm>
              <a:off x="663084" y="461295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776" name="Hexagon 4775">
              <a:extLst>
                <a:ext uri="{FF2B5EF4-FFF2-40B4-BE49-F238E27FC236}">
                  <a16:creationId xmlns:a16="http://schemas.microsoft.com/office/drawing/2014/main" id="{F2D3D405-2903-40DC-8F8B-BF48B55BCE54}"/>
                </a:ext>
              </a:extLst>
            </p:cNvPr>
            <p:cNvSpPr/>
            <p:nvPr/>
          </p:nvSpPr>
          <p:spPr>
            <a:xfrm>
              <a:off x="667845" y="4792979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777" name="Hexagon 4776">
              <a:extLst>
                <a:ext uri="{FF2B5EF4-FFF2-40B4-BE49-F238E27FC236}">
                  <a16:creationId xmlns:a16="http://schemas.microsoft.com/office/drawing/2014/main" id="{35AF3BC7-F801-4FDD-B36F-57635AD86E44}"/>
                </a:ext>
              </a:extLst>
            </p:cNvPr>
            <p:cNvSpPr/>
            <p:nvPr/>
          </p:nvSpPr>
          <p:spPr>
            <a:xfrm>
              <a:off x="667846" y="442959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778" name="Hexagon 4777">
              <a:extLst>
                <a:ext uri="{FF2B5EF4-FFF2-40B4-BE49-F238E27FC236}">
                  <a16:creationId xmlns:a16="http://schemas.microsoft.com/office/drawing/2014/main" id="{B509C92C-DBEF-4B9B-BB27-F6984D4C2838}"/>
                </a:ext>
              </a:extLst>
            </p:cNvPr>
            <p:cNvSpPr/>
            <p:nvPr/>
          </p:nvSpPr>
          <p:spPr>
            <a:xfrm>
              <a:off x="424959" y="433672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779" name="Hexagon 4778">
              <a:extLst>
                <a:ext uri="{FF2B5EF4-FFF2-40B4-BE49-F238E27FC236}">
                  <a16:creationId xmlns:a16="http://schemas.microsoft.com/office/drawing/2014/main" id="{D03C8C14-840B-4A0E-80DA-E122CA627DEB}"/>
                </a:ext>
              </a:extLst>
            </p:cNvPr>
            <p:cNvSpPr/>
            <p:nvPr/>
          </p:nvSpPr>
          <p:spPr>
            <a:xfrm>
              <a:off x="429720" y="451675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780" name="Hexagon 4779">
              <a:extLst>
                <a:ext uri="{FF2B5EF4-FFF2-40B4-BE49-F238E27FC236}">
                  <a16:creationId xmlns:a16="http://schemas.microsoft.com/office/drawing/2014/main" id="{ED90109E-3ED5-4A9B-BB07-7EC57A5621BC}"/>
                </a:ext>
              </a:extLst>
            </p:cNvPr>
            <p:cNvSpPr/>
            <p:nvPr/>
          </p:nvSpPr>
          <p:spPr>
            <a:xfrm>
              <a:off x="429721" y="415337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781" name="Hexagon 4780">
              <a:extLst>
                <a:ext uri="{FF2B5EF4-FFF2-40B4-BE49-F238E27FC236}">
                  <a16:creationId xmlns:a16="http://schemas.microsoft.com/office/drawing/2014/main" id="{FB937BA6-6B92-4E12-BBA5-9DE0F46C5A64}"/>
                </a:ext>
              </a:extLst>
            </p:cNvPr>
            <p:cNvSpPr/>
            <p:nvPr/>
          </p:nvSpPr>
          <p:spPr>
            <a:xfrm>
              <a:off x="422578" y="379380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782" name="Hexagon 4781">
              <a:extLst>
                <a:ext uri="{FF2B5EF4-FFF2-40B4-BE49-F238E27FC236}">
                  <a16:creationId xmlns:a16="http://schemas.microsoft.com/office/drawing/2014/main" id="{36CF679E-3E33-418F-96AE-635D50D9C570}"/>
                </a:ext>
              </a:extLst>
            </p:cNvPr>
            <p:cNvSpPr/>
            <p:nvPr/>
          </p:nvSpPr>
          <p:spPr>
            <a:xfrm>
              <a:off x="427339" y="3973829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783" name="Hexagon 4782">
              <a:extLst>
                <a:ext uri="{FF2B5EF4-FFF2-40B4-BE49-F238E27FC236}">
                  <a16:creationId xmlns:a16="http://schemas.microsoft.com/office/drawing/2014/main" id="{162E0E1F-0E02-420D-8C02-003EF6CDC478}"/>
                </a:ext>
              </a:extLst>
            </p:cNvPr>
            <p:cNvSpPr/>
            <p:nvPr/>
          </p:nvSpPr>
          <p:spPr>
            <a:xfrm>
              <a:off x="427340" y="361044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784" name="Hexagon 4783">
              <a:extLst>
                <a:ext uri="{FF2B5EF4-FFF2-40B4-BE49-F238E27FC236}">
                  <a16:creationId xmlns:a16="http://schemas.microsoft.com/office/drawing/2014/main" id="{1F7C07D0-E6B5-456B-89FC-17B263B2D5BB}"/>
                </a:ext>
              </a:extLst>
            </p:cNvPr>
            <p:cNvSpPr/>
            <p:nvPr/>
          </p:nvSpPr>
          <p:spPr>
            <a:xfrm>
              <a:off x="658322" y="406764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785" name="Hexagon 4784">
              <a:extLst>
                <a:ext uri="{FF2B5EF4-FFF2-40B4-BE49-F238E27FC236}">
                  <a16:creationId xmlns:a16="http://schemas.microsoft.com/office/drawing/2014/main" id="{D8E99E6C-E290-4B1D-838E-2CF154F9CB0C}"/>
                </a:ext>
              </a:extLst>
            </p:cNvPr>
            <p:cNvSpPr/>
            <p:nvPr/>
          </p:nvSpPr>
          <p:spPr>
            <a:xfrm>
              <a:off x="663083" y="424767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786" name="Hexagon 4785">
              <a:extLst>
                <a:ext uri="{FF2B5EF4-FFF2-40B4-BE49-F238E27FC236}">
                  <a16:creationId xmlns:a16="http://schemas.microsoft.com/office/drawing/2014/main" id="{9F5FC275-4886-4D7D-873C-DA2673C6DE9D}"/>
                </a:ext>
              </a:extLst>
            </p:cNvPr>
            <p:cNvSpPr/>
            <p:nvPr/>
          </p:nvSpPr>
          <p:spPr>
            <a:xfrm>
              <a:off x="663084" y="3884289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787" name="Hexagon 4786">
              <a:extLst>
                <a:ext uri="{FF2B5EF4-FFF2-40B4-BE49-F238E27FC236}">
                  <a16:creationId xmlns:a16="http://schemas.microsoft.com/office/drawing/2014/main" id="{F5FF7618-F64F-4E5D-BDD3-B777AA8D0CA2}"/>
                </a:ext>
              </a:extLst>
            </p:cNvPr>
            <p:cNvSpPr/>
            <p:nvPr/>
          </p:nvSpPr>
          <p:spPr>
            <a:xfrm>
              <a:off x="1127428" y="425814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788" name="Hexagon 4787">
              <a:extLst>
                <a:ext uri="{FF2B5EF4-FFF2-40B4-BE49-F238E27FC236}">
                  <a16:creationId xmlns:a16="http://schemas.microsoft.com/office/drawing/2014/main" id="{34B3129D-8E5C-4556-B468-58F0E4BBB036}"/>
                </a:ext>
              </a:extLst>
            </p:cNvPr>
            <p:cNvSpPr/>
            <p:nvPr/>
          </p:nvSpPr>
          <p:spPr>
            <a:xfrm>
              <a:off x="1129808" y="443579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789" name="Hexagon 4788">
              <a:extLst>
                <a:ext uri="{FF2B5EF4-FFF2-40B4-BE49-F238E27FC236}">
                  <a16:creationId xmlns:a16="http://schemas.microsoft.com/office/drawing/2014/main" id="{994F2D13-C106-40CD-868A-3CCCF458F151}"/>
                </a:ext>
              </a:extLst>
            </p:cNvPr>
            <p:cNvSpPr/>
            <p:nvPr/>
          </p:nvSpPr>
          <p:spPr>
            <a:xfrm>
              <a:off x="1129809" y="407240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790" name="Hexagon 4789">
              <a:extLst>
                <a:ext uri="{FF2B5EF4-FFF2-40B4-BE49-F238E27FC236}">
                  <a16:creationId xmlns:a16="http://schemas.microsoft.com/office/drawing/2014/main" id="{74F1E1F7-154B-4672-B386-198505269A99}"/>
                </a:ext>
              </a:extLst>
            </p:cNvPr>
            <p:cNvSpPr/>
            <p:nvPr/>
          </p:nvSpPr>
          <p:spPr>
            <a:xfrm>
              <a:off x="1363172" y="398192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791" name="Hexagon 4790">
              <a:extLst>
                <a:ext uri="{FF2B5EF4-FFF2-40B4-BE49-F238E27FC236}">
                  <a16:creationId xmlns:a16="http://schemas.microsoft.com/office/drawing/2014/main" id="{07C6CBC9-6798-4FC1-96B1-C704793FBC5B}"/>
                </a:ext>
              </a:extLst>
            </p:cNvPr>
            <p:cNvSpPr/>
            <p:nvPr/>
          </p:nvSpPr>
          <p:spPr>
            <a:xfrm>
              <a:off x="1365552" y="416194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792" name="Hexagon 4791">
              <a:extLst>
                <a:ext uri="{FF2B5EF4-FFF2-40B4-BE49-F238E27FC236}">
                  <a16:creationId xmlns:a16="http://schemas.microsoft.com/office/drawing/2014/main" id="{EC84013D-7C1D-4335-9FA1-EEEB23A01A04}"/>
                </a:ext>
              </a:extLst>
            </p:cNvPr>
            <p:cNvSpPr/>
            <p:nvPr/>
          </p:nvSpPr>
          <p:spPr>
            <a:xfrm>
              <a:off x="1367934" y="379856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793" name="Hexagon 4792">
              <a:extLst>
                <a:ext uri="{FF2B5EF4-FFF2-40B4-BE49-F238E27FC236}">
                  <a16:creationId xmlns:a16="http://schemas.microsoft.com/office/drawing/2014/main" id="{7D18B5A5-D9A8-4139-AF53-1CEE838E12BA}"/>
                </a:ext>
              </a:extLst>
            </p:cNvPr>
            <p:cNvSpPr/>
            <p:nvPr/>
          </p:nvSpPr>
          <p:spPr>
            <a:xfrm>
              <a:off x="1601297" y="388905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794" name="Hexagon 4793">
              <a:extLst>
                <a:ext uri="{FF2B5EF4-FFF2-40B4-BE49-F238E27FC236}">
                  <a16:creationId xmlns:a16="http://schemas.microsoft.com/office/drawing/2014/main" id="{19E4C71B-96E8-4607-99A3-ED020014BF40}"/>
                </a:ext>
              </a:extLst>
            </p:cNvPr>
            <p:cNvSpPr/>
            <p:nvPr/>
          </p:nvSpPr>
          <p:spPr>
            <a:xfrm>
              <a:off x="1606058" y="406907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795" name="Hexagon 4794">
              <a:extLst>
                <a:ext uri="{FF2B5EF4-FFF2-40B4-BE49-F238E27FC236}">
                  <a16:creationId xmlns:a16="http://schemas.microsoft.com/office/drawing/2014/main" id="{008F5CE0-6375-405F-952D-CEFF6E5C5E35}"/>
                </a:ext>
              </a:extLst>
            </p:cNvPr>
            <p:cNvSpPr/>
            <p:nvPr/>
          </p:nvSpPr>
          <p:spPr>
            <a:xfrm>
              <a:off x="1606059" y="370569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796" name="Hexagon 4795">
              <a:extLst>
                <a:ext uri="{FF2B5EF4-FFF2-40B4-BE49-F238E27FC236}">
                  <a16:creationId xmlns:a16="http://schemas.microsoft.com/office/drawing/2014/main" id="{9CE4AEBB-C2CD-478A-887E-F2963DE2CC4D}"/>
                </a:ext>
              </a:extLst>
            </p:cNvPr>
            <p:cNvSpPr/>
            <p:nvPr/>
          </p:nvSpPr>
          <p:spPr>
            <a:xfrm>
              <a:off x="1837041" y="379856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797" name="Hexagon 4796">
              <a:extLst>
                <a:ext uri="{FF2B5EF4-FFF2-40B4-BE49-F238E27FC236}">
                  <a16:creationId xmlns:a16="http://schemas.microsoft.com/office/drawing/2014/main" id="{338CBFC6-FCBA-4E1C-AAB8-4244828B6782}"/>
                </a:ext>
              </a:extLst>
            </p:cNvPr>
            <p:cNvSpPr/>
            <p:nvPr/>
          </p:nvSpPr>
          <p:spPr>
            <a:xfrm>
              <a:off x="1841802" y="397859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798" name="Hexagon 4797">
              <a:extLst>
                <a:ext uri="{FF2B5EF4-FFF2-40B4-BE49-F238E27FC236}">
                  <a16:creationId xmlns:a16="http://schemas.microsoft.com/office/drawing/2014/main" id="{501055C4-5E00-480E-8887-DCB4538E93F9}"/>
                </a:ext>
              </a:extLst>
            </p:cNvPr>
            <p:cNvSpPr/>
            <p:nvPr/>
          </p:nvSpPr>
          <p:spPr>
            <a:xfrm>
              <a:off x="1841803" y="361520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799" name="Hexagon 4798">
              <a:extLst>
                <a:ext uri="{FF2B5EF4-FFF2-40B4-BE49-F238E27FC236}">
                  <a16:creationId xmlns:a16="http://schemas.microsoft.com/office/drawing/2014/main" id="{A9C8F2C4-A4B0-4699-9067-72CF6EAEAAF7}"/>
                </a:ext>
              </a:extLst>
            </p:cNvPr>
            <p:cNvSpPr/>
            <p:nvPr/>
          </p:nvSpPr>
          <p:spPr>
            <a:xfrm>
              <a:off x="2068022" y="352710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800" name="Hexagon 4799">
              <a:extLst>
                <a:ext uri="{FF2B5EF4-FFF2-40B4-BE49-F238E27FC236}">
                  <a16:creationId xmlns:a16="http://schemas.microsoft.com/office/drawing/2014/main" id="{A0A38D9F-823D-4B28-9FED-C2966D74161B}"/>
                </a:ext>
              </a:extLst>
            </p:cNvPr>
            <p:cNvSpPr/>
            <p:nvPr/>
          </p:nvSpPr>
          <p:spPr>
            <a:xfrm>
              <a:off x="2072783" y="370712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801" name="Hexagon 4800">
              <a:extLst>
                <a:ext uri="{FF2B5EF4-FFF2-40B4-BE49-F238E27FC236}">
                  <a16:creationId xmlns:a16="http://schemas.microsoft.com/office/drawing/2014/main" id="{42512F50-7350-4E73-9D3E-3FAB63E0944C}"/>
                </a:ext>
              </a:extLst>
            </p:cNvPr>
            <p:cNvSpPr/>
            <p:nvPr/>
          </p:nvSpPr>
          <p:spPr>
            <a:xfrm>
              <a:off x="2072784" y="334374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802" name="Hexagon 4801">
              <a:extLst>
                <a:ext uri="{FF2B5EF4-FFF2-40B4-BE49-F238E27FC236}">
                  <a16:creationId xmlns:a16="http://schemas.microsoft.com/office/drawing/2014/main" id="{1CDC24DF-B653-4198-8B95-A512BF70579E}"/>
                </a:ext>
              </a:extLst>
            </p:cNvPr>
            <p:cNvSpPr/>
            <p:nvPr/>
          </p:nvSpPr>
          <p:spPr>
            <a:xfrm>
              <a:off x="2294241" y="398192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803" name="Hexagon 4802">
              <a:extLst>
                <a:ext uri="{FF2B5EF4-FFF2-40B4-BE49-F238E27FC236}">
                  <a16:creationId xmlns:a16="http://schemas.microsoft.com/office/drawing/2014/main" id="{508C0E33-2EBD-4C31-8E24-B824E02EE3B9}"/>
                </a:ext>
              </a:extLst>
            </p:cNvPr>
            <p:cNvSpPr/>
            <p:nvPr/>
          </p:nvSpPr>
          <p:spPr>
            <a:xfrm>
              <a:off x="2299002" y="416194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804" name="Hexagon 4803">
              <a:extLst>
                <a:ext uri="{FF2B5EF4-FFF2-40B4-BE49-F238E27FC236}">
                  <a16:creationId xmlns:a16="http://schemas.microsoft.com/office/drawing/2014/main" id="{C18EA39F-3426-4DB3-94A1-0DF37161F28D}"/>
                </a:ext>
              </a:extLst>
            </p:cNvPr>
            <p:cNvSpPr/>
            <p:nvPr/>
          </p:nvSpPr>
          <p:spPr>
            <a:xfrm>
              <a:off x="2299003" y="379856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805" name="Hexagon 4804">
              <a:extLst>
                <a:ext uri="{FF2B5EF4-FFF2-40B4-BE49-F238E27FC236}">
                  <a16:creationId xmlns:a16="http://schemas.microsoft.com/office/drawing/2014/main" id="{6E04D90D-3C95-489A-A067-D7C55401124B}"/>
                </a:ext>
              </a:extLst>
            </p:cNvPr>
            <p:cNvSpPr/>
            <p:nvPr/>
          </p:nvSpPr>
          <p:spPr>
            <a:xfrm>
              <a:off x="2529985" y="388905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806" name="Hexagon 4805">
              <a:extLst>
                <a:ext uri="{FF2B5EF4-FFF2-40B4-BE49-F238E27FC236}">
                  <a16:creationId xmlns:a16="http://schemas.microsoft.com/office/drawing/2014/main" id="{CDD0AA61-026E-4776-BA13-AC637D22DB7F}"/>
                </a:ext>
              </a:extLst>
            </p:cNvPr>
            <p:cNvSpPr/>
            <p:nvPr/>
          </p:nvSpPr>
          <p:spPr>
            <a:xfrm>
              <a:off x="2534746" y="406907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807" name="Hexagon 4806">
              <a:extLst>
                <a:ext uri="{FF2B5EF4-FFF2-40B4-BE49-F238E27FC236}">
                  <a16:creationId xmlns:a16="http://schemas.microsoft.com/office/drawing/2014/main" id="{448EF832-CDAA-431A-AB5A-78F3767CF333}"/>
                </a:ext>
              </a:extLst>
            </p:cNvPr>
            <p:cNvSpPr/>
            <p:nvPr/>
          </p:nvSpPr>
          <p:spPr>
            <a:xfrm>
              <a:off x="2534747" y="370569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808" name="Hexagon 4807">
              <a:extLst>
                <a:ext uri="{FF2B5EF4-FFF2-40B4-BE49-F238E27FC236}">
                  <a16:creationId xmlns:a16="http://schemas.microsoft.com/office/drawing/2014/main" id="{062DB489-8F56-43BE-95DB-30F7F27C8CBA}"/>
                </a:ext>
              </a:extLst>
            </p:cNvPr>
            <p:cNvSpPr/>
            <p:nvPr/>
          </p:nvSpPr>
          <p:spPr>
            <a:xfrm>
              <a:off x="2760966" y="433434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809" name="Hexagon 4808">
              <a:extLst>
                <a:ext uri="{FF2B5EF4-FFF2-40B4-BE49-F238E27FC236}">
                  <a16:creationId xmlns:a16="http://schemas.microsoft.com/office/drawing/2014/main" id="{CC6C4036-D2C3-4912-BF68-0CB3CE63952A}"/>
                </a:ext>
              </a:extLst>
            </p:cNvPr>
            <p:cNvSpPr/>
            <p:nvPr/>
          </p:nvSpPr>
          <p:spPr>
            <a:xfrm>
              <a:off x="2765727" y="451437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810" name="Hexagon 4809">
              <a:extLst>
                <a:ext uri="{FF2B5EF4-FFF2-40B4-BE49-F238E27FC236}">
                  <a16:creationId xmlns:a16="http://schemas.microsoft.com/office/drawing/2014/main" id="{38097261-5702-41F0-A724-5971E826A1CC}"/>
                </a:ext>
              </a:extLst>
            </p:cNvPr>
            <p:cNvSpPr/>
            <p:nvPr/>
          </p:nvSpPr>
          <p:spPr>
            <a:xfrm>
              <a:off x="2765728" y="4150989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811" name="Hexagon 4810">
              <a:extLst>
                <a:ext uri="{FF2B5EF4-FFF2-40B4-BE49-F238E27FC236}">
                  <a16:creationId xmlns:a16="http://schemas.microsoft.com/office/drawing/2014/main" id="{B0535D24-C132-4897-88FA-DA6406E97D38}"/>
                </a:ext>
              </a:extLst>
            </p:cNvPr>
            <p:cNvSpPr/>
            <p:nvPr/>
          </p:nvSpPr>
          <p:spPr>
            <a:xfrm>
              <a:off x="3001472" y="424623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812" name="Hexagon 4811">
              <a:extLst>
                <a:ext uri="{FF2B5EF4-FFF2-40B4-BE49-F238E27FC236}">
                  <a16:creationId xmlns:a16="http://schemas.microsoft.com/office/drawing/2014/main" id="{0239BEE3-2F1E-43EC-8CFD-7D32F099EB2A}"/>
                </a:ext>
              </a:extLst>
            </p:cNvPr>
            <p:cNvSpPr/>
            <p:nvPr/>
          </p:nvSpPr>
          <p:spPr>
            <a:xfrm>
              <a:off x="3001471" y="442626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813" name="Hexagon 4812">
              <a:extLst>
                <a:ext uri="{FF2B5EF4-FFF2-40B4-BE49-F238E27FC236}">
                  <a16:creationId xmlns:a16="http://schemas.microsoft.com/office/drawing/2014/main" id="{3F21D721-9DBB-4542-9B36-7B90D9508459}"/>
                </a:ext>
              </a:extLst>
            </p:cNvPr>
            <p:cNvSpPr/>
            <p:nvPr/>
          </p:nvSpPr>
          <p:spPr>
            <a:xfrm>
              <a:off x="3006234" y="406288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814" name="Hexagon 4813">
              <a:extLst>
                <a:ext uri="{FF2B5EF4-FFF2-40B4-BE49-F238E27FC236}">
                  <a16:creationId xmlns:a16="http://schemas.microsoft.com/office/drawing/2014/main" id="{74387E70-120B-4513-885D-F92609DA258B}"/>
                </a:ext>
              </a:extLst>
            </p:cNvPr>
            <p:cNvSpPr/>
            <p:nvPr/>
          </p:nvSpPr>
          <p:spPr>
            <a:xfrm>
              <a:off x="901207" y="452246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815" name="Hexagon 4814">
              <a:extLst>
                <a:ext uri="{FF2B5EF4-FFF2-40B4-BE49-F238E27FC236}">
                  <a16:creationId xmlns:a16="http://schemas.microsoft.com/office/drawing/2014/main" id="{CAEA5F13-3E06-4225-B868-63F70B459684}"/>
                </a:ext>
              </a:extLst>
            </p:cNvPr>
            <p:cNvSpPr/>
            <p:nvPr/>
          </p:nvSpPr>
          <p:spPr>
            <a:xfrm>
              <a:off x="901208" y="434292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816" name="Hexagon 4815">
              <a:extLst>
                <a:ext uri="{FF2B5EF4-FFF2-40B4-BE49-F238E27FC236}">
                  <a16:creationId xmlns:a16="http://schemas.microsoft.com/office/drawing/2014/main" id="{53F4ADB4-5982-47CF-9F6C-F9E7D80EF605}"/>
                </a:ext>
              </a:extLst>
            </p:cNvPr>
            <p:cNvSpPr/>
            <p:nvPr/>
          </p:nvSpPr>
          <p:spPr>
            <a:xfrm>
              <a:off x="896445" y="397954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817" name="Hexagon 4816">
              <a:extLst>
                <a:ext uri="{FF2B5EF4-FFF2-40B4-BE49-F238E27FC236}">
                  <a16:creationId xmlns:a16="http://schemas.microsoft.com/office/drawing/2014/main" id="{FEE4078D-3945-4C02-BFEE-4987CF934E99}"/>
                </a:ext>
              </a:extLst>
            </p:cNvPr>
            <p:cNvSpPr/>
            <p:nvPr/>
          </p:nvSpPr>
          <p:spPr>
            <a:xfrm>
              <a:off x="896446" y="379999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818" name="Hexagon 4817">
              <a:extLst>
                <a:ext uri="{FF2B5EF4-FFF2-40B4-BE49-F238E27FC236}">
                  <a16:creationId xmlns:a16="http://schemas.microsoft.com/office/drawing/2014/main" id="{7A16BF24-6B26-4EEF-BDB1-C59DCC3C471B}"/>
                </a:ext>
              </a:extLst>
            </p:cNvPr>
            <p:cNvSpPr/>
            <p:nvPr/>
          </p:nvSpPr>
          <p:spPr>
            <a:xfrm>
              <a:off x="1132188" y="388905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819" name="Hexagon 4818">
              <a:extLst>
                <a:ext uri="{FF2B5EF4-FFF2-40B4-BE49-F238E27FC236}">
                  <a16:creationId xmlns:a16="http://schemas.microsoft.com/office/drawing/2014/main" id="{27C1330B-57F2-4BE5-8C5C-475DAE79717C}"/>
                </a:ext>
              </a:extLst>
            </p:cNvPr>
            <p:cNvSpPr/>
            <p:nvPr/>
          </p:nvSpPr>
          <p:spPr>
            <a:xfrm>
              <a:off x="1132189" y="370951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820" name="Hexagon 4819">
              <a:extLst>
                <a:ext uri="{FF2B5EF4-FFF2-40B4-BE49-F238E27FC236}">
                  <a16:creationId xmlns:a16="http://schemas.microsoft.com/office/drawing/2014/main" id="{491A1DC4-3554-4863-ACD2-B704F4E15EC3}"/>
                </a:ext>
              </a:extLst>
            </p:cNvPr>
            <p:cNvSpPr/>
            <p:nvPr/>
          </p:nvSpPr>
          <p:spPr>
            <a:xfrm>
              <a:off x="427338" y="342709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821" name="Hexagon 4820">
              <a:extLst>
                <a:ext uri="{FF2B5EF4-FFF2-40B4-BE49-F238E27FC236}">
                  <a16:creationId xmlns:a16="http://schemas.microsoft.com/office/drawing/2014/main" id="{719A79CE-93D5-4F45-BAA0-10826B979DFB}"/>
                </a:ext>
              </a:extLst>
            </p:cNvPr>
            <p:cNvSpPr/>
            <p:nvPr/>
          </p:nvSpPr>
          <p:spPr>
            <a:xfrm>
              <a:off x="427339" y="324754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822" name="Hexagon 4821">
              <a:extLst>
                <a:ext uri="{FF2B5EF4-FFF2-40B4-BE49-F238E27FC236}">
                  <a16:creationId xmlns:a16="http://schemas.microsoft.com/office/drawing/2014/main" id="{99ACFB5E-E7F3-48C9-A50D-EBDF5D55635F}"/>
                </a:ext>
              </a:extLst>
            </p:cNvPr>
            <p:cNvSpPr/>
            <p:nvPr/>
          </p:nvSpPr>
          <p:spPr>
            <a:xfrm>
              <a:off x="663082" y="370331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823" name="Hexagon 4822">
              <a:extLst>
                <a:ext uri="{FF2B5EF4-FFF2-40B4-BE49-F238E27FC236}">
                  <a16:creationId xmlns:a16="http://schemas.microsoft.com/office/drawing/2014/main" id="{703AEFAE-D1A0-4B2F-AE3E-D9745F048D20}"/>
                </a:ext>
              </a:extLst>
            </p:cNvPr>
            <p:cNvSpPr/>
            <p:nvPr/>
          </p:nvSpPr>
          <p:spPr>
            <a:xfrm>
              <a:off x="663083" y="352377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824" name="Hexagon 4823">
              <a:extLst>
                <a:ext uri="{FF2B5EF4-FFF2-40B4-BE49-F238E27FC236}">
                  <a16:creationId xmlns:a16="http://schemas.microsoft.com/office/drawing/2014/main" id="{0FCFB68E-9E4A-438B-8BEF-B3B212BDF63D}"/>
                </a:ext>
              </a:extLst>
            </p:cNvPr>
            <p:cNvSpPr/>
            <p:nvPr/>
          </p:nvSpPr>
          <p:spPr>
            <a:xfrm>
              <a:off x="660701" y="334374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825" name="Hexagon 4824">
              <a:extLst>
                <a:ext uri="{FF2B5EF4-FFF2-40B4-BE49-F238E27FC236}">
                  <a16:creationId xmlns:a16="http://schemas.microsoft.com/office/drawing/2014/main" id="{FCE36F5F-65A1-48BB-8E13-E7B123CC01BB}"/>
                </a:ext>
              </a:extLst>
            </p:cNvPr>
            <p:cNvSpPr/>
            <p:nvPr/>
          </p:nvSpPr>
          <p:spPr>
            <a:xfrm>
              <a:off x="660702" y="316420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826" name="Hexagon 4825">
              <a:extLst>
                <a:ext uri="{FF2B5EF4-FFF2-40B4-BE49-F238E27FC236}">
                  <a16:creationId xmlns:a16="http://schemas.microsoft.com/office/drawing/2014/main" id="{7AD6C6A0-0B24-4316-8E02-AE81DC5996C3}"/>
                </a:ext>
              </a:extLst>
            </p:cNvPr>
            <p:cNvSpPr/>
            <p:nvPr/>
          </p:nvSpPr>
          <p:spPr>
            <a:xfrm>
              <a:off x="903589" y="361044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827" name="Hexagon 4826">
              <a:extLst>
                <a:ext uri="{FF2B5EF4-FFF2-40B4-BE49-F238E27FC236}">
                  <a16:creationId xmlns:a16="http://schemas.microsoft.com/office/drawing/2014/main" id="{B308B1DD-4691-4A3E-B13B-56BEDCC29394}"/>
                </a:ext>
              </a:extLst>
            </p:cNvPr>
            <p:cNvSpPr/>
            <p:nvPr/>
          </p:nvSpPr>
          <p:spPr>
            <a:xfrm>
              <a:off x="903590" y="343090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828" name="Hexagon 4827">
              <a:extLst>
                <a:ext uri="{FF2B5EF4-FFF2-40B4-BE49-F238E27FC236}">
                  <a16:creationId xmlns:a16="http://schemas.microsoft.com/office/drawing/2014/main" id="{95B7E320-3CE5-4C35-8D08-6EF7533CD9F6}"/>
                </a:ext>
              </a:extLst>
            </p:cNvPr>
            <p:cNvSpPr/>
            <p:nvPr/>
          </p:nvSpPr>
          <p:spPr>
            <a:xfrm>
              <a:off x="1141714" y="352472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829" name="Hexagon 4828">
              <a:extLst>
                <a:ext uri="{FF2B5EF4-FFF2-40B4-BE49-F238E27FC236}">
                  <a16:creationId xmlns:a16="http://schemas.microsoft.com/office/drawing/2014/main" id="{7A98655F-54E8-4B96-B343-FA404117B63A}"/>
                </a:ext>
              </a:extLst>
            </p:cNvPr>
            <p:cNvSpPr/>
            <p:nvPr/>
          </p:nvSpPr>
          <p:spPr>
            <a:xfrm>
              <a:off x="1141715" y="3345179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830" name="Hexagon 4829">
              <a:extLst>
                <a:ext uri="{FF2B5EF4-FFF2-40B4-BE49-F238E27FC236}">
                  <a16:creationId xmlns:a16="http://schemas.microsoft.com/office/drawing/2014/main" id="{9DCB31EA-D640-4AB6-AC79-3C492065C080}"/>
                </a:ext>
              </a:extLst>
            </p:cNvPr>
            <p:cNvSpPr/>
            <p:nvPr/>
          </p:nvSpPr>
          <p:spPr>
            <a:xfrm>
              <a:off x="1370314" y="343661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831" name="Hexagon 4830">
              <a:extLst>
                <a:ext uri="{FF2B5EF4-FFF2-40B4-BE49-F238E27FC236}">
                  <a16:creationId xmlns:a16="http://schemas.microsoft.com/office/drawing/2014/main" id="{35227DA1-3C6A-4041-A35E-DE607825C4F7}"/>
                </a:ext>
              </a:extLst>
            </p:cNvPr>
            <p:cNvSpPr/>
            <p:nvPr/>
          </p:nvSpPr>
          <p:spPr>
            <a:xfrm>
              <a:off x="1370315" y="325231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832" name="Hexagon 4831">
              <a:extLst>
                <a:ext uri="{FF2B5EF4-FFF2-40B4-BE49-F238E27FC236}">
                  <a16:creationId xmlns:a16="http://schemas.microsoft.com/office/drawing/2014/main" id="{51BB6A0C-C7FC-4543-AC60-A358B0C90D7D}"/>
                </a:ext>
              </a:extLst>
            </p:cNvPr>
            <p:cNvSpPr/>
            <p:nvPr/>
          </p:nvSpPr>
          <p:spPr>
            <a:xfrm>
              <a:off x="898826" y="325326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833" name="Hexagon 4832">
              <a:extLst>
                <a:ext uri="{FF2B5EF4-FFF2-40B4-BE49-F238E27FC236}">
                  <a16:creationId xmlns:a16="http://schemas.microsoft.com/office/drawing/2014/main" id="{00988F40-A53D-41A0-B303-7D9672E608DE}"/>
                </a:ext>
              </a:extLst>
            </p:cNvPr>
            <p:cNvSpPr/>
            <p:nvPr/>
          </p:nvSpPr>
          <p:spPr>
            <a:xfrm>
              <a:off x="898827" y="307371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834" name="Hexagon 4833">
              <a:extLst>
                <a:ext uri="{FF2B5EF4-FFF2-40B4-BE49-F238E27FC236}">
                  <a16:creationId xmlns:a16="http://schemas.microsoft.com/office/drawing/2014/main" id="{B7F95292-E5A1-4AB6-B93B-77B462B9FF51}"/>
                </a:ext>
              </a:extLst>
            </p:cNvPr>
            <p:cNvSpPr/>
            <p:nvPr/>
          </p:nvSpPr>
          <p:spPr>
            <a:xfrm>
              <a:off x="894063" y="288654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835" name="Hexagon 4834">
              <a:extLst>
                <a:ext uri="{FF2B5EF4-FFF2-40B4-BE49-F238E27FC236}">
                  <a16:creationId xmlns:a16="http://schemas.microsoft.com/office/drawing/2014/main" id="{7C92E882-5D85-4BD2-B165-A37C9F0147C8}"/>
                </a:ext>
              </a:extLst>
            </p:cNvPr>
            <p:cNvSpPr/>
            <p:nvPr/>
          </p:nvSpPr>
          <p:spPr>
            <a:xfrm>
              <a:off x="894064" y="270700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836" name="Hexagon 4835">
              <a:extLst>
                <a:ext uri="{FF2B5EF4-FFF2-40B4-BE49-F238E27FC236}">
                  <a16:creationId xmlns:a16="http://schemas.microsoft.com/office/drawing/2014/main" id="{A4FC5AB9-FB03-4D3A-87C9-C2505D73C60A}"/>
                </a:ext>
              </a:extLst>
            </p:cNvPr>
            <p:cNvSpPr/>
            <p:nvPr/>
          </p:nvSpPr>
          <p:spPr>
            <a:xfrm>
              <a:off x="660700" y="279844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837" name="Hexagon 4836">
              <a:extLst>
                <a:ext uri="{FF2B5EF4-FFF2-40B4-BE49-F238E27FC236}">
                  <a16:creationId xmlns:a16="http://schemas.microsoft.com/office/drawing/2014/main" id="{6DC7974F-84B3-4CD2-B287-31D684D8789B}"/>
                </a:ext>
              </a:extLst>
            </p:cNvPr>
            <p:cNvSpPr/>
            <p:nvPr/>
          </p:nvSpPr>
          <p:spPr>
            <a:xfrm>
              <a:off x="660701" y="261889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838" name="Hexagon 4837">
              <a:extLst>
                <a:ext uri="{FF2B5EF4-FFF2-40B4-BE49-F238E27FC236}">
                  <a16:creationId xmlns:a16="http://schemas.microsoft.com/office/drawing/2014/main" id="{A96B8A5F-0546-489B-9E83-14D69C350A08}"/>
                </a:ext>
              </a:extLst>
            </p:cNvPr>
            <p:cNvSpPr/>
            <p:nvPr/>
          </p:nvSpPr>
          <p:spPr>
            <a:xfrm>
              <a:off x="422575" y="288416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839" name="Hexagon 4838">
              <a:extLst>
                <a:ext uri="{FF2B5EF4-FFF2-40B4-BE49-F238E27FC236}">
                  <a16:creationId xmlns:a16="http://schemas.microsoft.com/office/drawing/2014/main" id="{C608D5FF-C2D3-4201-A721-4A29806886AD}"/>
                </a:ext>
              </a:extLst>
            </p:cNvPr>
            <p:cNvSpPr/>
            <p:nvPr/>
          </p:nvSpPr>
          <p:spPr>
            <a:xfrm>
              <a:off x="422576" y="270462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840" name="Hexagon 4839">
              <a:extLst>
                <a:ext uri="{FF2B5EF4-FFF2-40B4-BE49-F238E27FC236}">
                  <a16:creationId xmlns:a16="http://schemas.microsoft.com/office/drawing/2014/main" id="{457428F2-A810-4DB0-B1D4-832C9B428501}"/>
                </a:ext>
              </a:extLst>
            </p:cNvPr>
            <p:cNvSpPr/>
            <p:nvPr/>
          </p:nvSpPr>
          <p:spPr>
            <a:xfrm>
              <a:off x="898825" y="252459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841" name="Hexagon 4840">
              <a:extLst>
                <a:ext uri="{FF2B5EF4-FFF2-40B4-BE49-F238E27FC236}">
                  <a16:creationId xmlns:a16="http://schemas.microsoft.com/office/drawing/2014/main" id="{E038B3BC-54A1-4D49-ADB7-DAB47B18F602}"/>
                </a:ext>
              </a:extLst>
            </p:cNvPr>
            <p:cNvSpPr/>
            <p:nvPr/>
          </p:nvSpPr>
          <p:spPr>
            <a:xfrm>
              <a:off x="898826" y="234505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842" name="Hexagon 4841">
              <a:extLst>
                <a:ext uri="{FF2B5EF4-FFF2-40B4-BE49-F238E27FC236}">
                  <a16:creationId xmlns:a16="http://schemas.microsoft.com/office/drawing/2014/main" id="{048101C9-A2EF-4D70-B99F-5E6F8D4B2C64}"/>
                </a:ext>
              </a:extLst>
            </p:cNvPr>
            <p:cNvSpPr/>
            <p:nvPr/>
          </p:nvSpPr>
          <p:spPr>
            <a:xfrm>
              <a:off x="1132187" y="261270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843" name="Hexagon 4842">
              <a:extLst>
                <a:ext uri="{FF2B5EF4-FFF2-40B4-BE49-F238E27FC236}">
                  <a16:creationId xmlns:a16="http://schemas.microsoft.com/office/drawing/2014/main" id="{69E8F079-2688-40BF-AD6C-FBBA331C2A08}"/>
                </a:ext>
              </a:extLst>
            </p:cNvPr>
            <p:cNvSpPr/>
            <p:nvPr/>
          </p:nvSpPr>
          <p:spPr>
            <a:xfrm>
              <a:off x="1132188" y="243077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844" name="Hexagon 4843">
              <a:extLst>
                <a:ext uri="{FF2B5EF4-FFF2-40B4-BE49-F238E27FC236}">
                  <a16:creationId xmlns:a16="http://schemas.microsoft.com/office/drawing/2014/main" id="{0D3CECDB-88CF-4B93-B7D1-FCBF68F6F6CA}"/>
                </a:ext>
              </a:extLst>
            </p:cNvPr>
            <p:cNvSpPr/>
            <p:nvPr/>
          </p:nvSpPr>
          <p:spPr>
            <a:xfrm>
              <a:off x="1134569" y="316515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845" name="Hexagon 4844">
              <a:extLst>
                <a:ext uri="{FF2B5EF4-FFF2-40B4-BE49-F238E27FC236}">
                  <a16:creationId xmlns:a16="http://schemas.microsoft.com/office/drawing/2014/main" id="{EB89F2D5-3021-4545-BC08-5154CE1FE69F}"/>
                </a:ext>
              </a:extLst>
            </p:cNvPr>
            <p:cNvSpPr/>
            <p:nvPr/>
          </p:nvSpPr>
          <p:spPr>
            <a:xfrm>
              <a:off x="1134570" y="2985609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846" name="Hexagon 4845">
              <a:extLst>
                <a:ext uri="{FF2B5EF4-FFF2-40B4-BE49-F238E27FC236}">
                  <a16:creationId xmlns:a16="http://schemas.microsoft.com/office/drawing/2014/main" id="{28E150D5-F1FE-4396-8EE2-F699518166AF}"/>
                </a:ext>
              </a:extLst>
            </p:cNvPr>
            <p:cNvSpPr/>
            <p:nvPr/>
          </p:nvSpPr>
          <p:spPr>
            <a:xfrm>
              <a:off x="1372694" y="307466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847" name="Hexagon 4846">
              <a:extLst>
                <a:ext uri="{FF2B5EF4-FFF2-40B4-BE49-F238E27FC236}">
                  <a16:creationId xmlns:a16="http://schemas.microsoft.com/office/drawing/2014/main" id="{B5B23827-68D5-460E-9B96-EB85D963DB86}"/>
                </a:ext>
              </a:extLst>
            </p:cNvPr>
            <p:cNvSpPr/>
            <p:nvPr/>
          </p:nvSpPr>
          <p:spPr>
            <a:xfrm>
              <a:off x="1372695" y="289274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848" name="Hexagon 4847">
              <a:extLst>
                <a:ext uri="{FF2B5EF4-FFF2-40B4-BE49-F238E27FC236}">
                  <a16:creationId xmlns:a16="http://schemas.microsoft.com/office/drawing/2014/main" id="{6FCF30B3-7948-419C-825D-427CF881A368}"/>
                </a:ext>
              </a:extLst>
            </p:cNvPr>
            <p:cNvSpPr/>
            <p:nvPr/>
          </p:nvSpPr>
          <p:spPr>
            <a:xfrm>
              <a:off x="1370313" y="270795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849" name="Hexagon 4848">
              <a:extLst>
                <a:ext uri="{FF2B5EF4-FFF2-40B4-BE49-F238E27FC236}">
                  <a16:creationId xmlns:a16="http://schemas.microsoft.com/office/drawing/2014/main" id="{2F8E81D2-BF6A-48D1-BFD1-C2DCE8DA3A05}"/>
                </a:ext>
              </a:extLst>
            </p:cNvPr>
            <p:cNvSpPr/>
            <p:nvPr/>
          </p:nvSpPr>
          <p:spPr>
            <a:xfrm>
              <a:off x="1370314" y="252364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850" name="Hexagon 4849">
              <a:extLst>
                <a:ext uri="{FF2B5EF4-FFF2-40B4-BE49-F238E27FC236}">
                  <a16:creationId xmlns:a16="http://schemas.microsoft.com/office/drawing/2014/main" id="{481CCAB6-8C4F-4C32-AB61-E6344AC50777}"/>
                </a:ext>
              </a:extLst>
            </p:cNvPr>
            <p:cNvSpPr/>
            <p:nvPr/>
          </p:nvSpPr>
          <p:spPr>
            <a:xfrm>
              <a:off x="1594151" y="242601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851" name="Hexagon 4850">
              <a:extLst>
                <a:ext uri="{FF2B5EF4-FFF2-40B4-BE49-F238E27FC236}">
                  <a16:creationId xmlns:a16="http://schemas.microsoft.com/office/drawing/2014/main" id="{67828A14-CA9B-4D8E-91FC-0914F61B1FA2}"/>
                </a:ext>
              </a:extLst>
            </p:cNvPr>
            <p:cNvSpPr/>
            <p:nvPr/>
          </p:nvSpPr>
          <p:spPr>
            <a:xfrm>
              <a:off x="1608438" y="298179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852" name="Hexagon 4851">
              <a:extLst>
                <a:ext uri="{FF2B5EF4-FFF2-40B4-BE49-F238E27FC236}">
                  <a16:creationId xmlns:a16="http://schemas.microsoft.com/office/drawing/2014/main" id="{CB9C4C03-D1EC-4965-A5F6-4ED9CE9AE438}"/>
                </a:ext>
              </a:extLst>
            </p:cNvPr>
            <p:cNvSpPr/>
            <p:nvPr/>
          </p:nvSpPr>
          <p:spPr>
            <a:xfrm>
              <a:off x="1608439" y="279749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853" name="Hexagon 4852">
              <a:extLst>
                <a:ext uri="{FF2B5EF4-FFF2-40B4-BE49-F238E27FC236}">
                  <a16:creationId xmlns:a16="http://schemas.microsoft.com/office/drawing/2014/main" id="{7479AA85-1FCD-4639-A43D-240F10937F1C}"/>
                </a:ext>
              </a:extLst>
            </p:cNvPr>
            <p:cNvSpPr/>
            <p:nvPr/>
          </p:nvSpPr>
          <p:spPr>
            <a:xfrm>
              <a:off x="1841800" y="307228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854" name="Hexagon 4853">
              <a:extLst>
                <a:ext uri="{FF2B5EF4-FFF2-40B4-BE49-F238E27FC236}">
                  <a16:creationId xmlns:a16="http://schemas.microsoft.com/office/drawing/2014/main" id="{34908895-0D08-4D6E-B1BE-09B426730B88}"/>
                </a:ext>
              </a:extLst>
            </p:cNvPr>
            <p:cNvSpPr/>
            <p:nvPr/>
          </p:nvSpPr>
          <p:spPr>
            <a:xfrm>
              <a:off x="1841801" y="288797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855" name="Hexagon 4854">
              <a:extLst>
                <a:ext uri="{FF2B5EF4-FFF2-40B4-BE49-F238E27FC236}">
                  <a16:creationId xmlns:a16="http://schemas.microsoft.com/office/drawing/2014/main" id="{E0DD924F-A69D-4771-B06A-A57748A19E81}"/>
                </a:ext>
              </a:extLst>
            </p:cNvPr>
            <p:cNvSpPr/>
            <p:nvPr/>
          </p:nvSpPr>
          <p:spPr>
            <a:xfrm>
              <a:off x="1837037" y="270080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856" name="Hexagon 4855">
              <a:extLst>
                <a:ext uri="{FF2B5EF4-FFF2-40B4-BE49-F238E27FC236}">
                  <a16:creationId xmlns:a16="http://schemas.microsoft.com/office/drawing/2014/main" id="{4AB33A80-91EC-4B41-AABE-2FFC51CBDC36}"/>
                </a:ext>
              </a:extLst>
            </p:cNvPr>
            <p:cNvSpPr/>
            <p:nvPr/>
          </p:nvSpPr>
          <p:spPr>
            <a:xfrm>
              <a:off x="1837038" y="251650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857" name="Hexagon 4856">
              <a:extLst>
                <a:ext uri="{FF2B5EF4-FFF2-40B4-BE49-F238E27FC236}">
                  <a16:creationId xmlns:a16="http://schemas.microsoft.com/office/drawing/2014/main" id="{EC116396-A413-4E90-8801-A948CF53C61A}"/>
                </a:ext>
              </a:extLst>
            </p:cNvPr>
            <p:cNvSpPr/>
            <p:nvPr/>
          </p:nvSpPr>
          <p:spPr>
            <a:xfrm>
              <a:off x="2075162" y="279129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858" name="Hexagon 4857">
              <a:extLst>
                <a:ext uri="{FF2B5EF4-FFF2-40B4-BE49-F238E27FC236}">
                  <a16:creationId xmlns:a16="http://schemas.microsoft.com/office/drawing/2014/main" id="{634F8925-F640-4340-B8C8-5BB2BA9B9E66}"/>
                </a:ext>
              </a:extLst>
            </p:cNvPr>
            <p:cNvSpPr/>
            <p:nvPr/>
          </p:nvSpPr>
          <p:spPr>
            <a:xfrm>
              <a:off x="2075163" y="260699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859" name="Hexagon 4858">
              <a:extLst>
                <a:ext uri="{FF2B5EF4-FFF2-40B4-BE49-F238E27FC236}">
                  <a16:creationId xmlns:a16="http://schemas.microsoft.com/office/drawing/2014/main" id="{564CE8BE-30C0-4FAD-B3B2-01D03CB12362}"/>
                </a:ext>
              </a:extLst>
            </p:cNvPr>
            <p:cNvSpPr/>
            <p:nvPr/>
          </p:nvSpPr>
          <p:spPr>
            <a:xfrm>
              <a:off x="2079924" y="316039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860" name="Hexagon 4859">
              <a:extLst>
                <a:ext uri="{FF2B5EF4-FFF2-40B4-BE49-F238E27FC236}">
                  <a16:creationId xmlns:a16="http://schemas.microsoft.com/office/drawing/2014/main" id="{17E6F66D-D5B3-4FF1-A3A2-48B2B258ACF9}"/>
                </a:ext>
              </a:extLst>
            </p:cNvPr>
            <p:cNvSpPr/>
            <p:nvPr/>
          </p:nvSpPr>
          <p:spPr>
            <a:xfrm>
              <a:off x="2079925" y="297608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861" name="Hexagon 4860">
              <a:extLst>
                <a:ext uri="{FF2B5EF4-FFF2-40B4-BE49-F238E27FC236}">
                  <a16:creationId xmlns:a16="http://schemas.microsoft.com/office/drawing/2014/main" id="{C089E88E-1BB9-4ABE-8717-E380283BD013}"/>
                </a:ext>
              </a:extLst>
            </p:cNvPr>
            <p:cNvSpPr/>
            <p:nvPr/>
          </p:nvSpPr>
          <p:spPr>
            <a:xfrm>
              <a:off x="1615584" y="351995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862" name="Hexagon 4861">
              <a:extLst>
                <a:ext uri="{FF2B5EF4-FFF2-40B4-BE49-F238E27FC236}">
                  <a16:creationId xmlns:a16="http://schemas.microsoft.com/office/drawing/2014/main" id="{FC9AC6E0-64F6-4A53-8308-F6F33703DD7A}"/>
                </a:ext>
              </a:extLst>
            </p:cNvPr>
            <p:cNvSpPr/>
            <p:nvPr/>
          </p:nvSpPr>
          <p:spPr>
            <a:xfrm>
              <a:off x="1841803" y="343185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863" name="Hexagon 4862">
              <a:extLst>
                <a:ext uri="{FF2B5EF4-FFF2-40B4-BE49-F238E27FC236}">
                  <a16:creationId xmlns:a16="http://schemas.microsoft.com/office/drawing/2014/main" id="{2EF3BC01-C341-4571-804E-103E2B27F2A5}"/>
                </a:ext>
              </a:extLst>
            </p:cNvPr>
            <p:cNvSpPr/>
            <p:nvPr/>
          </p:nvSpPr>
          <p:spPr>
            <a:xfrm>
              <a:off x="2299003" y="361520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864" name="Hexagon 4863">
              <a:extLst>
                <a:ext uri="{FF2B5EF4-FFF2-40B4-BE49-F238E27FC236}">
                  <a16:creationId xmlns:a16="http://schemas.microsoft.com/office/drawing/2014/main" id="{26E15196-47C9-402A-A5C2-3363075531B0}"/>
                </a:ext>
              </a:extLst>
            </p:cNvPr>
            <p:cNvSpPr/>
            <p:nvPr/>
          </p:nvSpPr>
          <p:spPr>
            <a:xfrm>
              <a:off x="2768110" y="379142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865" name="Hexagon 4864">
              <a:extLst>
                <a:ext uri="{FF2B5EF4-FFF2-40B4-BE49-F238E27FC236}">
                  <a16:creationId xmlns:a16="http://schemas.microsoft.com/office/drawing/2014/main" id="{18FFFCA0-F323-4EAC-A1FC-D49A97528B78}"/>
                </a:ext>
              </a:extLst>
            </p:cNvPr>
            <p:cNvSpPr/>
            <p:nvPr/>
          </p:nvSpPr>
          <p:spPr>
            <a:xfrm>
              <a:off x="2772871" y="397144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866" name="Hexagon 4865">
              <a:extLst>
                <a:ext uri="{FF2B5EF4-FFF2-40B4-BE49-F238E27FC236}">
                  <a16:creationId xmlns:a16="http://schemas.microsoft.com/office/drawing/2014/main" id="{316FE7E4-45EB-4006-A69C-7B132DC7F712}"/>
                </a:ext>
              </a:extLst>
            </p:cNvPr>
            <p:cNvSpPr/>
            <p:nvPr/>
          </p:nvSpPr>
          <p:spPr>
            <a:xfrm>
              <a:off x="2772872" y="360806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867" name="Hexagon 4866">
              <a:extLst>
                <a:ext uri="{FF2B5EF4-FFF2-40B4-BE49-F238E27FC236}">
                  <a16:creationId xmlns:a16="http://schemas.microsoft.com/office/drawing/2014/main" id="{070EC41C-8238-4E19-BEE8-0294523EFA0A}"/>
                </a:ext>
              </a:extLst>
            </p:cNvPr>
            <p:cNvSpPr/>
            <p:nvPr/>
          </p:nvSpPr>
          <p:spPr>
            <a:xfrm>
              <a:off x="2527604" y="333898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868" name="Hexagon 4867">
              <a:extLst>
                <a:ext uri="{FF2B5EF4-FFF2-40B4-BE49-F238E27FC236}">
                  <a16:creationId xmlns:a16="http://schemas.microsoft.com/office/drawing/2014/main" id="{4CF68E77-2037-4D9C-991D-DBDB1F05E5F1}"/>
                </a:ext>
              </a:extLst>
            </p:cNvPr>
            <p:cNvSpPr/>
            <p:nvPr/>
          </p:nvSpPr>
          <p:spPr>
            <a:xfrm>
              <a:off x="2532365" y="3519009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869" name="Hexagon 4868">
              <a:extLst>
                <a:ext uri="{FF2B5EF4-FFF2-40B4-BE49-F238E27FC236}">
                  <a16:creationId xmlns:a16="http://schemas.microsoft.com/office/drawing/2014/main" id="{B2F90C80-1EAC-4419-A57E-AB24AF3DC6D0}"/>
                </a:ext>
              </a:extLst>
            </p:cNvPr>
            <p:cNvSpPr/>
            <p:nvPr/>
          </p:nvSpPr>
          <p:spPr>
            <a:xfrm>
              <a:off x="2532366" y="315562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870" name="Hexagon 4869">
              <a:extLst>
                <a:ext uri="{FF2B5EF4-FFF2-40B4-BE49-F238E27FC236}">
                  <a16:creationId xmlns:a16="http://schemas.microsoft.com/office/drawing/2014/main" id="{A363824E-ACD6-4C82-A122-818B8A461D81}"/>
                </a:ext>
              </a:extLst>
            </p:cNvPr>
            <p:cNvSpPr/>
            <p:nvPr/>
          </p:nvSpPr>
          <p:spPr>
            <a:xfrm>
              <a:off x="2303767" y="306513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871" name="Hexagon 4870">
              <a:extLst>
                <a:ext uri="{FF2B5EF4-FFF2-40B4-BE49-F238E27FC236}">
                  <a16:creationId xmlns:a16="http://schemas.microsoft.com/office/drawing/2014/main" id="{ED7C7E91-3BDF-44C5-B85E-90C957162A08}"/>
                </a:ext>
              </a:extLst>
            </p:cNvPr>
            <p:cNvSpPr/>
            <p:nvPr/>
          </p:nvSpPr>
          <p:spPr>
            <a:xfrm>
              <a:off x="2308528" y="324516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872" name="Hexagon 4871">
              <a:extLst>
                <a:ext uri="{FF2B5EF4-FFF2-40B4-BE49-F238E27FC236}">
                  <a16:creationId xmlns:a16="http://schemas.microsoft.com/office/drawing/2014/main" id="{B3AC2EA7-601E-44FE-8BEF-407BA968C550}"/>
                </a:ext>
              </a:extLst>
            </p:cNvPr>
            <p:cNvSpPr/>
            <p:nvPr/>
          </p:nvSpPr>
          <p:spPr>
            <a:xfrm>
              <a:off x="2308529" y="288178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873" name="Hexagon 4872">
              <a:extLst>
                <a:ext uri="{FF2B5EF4-FFF2-40B4-BE49-F238E27FC236}">
                  <a16:creationId xmlns:a16="http://schemas.microsoft.com/office/drawing/2014/main" id="{CD0D96B5-F465-40C7-8190-93282009DB24}"/>
                </a:ext>
              </a:extLst>
            </p:cNvPr>
            <p:cNvSpPr/>
            <p:nvPr/>
          </p:nvSpPr>
          <p:spPr>
            <a:xfrm>
              <a:off x="2534749" y="279129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874" name="Hexagon 4873">
              <a:extLst>
                <a:ext uri="{FF2B5EF4-FFF2-40B4-BE49-F238E27FC236}">
                  <a16:creationId xmlns:a16="http://schemas.microsoft.com/office/drawing/2014/main" id="{7B39BE77-AB22-4F09-A2BD-3416205C9279}"/>
                </a:ext>
              </a:extLst>
            </p:cNvPr>
            <p:cNvSpPr/>
            <p:nvPr/>
          </p:nvSpPr>
          <p:spPr>
            <a:xfrm>
              <a:off x="2539510" y="297132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875" name="Hexagon 4874">
              <a:extLst>
                <a:ext uri="{FF2B5EF4-FFF2-40B4-BE49-F238E27FC236}">
                  <a16:creationId xmlns:a16="http://schemas.microsoft.com/office/drawing/2014/main" id="{B70F3D3E-7050-4FB8-8988-CA7F1A462C98}"/>
                </a:ext>
              </a:extLst>
            </p:cNvPr>
            <p:cNvSpPr/>
            <p:nvPr/>
          </p:nvSpPr>
          <p:spPr>
            <a:xfrm>
              <a:off x="2539511" y="2607939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876" name="Hexagon 4875">
              <a:extLst>
                <a:ext uri="{FF2B5EF4-FFF2-40B4-BE49-F238E27FC236}">
                  <a16:creationId xmlns:a16="http://schemas.microsoft.com/office/drawing/2014/main" id="{987E2273-A53E-47C2-94B0-1C279E248C11}"/>
                </a:ext>
              </a:extLst>
            </p:cNvPr>
            <p:cNvSpPr/>
            <p:nvPr/>
          </p:nvSpPr>
          <p:spPr>
            <a:xfrm>
              <a:off x="2301386" y="270080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877" name="Hexagon 4876">
              <a:extLst>
                <a:ext uri="{FF2B5EF4-FFF2-40B4-BE49-F238E27FC236}">
                  <a16:creationId xmlns:a16="http://schemas.microsoft.com/office/drawing/2014/main" id="{CBEB65DD-3043-4365-9954-8C3CB4E57614}"/>
                </a:ext>
              </a:extLst>
            </p:cNvPr>
            <p:cNvSpPr/>
            <p:nvPr/>
          </p:nvSpPr>
          <p:spPr>
            <a:xfrm>
              <a:off x="2306148" y="251745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878" name="Hexagon 4877">
              <a:extLst>
                <a:ext uri="{FF2B5EF4-FFF2-40B4-BE49-F238E27FC236}">
                  <a16:creationId xmlns:a16="http://schemas.microsoft.com/office/drawing/2014/main" id="{F9B82791-BA3B-4A32-B345-ADFF8D3B4F24}"/>
                </a:ext>
              </a:extLst>
            </p:cNvPr>
            <p:cNvSpPr/>
            <p:nvPr/>
          </p:nvSpPr>
          <p:spPr>
            <a:xfrm>
              <a:off x="2770493" y="288178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879" name="Hexagon 4878">
              <a:extLst>
                <a:ext uri="{FF2B5EF4-FFF2-40B4-BE49-F238E27FC236}">
                  <a16:creationId xmlns:a16="http://schemas.microsoft.com/office/drawing/2014/main" id="{C3225D8F-C8E2-4CF0-8022-83E3F311E2A3}"/>
                </a:ext>
              </a:extLst>
            </p:cNvPr>
            <p:cNvSpPr/>
            <p:nvPr/>
          </p:nvSpPr>
          <p:spPr>
            <a:xfrm>
              <a:off x="2775255" y="269842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880" name="Hexagon 4879">
              <a:extLst>
                <a:ext uri="{FF2B5EF4-FFF2-40B4-BE49-F238E27FC236}">
                  <a16:creationId xmlns:a16="http://schemas.microsoft.com/office/drawing/2014/main" id="{F4AD5C9D-DFC6-4FA2-BE32-112260CF2A5D}"/>
                </a:ext>
              </a:extLst>
            </p:cNvPr>
            <p:cNvSpPr/>
            <p:nvPr/>
          </p:nvSpPr>
          <p:spPr>
            <a:xfrm>
              <a:off x="3003855" y="261270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881" name="Hexagon 4880">
              <a:extLst>
                <a:ext uri="{FF2B5EF4-FFF2-40B4-BE49-F238E27FC236}">
                  <a16:creationId xmlns:a16="http://schemas.microsoft.com/office/drawing/2014/main" id="{3B928577-69FF-4EBB-88A3-2545B1CAE0CC}"/>
                </a:ext>
              </a:extLst>
            </p:cNvPr>
            <p:cNvSpPr/>
            <p:nvPr/>
          </p:nvSpPr>
          <p:spPr>
            <a:xfrm>
              <a:off x="2765730" y="342709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882" name="Hexagon 4881">
              <a:extLst>
                <a:ext uri="{FF2B5EF4-FFF2-40B4-BE49-F238E27FC236}">
                  <a16:creationId xmlns:a16="http://schemas.microsoft.com/office/drawing/2014/main" id="{1D7A6290-0969-49ED-A287-55304853A2C3}"/>
                </a:ext>
              </a:extLst>
            </p:cNvPr>
            <p:cNvSpPr/>
            <p:nvPr/>
          </p:nvSpPr>
          <p:spPr>
            <a:xfrm>
              <a:off x="670225" y="516218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883" name="Hexagon 4882">
              <a:extLst>
                <a:ext uri="{FF2B5EF4-FFF2-40B4-BE49-F238E27FC236}">
                  <a16:creationId xmlns:a16="http://schemas.microsoft.com/office/drawing/2014/main" id="{F7B5BFE9-642D-4CDE-AF69-DD00EE0F5400}"/>
                </a:ext>
              </a:extLst>
            </p:cNvPr>
            <p:cNvSpPr/>
            <p:nvPr/>
          </p:nvSpPr>
          <p:spPr>
            <a:xfrm>
              <a:off x="1829894" y="506920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885" name="Hexagon 4884">
              <a:extLst>
                <a:ext uri="{FF2B5EF4-FFF2-40B4-BE49-F238E27FC236}">
                  <a16:creationId xmlns:a16="http://schemas.microsoft.com/office/drawing/2014/main" id="{C038BCF0-3240-456E-AFAF-C987C160960A}"/>
                </a:ext>
              </a:extLst>
            </p:cNvPr>
            <p:cNvSpPr/>
            <p:nvPr/>
          </p:nvSpPr>
          <p:spPr>
            <a:xfrm>
              <a:off x="1825131" y="470249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886" name="Hexagon 4885">
              <a:extLst>
                <a:ext uri="{FF2B5EF4-FFF2-40B4-BE49-F238E27FC236}">
                  <a16:creationId xmlns:a16="http://schemas.microsoft.com/office/drawing/2014/main" id="{2D3ED5A1-2586-4242-8815-00C70F285548}"/>
                </a:ext>
              </a:extLst>
            </p:cNvPr>
            <p:cNvSpPr/>
            <p:nvPr/>
          </p:nvSpPr>
          <p:spPr>
            <a:xfrm>
              <a:off x="1591768" y="442626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887" name="Hexagon 4886">
              <a:extLst>
                <a:ext uri="{FF2B5EF4-FFF2-40B4-BE49-F238E27FC236}">
                  <a16:creationId xmlns:a16="http://schemas.microsoft.com/office/drawing/2014/main" id="{4982913C-92D2-4287-B208-08D49F084319}"/>
                </a:ext>
              </a:extLst>
            </p:cNvPr>
            <p:cNvSpPr/>
            <p:nvPr/>
          </p:nvSpPr>
          <p:spPr>
            <a:xfrm>
              <a:off x="1825130" y="432863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888" name="Hexagon 4887">
              <a:extLst>
                <a:ext uri="{FF2B5EF4-FFF2-40B4-BE49-F238E27FC236}">
                  <a16:creationId xmlns:a16="http://schemas.microsoft.com/office/drawing/2014/main" id="{31B761E0-8303-4C01-A456-070CDC041786}"/>
                </a:ext>
              </a:extLst>
            </p:cNvPr>
            <p:cNvSpPr/>
            <p:nvPr/>
          </p:nvSpPr>
          <p:spPr>
            <a:xfrm>
              <a:off x="2058493" y="4428649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889" name="Hexagon 4888">
              <a:extLst>
                <a:ext uri="{FF2B5EF4-FFF2-40B4-BE49-F238E27FC236}">
                  <a16:creationId xmlns:a16="http://schemas.microsoft.com/office/drawing/2014/main" id="{1CD9715C-EFDF-47E8-91DC-D93DB80E1BE4}"/>
                </a:ext>
              </a:extLst>
            </p:cNvPr>
            <p:cNvSpPr/>
            <p:nvPr/>
          </p:nvSpPr>
          <p:spPr>
            <a:xfrm>
              <a:off x="2529984" y="442483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890" name="Hexagon 4889">
              <a:extLst>
                <a:ext uri="{FF2B5EF4-FFF2-40B4-BE49-F238E27FC236}">
                  <a16:creationId xmlns:a16="http://schemas.microsoft.com/office/drawing/2014/main" id="{74DE2288-B0FC-4648-AAD7-FEE4ACAB5565}"/>
                </a:ext>
              </a:extLst>
            </p:cNvPr>
            <p:cNvSpPr/>
            <p:nvPr/>
          </p:nvSpPr>
          <p:spPr>
            <a:xfrm>
              <a:off x="3001472" y="369617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891" name="Hexagon 4890">
              <a:extLst>
                <a:ext uri="{FF2B5EF4-FFF2-40B4-BE49-F238E27FC236}">
                  <a16:creationId xmlns:a16="http://schemas.microsoft.com/office/drawing/2014/main" id="{089FD1ED-3626-428C-9F7F-778F9B9FFF93}"/>
                </a:ext>
              </a:extLst>
            </p:cNvPr>
            <p:cNvSpPr/>
            <p:nvPr/>
          </p:nvSpPr>
          <p:spPr>
            <a:xfrm>
              <a:off x="2996711" y="351757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892" name="Hexagon 4891">
              <a:extLst>
                <a:ext uri="{FF2B5EF4-FFF2-40B4-BE49-F238E27FC236}">
                  <a16:creationId xmlns:a16="http://schemas.microsoft.com/office/drawing/2014/main" id="{8CBF20F5-047B-44F7-A170-D49EA092608C}"/>
                </a:ext>
              </a:extLst>
            </p:cNvPr>
            <p:cNvSpPr/>
            <p:nvPr/>
          </p:nvSpPr>
          <p:spPr>
            <a:xfrm>
              <a:off x="3241978" y="397715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893" name="Hexagon 4892">
              <a:extLst>
                <a:ext uri="{FF2B5EF4-FFF2-40B4-BE49-F238E27FC236}">
                  <a16:creationId xmlns:a16="http://schemas.microsoft.com/office/drawing/2014/main" id="{FC7E6248-3AAB-44B0-A8EA-C501487D1861}"/>
                </a:ext>
              </a:extLst>
            </p:cNvPr>
            <p:cNvSpPr/>
            <p:nvPr/>
          </p:nvSpPr>
          <p:spPr>
            <a:xfrm>
              <a:off x="3234836" y="379618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894" name="Hexagon 4893">
              <a:extLst>
                <a:ext uri="{FF2B5EF4-FFF2-40B4-BE49-F238E27FC236}">
                  <a16:creationId xmlns:a16="http://schemas.microsoft.com/office/drawing/2014/main" id="{F682854B-9410-492D-A61B-BD27B215B82E}"/>
                </a:ext>
              </a:extLst>
            </p:cNvPr>
            <p:cNvSpPr/>
            <p:nvPr/>
          </p:nvSpPr>
          <p:spPr>
            <a:xfrm>
              <a:off x="3472959" y="387714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895" name="Hexagon 4894">
              <a:extLst>
                <a:ext uri="{FF2B5EF4-FFF2-40B4-BE49-F238E27FC236}">
                  <a16:creationId xmlns:a16="http://schemas.microsoft.com/office/drawing/2014/main" id="{6EC254A7-4DB6-41A0-9034-A600E03F8A04}"/>
                </a:ext>
              </a:extLst>
            </p:cNvPr>
            <p:cNvSpPr/>
            <p:nvPr/>
          </p:nvSpPr>
          <p:spPr>
            <a:xfrm>
              <a:off x="3465817" y="369617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896" name="Hexagon 4895">
              <a:extLst>
                <a:ext uri="{FF2B5EF4-FFF2-40B4-BE49-F238E27FC236}">
                  <a16:creationId xmlns:a16="http://schemas.microsoft.com/office/drawing/2014/main" id="{A2C23945-BC68-49BB-B707-538A3CD72960}"/>
                </a:ext>
              </a:extLst>
            </p:cNvPr>
            <p:cNvSpPr/>
            <p:nvPr/>
          </p:nvSpPr>
          <p:spPr>
            <a:xfrm>
              <a:off x="3232453" y="361044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897" name="Hexagon 4896">
              <a:extLst>
                <a:ext uri="{FF2B5EF4-FFF2-40B4-BE49-F238E27FC236}">
                  <a16:creationId xmlns:a16="http://schemas.microsoft.com/office/drawing/2014/main" id="{C7452EE5-D767-4F8D-A5B5-6448F66FEF64}"/>
                </a:ext>
              </a:extLst>
            </p:cNvPr>
            <p:cNvSpPr/>
            <p:nvPr/>
          </p:nvSpPr>
          <p:spPr>
            <a:xfrm>
              <a:off x="3232454" y="343185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898" name="Hexagon 4897">
              <a:extLst>
                <a:ext uri="{FF2B5EF4-FFF2-40B4-BE49-F238E27FC236}">
                  <a16:creationId xmlns:a16="http://schemas.microsoft.com/office/drawing/2014/main" id="{D467250D-8100-4953-91D7-0F09B8E00628}"/>
                </a:ext>
              </a:extLst>
            </p:cNvPr>
            <p:cNvSpPr/>
            <p:nvPr/>
          </p:nvSpPr>
          <p:spPr>
            <a:xfrm>
              <a:off x="3241979" y="325087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899" name="Hexagon 4898">
              <a:extLst>
                <a:ext uri="{FF2B5EF4-FFF2-40B4-BE49-F238E27FC236}">
                  <a16:creationId xmlns:a16="http://schemas.microsoft.com/office/drawing/2014/main" id="{6B50AF4C-6000-4611-9599-6493FBAF765A}"/>
                </a:ext>
              </a:extLst>
            </p:cNvPr>
            <p:cNvSpPr/>
            <p:nvPr/>
          </p:nvSpPr>
          <p:spPr>
            <a:xfrm>
              <a:off x="3465817" y="3519959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900" name="Hexagon 4899">
              <a:extLst>
                <a:ext uri="{FF2B5EF4-FFF2-40B4-BE49-F238E27FC236}">
                  <a16:creationId xmlns:a16="http://schemas.microsoft.com/office/drawing/2014/main" id="{9E44E7CE-938C-4C01-A002-B56E2CDBEC64}"/>
                </a:ext>
              </a:extLst>
            </p:cNvPr>
            <p:cNvSpPr/>
            <p:nvPr/>
          </p:nvSpPr>
          <p:spPr>
            <a:xfrm>
              <a:off x="3706323" y="361044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5210" name="Hexagon 5209">
              <a:extLst>
                <a:ext uri="{FF2B5EF4-FFF2-40B4-BE49-F238E27FC236}">
                  <a16:creationId xmlns:a16="http://schemas.microsoft.com/office/drawing/2014/main" id="{8B0E941C-261C-400B-AE86-D827E2552C5A}"/>
                </a:ext>
              </a:extLst>
            </p:cNvPr>
            <p:cNvSpPr/>
            <p:nvPr/>
          </p:nvSpPr>
          <p:spPr>
            <a:xfrm>
              <a:off x="11598589" y="344030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5309" name="Hexagon 5308">
              <a:extLst>
                <a:ext uri="{FF2B5EF4-FFF2-40B4-BE49-F238E27FC236}">
                  <a16:creationId xmlns:a16="http://schemas.microsoft.com/office/drawing/2014/main" id="{D870F4CA-6AD9-4674-B7A1-A32412FA548F}"/>
                </a:ext>
              </a:extLst>
            </p:cNvPr>
            <p:cNvSpPr/>
            <p:nvPr/>
          </p:nvSpPr>
          <p:spPr>
            <a:xfrm>
              <a:off x="10441619" y="443535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</p:grpSp>
      <p:grpSp>
        <p:nvGrpSpPr>
          <p:cNvPr id="10" name="4级">
            <a:extLst>
              <a:ext uri="{FF2B5EF4-FFF2-40B4-BE49-F238E27FC236}">
                <a16:creationId xmlns:a16="http://schemas.microsoft.com/office/drawing/2014/main" id="{7DE40D87-288B-42CD-9988-52242312E192}"/>
              </a:ext>
            </a:extLst>
          </p:cNvPr>
          <p:cNvGrpSpPr/>
          <p:nvPr/>
        </p:nvGrpSpPr>
        <p:grpSpPr>
          <a:xfrm>
            <a:off x="2053259" y="4797570"/>
            <a:ext cx="8942958" cy="4159797"/>
            <a:chOff x="2053259" y="4797570"/>
            <a:chExt cx="8942958" cy="4159797"/>
          </a:xfrm>
        </p:grpSpPr>
        <p:sp>
          <p:nvSpPr>
            <p:cNvPr id="3963" name="Hexagon 3962">
              <a:extLst>
                <a:ext uri="{FF2B5EF4-FFF2-40B4-BE49-F238E27FC236}">
                  <a16:creationId xmlns:a16="http://schemas.microsoft.com/office/drawing/2014/main" id="{AA3209BA-150A-43BC-8C17-4BE7D27077FA}"/>
                </a:ext>
              </a:extLst>
            </p:cNvPr>
            <p:cNvSpPr/>
            <p:nvPr/>
          </p:nvSpPr>
          <p:spPr>
            <a:xfrm>
              <a:off x="6025660" y="488351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964" name="Hexagon 3963">
              <a:extLst>
                <a:ext uri="{FF2B5EF4-FFF2-40B4-BE49-F238E27FC236}">
                  <a16:creationId xmlns:a16="http://schemas.microsoft.com/office/drawing/2014/main" id="{C279FF88-31E7-4558-B67A-FD5DDF1036B0}"/>
                </a:ext>
              </a:extLst>
            </p:cNvPr>
            <p:cNvSpPr/>
            <p:nvPr/>
          </p:nvSpPr>
          <p:spPr>
            <a:xfrm>
              <a:off x="6023279" y="506709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965" name="Hexagon 3964">
              <a:extLst>
                <a:ext uri="{FF2B5EF4-FFF2-40B4-BE49-F238E27FC236}">
                  <a16:creationId xmlns:a16="http://schemas.microsoft.com/office/drawing/2014/main" id="{F5C31A04-D72E-449E-AD7A-50261BC4A5EE}"/>
                </a:ext>
              </a:extLst>
            </p:cNvPr>
            <p:cNvSpPr/>
            <p:nvPr/>
          </p:nvSpPr>
          <p:spPr>
            <a:xfrm>
              <a:off x="6025660" y="5250589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966" name="Hexagon 3965">
              <a:extLst>
                <a:ext uri="{FF2B5EF4-FFF2-40B4-BE49-F238E27FC236}">
                  <a16:creationId xmlns:a16="http://schemas.microsoft.com/office/drawing/2014/main" id="{473E9B80-59CE-4AC5-9E21-CF9372DE36B8}"/>
                </a:ext>
              </a:extLst>
            </p:cNvPr>
            <p:cNvSpPr/>
            <p:nvPr/>
          </p:nvSpPr>
          <p:spPr>
            <a:xfrm>
              <a:off x="6023279" y="543417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967" name="Hexagon 3966">
              <a:extLst>
                <a:ext uri="{FF2B5EF4-FFF2-40B4-BE49-F238E27FC236}">
                  <a16:creationId xmlns:a16="http://schemas.microsoft.com/office/drawing/2014/main" id="{8BDFE7AC-5BE3-4E8F-A61D-1C81A16394EB}"/>
                </a:ext>
              </a:extLst>
            </p:cNvPr>
            <p:cNvSpPr/>
            <p:nvPr/>
          </p:nvSpPr>
          <p:spPr>
            <a:xfrm>
              <a:off x="5789916" y="497288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968" name="Hexagon 3967">
              <a:extLst>
                <a:ext uri="{FF2B5EF4-FFF2-40B4-BE49-F238E27FC236}">
                  <a16:creationId xmlns:a16="http://schemas.microsoft.com/office/drawing/2014/main" id="{982209A6-2CE4-4AA2-BECD-4D779BD22431}"/>
                </a:ext>
              </a:extLst>
            </p:cNvPr>
            <p:cNvSpPr/>
            <p:nvPr/>
          </p:nvSpPr>
          <p:spPr>
            <a:xfrm>
              <a:off x="5789916" y="515646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969" name="Hexagon 3968">
              <a:extLst>
                <a:ext uri="{FF2B5EF4-FFF2-40B4-BE49-F238E27FC236}">
                  <a16:creationId xmlns:a16="http://schemas.microsoft.com/office/drawing/2014/main" id="{D77822C6-B180-4401-9B28-90F19388DF9C}"/>
                </a:ext>
              </a:extLst>
            </p:cNvPr>
            <p:cNvSpPr/>
            <p:nvPr/>
          </p:nvSpPr>
          <p:spPr>
            <a:xfrm>
              <a:off x="5787535" y="533757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970" name="Hexagon 3969">
              <a:extLst>
                <a:ext uri="{FF2B5EF4-FFF2-40B4-BE49-F238E27FC236}">
                  <a16:creationId xmlns:a16="http://schemas.microsoft.com/office/drawing/2014/main" id="{F2FC6EFB-510C-4CC6-8CED-2031996F1D5A}"/>
                </a:ext>
              </a:extLst>
            </p:cNvPr>
            <p:cNvSpPr/>
            <p:nvPr/>
          </p:nvSpPr>
          <p:spPr>
            <a:xfrm>
              <a:off x="5785154" y="552115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971" name="Hexagon 3970">
              <a:extLst>
                <a:ext uri="{FF2B5EF4-FFF2-40B4-BE49-F238E27FC236}">
                  <a16:creationId xmlns:a16="http://schemas.microsoft.com/office/drawing/2014/main" id="{DA16DFED-54D0-41C0-9CE7-CB9ADE0428A1}"/>
                </a:ext>
              </a:extLst>
            </p:cNvPr>
            <p:cNvSpPr/>
            <p:nvPr/>
          </p:nvSpPr>
          <p:spPr>
            <a:xfrm>
              <a:off x="5554172" y="506471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972" name="Hexagon 3971">
              <a:extLst>
                <a:ext uri="{FF2B5EF4-FFF2-40B4-BE49-F238E27FC236}">
                  <a16:creationId xmlns:a16="http://schemas.microsoft.com/office/drawing/2014/main" id="{10B24200-83CD-4761-94E5-EC5439F96ED1}"/>
                </a:ext>
              </a:extLst>
            </p:cNvPr>
            <p:cNvSpPr/>
            <p:nvPr/>
          </p:nvSpPr>
          <p:spPr>
            <a:xfrm>
              <a:off x="5551791" y="524829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973" name="Hexagon 3972">
              <a:extLst>
                <a:ext uri="{FF2B5EF4-FFF2-40B4-BE49-F238E27FC236}">
                  <a16:creationId xmlns:a16="http://schemas.microsoft.com/office/drawing/2014/main" id="{3B9C2C08-E0DC-441E-8C26-2BE6B2D5A2AF}"/>
                </a:ext>
              </a:extLst>
            </p:cNvPr>
            <p:cNvSpPr/>
            <p:nvPr/>
          </p:nvSpPr>
          <p:spPr>
            <a:xfrm>
              <a:off x="5549410" y="542940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974" name="Hexagon 3973">
              <a:extLst>
                <a:ext uri="{FF2B5EF4-FFF2-40B4-BE49-F238E27FC236}">
                  <a16:creationId xmlns:a16="http://schemas.microsoft.com/office/drawing/2014/main" id="{417DB9B5-E9D0-4D69-B39C-3F7EE44784E8}"/>
                </a:ext>
              </a:extLst>
            </p:cNvPr>
            <p:cNvSpPr/>
            <p:nvPr/>
          </p:nvSpPr>
          <p:spPr>
            <a:xfrm>
              <a:off x="5316047" y="551639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975" name="Hexagon 3974">
              <a:extLst>
                <a:ext uri="{FF2B5EF4-FFF2-40B4-BE49-F238E27FC236}">
                  <a16:creationId xmlns:a16="http://schemas.microsoft.com/office/drawing/2014/main" id="{86ACE83F-4AD5-4A06-96DD-FFA15CDF0FFE}"/>
                </a:ext>
              </a:extLst>
            </p:cNvPr>
            <p:cNvSpPr/>
            <p:nvPr/>
          </p:nvSpPr>
          <p:spPr>
            <a:xfrm>
              <a:off x="5082684" y="542711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976" name="Hexagon 3975">
              <a:extLst>
                <a:ext uri="{FF2B5EF4-FFF2-40B4-BE49-F238E27FC236}">
                  <a16:creationId xmlns:a16="http://schemas.microsoft.com/office/drawing/2014/main" id="{895C0194-2B83-4368-88EB-68D2F7FE0764}"/>
                </a:ext>
              </a:extLst>
            </p:cNvPr>
            <p:cNvSpPr/>
            <p:nvPr/>
          </p:nvSpPr>
          <p:spPr>
            <a:xfrm>
              <a:off x="5080303" y="560822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977" name="Hexagon 3976">
              <a:extLst>
                <a:ext uri="{FF2B5EF4-FFF2-40B4-BE49-F238E27FC236}">
                  <a16:creationId xmlns:a16="http://schemas.microsoft.com/office/drawing/2014/main" id="{0847DB1B-2735-4AFB-8323-CC1B25CFEF00}"/>
                </a:ext>
              </a:extLst>
            </p:cNvPr>
            <p:cNvSpPr/>
            <p:nvPr/>
          </p:nvSpPr>
          <p:spPr>
            <a:xfrm>
              <a:off x="4846940" y="5698579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978" name="Hexagon 3977">
              <a:extLst>
                <a:ext uri="{FF2B5EF4-FFF2-40B4-BE49-F238E27FC236}">
                  <a16:creationId xmlns:a16="http://schemas.microsoft.com/office/drawing/2014/main" id="{AC60418E-F0A3-4CB5-A0CB-2157891E6D60}"/>
                </a:ext>
              </a:extLst>
            </p:cNvPr>
            <p:cNvSpPr/>
            <p:nvPr/>
          </p:nvSpPr>
          <p:spPr>
            <a:xfrm>
              <a:off x="4844559" y="587969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979" name="Hexagon 3978">
              <a:extLst>
                <a:ext uri="{FF2B5EF4-FFF2-40B4-BE49-F238E27FC236}">
                  <a16:creationId xmlns:a16="http://schemas.microsoft.com/office/drawing/2014/main" id="{D00BADF5-DA9C-4F8C-9DF1-099D9E8701EB}"/>
                </a:ext>
              </a:extLst>
            </p:cNvPr>
            <p:cNvSpPr/>
            <p:nvPr/>
          </p:nvSpPr>
          <p:spPr>
            <a:xfrm>
              <a:off x="5080303" y="597056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980" name="Hexagon 3979">
              <a:extLst>
                <a:ext uri="{FF2B5EF4-FFF2-40B4-BE49-F238E27FC236}">
                  <a16:creationId xmlns:a16="http://schemas.microsoft.com/office/drawing/2014/main" id="{2674F811-E6C4-4468-809A-7ED103C2763B}"/>
                </a:ext>
              </a:extLst>
            </p:cNvPr>
            <p:cNvSpPr/>
            <p:nvPr/>
          </p:nvSpPr>
          <p:spPr>
            <a:xfrm>
              <a:off x="5316047" y="569873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981" name="Hexagon 3980">
              <a:extLst>
                <a:ext uri="{FF2B5EF4-FFF2-40B4-BE49-F238E27FC236}">
                  <a16:creationId xmlns:a16="http://schemas.microsoft.com/office/drawing/2014/main" id="{DE3CACEF-48BA-4035-B73C-C757D6C13E1C}"/>
                </a:ext>
              </a:extLst>
            </p:cNvPr>
            <p:cNvSpPr/>
            <p:nvPr/>
          </p:nvSpPr>
          <p:spPr>
            <a:xfrm>
              <a:off x="5313666" y="5879849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982" name="Hexagon 3981">
              <a:extLst>
                <a:ext uri="{FF2B5EF4-FFF2-40B4-BE49-F238E27FC236}">
                  <a16:creationId xmlns:a16="http://schemas.microsoft.com/office/drawing/2014/main" id="{33A65BF5-96C8-452E-B54C-183A2B36A074}"/>
                </a:ext>
              </a:extLst>
            </p:cNvPr>
            <p:cNvSpPr/>
            <p:nvPr/>
          </p:nvSpPr>
          <p:spPr>
            <a:xfrm>
              <a:off x="5316047" y="606356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983" name="Hexagon 3982">
              <a:extLst>
                <a:ext uri="{FF2B5EF4-FFF2-40B4-BE49-F238E27FC236}">
                  <a16:creationId xmlns:a16="http://schemas.microsoft.com/office/drawing/2014/main" id="{BFE65B0F-EF2C-4C2B-9E66-3B04DF3E4E06}"/>
                </a:ext>
              </a:extLst>
            </p:cNvPr>
            <p:cNvSpPr/>
            <p:nvPr/>
          </p:nvSpPr>
          <p:spPr>
            <a:xfrm>
              <a:off x="5313666" y="624467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984" name="Hexagon 3983">
              <a:extLst>
                <a:ext uri="{FF2B5EF4-FFF2-40B4-BE49-F238E27FC236}">
                  <a16:creationId xmlns:a16="http://schemas.microsoft.com/office/drawing/2014/main" id="{261B96CA-AAA7-469A-AE61-2683B55E7951}"/>
                </a:ext>
              </a:extLst>
            </p:cNvPr>
            <p:cNvSpPr/>
            <p:nvPr/>
          </p:nvSpPr>
          <p:spPr>
            <a:xfrm>
              <a:off x="5313666" y="6430569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985" name="Hexagon 3984">
              <a:extLst>
                <a:ext uri="{FF2B5EF4-FFF2-40B4-BE49-F238E27FC236}">
                  <a16:creationId xmlns:a16="http://schemas.microsoft.com/office/drawing/2014/main" id="{3F23287A-14B1-422D-B4C3-3D8C2607BF55}"/>
                </a:ext>
              </a:extLst>
            </p:cNvPr>
            <p:cNvSpPr/>
            <p:nvPr/>
          </p:nvSpPr>
          <p:spPr>
            <a:xfrm>
              <a:off x="5549410" y="578695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986" name="Hexagon 3985">
              <a:extLst>
                <a:ext uri="{FF2B5EF4-FFF2-40B4-BE49-F238E27FC236}">
                  <a16:creationId xmlns:a16="http://schemas.microsoft.com/office/drawing/2014/main" id="{9DB91BCF-A020-4939-A383-E151654EE362}"/>
                </a:ext>
              </a:extLst>
            </p:cNvPr>
            <p:cNvSpPr/>
            <p:nvPr/>
          </p:nvSpPr>
          <p:spPr>
            <a:xfrm>
              <a:off x="5547029" y="596806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987" name="Hexagon 3986">
              <a:extLst>
                <a:ext uri="{FF2B5EF4-FFF2-40B4-BE49-F238E27FC236}">
                  <a16:creationId xmlns:a16="http://schemas.microsoft.com/office/drawing/2014/main" id="{06956968-1825-4490-957E-F85B54E726C8}"/>
                </a:ext>
              </a:extLst>
            </p:cNvPr>
            <p:cNvSpPr/>
            <p:nvPr/>
          </p:nvSpPr>
          <p:spPr>
            <a:xfrm>
              <a:off x="5549410" y="615178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988" name="Hexagon 3987">
              <a:extLst>
                <a:ext uri="{FF2B5EF4-FFF2-40B4-BE49-F238E27FC236}">
                  <a16:creationId xmlns:a16="http://schemas.microsoft.com/office/drawing/2014/main" id="{CBF11CF6-EEB7-4F29-9998-16441EEFC398}"/>
                </a:ext>
              </a:extLst>
            </p:cNvPr>
            <p:cNvSpPr/>
            <p:nvPr/>
          </p:nvSpPr>
          <p:spPr>
            <a:xfrm>
              <a:off x="5547029" y="633289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989" name="Hexagon 3988">
              <a:extLst>
                <a:ext uri="{FF2B5EF4-FFF2-40B4-BE49-F238E27FC236}">
                  <a16:creationId xmlns:a16="http://schemas.microsoft.com/office/drawing/2014/main" id="{6E1D399E-17AF-4D7F-AFFA-C131EEA489A7}"/>
                </a:ext>
              </a:extLst>
            </p:cNvPr>
            <p:cNvSpPr/>
            <p:nvPr/>
          </p:nvSpPr>
          <p:spPr>
            <a:xfrm>
              <a:off x="5787535" y="569873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990" name="Hexagon 3989">
              <a:extLst>
                <a:ext uri="{FF2B5EF4-FFF2-40B4-BE49-F238E27FC236}">
                  <a16:creationId xmlns:a16="http://schemas.microsoft.com/office/drawing/2014/main" id="{7F745925-BFFE-4823-906F-578571451A19}"/>
                </a:ext>
              </a:extLst>
            </p:cNvPr>
            <p:cNvSpPr/>
            <p:nvPr/>
          </p:nvSpPr>
          <p:spPr>
            <a:xfrm>
              <a:off x="5785154" y="5879849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991" name="Hexagon 3990">
              <a:extLst>
                <a:ext uri="{FF2B5EF4-FFF2-40B4-BE49-F238E27FC236}">
                  <a16:creationId xmlns:a16="http://schemas.microsoft.com/office/drawing/2014/main" id="{7C65D7A7-547F-4AAE-BFB1-F62DA3008236}"/>
                </a:ext>
              </a:extLst>
            </p:cNvPr>
            <p:cNvSpPr/>
            <p:nvPr/>
          </p:nvSpPr>
          <p:spPr>
            <a:xfrm>
              <a:off x="5787535" y="606356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992" name="Hexagon 3991">
              <a:extLst>
                <a:ext uri="{FF2B5EF4-FFF2-40B4-BE49-F238E27FC236}">
                  <a16:creationId xmlns:a16="http://schemas.microsoft.com/office/drawing/2014/main" id="{096369B9-F956-4689-B6DF-B1D6C5732218}"/>
                </a:ext>
              </a:extLst>
            </p:cNvPr>
            <p:cNvSpPr/>
            <p:nvPr/>
          </p:nvSpPr>
          <p:spPr>
            <a:xfrm>
              <a:off x="5785154" y="624467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993" name="Hexagon 3992">
              <a:extLst>
                <a:ext uri="{FF2B5EF4-FFF2-40B4-BE49-F238E27FC236}">
                  <a16:creationId xmlns:a16="http://schemas.microsoft.com/office/drawing/2014/main" id="{993E652D-7A3B-4A5D-BB2C-4A5AE7DE32DB}"/>
                </a:ext>
              </a:extLst>
            </p:cNvPr>
            <p:cNvSpPr/>
            <p:nvPr/>
          </p:nvSpPr>
          <p:spPr>
            <a:xfrm>
              <a:off x="5782773" y="642589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994" name="Hexagon 3993">
              <a:extLst>
                <a:ext uri="{FF2B5EF4-FFF2-40B4-BE49-F238E27FC236}">
                  <a16:creationId xmlns:a16="http://schemas.microsoft.com/office/drawing/2014/main" id="{74D445AC-00EE-42B7-9680-01E4EEC8E04C}"/>
                </a:ext>
              </a:extLst>
            </p:cNvPr>
            <p:cNvSpPr/>
            <p:nvPr/>
          </p:nvSpPr>
          <p:spPr>
            <a:xfrm>
              <a:off x="5780392" y="660700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995" name="Hexagon 3994">
              <a:extLst>
                <a:ext uri="{FF2B5EF4-FFF2-40B4-BE49-F238E27FC236}">
                  <a16:creationId xmlns:a16="http://schemas.microsoft.com/office/drawing/2014/main" id="{56A439B6-51BB-4349-BDF5-FB0678969F21}"/>
                </a:ext>
              </a:extLst>
            </p:cNvPr>
            <p:cNvSpPr/>
            <p:nvPr/>
          </p:nvSpPr>
          <p:spPr>
            <a:xfrm>
              <a:off x="6020898" y="615416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996" name="Hexagon 3995">
              <a:extLst>
                <a:ext uri="{FF2B5EF4-FFF2-40B4-BE49-F238E27FC236}">
                  <a16:creationId xmlns:a16="http://schemas.microsoft.com/office/drawing/2014/main" id="{8D4819F4-1B9F-422D-A6FB-C971B373F3B8}"/>
                </a:ext>
              </a:extLst>
            </p:cNvPr>
            <p:cNvSpPr/>
            <p:nvPr/>
          </p:nvSpPr>
          <p:spPr>
            <a:xfrm>
              <a:off x="6018517" y="633527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997" name="Hexagon 3996">
              <a:extLst>
                <a:ext uri="{FF2B5EF4-FFF2-40B4-BE49-F238E27FC236}">
                  <a16:creationId xmlns:a16="http://schemas.microsoft.com/office/drawing/2014/main" id="{4052352D-9EC0-486E-8C31-4229C83246A9}"/>
                </a:ext>
              </a:extLst>
            </p:cNvPr>
            <p:cNvSpPr/>
            <p:nvPr/>
          </p:nvSpPr>
          <p:spPr>
            <a:xfrm>
              <a:off x="6016136" y="651649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998" name="Hexagon 3997">
              <a:extLst>
                <a:ext uri="{FF2B5EF4-FFF2-40B4-BE49-F238E27FC236}">
                  <a16:creationId xmlns:a16="http://schemas.microsoft.com/office/drawing/2014/main" id="{EB5A1D1E-3B4B-49DC-A957-7A836CA79B87}"/>
                </a:ext>
              </a:extLst>
            </p:cNvPr>
            <p:cNvSpPr/>
            <p:nvPr/>
          </p:nvSpPr>
          <p:spPr>
            <a:xfrm>
              <a:off x="6013755" y="669760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001" name="Hexagon 4000">
              <a:extLst>
                <a:ext uri="{FF2B5EF4-FFF2-40B4-BE49-F238E27FC236}">
                  <a16:creationId xmlns:a16="http://schemas.microsoft.com/office/drawing/2014/main" id="{99B59C5D-0BF8-498A-BA32-E50D6B2B140A}"/>
                </a:ext>
              </a:extLst>
            </p:cNvPr>
            <p:cNvSpPr/>
            <p:nvPr/>
          </p:nvSpPr>
          <p:spPr>
            <a:xfrm>
              <a:off x="6263785" y="534245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003" name="Hexagon 4002">
              <a:extLst>
                <a:ext uri="{FF2B5EF4-FFF2-40B4-BE49-F238E27FC236}">
                  <a16:creationId xmlns:a16="http://schemas.microsoft.com/office/drawing/2014/main" id="{14D5DFF5-3F01-4C98-A597-9784A50FA2B4}"/>
                </a:ext>
              </a:extLst>
            </p:cNvPr>
            <p:cNvSpPr/>
            <p:nvPr/>
          </p:nvSpPr>
          <p:spPr>
            <a:xfrm>
              <a:off x="6256642" y="497169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004" name="Hexagon 4003">
              <a:extLst>
                <a:ext uri="{FF2B5EF4-FFF2-40B4-BE49-F238E27FC236}">
                  <a16:creationId xmlns:a16="http://schemas.microsoft.com/office/drawing/2014/main" id="{C74B2395-A212-4C5F-BB0D-38279FA96993}"/>
                </a:ext>
              </a:extLst>
            </p:cNvPr>
            <p:cNvSpPr/>
            <p:nvPr/>
          </p:nvSpPr>
          <p:spPr>
            <a:xfrm>
              <a:off x="6247605" y="660938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005" name="Hexagon 4004">
              <a:extLst>
                <a:ext uri="{FF2B5EF4-FFF2-40B4-BE49-F238E27FC236}">
                  <a16:creationId xmlns:a16="http://schemas.microsoft.com/office/drawing/2014/main" id="{022A99EC-7B12-4F77-A32F-FAE2105D0161}"/>
                </a:ext>
              </a:extLst>
            </p:cNvPr>
            <p:cNvSpPr/>
            <p:nvPr/>
          </p:nvSpPr>
          <p:spPr>
            <a:xfrm>
              <a:off x="6483349" y="651887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006" name="Hexagon 4005">
              <a:extLst>
                <a:ext uri="{FF2B5EF4-FFF2-40B4-BE49-F238E27FC236}">
                  <a16:creationId xmlns:a16="http://schemas.microsoft.com/office/drawing/2014/main" id="{7ED01D90-553B-4E9D-9AF0-B7BF4F975759}"/>
                </a:ext>
              </a:extLst>
            </p:cNvPr>
            <p:cNvSpPr/>
            <p:nvPr/>
          </p:nvSpPr>
          <p:spPr>
            <a:xfrm>
              <a:off x="6480968" y="669998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007" name="Hexagon 4006">
              <a:extLst>
                <a:ext uri="{FF2B5EF4-FFF2-40B4-BE49-F238E27FC236}">
                  <a16:creationId xmlns:a16="http://schemas.microsoft.com/office/drawing/2014/main" id="{0514AA1C-DB45-4D94-AC80-24336C9E7E0F}"/>
                </a:ext>
              </a:extLst>
            </p:cNvPr>
            <p:cNvSpPr/>
            <p:nvPr/>
          </p:nvSpPr>
          <p:spPr>
            <a:xfrm>
              <a:off x="6707990" y="660938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008" name="Hexagon 4007">
              <a:extLst>
                <a:ext uri="{FF2B5EF4-FFF2-40B4-BE49-F238E27FC236}">
                  <a16:creationId xmlns:a16="http://schemas.microsoft.com/office/drawing/2014/main" id="{8ACC3EB9-EFEC-4DDB-A468-C6E618F9B59D}"/>
                </a:ext>
              </a:extLst>
            </p:cNvPr>
            <p:cNvSpPr/>
            <p:nvPr/>
          </p:nvSpPr>
          <p:spPr>
            <a:xfrm>
              <a:off x="6946115" y="651887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009" name="Hexagon 4008">
              <a:extLst>
                <a:ext uri="{FF2B5EF4-FFF2-40B4-BE49-F238E27FC236}">
                  <a16:creationId xmlns:a16="http://schemas.microsoft.com/office/drawing/2014/main" id="{B70ED8F3-26C1-4FDF-A6C0-1AC76FA6353C}"/>
                </a:ext>
              </a:extLst>
            </p:cNvPr>
            <p:cNvSpPr/>
            <p:nvPr/>
          </p:nvSpPr>
          <p:spPr>
            <a:xfrm>
              <a:off x="6943734" y="669998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010" name="Hexagon 4009">
              <a:extLst>
                <a:ext uri="{FF2B5EF4-FFF2-40B4-BE49-F238E27FC236}">
                  <a16:creationId xmlns:a16="http://schemas.microsoft.com/office/drawing/2014/main" id="{DEF976F4-6172-4B5D-967E-4A3154A786BF}"/>
                </a:ext>
              </a:extLst>
            </p:cNvPr>
            <p:cNvSpPr/>
            <p:nvPr/>
          </p:nvSpPr>
          <p:spPr>
            <a:xfrm>
              <a:off x="7184240" y="642827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011" name="Hexagon 4010">
              <a:extLst>
                <a:ext uri="{FF2B5EF4-FFF2-40B4-BE49-F238E27FC236}">
                  <a16:creationId xmlns:a16="http://schemas.microsoft.com/office/drawing/2014/main" id="{A5262DC3-E126-463F-B50D-88B4D3C8BAEA}"/>
                </a:ext>
              </a:extLst>
            </p:cNvPr>
            <p:cNvSpPr/>
            <p:nvPr/>
          </p:nvSpPr>
          <p:spPr>
            <a:xfrm>
              <a:off x="7181859" y="660938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012" name="Hexagon 4011">
              <a:extLst>
                <a:ext uri="{FF2B5EF4-FFF2-40B4-BE49-F238E27FC236}">
                  <a16:creationId xmlns:a16="http://schemas.microsoft.com/office/drawing/2014/main" id="{6C1C0380-C12C-4117-BED6-A43709BBFE22}"/>
                </a:ext>
              </a:extLst>
            </p:cNvPr>
            <p:cNvSpPr/>
            <p:nvPr/>
          </p:nvSpPr>
          <p:spPr>
            <a:xfrm>
              <a:off x="6946928" y="634005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013" name="Hexagon 4012">
              <a:extLst>
                <a:ext uri="{FF2B5EF4-FFF2-40B4-BE49-F238E27FC236}">
                  <a16:creationId xmlns:a16="http://schemas.microsoft.com/office/drawing/2014/main" id="{38F19D10-4E63-40A7-9327-032DFBA0F451}"/>
                </a:ext>
              </a:extLst>
            </p:cNvPr>
            <p:cNvSpPr/>
            <p:nvPr/>
          </p:nvSpPr>
          <p:spPr>
            <a:xfrm>
              <a:off x="7180291" y="624954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014" name="Hexagon 4013">
              <a:extLst>
                <a:ext uri="{FF2B5EF4-FFF2-40B4-BE49-F238E27FC236}">
                  <a16:creationId xmlns:a16="http://schemas.microsoft.com/office/drawing/2014/main" id="{00716321-DE0E-45C2-B21A-0AD0C7FFDD92}"/>
                </a:ext>
              </a:extLst>
            </p:cNvPr>
            <p:cNvSpPr/>
            <p:nvPr/>
          </p:nvSpPr>
          <p:spPr>
            <a:xfrm>
              <a:off x="7418416" y="615894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015" name="Hexagon 4014">
              <a:extLst>
                <a:ext uri="{FF2B5EF4-FFF2-40B4-BE49-F238E27FC236}">
                  <a16:creationId xmlns:a16="http://schemas.microsoft.com/office/drawing/2014/main" id="{91928F23-14D2-4F50-8268-5272F8114BAD}"/>
                </a:ext>
              </a:extLst>
            </p:cNvPr>
            <p:cNvSpPr/>
            <p:nvPr/>
          </p:nvSpPr>
          <p:spPr>
            <a:xfrm>
              <a:off x="7416035" y="634005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016" name="Hexagon 4015">
              <a:extLst>
                <a:ext uri="{FF2B5EF4-FFF2-40B4-BE49-F238E27FC236}">
                  <a16:creationId xmlns:a16="http://schemas.microsoft.com/office/drawing/2014/main" id="{841FDB43-B004-4A38-BA30-13E63DD13036}"/>
                </a:ext>
              </a:extLst>
            </p:cNvPr>
            <p:cNvSpPr/>
            <p:nvPr/>
          </p:nvSpPr>
          <p:spPr>
            <a:xfrm>
              <a:off x="7181104" y="607072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024" name="Hexagon 4023">
              <a:extLst>
                <a:ext uri="{FF2B5EF4-FFF2-40B4-BE49-F238E27FC236}">
                  <a16:creationId xmlns:a16="http://schemas.microsoft.com/office/drawing/2014/main" id="{52092F48-85B6-4509-9252-0538CC7282B0}"/>
                </a:ext>
              </a:extLst>
            </p:cNvPr>
            <p:cNvSpPr/>
            <p:nvPr/>
          </p:nvSpPr>
          <p:spPr>
            <a:xfrm>
              <a:off x="6718822" y="534470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025" name="Hexagon 4024">
              <a:extLst>
                <a:ext uri="{FF2B5EF4-FFF2-40B4-BE49-F238E27FC236}">
                  <a16:creationId xmlns:a16="http://schemas.microsoft.com/office/drawing/2014/main" id="{BB7B3D1F-FE86-4438-8F1C-73D236B1E9D8}"/>
                </a:ext>
              </a:extLst>
            </p:cNvPr>
            <p:cNvSpPr/>
            <p:nvPr/>
          </p:nvSpPr>
          <p:spPr>
            <a:xfrm>
              <a:off x="6486214" y="525165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027" name="Hexagon 4026">
              <a:extLst>
                <a:ext uri="{FF2B5EF4-FFF2-40B4-BE49-F238E27FC236}">
                  <a16:creationId xmlns:a16="http://schemas.microsoft.com/office/drawing/2014/main" id="{4AECF08C-3D38-467E-876E-2E881CBC7FBA}"/>
                </a:ext>
              </a:extLst>
            </p:cNvPr>
            <p:cNvSpPr/>
            <p:nvPr/>
          </p:nvSpPr>
          <p:spPr>
            <a:xfrm>
              <a:off x="6954566" y="543417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028" name="Hexagon 4027">
              <a:extLst>
                <a:ext uri="{FF2B5EF4-FFF2-40B4-BE49-F238E27FC236}">
                  <a16:creationId xmlns:a16="http://schemas.microsoft.com/office/drawing/2014/main" id="{44DED2D2-A8A4-4EBC-9FB1-9D7EEE1BA401}"/>
                </a:ext>
              </a:extLst>
            </p:cNvPr>
            <p:cNvSpPr/>
            <p:nvPr/>
          </p:nvSpPr>
          <p:spPr>
            <a:xfrm>
              <a:off x="6950617" y="5253059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029" name="Hexagon 4028">
              <a:extLst>
                <a:ext uri="{FF2B5EF4-FFF2-40B4-BE49-F238E27FC236}">
                  <a16:creationId xmlns:a16="http://schemas.microsoft.com/office/drawing/2014/main" id="{2BE03FFF-FE3C-406F-9374-4024385E015A}"/>
                </a:ext>
              </a:extLst>
            </p:cNvPr>
            <p:cNvSpPr/>
            <p:nvPr/>
          </p:nvSpPr>
          <p:spPr>
            <a:xfrm>
              <a:off x="6951430" y="5071859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030" name="Hexagon 4029">
              <a:extLst>
                <a:ext uri="{FF2B5EF4-FFF2-40B4-BE49-F238E27FC236}">
                  <a16:creationId xmlns:a16="http://schemas.microsoft.com/office/drawing/2014/main" id="{39ED3CC6-71E5-4E87-8DC5-AA9C53A83FDB}"/>
                </a:ext>
              </a:extLst>
            </p:cNvPr>
            <p:cNvSpPr/>
            <p:nvPr/>
          </p:nvSpPr>
          <p:spPr>
            <a:xfrm>
              <a:off x="7182841" y="588723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031" name="Hexagon 4030">
              <a:extLst>
                <a:ext uri="{FF2B5EF4-FFF2-40B4-BE49-F238E27FC236}">
                  <a16:creationId xmlns:a16="http://schemas.microsoft.com/office/drawing/2014/main" id="{CAA51D35-5F1A-4842-88CD-3AF0254B6B46}"/>
                </a:ext>
              </a:extLst>
            </p:cNvPr>
            <p:cNvSpPr/>
            <p:nvPr/>
          </p:nvSpPr>
          <p:spPr>
            <a:xfrm>
              <a:off x="7178892" y="570850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032" name="Hexagon 4031">
              <a:extLst>
                <a:ext uri="{FF2B5EF4-FFF2-40B4-BE49-F238E27FC236}">
                  <a16:creationId xmlns:a16="http://schemas.microsoft.com/office/drawing/2014/main" id="{159F6B1F-F813-4EB7-9729-737C26A22666}"/>
                </a:ext>
              </a:extLst>
            </p:cNvPr>
            <p:cNvSpPr/>
            <p:nvPr/>
          </p:nvSpPr>
          <p:spPr>
            <a:xfrm>
              <a:off x="7179705" y="552968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033" name="Hexagon 4032">
              <a:extLst>
                <a:ext uri="{FF2B5EF4-FFF2-40B4-BE49-F238E27FC236}">
                  <a16:creationId xmlns:a16="http://schemas.microsoft.com/office/drawing/2014/main" id="{27E2AA41-6724-49BE-9C53-FCC8844AAB68}"/>
                </a:ext>
              </a:extLst>
            </p:cNvPr>
            <p:cNvSpPr/>
            <p:nvPr/>
          </p:nvSpPr>
          <p:spPr>
            <a:xfrm>
              <a:off x="7421457" y="597533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034" name="Hexagon 4033">
              <a:extLst>
                <a:ext uri="{FF2B5EF4-FFF2-40B4-BE49-F238E27FC236}">
                  <a16:creationId xmlns:a16="http://schemas.microsoft.com/office/drawing/2014/main" id="{52D13B0C-7107-4D9F-830F-54FADB1397E7}"/>
                </a:ext>
              </a:extLst>
            </p:cNvPr>
            <p:cNvSpPr/>
            <p:nvPr/>
          </p:nvSpPr>
          <p:spPr>
            <a:xfrm>
              <a:off x="7417508" y="579660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035" name="Hexagon 4034">
              <a:extLst>
                <a:ext uri="{FF2B5EF4-FFF2-40B4-BE49-F238E27FC236}">
                  <a16:creationId xmlns:a16="http://schemas.microsoft.com/office/drawing/2014/main" id="{2A8775DB-B3DD-439F-80C0-0DF9F2F30865}"/>
                </a:ext>
              </a:extLst>
            </p:cNvPr>
            <p:cNvSpPr/>
            <p:nvPr/>
          </p:nvSpPr>
          <p:spPr>
            <a:xfrm>
              <a:off x="7418321" y="561778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036" name="Hexagon 4035">
              <a:extLst>
                <a:ext uri="{FF2B5EF4-FFF2-40B4-BE49-F238E27FC236}">
                  <a16:creationId xmlns:a16="http://schemas.microsoft.com/office/drawing/2014/main" id="{A125A8C1-F0A4-4667-9AEE-A2A15C9E4A96}"/>
                </a:ext>
              </a:extLst>
            </p:cNvPr>
            <p:cNvSpPr/>
            <p:nvPr/>
          </p:nvSpPr>
          <p:spPr>
            <a:xfrm>
              <a:off x="7418321" y="543905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037" name="Hexagon 4036">
              <a:extLst>
                <a:ext uri="{FF2B5EF4-FFF2-40B4-BE49-F238E27FC236}">
                  <a16:creationId xmlns:a16="http://schemas.microsoft.com/office/drawing/2014/main" id="{759E3843-8108-4200-9A8A-C391C8251316}"/>
                </a:ext>
              </a:extLst>
            </p:cNvPr>
            <p:cNvSpPr/>
            <p:nvPr/>
          </p:nvSpPr>
          <p:spPr>
            <a:xfrm>
              <a:off x="7416753" y="525556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038" name="Hexagon 4037">
              <a:extLst>
                <a:ext uri="{FF2B5EF4-FFF2-40B4-BE49-F238E27FC236}">
                  <a16:creationId xmlns:a16="http://schemas.microsoft.com/office/drawing/2014/main" id="{E01AA546-20C1-454A-92A5-A24D36B81ECA}"/>
                </a:ext>
              </a:extLst>
            </p:cNvPr>
            <p:cNvSpPr/>
            <p:nvPr/>
          </p:nvSpPr>
          <p:spPr>
            <a:xfrm>
              <a:off x="7417566" y="507674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039" name="Hexagon 4038">
              <a:extLst>
                <a:ext uri="{FF2B5EF4-FFF2-40B4-BE49-F238E27FC236}">
                  <a16:creationId xmlns:a16="http://schemas.microsoft.com/office/drawing/2014/main" id="{87CBC7C8-FC24-4F94-95CC-156A8497F720}"/>
                </a:ext>
              </a:extLst>
            </p:cNvPr>
            <p:cNvSpPr/>
            <p:nvPr/>
          </p:nvSpPr>
          <p:spPr>
            <a:xfrm>
              <a:off x="7185613" y="516448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040" name="Hexagon 4039">
              <a:extLst>
                <a:ext uri="{FF2B5EF4-FFF2-40B4-BE49-F238E27FC236}">
                  <a16:creationId xmlns:a16="http://schemas.microsoft.com/office/drawing/2014/main" id="{F39ABA98-6909-4709-8F14-7D6526712152}"/>
                </a:ext>
              </a:extLst>
            </p:cNvPr>
            <p:cNvSpPr/>
            <p:nvPr/>
          </p:nvSpPr>
          <p:spPr>
            <a:xfrm>
              <a:off x="7186426" y="497931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041" name="Hexagon 4040">
              <a:extLst>
                <a:ext uri="{FF2B5EF4-FFF2-40B4-BE49-F238E27FC236}">
                  <a16:creationId xmlns:a16="http://schemas.microsoft.com/office/drawing/2014/main" id="{21D99AB2-CCB1-4DE1-A2CC-F5035B245CF4}"/>
                </a:ext>
              </a:extLst>
            </p:cNvPr>
            <p:cNvSpPr/>
            <p:nvPr/>
          </p:nvSpPr>
          <p:spPr>
            <a:xfrm>
              <a:off x="6715621" y="497900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042" name="Hexagon 4041">
              <a:extLst>
                <a:ext uri="{FF2B5EF4-FFF2-40B4-BE49-F238E27FC236}">
                  <a16:creationId xmlns:a16="http://schemas.microsoft.com/office/drawing/2014/main" id="{33967C6F-013E-4539-BCD2-44FD9051A361}"/>
                </a:ext>
              </a:extLst>
            </p:cNvPr>
            <p:cNvSpPr/>
            <p:nvPr/>
          </p:nvSpPr>
          <p:spPr>
            <a:xfrm>
              <a:off x="6950617" y="489121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043" name="Hexagon 4042">
              <a:extLst>
                <a:ext uri="{FF2B5EF4-FFF2-40B4-BE49-F238E27FC236}">
                  <a16:creationId xmlns:a16="http://schemas.microsoft.com/office/drawing/2014/main" id="{6D9AFFD7-23DD-44EF-87ED-7137A48B7279}"/>
                </a:ext>
              </a:extLst>
            </p:cNvPr>
            <p:cNvSpPr/>
            <p:nvPr/>
          </p:nvSpPr>
          <p:spPr>
            <a:xfrm>
              <a:off x="7653479" y="5523519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044" name="Hexagon 4043">
              <a:extLst>
                <a:ext uri="{FF2B5EF4-FFF2-40B4-BE49-F238E27FC236}">
                  <a16:creationId xmlns:a16="http://schemas.microsoft.com/office/drawing/2014/main" id="{D302A7BA-557D-4C63-A750-C2D69929538E}"/>
                </a:ext>
              </a:extLst>
            </p:cNvPr>
            <p:cNvSpPr/>
            <p:nvPr/>
          </p:nvSpPr>
          <p:spPr>
            <a:xfrm>
              <a:off x="7654292" y="533993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045" name="Hexagon 4044">
              <a:extLst>
                <a:ext uri="{FF2B5EF4-FFF2-40B4-BE49-F238E27FC236}">
                  <a16:creationId xmlns:a16="http://schemas.microsoft.com/office/drawing/2014/main" id="{4790E727-5827-40A8-B7E4-E07FD502BEA2}"/>
                </a:ext>
              </a:extLst>
            </p:cNvPr>
            <p:cNvSpPr/>
            <p:nvPr/>
          </p:nvSpPr>
          <p:spPr>
            <a:xfrm>
              <a:off x="7653854" y="624705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046" name="Hexagon 4045">
              <a:extLst>
                <a:ext uri="{FF2B5EF4-FFF2-40B4-BE49-F238E27FC236}">
                  <a16:creationId xmlns:a16="http://schemas.microsoft.com/office/drawing/2014/main" id="{3D53BA13-95BB-47DF-A215-F855C8CF9764}"/>
                </a:ext>
              </a:extLst>
            </p:cNvPr>
            <p:cNvSpPr/>
            <p:nvPr/>
          </p:nvSpPr>
          <p:spPr>
            <a:xfrm>
              <a:off x="7654667" y="606585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047" name="Hexagon 4046">
              <a:extLst>
                <a:ext uri="{FF2B5EF4-FFF2-40B4-BE49-F238E27FC236}">
                  <a16:creationId xmlns:a16="http://schemas.microsoft.com/office/drawing/2014/main" id="{AD9B1F48-6014-454D-8FFB-63A6584E4950}"/>
                </a:ext>
              </a:extLst>
            </p:cNvPr>
            <p:cNvSpPr/>
            <p:nvPr/>
          </p:nvSpPr>
          <p:spPr>
            <a:xfrm>
              <a:off x="7887064" y="597175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048" name="Hexagon 4047">
              <a:extLst>
                <a:ext uri="{FF2B5EF4-FFF2-40B4-BE49-F238E27FC236}">
                  <a16:creationId xmlns:a16="http://schemas.microsoft.com/office/drawing/2014/main" id="{49C2DB06-A4D3-4661-B996-9D43324964A0}"/>
                </a:ext>
              </a:extLst>
            </p:cNvPr>
            <p:cNvSpPr/>
            <p:nvPr/>
          </p:nvSpPr>
          <p:spPr>
            <a:xfrm>
              <a:off x="7887877" y="579055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049" name="Hexagon 4048">
              <a:extLst>
                <a:ext uri="{FF2B5EF4-FFF2-40B4-BE49-F238E27FC236}">
                  <a16:creationId xmlns:a16="http://schemas.microsoft.com/office/drawing/2014/main" id="{810097FC-4CC8-4687-BF0C-E7B98409CE26}"/>
                </a:ext>
              </a:extLst>
            </p:cNvPr>
            <p:cNvSpPr/>
            <p:nvPr/>
          </p:nvSpPr>
          <p:spPr>
            <a:xfrm>
              <a:off x="8333170" y="507379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050" name="Hexagon 4049">
              <a:extLst>
                <a:ext uri="{FF2B5EF4-FFF2-40B4-BE49-F238E27FC236}">
                  <a16:creationId xmlns:a16="http://schemas.microsoft.com/office/drawing/2014/main" id="{7D345988-9C71-417B-915A-96A1C7D5EAC0}"/>
                </a:ext>
              </a:extLst>
            </p:cNvPr>
            <p:cNvSpPr/>
            <p:nvPr/>
          </p:nvSpPr>
          <p:spPr>
            <a:xfrm>
              <a:off x="8564152" y="498092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051" name="Hexagon 4050">
              <a:extLst>
                <a:ext uri="{FF2B5EF4-FFF2-40B4-BE49-F238E27FC236}">
                  <a16:creationId xmlns:a16="http://schemas.microsoft.com/office/drawing/2014/main" id="{7C2C4DBC-22DD-443C-ABAA-4747EE92A957}"/>
                </a:ext>
              </a:extLst>
            </p:cNvPr>
            <p:cNvSpPr/>
            <p:nvPr/>
          </p:nvSpPr>
          <p:spPr>
            <a:xfrm>
              <a:off x="8799896" y="506903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052" name="Hexagon 4051">
              <a:extLst>
                <a:ext uri="{FF2B5EF4-FFF2-40B4-BE49-F238E27FC236}">
                  <a16:creationId xmlns:a16="http://schemas.microsoft.com/office/drawing/2014/main" id="{81672271-1001-4630-A233-BFBBCF8365B1}"/>
                </a:ext>
              </a:extLst>
            </p:cNvPr>
            <p:cNvSpPr/>
            <p:nvPr/>
          </p:nvSpPr>
          <p:spPr>
            <a:xfrm>
              <a:off x="8569586" y="5158436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053" name="Hexagon 4052">
              <a:extLst>
                <a:ext uri="{FF2B5EF4-FFF2-40B4-BE49-F238E27FC236}">
                  <a16:creationId xmlns:a16="http://schemas.microsoft.com/office/drawing/2014/main" id="{CB3BF268-0704-40D9-A7C8-2347F6F3EB62}"/>
                </a:ext>
              </a:extLst>
            </p:cNvPr>
            <p:cNvSpPr/>
            <p:nvPr/>
          </p:nvSpPr>
          <p:spPr>
            <a:xfrm>
              <a:off x="9038021" y="497854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054" name="Hexagon 4053">
              <a:extLst>
                <a:ext uri="{FF2B5EF4-FFF2-40B4-BE49-F238E27FC236}">
                  <a16:creationId xmlns:a16="http://schemas.microsoft.com/office/drawing/2014/main" id="{FBDEC954-E0A8-456A-819E-1978A2831E2D}"/>
                </a:ext>
              </a:extLst>
            </p:cNvPr>
            <p:cNvSpPr/>
            <p:nvPr/>
          </p:nvSpPr>
          <p:spPr>
            <a:xfrm>
              <a:off x="9271383" y="506665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055" name="Hexagon 4054">
              <a:extLst>
                <a:ext uri="{FF2B5EF4-FFF2-40B4-BE49-F238E27FC236}">
                  <a16:creationId xmlns:a16="http://schemas.microsoft.com/office/drawing/2014/main" id="{28D7366B-8315-467C-B548-FD9F2FAF55B6}"/>
                </a:ext>
              </a:extLst>
            </p:cNvPr>
            <p:cNvSpPr/>
            <p:nvPr/>
          </p:nvSpPr>
          <p:spPr>
            <a:xfrm>
              <a:off x="9271383" y="524286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056" name="Hexagon 4055">
              <a:extLst>
                <a:ext uri="{FF2B5EF4-FFF2-40B4-BE49-F238E27FC236}">
                  <a16:creationId xmlns:a16="http://schemas.microsoft.com/office/drawing/2014/main" id="{4DFA93B0-AADC-4B45-9785-E230B15A47C5}"/>
                </a:ext>
              </a:extLst>
            </p:cNvPr>
            <p:cNvSpPr/>
            <p:nvPr/>
          </p:nvSpPr>
          <p:spPr>
            <a:xfrm>
              <a:off x="8804658" y="541907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057" name="Hexagon 4056">
              <a:extLst>
                <a:ext uri="{FF2B5EF4-FFF2-40B4-BE49-F238E27FC236}">
                  <a16:creationId xmlns:a16="http://schemas.microsoft.com/office/drawing/2014/main" id="{9A81B3F9-2723-41AC-A53C-D758A681F946}"/>
                </a:ext>
              </a:extLst>
            </p:cNvPr>
            <p:cNvSpPr/>
            <p:nvPr/>
          </p:nvSpPr>
          <p:spPr>
            <a:xfrm>
              <a:off x="9273764" y="542384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058" name="Hexagon 4057">
              <a:extLst>
                <a:ext uri="{FF2B5EF4-FFF2-40B4-BE49-F238E27FC236}">
                  <a16:creationId xmlns:a16="http://schemas.microsoft.com/office/drawing/2014/main" id="{5AD6F473-6947-41AA-A274-036E1A7F91C0}"/>
                </a:ext>
              </a:extLst>
            </p:cNvPr>
            <p:cNvSpPr/>
            <p:nvPr/>
          </p:nvSpPr>
          <p:spPr>
            <a:xfrm>
              <a:off x="8807039" y="560005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059" name="Hexagon 4058">
              <a:extLst>
                <a:ext uri="{FF2B5EF4-FFF2-40B4-BE49-F238E27FC236}">
                  <a16:creationId xmlns:a16="http://schemas.microsoft.com/office/drawing/2014/main" id="{62E81422-CB3F-4FA4-9FDA-F6E424AFE7BD}"/>
                </a:ext>
              </a:extLst>
            </p:cNvPr>
            <p:cNvSpPr/>
            <p:nvPr/>
          </p:nvSpPr>
          <p:spPr>
            <a:xfrm>
              <a:off x="9040402" y="551194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060" name="Hexagon 4059">
              <a:extLst>
                <a:ext uri="{FF2B5EF4-FFF2-40B4-BE49-F238E27FC236}">
                  <a16:creationId xmlns:a16="http://schemas.microsoft.com/office/drawing/2014/main" id="{F08F4E89-A0DA-485C-B0EE-05CB66460B0B}"/>
                </a:ext>
              </a:extLst>
            </p:cNvPr>
            <p:cNvSpPr/>
            <p:nvPr/>
          </p:nvSpPr>
          <p:spPr>
            <a:xfrm>
              <a:off x="9509508" y="515237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061" name="Hexagon 4060">
              <a:extLst>
                <a:ext uri="{FF2B5EF4-FFF2-40B4-BE49-F238E27FC236}">
                  <a16:creationId xmlns:a16="http://schemas.microsoft.com/office/drawing/2014/main" id="{BA8BCE33-423D-4D67-B771-1B85C3749420}"/>
                </a:ext>
              </a:extLst>
            </p:cNvPr>
            <p:cNvSpPr/>
            <p:nvPr/>
          </p:nvSpPr>
          <p:spPr>
            <a:xfrm>
              <a:off x="9509508" y="532859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062" name="Hexagon 4061">
              <a:extLst>
                <a:ext uri="{FF2B5EF4-FFF2-40B4-BE49-F238E27FC236}">
                  <a16:creationId xmlns:a16="http://schemas.microsoft.com/office/drawing/2014/main" id="{D50048B9-1C78-480E-9A6D-C7C91755521B}"/>
                </a:ext>
              </a:extLst>
            </p:cNvPr>
            <p:cNvSpPr/>
            <p:nvPr/>
          </p:nvSpPr>
          <p:spPr>
            <a:xfrm>
              <a:off x="9511889" y="550956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063" name="Hexagon 4062">
              <a:extLst>
                <a:ext uri="{FF2B5EF4-FFF2-40B4-BE49-F238E27FC236}">
                  <a16:creationId xmlns:a16="http://schemas.microsoft.com/office/drawing/2014/main" id="{49E44872-51CB-4451-A7E4-C6E98B4EAC51}"/>
                </a:ext>
              </a:extLst>
            </p:cNvPr>
            <p:cNvSpPr/>
            <p:nvPr/>
          </p:nvSpPr>
          <p:spPr>
            <a:xfrm>
              <a:off x="9745252" y="524286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064" name="Hexagon 4063">
              <a:extLst>
                <a:ext uri="{FF2B5EF4-FFF2-40B4-BE49-F238E27FC236}">
                  <a16:creationId xmlns:a16="http://schemas.microsoft.com/office/drawing/2014/main" id="{42EE2D36-A694-45CB-AA8F-FF8E8B9E4E65}"/>
                </a:ext>
              </a:extLst>
            </p:cNvPr>
            <p:cNvSpPr/>
            <p:nvPr/>
          </p:nvSpPr>
          <p:spPr>
            <a:xfrm>
              <a:off x="9745252" y="542145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065" name="Hexagon 4064">
              <a:extLst>
                <a:ext uri="{FF2B5EF4-FFF2-40B4-BE49-F238E27FC236}">
                  <a16:creationId xmlns:a16="http://schemas.microsoft.com/office/drawing/2014/main" id="{96F2EDCB-1E56-4FD5-9BC4-2A1B6991FF8C}"/>
                </a:ext>
              </a:extLst>
            </p:cNvPr>
            <p:cNvSpPr/>
            <p:nvPr/>
          </p:nvSpPr>
          <p:spPr>
            <a:xfrm>
              <a:off x="9747633" y="560005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066" name="Hexagon 4065">
              <a:extLst>
                <a:ext uri="{FF2B5EF4-FFF2-40B4-BE49-F238E27FC236}">
                  <a16:creationId xmlns:a16="http://schemas.microsoft.com/office/drawing/2014/main" id="{43602525-187E-47D4-860E-7B37943D75FA}"/>
                </a:ext>
              </a:extLst>
            </p:cNvPr>
            <p:cNvSpPr/>
            <p:nvPr/>
          </p:nvSpPr>
          <p:spPr>
            <a:xfrm>
              <a:off x="9273764" y="560481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067" name="Hexagon 4066">
              <a:extLst>
                <a:ext uri="{FF2B5EF4-FFF2-40B4-BE49-F238E27FC236}">
                  <a16:creationId xmlns:a16="http://schemas.microsoft.com/office/drawing/2014/main" id="{F524355A-D9B5-489A-BA97-0B46126E50B5}"/>
                </a:ext>
              </a:extLst>
            </p:cNvPr>
            <p:cNvSpPr/>
            <p:nvPr/>
          </p:nvSpPr>
          <p:spPr>
            <a:xfrm>
              <a:off x="9511889" y="569054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068" name="Hexagon 4067">
              <a:extLst>
                <a:ext uri="{FF2B5EF4-FFF2-40B4-BE49-F238E27FC236}">
                  <a16:creationId xmlns:a16="http://schemas.microsoft.com/office/drawing/2014/main" id="{64AB48DA-B393-43BA-B2C2-EFF68C0AEA33}"/>
                </a:ext>
              </a:extLst>
            </p:cNvPr>
            <p:cNvSpPr/>
            <p:nvPr/>
          </p:nvSpPr>
          <p:spPr>
            <a:xfrm>
              <a:off x="3927778" y="552236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069" name="Hexagon 4068">
              <a:extLst>
                <a:ext uri="{FF2B5EF4-FFF2-40B4-BE49-F238E27FC236}">
                  <a16:creationId xmlns:a16="http://schemas.microsoft.com/office/drawing/2014/main" id="{BCB5263E-A758-40F3-87E3-36576A983968}"/>
                </a:ext>
              </a:extLst>
            </p:cNvPr>
            <p:cNvSpPr/>
            <p:nvPr/>
          </p:nvSpPr>
          <p:spPr>
            <a:xfrm>
              <a:off x="3925397" y="570347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070" name="Hexagon 4069">
              <a:extLst>
                <a:ext uri="{FF2B5EF4-FFF2-40B4-BE49-F238E27FC236}">
                  <a16:creationId xmlns:a16="http://schemas.microsoft.com/office/drawing/2014/main" id="{49976698-4918-494F-90C5-E2965AEC0AF9}"/>
                </a:ext>
              </a:extLst>
            </p:cNvPr>
            <p:cNvSpPr/>
            <p:nvPr/>
          </p:nvSpPr>
          <p:spPr>
            <a:xfrm>
              <a:off x="3692034" y="560809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071" name="Hexagon 4070">
              <a:extLst>
                <a:ext uri="{FF2B5EF4-FFF2-40B4-BE49-F238E27FC236}">
                  <a16:creationId xmlns:a16="http://schemas.microsoft.com/office/drawing/2014/main" id="{E9612B6A-1026-48BE-BBC8-B8330C99AF1E}"/>
                </a:ext>
              </a:extLst>
            </p:cNvPr>
            <p:cNvSpPr/>
            <p:nvPr/>
          </p:nvSpPr>
          <p:spPr>
            <a:xfrm>
              <a:off x="3689653" y="578920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072" name="Hexagon 4071">
              <a:extLst>
                <a:ext uri="{FF2B5EF4-FFF2-40B4-BE49-F238E27FC236}">
                  <a16:creationId xmlns:a16="http://schemas.microsoft.com/office/drawing/2014/main" id="{422E6CDE-0614-4FD4-A6C7-3E84ED590D40}"/>
                </a:ext>
              </a:extLst>
            </p:cNvPr>
            <p:cNvSpPr/>
            <p:nvPr/>
          </p:nvSpPr>
          <p:spPr>
            <a:xfrm>
              <a:off x="3927778" y="588431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073" name="Hexagon 4072">
              <a:extLst>
                <a:ext uri="{FF2B5EF4-FFF2-40B4-BE49-F238E27FC236}">
                  <a16:creationId xmlns:a16="http://schemas.microsoft.com/office/drawing/2014/main" id="{2A18DBB0-9A98-4337-87D6-C3C64AF66ED7}"/>
                </a:ext>
              </a:extLst>
            </p:cNvPr>
            <p:cNvSpPr/>
            <p:nvPr/>
          </p:nvSpPr>
          <p:spPr>
            <a:xfrm>
              <a:off x="3927778" y="606780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074" name="Hexagon 4073">
              <a:extLst>
                <a:ext uri="{FF2B5EF4-FFF2-40B4-BE49-F238E27FC236}">
                  <a16:creationId xmlns:a16="http://schemas.microsoft.com/office/drawing/2014/main" id="{3D6A44CF-DCBC-4EA0-AFBC-CD4A111E9BD0}"/>
                </a:ext>
              </a:extLst>
            </p:cNvPr>
            <p:cNvSpPr/>
            <p:nvPr/>
          </p:nvSpPr>
          <p:spPr>
            <a:xfrm>
              <a:off x="3461053" y="569619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075" name="Hexagon 4074">
              <a:extLst>
                <a:ext uri="{FF2B5EF4-FFF2-40B4-BE49-F238E27FC236}">
                  <a16:creationId xmlns:a16="http://schemas.microsoft.com/office/drawing/2014/main" id="{CD2D9C8D-35F9-4429-B006-E54AE3957186}"/>
                </a:ext>
              </a:extLst>
            </p:cNvPr>
            <p:cNvSpPr/>
            <p:nvPr/>
          </p:nvSpPr>
          <p:spPr>
            <a:xfrm>
              <a:off x="3458672" y="587730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076" name="Hexagon 4075">
              <a:extLst>
                <a:ext uri="{FF2B5EF4-FFF2-40B4-BE49-F238E27FC236}">
                  <a16:creationId xmlns:a16="http://schemas.microsoft.com/office/drawing/2014/main" id="{94C3EF97-45EA-4647-9C7D-D74A31660170}"/>
                </a:ext>
              </a:extLst>
            </p:cNvPr>
            <p:cNvSpPr/>
            <p:nvPr/>
          </p:nvSpPr>
          <p:spPr>
            <a:xfrm>
              <a:off x="3225309" y="560999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077" name="Hexagon 4076">
              <a:extLst>
                <a:ext uri="{FF2B5EF4-FFF2-40B4-BE49-F238E27FC236}">
                  <a16:creationId xmlns:a16="http://schemas.microsoft.com/office/drawing/2014/main" id="{5300BB8A-A325-42D6-8235-8FF18C154A92}"/>
                </a:ext>
              </a:extLst>
            </p:cNvPr>
            <p:cNvSpPr/>
            <p:nvPr/>
          </p:nvSpPr>
          <p:spPr>
            <a:xfrm>
              <a:off x="3222928" y="578920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078" name="Hexagon 4077">
              <a:extLst>
                <a:ext uri="{FF2B5EF4-FFF2-40B4-BE49-F238E27FC236}">
                  <a16:creationId xmlns:a16="http://schemas.microsoft.com/office/drawing/2014/main" id="{1D5A78AF-C91B-4232-BC3D-0D49C6B37DD2}"/>
                </a:ext>
              </a:extLst>
            </p:cNvPr>
            <p:cNvSpPr/>
            <p:nvPr/>
          </p:nvSpPr>
          <p:spPr>
            <a:xfrm>
              <a:off x="3225309" y="596765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079" name="Hexagon 4078">
              <a:extLst>
                <a:ext uri="{FF2B5EF4-FFF2-40B4-BE49-F238E27FC236}">
                  <a16:creationId xmlns:a16="http://schemas.microsoft.com/office/drawing/2014/main" id="{AA3D6BA8-687A-40EE-B100-E595F98529D5}"/>
                </a:ext>
              </a:extLst>
            </p:cNvPr>
            <p:cNvSpPr/>
            <p:nvPr/>
          </p:nvSpPr>
          <p:spPr>
            <a:xfrm>
              <a:off x="3222928" y="6148769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080" name="Hexagon 4079">
              <a:extLst>
                <a:ext uri="{FF2B5EF4-FFF2-40B4-BE49-F238E27FC236}">
                  <a16:creationId xmlns:a16="http://schemas.microsoft.com/office/drawing/2014/main" id="{1F07EF1E-06CE-49B8-AC88-B36A543F0738}"/>
                </a:ext>
              </a:extLst>
            </p:cNvPr>
            <p:cNvSpPr/>
            <p:nvPr/>
          </p:nvSpPr>
          <p:spPr>
            <a:xfrm>
              <a:off x="3458672" y="6236739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081" name="Hexagon 4080">
              <a:extLst>
                <a:ext uri="{FF2B5EF4-FFF2-40B4-BE49-F238E27FC236}">
                  <a16:creationId xmlns:a16="http://schemas.microsoft.com/office/drawing/2014/main" id="{4CBE2182-7160-44FC-AC4F-D0D088AB8822}"/>
                </a:ext>
              </a:extLst>
            </p:cNvPr>
            <p:cNvSpPr/>
            <p:nvPr/>
          </p:nvSpPr>
          <p:spPr>
            <a:xfrm>
              <a:off x="3456291" y="641785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082" name="Hexagon 4081">
              <a:extLst>
                <a:ext uri="{FF2B5EF4-FFF2-40B4-BE49-F238E27FC236}">
                  <a16:creationId xmlns:a16="http://schemas.microsoft.com/office/drawing/2014/main" id="{382543C6-15A2-48E3-93DE-C39D50755987}"/>
                </a:ext>
              </a:extLst>
            </p:cNvPr>
            <p:cNvSpPr/>
            <p:nvPr/>
          </p:nvSpPr>
          <p:spPr>
            <a:xfrm>
              <a:off x="3222928" y="632960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083" name="Hexagon 4082">
              <a:extLst>
                <a:ext uri="{FF2B5EF4-FFF2-40B4-BE49-F238E27FC236}">
                  <a16:creationId xmlns:a16="http://schemas.microsoft.com/office/drawing/2014/main" id="{34B9D87A-493D-4241-803A-22317068502A}"/>
                </a:ext>
              </a:extLst>
            </p:cNvPr>
            <p:cNvSpPr/>
            <p:nvPr/>
          </p:nvSpPr>
          <p:spPr>
            <a:xfrm>
              <a:off x="3220547" y="6510719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084" name="Hexagon 4083">
              <a:extLst>
                <a:ext uri="{FF2B5EF4-FFF2-40B4-BE49-F238E27FC236}">
                  <a16:creationId xmlns:a16="http://schemas.microsoft.com/office/drawing/2014/main" id="{40B84A7F-7AC6-44A1-A7DE-E0744ECB258C}"/>
                </a:ext>
              </a:extLst>
            </p:cNvPr>
            <p:cNvSpPr/>
            <p:nvPr/>
          </p:nvSpPr>
          <p:spPr>
            <a:xfrm>
              <a:off x="3927778" y="624864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085" name="Hexagon 4084">
              <a:extLst>
                <a:ext uri="{FF2B5EF4-FFF2-40B4-BE49-F238E27FC236}">
                  <a16:creationId xmlns:a16="http://schemas.microsoft.com/office/drawing/2014/main" id="{B4B5A55A-018C-42CB-BFDA-7FB7ABF463D6}"/>
                </a:ext>
              </a:extLst>
            </p:cNvPr>
            <p:cNvSpPr/>
            <p:nvPr/>
          </p:nvSpPr>
          <p:spPr>
            <a:xfrm>
              <a:off x="3927778" y="642499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086" name="Hexagon 4085">
              <a:extLst>
                <a:ext uri="{FF2B5EF4-FFF2-40B4-BE49-F238E27FC236}">
                  <a16:creationId xmlns:a16="http://schemas.microsoft.com/office/drawing/2014/main" id="{6625EAAA-EAB9-4BF4-ABB4-4E98D6B1E046}"/>
                </a:ext>
              </a:extLst>
            </p:cNvPr>
            <p:cNvSpPr/>
            <p:nvPr/>
          </p:nvSpPr>
          <p:spPr>
            <a:xfrm>
              <a:off x="4161141" y="615829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087" name="Hexagon 4086">
              <a:extLst>
                <a:ext uri="{FF2B5EF4-FFF2-40B4-BE49-F238E27FC236}">
                  <a16:creationId xmlns:a16="http://schemas.microsoft.com/office/drawing/2014/main" id="{EB6F24E6-B1D0-45C1-A0B3-053FF6B47736}"/>
                </a:ext>
              </a:extLst>
            </p:cNvPr>
            <p:cNvSpPr/>
            <p:nvPr/>
          </p:nvSpPr>
          <p:spPr>
            <a:xfrm>
              <a:off x="4394504" y="624402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088" name="Hexagon 4087">
              <a:extLst>
                <a:ext uri="{FF2B5EF4-FFF2-40B4-BE49-F238E27FC236}">
                  <a16:creationId xmlns:a16="http://schemas.microsoft.com/office/drawing/2014/main" id="{427C934A-B6E5-410F-9CDC-4FC9DB03346B}"/>
                </a:ext>
              </a:extLst>
            </p:cNvPr>
            <p:cNvSpPr/>
            <p:nvPr/>
          </p:nvSpPr>
          <p:spPr>
            <a:xfrm>
              <a:off x="4392123" y="642737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089" name="Hexagon 4088">
              <a:extLst>
                <a:ext uri="{FF2B5EF4-FFF2-40B4-BE49-F238E27FC236}">
                  <a16:creationId xmlns:a16="http://schemas.microsoft.com/office/drawing/2014/main" id="{517576F0-A903-4510-A0EE-6AAC4381E265}"/>
                </a:ext>
              </a:extLst>
            </p:cNvPr>
            <p:cNvSpPr/>
            <p:nvPr/>
          </p:nvSpPr>
          <p:spPr>
            <a:xfrm>
              <a:off x="4627867" y="652024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090" name="Hexagon 4089">
              <a:extLst>
                <a:ext uri="{FF2B5EF4-FFF2-40B4-BE49-F238E27FC236}">
                  <a16:creationId xmlns:a16="http://schemas.microsoft.com/office/drawing/2014/main" id="{F4B04EEB-6D8E-4CF8-ABAE-199937B81E2C}"/>
                </a:ext>
              </a:extLst>
            </p:cNvPr>
            <p:cNvSpPr/>
            <p:nvPr/>
          </p:nvSpPr>
          <p:spPr>
            <a:xfrm>
              <a:off x="4396885" y="660835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091" name="Hexagon 4090">
              <a:extLst>
                <a:ext uri="{FF2B5EF4-FFF2-40B4-BE49-F238E27FC236}">
                  <a16:creationId xmlns:a16="http://schemas.microsoft.com/office/drawing/2014/main" id="{A08D2B6C-DA0C-4868-9D2D-CBAF3B8D4D46}"/>
                </a:ext>
              </a:extLst>
            </p:cNvPr>
            <p:cNvSpPr/>
            <p:nvPr/>
          </p:nvSpPr>
          <p:spPr>
            <a:xfrm>
              <a:off x="4394504" y="679170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092" name="Hexagon 4091">
              <a:extLst>
                <a:ext uri="{FF2B5EF4-FFF2-40B4-BE49-F238E27FC236}">
                  <a16:creationId xmlns:a16="http://schemas.microsoft.com/office/drawing/2014/main" id="{088BFC64-6B6F-45E7-945C-A58C1D2AAE8E}"/>
                </a:ext>
              </a:extLst>
            </p:cNvPr>
            <p:cNvSpPr/>
            <p:nvPr/>
          </p:nvSpPr>
          <p:spPr>
            <a:xfrm>
              <a:off x="4165904" y="651548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093" name="Hexagon 4092">
              <a:extLst>
                <a:ext uri="{FF2B5EF4-FFF2-40B4-BE49-F238E27FC236}">
                  <a16:creationId xmlns:a16="http://schemas.microsoft.com/office/drawing/2014/main" id="{8F2B7982-B024-40C1-A45F-298552DA5889}"/>
                </a:ext>
              </a:extLst>
            </p:cNvPr>
            <p:cNvSpPr/>
            <p:nvPr/>
          </p:nvSpPr>
          <p:spPr>
            <a:xfrm>
              <a:off x="4163523" y="6698839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094" name="Hexagon 4093">
              <a:extLst>
                <a:ext uri="{FF2B5EF4-FFF2-40B4-BE49-F238E27FC236}">
                  <a16:creationId xmlns:a16="http://schemas.microsoft.com/office/drawing/2014/main" id="{BA675C00-C35A-4717-9032-CC3C2D776359}"/>
                </a:ext>
              </a:extLst>
            </p:cNvPr>
            <p:cNvSpPr/>
            <p:nvPr/>
          </p:nvSpPr>
          <p:spPr>
            <a:xfrm>
              <a:off x="4161141" y="688219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095" name="Hexagon 4094">
              <a:extLst>
                <a:ext uri="{FF2B5EF4-FFF2-40B4-BE49-F238E27FC236}">
                  <a16:creationId xmlns:a16="http://schemas.microsoft.com/office/drawing/2014/main" id="{6393D2FB-6CA0-4628-8114-2CADD13FC710}"/>
                </a:ext>
              </a:extLst>
            </p:cNvPr>
            <p:cNvSpPr/>
            <p:nvPr/>
          </p:nvSpPr>
          <p:spPr>
            <a:xfrm>
              <a:off x="3927779" y="696554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096" name="Hexagon 4095">
              <a:extLst>
                <a:ext uri="{FF2B5EF4-FFF2-40B4-BE49-F238E27FC236}">
                  <a16:creationId xmlns:a16="http://schemas.microsoft.com/office/drawing/2014/main" id="{B633661E-BC62-4D28-B2E9-3BBACBC96FAE}"/>
                </a:ext>
              </a:extLst>
            </p:cNvPr>
            <p:cNvSpPr/>
            <p:nvPr/>
          </p:nvSpPr>
          <p:spPr>
            <a:xfrm>
              <a:off x="3694416" y="651058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097" name="Hexagon 4096">
              <a:extLst>
                <a:ext uri="{FF2B5EF4-FFF2-40B4-BE49-F238E27FC236}">
                  <a16:creationId xmlns:a16="http://schemas.microsoft.com/office/drawing/2014/main" id="{A2EBD2E3-EF0F-4103-ACED-27A8DE94ECAE}"/>
                </a:ext>
              </a:extLst>
            </p:cNvPr>
            <p:cNvSpPr/>
            <p:nvPr/>
          </p:nvSpPr>
          <p:spPr>
            <a:xfrm>
              <a:off x="3694416" y="669169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098" name="Hexagon 4097">
              <a:extLst>
                <a:ext uri="{FF2B5EF4-FFF2-40B4-BE49-F238E27FC236}">
                  <a16:creationId xmlns:a16="http://schemas.microsoft.com/office/drawing/2014/main" id="{58855D17-9DE7-4A0A-BF94-687EC59BFB48}"/>
                </a:ext>
              </a:extLst>
            </p:cNvPr>
            <p:cNvSpPr/>
            <p:nvPr/>
          </p:nvSpPr>
          <p:spPr>
            <a:xfrm>
              <a:off x="3692035" y="687253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099" name="Hexagon 4098">
              <a:extLst>
                <a:ext uri="{FF2B5EF4-FFF2-40B4-BE49-F238E27FC236}">
                  <a16:creationId xmlns:a16="http://schemas.microsoft.com/office/drawing/2014/main" id="{8CDAA1A3-A90D-4E09-9757-9B8D8EC59D81}"/>
                </a:ext>
              </a:extLst>
            </p:cNvPr>
            <p:cNvSpPr/>
            <p:nvPr/>
          </p:nvSpPr>
          <p:spPr>
            <a:xfrm>
              <a:off x="3692035" y="705126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100" name="Hexagon 4099">
              <a:extLst>
                <a:ext uri="{FF2B5EF4-FFF2-40B4-BE49-F238E27FC236}">
                  <a16:creationId xmlns:a16="http://schemas.microsoft.com/office/drawing/2014/main" id="{39F80A1D-545A-4BA0-B640-AD1E964A65CC}"/>
                </a:ext>
              </a:extLst>
            </p:cNvPr>
            <p:cNvSpPr/>
            <p:nvPr/>
          </p:nvSpPr>
          <p:spPr>
            <a:xfrm>
              <a:off x="3461054" y="678537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101" name="Hexagon 4100">
              <a:extLst>
                <a:ext uri="{FF2B5EF4-FFF2-40B4-BE49-F238E27FC236}">
                  <a16:creationId xmlns:a16="http://schemas.microsoft.com/office/drawing/2014/main" id="{5881D502-EB68-450E-A8A1-E6D9449C8365}"/>
                </a:ext>
              </a:extLst>
            </p:cNvPr>
            <p:cNvSpPr/>
            <p:nvPr/>
          </p:nvSpPr>
          <p:spPr>
            <a:xfrm>
              <a:off x="3461054" y="696601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102" name="Hexagon 4101">
              <a:extLst>
                <a:ext uri="{FF2B5EF4-FFF2-40B4-BE49-F238E27FC236}">
                  <a16:creationId xmlns:a16="http://schemas.microsoft.com/office/drawing/2014/main" id="{C9ABC70C-A19D-4105-818B-C9E135DA5377}"/>
                </a:ext>
              </a:extLst>
            </p:cNvPr>
            <p:cNvSpPr/>
            <p:nvPr/>
          </p:nvSpPr>
          <p:spPr>
            <a:xfrm>
              <a:off x="3220547" y="669407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103" name="Hexagon 4102">
              <a:extLst>
                <a:ext uri="{FF2B5EF4-FFF2-40B4-BE49-F238E27FC236}">
                  <a16:creationId xmlns:a16="http://schemas.microsoft.com/office/drawing/2014/main" id="{1E25052A-0D20-48C1-AE47-6C117EB322B1}"/>
                </a:ext>
              </a:extLst>
            </p:cNvPr>
            <p:cNvSpPr/>
            <p:nvPr/>
          </p:nvSpPr>
          <p:spPr>
            <a:xfrm>
              <a:off x="9978614" y="551432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104" name="Hexagon 4103">
              <a:extLst>
                <a:ext uri="{FF2B5EF4-FFF2-40B4-BE49-F238E27FC236}">
                  <a16:creationId xmlns:a16="http://schemas.microsoft.com/office/drawing/2014/main" id="{5181204A-8676-4AA9-88DC-6494D657CE69}"/>
                </a:ext>
              </a:extLst>
            </p:cNvPr>
            <p:cNvSpPr/>
            <p:nvPr/>
          </p:nvSpPr>
          <p:spPr>
            <a:xfrm>
              <a:off x="9976233" y="569054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353" name="Hexagon 4352">
              <a:extLst>
                <a:ext uri="{FF2B5EF4-FFF2-40B4-BE49-F238E27FC236}">
                  <a16:creationId xmlns:a16="http://schemas.microsoft.com/office/drawing/2014/main" id="{F0BF9230-41B0-4D60-A135-5BB1DA4657CD}"/>
                </a:ext>
              </a:extLst>
            </p:cNvPr>
            <p:cNvSpPr/>
            <p:nvPr/>
          </p:nvSpPr>
          <p:spPr>
            <a:xfrm>
              <a:off x="9981472" y="5149519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354" name="Hexagon 4353">
              <a:extLst>
                <a:ext uri="{FF2B5EF4-FFF2-40B4-BE49-F238E27FC236}">
                  <a16:creationId xmlns:a16="http://schemas.microsoft.com/office/drawing/2014/main" id="{F0815D58-BBC8-4035-8E71-D3AF616394C8}"/>
                </a:ext>
              </a:extLst>
            </p:cNvPr>
            <p:cNvSpPr/>
            <p:nvPr/>
          </p:nvSpPr>
          <p:spPr>
            <a:xfrm>
              <a:off x="9971947" y="497616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355" name="Hexagon 4354">
              <a:extLst>
                <a:ext uri="{FF2B5EF4-FFF2-40B4-BE49-F238E27FC236}">
                  <a16:creationId xmlns:a16="http://schemas.microsoft.com/office/drawing/2014/main" id="{E731E21C-8D60-443E-88C1-5C52E5C59F64}"/>
                </a:ext>
              </a:extLst>
            </p:cNvPr>
            <p:cNvSpPr/>
            <p:nvPr/>
          </p:nvSpPr>
          <p:spPr>
            <a:xfrm>
              <a:off x="10212453" y="506760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356" name="Hexagon 4355">
              <a:extLst>
                <a:ext uri="{FF2B5EF4-FFF2-40B4-BE49-F238E27FC236}">
                  <a16:creationId xmlns:a16="http://schemas.microsoft.com/office/drawing/2014/main" id="{A7B40634-7BAE-4C7D-8095-6DCF719F47B2}"/>
                </a:ext>
              </a:extLst>
            </p:cNvPr>
            <p:cNvSpPr/>
            <p:nvPr/>
          </p:nvSpPr>
          <p:spPr>
            <a:xfrm>
              <a:off x="10206738" y="488758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357" name="Hexagon 4356">
              <a:extLst>
                <a:ext uri="{FF2B5EF4-FFF2-40B4-BE49-F238E27FC236}">
                  <a16:creationId xmlns:a16="http://schemas.microsoft.com/office/drawing/2014/main" id="{037BF7A6-DA83-4E98-B8FC-1A594520BD20}"/>
                </a:ext>
              </a:extLst>
            </p:cNvPr>
            <p:cNvSpPr/>
            <p:nvPr/>
          </p:nvSpPr>
          <p:spPr>
            <a:xfrm>
              <a:off x="10444387" y="497806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358" name="Hexagon 4357">
              <a:extLst>
                <a:ext uri="{FF2B5EF4-FFF2-40B4-BE49-F238E27FC236}">
                  <a16:creationId xmlns:a16="http://schemas.microsoft.com/office/drawing/2014/main" id="{9A8A638F-6EF4-41AB-B7C9-B06EC581DCEC}"/>
                </a:ext>
              </a:extLst>
            </p:cNvPr>
            <p:cNvSpPr/>
            <p:nvPr/>
          </p:nvSpPr>
          <p:spPr>
            <a:xfrm>
              <a:off x="10439148" y="479757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359" name="Hexagon 4358">
              <a:extLst>
                <a:ext uri="{FF2B5EF4-FFF2-40B4-BE49-F238E27FC236}">
                  <a16:creationId xmlns:a16="http://schemas.microsoft.com/office/drawing/2014/main" id="{09FD32FC-2105-4C5E-9A58-40B7FF3B5DAF}"/>
                </a:ext>
              </a:extLst>
            </p:cNvPr>
            <p:cNvSpPr/>
            <p:nvPr/>
          </p:nvSpPr>
          <p:spPr>
            <a:xfrm>
              <a:off x="10676797" y="5069509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360" name="Hexagon 4359">
              <a:extLst>
                <a:ext uri="{FF2B5EF4-FFF2-40B4-BE49-F238E27FC236}">
                  <a16:creationId xmlns:a16="http://schemas.microsoft.com/office/drawing/2014/main" id="{C870D648-B54D-4D78-A2A8-3B3682C02D02}"/>
                </a:ext>
              </a:extLst>
            </p:cNvPr>
            <p:cNvSpPr/>
            <p:nvPr/>
          </p:nvSpPr>
          <p:spPr>
            <a:xfrm>
              <a:off x="8799419" y="578483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361" name="Hexagon 4360">
              <a:extLst>
                <a:ext uri="{FF2B5EF4-FFF2-40B4-BE49-F238E27FC236}">
                  <a16:creationId xmlns:a16="http://schemas.microsoft.com/office/drawing/2014/main" id="{BF21C029-18DA-4DC5-B6AC-B4782BF82415}"/>
                </a:ext>
              </a:extLst>
            </p:cNvPr>
            <p:cNvSpPr/>
            <p:nvPr/>
          </p:nvSpPr>
          <p:spPr>
            <a:xfrm>
              <a:off x="9043259" y="569339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362" name="Hexagon 4361">
              <a:extLst>
                <a:ext uri="{FF2B5EF4-FFF2-40B4-BE49-F238E27FC236}">
                  <a16:creationId xmlns:a16="http://schemas.microsoft.com/office/drawing/2014/main" id="{1B336430-59A9-4F9F-8BE2-65A445A5F7C3}"/>
                </a:ext>
              </a:extLst>
            </p:cNvPr>
            <p:cNvSpPr/>
            <p:nvPr/>
          </p:nvSpPr>
          <p:spPr>
            <a:xfrm>
              <a:off x="9277574" y="578293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363" name="Hexagon 4362">
              <a:extLst>
                <a:ext uri="{FF2B5EF4-FFF2-40B4-BE49-F238E27FC236}">
                  <a16:creationId xmlns:a16="http://schemas.microsoft.com/office/drawing/2014/main" id="{F5F249F6-8B51-419F-8854-5EFC9DD0F63F}"/>
                </a:ext>
              </a:extLst>
            </p:cNvPr>
            <p:cNvSpPr/>
            <p:nvPr/>
          </p:nvSpPr>
          <p:spPr>
            <a:xfrm>
              <a:off x="8805134" y="596581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364" name="Hexagon 4363">
              <a:extLst>
                <a:ext uri="{FF2B5EF4-FFF2-40B4-BE49-F238E27FC236}">
                  <a16:creationId xmlns:a16="http://schemas.microsoft.com/office/drawing/2014/main" id="{AC652875-51EC-4E61-9503-4D3F6B92F946}"/>
                </a:ext>
              </a:extLst>
            </p:cNvPr>
            <p:cNvSpPr/>
            <p:nvPr/>
          </p:nvSpPr>
          <p:spPr>
            <a:xfrm>
              <a:off x="8805134" y="614726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365" name="Hexagon 4364">
              <a:extLst>
                <a:ext uri="{FF2B5EF4-FFF2-40B4-BE49-F238E27FC236}">
                  <a16:creationId xmlns:a16="http://schemas.microsoft.com/office/drawing/2014/main" id="{8FBA3F28-062B-4298-88F3-4132B37769B4}"/>
                </a:ext>
              </a:extLst>
            </p:cNvPr>
            <p:cNvSpPr/>
            <p:nvPr/>
          </p:nvSpPr>
          <p:spPr>
            <a:xfrm>
              <a:off x="8567009" y="624203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366" name="Hexagon 4365">
              <a:extLst>
                <a:ext uri="{FF2B5EF4-FFF2-40B4-BE49-F238E27FC236}">
                  <a16:creationId xmlns:a16="http://schemas.microsoft.com/office/drawing/2014/main" id="{E28A63FB-9C5A-483B-B3FB-E215EA361D3F}"/>
                </a:ext>
              </a:extLst>
            </p:cNvPr>
            <p:cNvSpPr/>
            <p:nvPr/>
          </p:nvSpPr>
          <p:spPr>
            <a:xfrm>
              <a:off x="8799419" y="633062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367" name="Hexagon 4366">
              <a:extLst>
                <a:ext uri="{FF2B5EF4-FFF2-40B4-BE49-F238E27FC236}">
                  <a16:creationId xmlns:a16="http://schemas.microsoft.com/office/drawing/2014/main" id="{94DA504D-6126-430A-B059-09442411FCF5}"/>
                </a:ext>
              </a:extLst>
            </p:cNvPr>
            <p:cNvSpPr/>
            <p:nvPr/>
          </p:nvSpPr>
          <p:spPr>
            <a:xfrm>
              <a:off x="8578439" y="642301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368" name="Hexagon 4367">
              <a:extLst>
                <a:ext uri="{FF2B5EF4-FFF2-40B4-BE49-F238E27FC236}">
                  <a16:creationId xmlns:a16="http://schemas.microsoft.com/office/drawing/2014/main" id="{50FCAC70-0581-414B-BA43-E868B9ECEAA9}"/>
                </a:ext>
              </a:extLst>
            </p:cNvPr>
            <p:cNvSpPr/>
            <p:nvPr/>
          </p:nvSpPr>
          <p:spPr>
            <a:xfrm>
              <a:off x="8344124" y="651445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369" name="Hexagon 4368">
              <a:extLst>
                <a:ext uri="{FF2B5EF4-FFF2-40B4-BE49-F238E27FC236}">
                  <a16:creationId xmlns:a16="http://schemas.microsoft.com/office/drawing/2014/main" id="{B80F8B0A-1504-4ACD-8C56-E8459654A142}"/>
                </a:ext>
              </a:extLst>
            </p:cNvPr>
            <p:cNvSpPr/>
            <p:nvPr/>
          </p:nvSpPr>
          <p:spPr>
            <a:xfrm>
              <a:off x="8576534" y="660589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370" name="Hexagon 4369">
              <a:extLst>
                <a:ext uri="{FF2B5EF4-FFF2-40B4-BE49-F238E27FC236}">
                  <a16:creationId xmlns:a16="http://schemas.microsoft.com/office/drawing/2014/main" id="{3B36313A-B49A-43ED-97D6-8753C2402F21}"/>
                </a:ext>
              </a:extLst>
            </p:cNvPr>
            <p:cNvSpPr/>
            <p:nvPr/>
          </p:nvSpPr>
          <p:spPr>
            <a:xfrm>
              <a:off x="8807039" y="669161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371" name="Hexagon 4370">
              <a:extLst>
                <a:ext uri="{FF2B5EF4-FFF2-40B4-BE49-F238E27FC236}">
                  <a16:creationId xmlns:a16="http://schemas.microsoft.com/office/drawing/2014/main" id="{EF52C84F-80B0-4D81-935F-E6E325FF9BBD}"/>
                </a:ext>
              </a:extLst>
            </p:cNvPr>
            <p:cNvSpPr/>
            <p:nvPr/>
          </p:nvSpPr>
          <p:spPr>
            <a:xfrm>
              <a:off x="8105999" y="660398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372" name="Hexagon 4371">
              <a:extLst>
                <a:ext uri="{FF2B5EF4-FFF2-40B4-BE49-F238E27FC236}">
                  <a16:creationId xmlns:a16="http://schemas.microsoft.com/office/drawing/2014/main" id="{18E34249-94B0-4409-B05A-B5102D5F2A61}"/>
                </a:ext>
              </a:extLst>
            </p:cNvPr>
            <p:cNvSpPr/>
            <p:nvPr/>
          </p:nvSpPr>
          <p:spPr>
            <a:xfrm>
              <a:off x="8102189" y="678115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373" name="Hexagon 4372">
              <a:extLst>
                <a:ext uri="{FF2B5EF4-FFF2-40B4-BE49-F238E27FC236}">
                  <a16:creationId xmlns:a16="http://schemas.microsoft.com/office/drawing/2014/main" id="{7A25489A-CED5-4A1A-8FB4-7A0B6CF26E0A}"/>
                </a:ext>
              </a:extLst>
            </p:cNvPr>
            <p:cNvSpPr/>
            <p:nvPr/>
          </p:nvSpPr>
          <p:spPr>
            <a:xfrm>
              <a:off x="8338409" y="669352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374" name="Hexagon 4373">
              <a:extLst>
                <a:ext uri="{FF2B5EF4-FFF2-40B4-BE49-F238E27FC236}">
                  <a16:creationId xmlns:a16="http://schemas.microsoft.com/office/drawing/2014/main" id="{3EDD47C0-2EC0-4D30-B664-8BDCB2AA1483}"/>
                </a:ext>
              </a:extLst>
            </p:cNvPr>
            <p:cNvSpPr/>
            <p:nvPr/>
          </p:nvSpPr>
          <p:spPr>
            <a:xfrm>
              <a:off x="8342219" y="687068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375" name="Hexagon 4374">
              <a:extLst>
                <a:ext uri="{FF2B5EF4-FFF2-40B4-BE49-F238E27FC236}">
                  <a16:creationId xmlns:a16="http://schemas.microsoft.com/office/drawing/2014/main" id="{63F079CB-6E26-443B-9CC4-86AA92C06BBC}"/>
                </a:ext>
              </a:extLst>
            </p:cNvPr>
            <p:cNvSpPr/>
            <p:nvPr/>
          </p:nvSpPr>
          <p:spPr>
            <a:xfrm>
              <a:off x="8810849" y="687449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376" name="Hexagon 4375">
              <a:extLst>
                <a:ext uri="{FF2B5EF4-FFF2-40B4-BE49-F238E27FC236}">
                  <a16:creationId xmlns:a16="http://schemas.microsoft.com/office/drawing/2014/main" id="{AFB6386C-15D9-43D4-BA50-27EC6EB07F61}"/>
                </a:ext>
              </a:extLst>
            </p:cNvPr>
            <p:cNvSpPr/>
            <p:nvPr/>
          </p:nvSpPr>
          <p:spPr>
            <a:xfrm>
              <a:off x="8578439" y="696212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377" name="Hexagon 4376">
              <a:extLst>
                <a:ext uri="{FF2B5EF4-FFF2-40B4-BE49-F238E27FC236}">
                  <a16:creationId xmlns:a16="http://schemas.microsoft.com/office/drawing/2014/main" id="{8AFD55ED-CF80-41ED-93AB-9FBA041EE0C9}"/>
                </a:ext>
              </a:extLst>
            </p:cNvPr>
            <p:cNvSpPr/>
            <p:nvPr/>
          </p:nvSpPr>
          <p:spPr>
            <a:xfrm>
              <a:off x="8340314" y="704975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378" name="Hexagon 4377">
              <a:extLst>
                <a:ext uri="{FF2B5EF4-FFF2-40B4-BE49-F238E27FC236}">
                  <a16:creationId xmlns:a16="http://schemas.microsoft.com/office/drawing/2014/main" id="{430A939E-7B32-4101-8539-B359E3779C86}"/>
                </a:ext>
              </a:extLst>
            </p:cNvPr>
            <p:cNvSpPr/>
            <p:nvPr/>
          </p:nvSpPr>
          <p:spPr>
            <a:xfrm>
              <a:off x="8574629" y="714257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379" name="Hexagon 4378">
              <a:extLst>
                <a:ext uri="{FF2B5EF4-FFF2-40B4-BE49-F238E27FC236}">
                  <a16:creationId xmlns:a16="http://schemas.microsoft.com/office/drawing/2014/main" id="{A9E7DFFB-2E61-45D7-8BB4-FDF8D76729FB}"/>
                </a:ext>
              </a:extLst>
            </p:cNvPr>
            <p:cNvSpPr/>
            <p:nvPr/>
          </p:nvSpPr>
          <p:spPr>
            <a:xfrm>
              <a:off x="8814659" y="705547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380" name="Hexagon 4379">
              <a:extLst>
                <a:ext uri="{FF2B5EF4-FFF2-40B4-BE49-F238E27FC236}">
                  <a16:creationId xmlns:a16="http://schemas.microsoft.com/office/drawing/2014/main" id="{B13B0ED4-4693-4275-8E96-4310D5884AE1}"/>
                </a:ext>
              </a:extLst>
            </p:cNvPr>
            <p:cNvSpPr/>
            <p:nvPr/>
          </p:nvSpPr>
          <p:spPr>
            <a:xfrm>
              <a:off x="9048974" y="697593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381" name="Hexagon 4380">
              <a:extLst>
                <a:ext uri="{FF2B5EF4-FFF2-40B4-BE49-F238E27FC236}">
                  <a16:creationId xmlns:a16="http://schemas.microsoft.com/office/drawing/2014/main" id="{5F197AB0-AEE9-443C-85E4-D8CAEBF49F17}"/>
                </a:ext>
              </a:extLst>
            </p:cNvPr>
            <p:cNvSpPr/>
            <p:nvPr/>
          </p:nvSpPr>
          <p:spPr>
            <a:xfrm>
              <a:off x="2992899" y="570334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382" name="Hexagon 4381">
              <a:extLst>
                <a:ext uri="{FF2B5EF4-FFF2-40B4-BE49-F238E27FC236}">
                  <a16:creationId xmlns:a16="http://schemas.microsoft.com/office/drawing/2014/main" id="{4E08FC44-A951-45BB-8B75-ADD7A76BAECE}"/>
                </a:ext>
              </a:extLst>
            </p:cNvPr>
            <p:cNvSpPr/>
            <p:nvPr/>
          </p:nvSpPr>
          <p:spPr>
            <a:xfrm>
              <a:off x="2988613" y="588445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383" name="Hexagon 4382">
              <a:extLst>
                <a:ext uri="{FF2B5EF4-FFF2-40B4-BE49-F238E27FC236}">
                  <a16:creationId xmlns:a16="http://schemas.microsoft.com/office/drawing/2014/main" id="{8E2F733D-2F13-4D6D-BD69-78E2EC6A8C50}"/>
                </a:ext>
              </a:extLst>
            </p:cNvPr>
            <p:cNvSpPr/>
            <p:nvPr/>
          </p:nvSpPr>
          <p:spPr>
            <a:xfrm>
              <a:off x="2990994" y="606290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384" name="Hexagon 4383">
              <a:extLst>
                <a:ext uri="{FF2B5EF4-FFF2-40B4-BE49-F238E27FC236}">
                  <a16:creationId xmlns:a16="http://schemas.microsoft.com/office/drawing/2014/main" id="{3DF8A0F5-CB99-410D-A964-35A9A55872A5}"/>
                </a:ext>
              </a:extLst>
            </p:cNvPr>
            <p:cNvSpPr/>
            <p:nvPr/>
          </p:nvSpPr>
          <p:spPr>
            <a:xfrm>
              <a:off x="2988613" y="6244019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385" name="Hexagon 4384">
              <a:extLst>
                <a:ext uri="{FF2B5EF4-FFF2-40B4-BE49-F238E27FC236}">
                  <a16:creationId xmlns:a16="http://schemas.microsoft.com/office/drawing/2014/main" id="{3F0D3B65-9968-4F12-9526-FBEBD0B19D75}"/>
                </a:ext>
              </a:extLst>
            </p:cNvPr>
            <p:cNvSpPr/>
            <p:nvPr/>
          </p:nvSpPr>
          <p:spPr>
            <a:xfrm>
              <a:off x="2988613" y="642485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386" name="Hexagon 4385">
              <a:extLst>
                <a:ext uri="{FF2B5EF4-FFF2-40B4-BE49-F238E27FC236}">
                  <a16:creationId xmlns:a16="http://schemas.microsoft.com/office/drawing/2014/main" id="{ED4729D2-31F5-496D-98A2-22136BA1A26B}"/>
                </a:ext>
              </a:extLst>
            </p:cNvPr>
            <p:cNvSpPr/>
            <p:nvPr/>
          </p:nvSpPr>
          <p:spPr>
            <a:xfrm>
              <a:off x="2986232" y="6605969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387" name="Hexagon 4386">
              <a:extLst>
                <a:ext uri="{FF2B5EF4-FFF2-40B4-BE49-F238E27FC236}">
                  <a16:creationId xmlns:a16="http://schemas.microsoft.com/office/drawing/2014/main" id="{9D54E641-AE65-44BF-882C-D0AD58901C29}"/>
                </a:ext>
              </a:extLst>
            </p:cNvPr>
            <p:cNvSpPr/>
            <p:nvPr/>
          </p:nvSpPr>
          <p:spPr>
            <a:xfrm>
              <a:off x="2986232" y="678932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388" name="Hexagon 4387">
              <a:extLst>
                <a:ext uri="{FF2B5EF4-FFF2-40B4-BE49-F238E27FC236}">
                  <a16:creationId xmlns:a16="http://schemas.microsoft.com/office/drawing/2014/main" id="{5AE463E2-A329-48CE-836D-8807BEBB35F3}"/>
                </a:ext>
              </a:extLst>
            </p:cNvPr>
            <p:cNvSpPr/>
            <p:nvPr/>
          </p:nvSpPr>
          <p:spPr>
            <a:xfrm>
              <a:off x="2990994" y="552046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389" name="Hexagon 4388">
              <a:extLst>
                <a:ext uri="{FF2B5EF4-FFF2-40B4-BE49-F238E27FC236}">
                  <a16:creationId xmlns:a16="http://schemas.microsoft.com/office/drawing/2014/main" id="{74DA2406-2996-48B4-AEAF-D810CEF561DE}"/>
                </a:ext>
              </a:extLst>
            </p:cNvPr>
            <p:cNvSpPr/>
            <p:nvPr/>
          </p:nvSpPr>
          <p:spPr>
            <a:xfrm>
              <a:off x="2992899" y="533862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390" name="Hexagon 4389">
              <a:extLst>
                <a:ext uri="{FF2B5EF4-FFF2-40B4-BE49-F238E27FC236}">
                  <a16:creationId xmlns:a16="http://schemas.microsoft.com/office/drawing/2014/main" id="{29BCDA1B-B353-4D36-948B-A4262241D9A7}"/>
                </a:ext>
              </a:extLst>
            </p:cNvPr>
            <p:cNvSpPr/>
            <p:nvPr/>
          </p:nvSpPr>
          <p:spPr>
            <a:xfrm>
              <a:off x="2760489" y="561380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391" name="Hexagon 4390">
              <a:extLst>
                <a:ext uri="{FF2B5EF4-FFF2-40B4-BE49-F238E27FC236}">
                  <a16:creationId xmlns:a16="http://schemas.microsoft.com/office/drawing/2014/main" id="{DE77519F-EF83-4F58-9A8A-DC5EEA157892}"/>
                </a:ext>
              </a:extLst>
            </p:cNvPr>
            <p:cNvSpPr/>
            <p:nvPr/>
          </p:nvSpPr>
          <p:spPr>
            <a:xfrm>
              <a:off x="2756203" y="579491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392" name="Hexagon 4391">
              <a:extLst>
                <a:ext uri="{FF2B5EF4-FFF2-40B4-BE49-F238E27FC236}">
                  <a16:creationId xmlns:a16="http://schemas.microsoft.com/office/drawing/2014/main" id="{7F49084A-AB4C-4F74-B786-AB1074F9A4B1}"/>
                </a:ext>
              </a:extLst>
            </p:cNvPr>
            <p:cNvSpPr/>
            <p:nvPr/>
          </p:nvSpPr>
          <p:spPr>
            <a:xfrm>
              <a:off x="2758584" y="597337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393" name="Hexagon 4392">
              <a:extLst>
                <a:ext uri="{FF2B5EF4-FFF2-40B4-BE49-F238E27FC236}">
                  <a16:creationId xmlns:a16="http://schemas.microsoft.com/office/drawing/2014/main" id="{FA0EA4C4-C03E-405B-AE98-2787CC5DA390}"/>
                </a:ext>
              </a:extLst>
            </p:cNvPr>
            <p:cNvSpPr/>
            <p:nvPr/>
          </p:nvSpPr>
          <p:spPr>
            <a:xfrm>
              <a:off x="2758584" y="543092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394" name="Hexagon 4393">
              <a:extLst>
                <a:ext uri="{FF2B5EF4-FFF2-40B4-BE49-F238E27FC236}">
                  <a16:creationId xmlns:a16="http://schemas.microsoft.com/office/drawing/2014/main" id="{C7FABFD8-E307-4DF0-A045-B5C01BA936CD}"/>
                </a:ext>
              </a:extLst>
            </p:cNvPr>
            <p:cNvSpPr/>
            <p:nvPr/>
          </p:nvSpPr>
          <p:spPr>
            <a:xfrm>
              <a:off x="2760489" y="5249089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395" name="Hexagon 4394">
              <a:extLst>
                <a:ext uri="{FF2B5EF4-FFF2-40B4-BE49-F238E27FC236}">
                  <a16:creationId xmlns:a16="http://schemas.microsoft.com/office/drawing/2014/main" id="{573661F9-9506-4D10-B95B-539F16C63A50}"/>
                </a:ext>
              </a:extLst>
            </p:cNvPr>
            <p:cNvSpPr/>
            <p:nvPr/>
          </p:nvSpPr>
          <p:spPr>
            <a:xfrm>
              <a:off x="2519983" y="570157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396" name="Hexagon 4395">
              <a:extLst>
                <a:ext uri="{FF2B5EF4-FFF2-40B4-BE49-F238E27FC236}">
                  <a16:creationId xmlns:a16="http://schemas.microsoft.com/office/drawing/2014/main" id="{4794C896-557A-4E3A-AC2A-4AD2F413F33E}"/>
                </a:ext>
              </a:extLst>
            </p:cNvPr>
            <p:cNvSpPr/>
            <p:nvPr/>
          </p:nvSpPr>
          <p:spPr>
            <a:xfrm>
              <a:off x="2522364" y="588002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397" name="Hexagon 4396">
              <a:extLst>
                <a:ext uri="{FF2B5EF4-FFF2-40B4-BE49-F238E27FC236}">
                  <a16:creationId xmlns:a16="http://schemas.microsoft.com/office/drawing/2014/main" id="{E9457CD1-0617-43F3-9498-9E8726DFBD63}"/>
                </a:ext>
              </a:extLst>
            </p:cNvPr>
            <p:cNvSpPr/>
            <p:nvPr/>
          </p:nvSpPr>
          <p:spPr>
            <a:xfrm>
              <a:off x="2299003" y="524246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398" name="Hexagon 4397">
              <a:extLst>
                <a:ext uri="{FF2B5EF4-FFF2-40B4-BE49-F238E27FC236}">
                  <a16:creationId xmlns:a16="http://schemas.microsoft.com/office/drawing/2014/main" id="{B7393EAF-C75D-410C-8CC0-D93DCD4EDF8B}"/>
                </a:ext>
              </a:extLst>
            </p:cNvPr>
            <p:cNvSpPr/>
            <p:nvPr/>
          </p:nvSpPr>
          <p:spPr>
            <a:xfrm>
              <a:off x="2301384" y="542092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399" name="Hexagon 4398">
              <a:extLst>
                <a:ext uri="{FF2B5EF4-FFF2-40B4-BE49-F238E27FC236}">
                  <a16:creationId xmlns:a16="http://schemas.microsoft.com/office/drawing/2014/main" id="{423AABCA-59F1-4BD7-A4D1-A574844DAEB2}"/>
                </a:ext>
              </a:extLst>
            </p:cNvPr>
            <p:cNvSpPr/>
            <p:nvPr/>
          </p:nvSpPr>
          <p:spPr>
            <a:xfrm>
              <a:off x="2529984" y="515193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400" name="Hexagon 4399">
              <a:extLst>
                <a:ext uri="{FF2B5EF4-FFF2-40B4-BE49-F238E27FC236}">
                  <a16:creationId xmlns:a16="http://schemas.microsoft.com/office/drawing/2014/main" id="{A22E1146-5A04-4D42-BA07-3780FD7CAB30}"/>
                </a:ext>
              </a:extLst>
            </p:cNvPr>
            <p:cNvSpPr/>
            <p:nvPr/>
          </p:nvSpPr>
          <p:spPr>
            <a:xfrm>
              <a:off x="3457244" y="714599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401" name="Hexagon 4400">
              <a:extLst>
                <a:ext uri="{FF2B5EF4-FFF2-40B4-BE49-F238E27FC236}">
                  <a16:creationId xmlns:a16="http://schemas.microsoft.com/office/drawing/2014/main" id="{A1384E75-2958-4D8C-9801-541796C4EDA9}"/>
                </a:ext>
              </a:extLst>
            </p:cNvPr>
            <p:cNvSpPr/>
            <p:nvPr/>
          </p:nvSpPr>
          <p:spPr>
            <a:xfrm>
              <a:off x="3461054" y="733234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402" name="Hexagon 4401">
              <a:extLst>
                <a:ext uri="{FF2B5EF4-FFF2-40B4-BE49-F238E27FC236}">
                  <a16:creationId xmlns:a16="http://schemas.microsoft.com/office/drawing/2014/main" id="{66BB4E07-BD15-426B-9C4B-6D1A9551DE85}"/>
                </a:ext>
              </a:extLst>
            </p:cNvPr>
            <p:cNvSpPr/>
            <p:nvPr/>
          </p:nvSpPr>
          <p:spPr>
            <a:xfrm>
              <a:off x="3226739" y="724604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403" name="Hexagon 4402">
              <a:extLst>
                <a:ext uri="{FF2B5EF4-FFF2-40B4-BE49-F238E27FC236}">
                  <a16:creationId xmlns:a16="http://schemas.microsoft.com/office/drawing/2014/main" id="{C32B9460-4E0D-425F-96FB-F022AA9ED77B}"/>
                </a:ext>
              </a:extLst>
            </p:cNvPr>
            <p:cNvSpPr/>
            <p:nvPr/>
          </p:nvSpPr>
          <p:spPr>
            <a:xfrm>
              <a:off x="3224834" y="742793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404" name="Hexagon 4403">
              <a:extLst>
                <a:ext uri="{FF2B5EF4-FFF2-40B4-BE49-F238E27FC236}">
                  <a16:creationId xmlns:a16="http://schemas.microsoft.com/office/drawing/2014/main" id="{C12F2081-C41D-47DE-B7E2-4BDC0BA42210}"/>
                </a:ext>
              </a:extLst>
            </p:cNvPr>
            <p:cNvSpPr/>
            <p:nvPr/>
          </p:nvSpPr>
          <p:spPr>
            <a:xfrm>
              <a:off x="3228644" y="761047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405" name="Hexagon 4404">
              <a:extLst>
                <a:ext uri="{FF2B5EF4-FFF2-40B4-BE49-F238E27FC236}">
                  <a16:creationId xmlns:a16="http://schemas.microsoft.com/office/drawing/2014/main" id="{B6E87F16-97F9-4B94-AF17-A8ECC2D65E4D}"/>
                </a:ext>
              </a:extLst>
            </p:cNvPr>
            <p:cNvSpPr/>
            <p:nvPr/>
          </p:nvSpPr>
          <p:spPr>
            <a:xfrm>
              <a:off x="2992424" y="733649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406" name="Hexagon 4405">
              <a:extLst>
                <a:ext uri="{FF2B5EF4-FFF2-40B4-BE49-F238E27FC236}">
                  <a16:creationId xmlns:a16="http://schemas.microsoft.com/office/drawing/2014/main" id="{12FED657-EF06-48DC-B7C9-160BF0D6578D}"/>
                </a:ext>
              </a:extLst>
            </p:cNvPr>
            <p:cNvSpPr/>
            <p:nvPr/>
          </p:nvSpPr>
          <p:spPr>
            <a:xfrm>
              <a:off x="2996234" y="751903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407" name="Hexagon 4406">
              <a:extLst>
                <a:ext uri="{FF2B5EF4-FFF2-40B4-BE49-F238E27FC236}">
                  <a16:creationId xmlns:a16="http://schemas.microsoft.com/office/drawing/2014/main" id="{09F3E13F-C699-4E2D-A3ED-51D1997E8CD5}"/>
                </a:ext>
              </a:extLst>
            </p:cNvPr>
            <p:cNvSpPr/>
            <p:nvPr/>
          </p:nvSpPr>
          <p:spPr>
            <a:xfrm>
              <a:off x="2752394" y="724696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408" name="Hexagon 4407">
              <a:extLst>
                <a:ext uri="{FF2B5EF4-FFF2-40B4-BE49-F238E27FC236}">
                  <a16:creationId xmlns:a16="http://schemas.microsoft.com/office/drawing/2014/main" id="{7F5D42AF-0DFB-4B0D-94F5-0B8F1C0AB0E1}"/>
                </a:ext>
              </a:extLst>
            </p:cNvPr>
            <p:cNvSpPr/>
            <p:nvPr/>
          </p:nvSpPr>
          <p:spPr>
            <a:xfrm>
              <a:off x="2756204" y="742950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409" name="Hexagon 4408">
              <a:extLst>
                <a:ext uri="{FF2B5EF4-FFF2-40B4-BE49-F238E27FC236}">
                  <a16:creationId xmlns:a16="http://schemas.microsoft.com/office/drawing/2014/main" id="{E8B33883-D9FD-47CB-A7BC-798380E8B1C0}"/>
                </a:ext>
              </a:extLst>
            </p:cNvPr>
            <p:cNvSpPr/>
            <p:nvPr/>
          </p:nvSpPr>
          <p:spPr>
            <a:xfrm>
              <a:off x="2754299" y="687739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410" name="Hexagon 4409">
              <a:extLst>
                <a:ext uri="{FF2B5EF4-FFF2-40B4-BE49-F238E27FC236}">
                  <a16:creationId xmlns:a16="http://schemas.microsoft.com/office/drawing/2014/main" id="{80968A8A-209F-4C0D-A1BA-17A6ADAFEE64}"/>
                </a:ext>
              </a:extLst>
            </p:cNvPr>
            <p:cNvSpPr/>
            <p:nvPr/>
          </p:nvSpPr>
          <p:spPr>
            <a:xfrm>
              <a:off x="2758109" y="705993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411" name="Hexagon 4410">
              <a:extLst>
                <a:ext uri="{FF2B5EF4-FFF2-40B4-BE49-F238E27FC236}">
                  <a16:creationId xmlns:a16="http://schemas.microsoft.com/office/drawing/2014/main" id="{D69FFC23-163B-499C-8AE5-A7CFE42E9D76}"/>
                </a:ext>
              </a:extLst>
            </p:cNvPr>
            <p:cNvSpPr/>
            <p:nvPr/>
          </p:nvSpPr>
          <p:spPr>
            <a:xfrm>
              <a:off x="2751917" y="669217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412" name="Hexagon 4411">
              <a:extLst>
                <a:ext uri="{FF2B5EF4-FFF2-40B4-BE49-F238E27FC236}">
                  <a16:creationId xmlns:a16="http://schemas.microsoft.com/office/drawing/2014/main" id="{B6CBF21B-2BB2-4214-807B-308FAF8A2AFB}"/>
                </a:ext>
              </a:extLst>
            </p:cNvPr>
            <p:cNvSpPr/>
            <p:nvPr/>
          </p:nvSpPr>
          <p:spPr>
            <a:xfrm>
              <a:off x="2527127" y="697030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413" name="Hexagon 4412">
              <a:extLst>
                <a:ext uri="{FF2B5EF4-FFF2-40B4-BE49-F238E27FC236}">
                  <a16:creationId xmlns:a16="http://schemas.microsoft.com/office/drawing/2014/main" id="{B2186C0C-2E79-4FCC-AEA3-559F5E5A0A78}"/>
                </a:ext>
              </a:extLst>
            </p:cNvPr>
            <p:cNvSpPr/>
            <p:nvPr/>
          </p:nvSpPr>
          <p:spPr>
            <a:xfrm>
              <a:off x="2523794" y="733459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414" name="Hexagon 4413">
              <a:extLst>
                <a:ext uri="{FF2B5EF4-FFF2-40B4-BE49-F238E27FC236}">
                  <a16:creationId xmlns:a16="http://schemas.microsoft.com/office/drawing/2014/main" id="{0E2E145E-1017-44D8-A4C7-727FCEAA7050}"/>
                </a:ext>
              </a:extLst>
            </p:cNvPr>
            <p:cNvSpPr/>
            <p:nvPr/>
          </p:nvSpPr>
          <p:spPr>
            <a:xfrm>
              <a:off x="2527604" y="751713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415" name="Hexagon 4414">
              <a:extLst>
                <a:ext uri="{FF2B5EF4-FFF2-40B4-BE49-F238E27FC236}">
                  <a16:creationId xmlns:a16="http://schemas.microsoft.com/office/drawing/2014/main" id="{00DD249D-C752-488C-8EB3-A23B1194BCEF}"/>
                </a:ext>
              </a:extLst>
            </p:cNvPr>
            <p:cNvSpPr/>
            <p:nvPr/>
          </p:nvSpPr>
          <p:spPr>
            <a:xfrm>
              <a:off x="2289479" y="724315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416" name="Hexagon 4415">
              <a:extLst>
                <a:ext uri="{FF2B5EF4-FFF2-40B4-BE49-F238E27FC236}">
                  <a16:creationId xmlns:a16="http://schemas.microsoft.com/office/drawing/2014/main" id="{0381CE75-F83F-4002-9911-7B410CC5F074}"/>
                </a:ext>
              </a:extLst>
            </p:cNvPr>
            <p:cNvSpPr/>
            <p:nvPr/>
          </p:nvSpPr>
          <p:spPr>
            <a:xfrm>
              <a:off x="2293289" y="742569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417" name="Hexagon 4416">
              <a:extLst>
                <a:ext uri="{FF2B5EF4-FFF2-40B4-BE49-F238E27FC236}">
                  <a16:creationId xmlns:a16="http://schemas.microsoft.com/office/drawing/2014/main" id="{B7A42BF1-5D9B-4C08-A8CE-FF43A1951E19}"/>
                </a:ext>
              </a:extLst>
            </p:cNvPr>
            <p:cNvSpPr/>
            <p:nvPr/>
          </p:nvSpPr>
          <p:spPr>
            <a:xfrm>
              <a:off x="2053259" y="715552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418" name="Hexagon 4417">
              <a:extLst>
                <a:ext uri="{FF2B5EF4-FFF2-40B4-BE49-F238E27FC236}">
                  <a16:creationId xmlns:a16="http://schemas.microsoft.com/office/drawing/2014/main" id="{56489876-D5F4-4E55-A468-B3AFCF705F4F}"/>
                </a:ext>
              </a:extLst>
            </p:cNvPr>
            <p:cNvSpPr/>
            <p:nvPr/>
          </p:nvSpPr>
          <p:spPr>
            <a:xfrm>
              <a:off x="2057069" y="733806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419" name="Hexagon 4418">
              <a:extLst>
                <a:ext uri="{FF2B5EF4-FFF2-40B4-BE49-F238E27FC236}">
                  <a16:creationId xmlns:a16="http://schemas.microsoft.com/office/drawing/2014/main" id="{148A76E2-E987-46C4-8B7B-E01D8493C377}"/>
                </a:ext>
              </a:extLst>
            </p:cNvPr>
            <p:cNvSpPr/>
            <p:nvPr/>
          </p:nvSpPr>
          <p:spPr>
            <a:xfrm>
              <a:off x="2285669" y="706598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905" name="Hexagon 4904">
              <a:extLst>
                <a:ext uri="{FF2B5EF4-FFF2-40B4-BE49-F238E27FC236}">
                  <a16:creationId xmlns:a16="http://schemas.microsoft.com/office/drawing/2014/main" id="{34619871-2433-4B20-A66D-92D32E11C700}"/>
                </a:ext>
              </a:extLst>
            </p:cNvPr>
            <p:cNvSpPr/>
            <p:nvPr/>
          </p:nvSpPr>
          <p:spPr>
            <a:xfrm>
              <a:off x="9037544" y="587294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906" name="Hexagon 4905">
              <a:extLst>
                <a:ext uri="{FF2B5EF4-FFF2-40B4-BE49-F238E27FC236}">
                  <a16:creationId xmlns:a16="http://schemas.microsoft.com/office/drawing/2014/main" id="{762908D9-17A7-4C11-B25D-C50A6DB7AB4E}"/>
                </a:ext>
              </a:extLst>
            </p:cNvPr>
            <p:cNvSpPr/>
            <p:nvPr/>
          </p:nvSpPr>
          <p:spPr>
            <a:xfrm>
              <a:off x="9039925" y="624680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907" name="Hexagon 4906">
              <a:extLst>
                <a:ext uri="{FF2B5EF4-FFF2-40B4-BE49-F238E27FC236}">
                  <a16:creationId xmlns:a16="http://schemas.microsoft.com/office/drawing/2014/main" id="{A3B888B4-1F18-4EC4-985E-330AC9FC1457}"/>
                </a:ext>
              </a:extLst>
            </p:cNvPr>
            <p:cNvSpPr/>
            <p:nvPr/>
          </p:nvSpPr>
          <p:spPr>
            <a:xfrm>
              <a:off x="9275669" y="596819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908" name="Hexagon 4907">
              <a:extLst>
                <a:ext uri="{FF2B5EF4-FFF2-40B4-BE49-F238E27FC236}">
                  <a16:creationId xmlns:a16="http://schemas.microsoft.com/office/drawing/2014/main" id="{715B97E1-1C03-4D52-956A-5F64879F069B}"/>
                </a:ext>
              </a:extLst>
            </p:cNvPr>
            <p:cNvSpPr/>
            <p:nvPr/>
          </p:nvSpPr>
          <p:spPr>
            <a:xfrm>
              <a:off x="9978138" y="588008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909" name="Hexagon 4908">
              <a:extLst>
                <a:ext uri="{FF2B5EF4-FFF2-40B4-BE49-F238E27FC236}">
                  <a16:creationId xmlns:a16="http://schemas.microsoft.com/office/drawing/2014/main" id="{C2118E8C-E97C-44E1-9E25-889D576EC8BF}"/>
                </a:ext>
              </a:extLst>
            </p:cNvPr>
            <p:cNvSpPr/>
            <p:nvPr/>
          </p:nvSpPr>
          <p:spPr>
            <a:xfrm>
              <a:off x="9747157" y="5977719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910" name="Hexagon 4909">
              <a:extLst>
                <a:ext uri="{FF2B5EF4-FFF2-40B4-BE49-F238E27FC236}">
                  <a16:creationId xmlns:a16="http://schemas.microsoft.com/office/drawing/2014/main" id="{A64477E7-C611-4DEF-93DB-41635A40FFB0}"/>
                </a:ext>
              </a:extLst>
            </p:cNvPr>
            <p:cNvSpPr/>
            <p:nvPr/>
          </p:nvSpPr>
          <p:spPr>
            <a:xfrm>
              <a:off x="9516176" y="588008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911" name="Hexagon 4910">
              <a:extLst>
                <a:ext uri="{FF2B5EF4-FFF2-40B4-BE49-F238E27FC236}">
                  <a16:creationId xmlns:a16="http://schemas.microsoft.com/office/drawing/2014/main" id="{8371676D-BE1B-4E30-8C2F-E6CB48548A23}"/>
                </a:ext>
              </a:extLst>
            </p:cNvPr>
            <p:cNvSpPr/>
            <p:nvPr/>
          </p:nvSpPr>
          <p:spPr>
            <a:xfrm>
              <a:off x="9513795" y="606344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912" name="Hexagon 4911">
              <a:extLst>
                <a:ext uri="{FF2B5EF4-FFF2-40B4-BE49-F238E27FC236}">
                  <a16:creationId xmlns:a16="http://schemas.microsoft.com/office/drawing/2014/main" id="{F808C64D-8889-4009-AA38-B1CFFE260252}"/>
                </a:ext>
              </a:extLst>
            </p:cNvPr>
            <p:cNvSpPr/>
            <p:nvPr/>
          </p:nvSpPr>
          <p:spPr>
            <a:xfrm>
              <a:off x="9280433" y="615393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913" name="Hexagon 4912">
              <a:extLst>
                <a:ext uri="{FF2B5EF4-FFF2-40B4-BE49-F238E27FC236}">
                  <a16:creationId xmlns:a16="http://schemas.microsoft.com/office/drawing/2014/main" id="{414B68A3-858A-42A6-A6A4-6F5F2CEFBD7B}"/>
                </a:ext>
              </a:extLst>
            </p:cNvPr>
            <p:cNvSpPr/>
            <p:nvPr/>
          </p:nvSpPr>
          <p:spPr>
            <a:xfrm>
              <a:off x="9279955" y="633776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914" name="Hexagon 4913">
              <a:extLst>
                <a:ext uri="{FF2B5EF4-FFF2-40B4-BE49-F238E27FC236}">
                  <a16:creationId xmlns:a16="http://schemas.microsoft.com/office/drawing/2014/main" id="{803C29F1-B4EB-4331-A5B7-22AE24D01962}"/>
                </a:ext>
              </a:extLst>
            </p:cNvPr>
            <p:cNvSpPr/>
            <p:nvPr/>
          </p:nvSpPr>
          <p:spPr>
            <a:xfrm>
              <a:off x="9278050" y="652302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915" name="Hexagon 4914">
              <a:extLst>
                <a:ext uri="{FF2B5EF4-FFF2-40B4-BE49-F238E27FC236}">
                  <a16:creationId xmlns:a16="http://schemas.microsoft.com/office/drawing/2014/main" id="{DCE1C2A9-A9EF-4C2D-B270-57FC1A4D1078}"/>
                </a:ext>
              </a:extLst>
            </p:cNvPr>
            <p:cNvSpPr/>
            <p:nvPr/>
          </p:nvSpPr>
          <p:spPr>
            <a:xfrm>
              <a:off x="9282814" y="670876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916" name="Hexagon 4915">
              <a:extLst>
                <a:ext uri="{FF2B5EF4-FFF2-40B4-BE49-F238E27FC236}">
                  <a16:creationId xmlns:a16="http://schemas.microsoft.com/office/drawing/2014/main" id="{F6632C3B-F66B-44FF-81E1-020EB061DFA1}"/>
                </a:ext>
              </a:extLst>
            </p:cNvPr>
            <p:cNvSpPr/>
            <p:nvPr/>
          </p:nvSpPr>
          <p:spPr>
            <a:xfrm>
              <a:off x="9287099" y="688545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917" name="Hexagon 4916">
              <a:extLst>
                <a:ext uri="{FF2B5EF4-FFF2-40B4-BE49-F238E27FC236}">
                  <a16:creationId xmlns:a16="http://schemas.microsoft.com/office/drawing/2014/main" id="{90BA7FBF-713C-4880-8243-5E26667B99E4}"/>
                </a:ext>
              </a:extLst>
            </p:cNvPr>
            <p:cNvSpPr/>
            <p:nvPr/>
          </p:nvSpPr>
          <p:spPr>
            <a:xfrm>
              <a:off x="9285194" y="707071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918" name="Hexagon 4917">
              <a:extLst>
                <a:ext uri="{FF2B5EF4-FFF2-40B4-BE49-F238E27FC236}">
                  <a16:creationId xmlns:a16="http://schemas.microsoft.com/office/drawing/2014/main" id="{5FC887C2-856B-4FA2-853A-103DCFAD448C}"/>
                </a:ext>
              </a:extLst>
            </p:cNvPr>
            <p:cNvSpPr/>
            <p:nvPr/>
          </p:nvSpPr>
          <p:spPr>
            <a:xfrm>
              <a:off x="9289958" y="725645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919" name="Hexagon 4918">
              <a:extLst>
                <a:ext uri="{FF2B5EF4-FFF2-40B4-BE49-F238E27FC236}">
                  <a16:creationId xmlns:a16="http://schemas.microsoft.com/office/drawing/2014/main" id="{68939100-99EF-4451-A2DA-EE57B14F17B9}"/>
                </a:ext>
              </a:extLst>
            </p:cNvPr>
            <p:cNvSpPr/>
            <p:nvPr/>
          </p:nvSpPr>
          <p:spPr>
            <a:xfrm>
              <a:off x="9513794" y="661351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920" name="Hexagon 4919">
              <a:extLst>
                <a:ext uri="{FF2B5EF4-FFF2-40B4-BE49-F238E27FC236}">
                  <a16:creationId xmlns:a16="http://schemas.microsoft.com/office/drawing/2014/main" id="{6B2E10EC-BB84-4C64-ABA1-50C17F4DCDE8}"/>
                </a:ext>
              </a:extLst>
            </p:cNvPr>
            <p:cNvSpPr/>
            <p:nvPr/>
          </p:nvSpPr>
          <p:spPr>
            <a:xfrm>
              <a:off x="9518558" y="679925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921" name="Hexagon 4920">
              <a:extLst>
                <a:ext uri="{FF2B5EF4-FFF2-40B4-BE49-F238E27FC236}">
                  <a16:creationId xmlns:a16="http://schemas.microsoft.com/office/drawing/2014/main" id="{24DFF713-3CCF-4193-B8FB-43C2C17DBACD}"/>
                </a:ext>
              </a:extLst>
            </p:cNvPr>
            <p:cNvSpPr/>
            <p:nvPr/>
          </p:nvSpPr>
          <p:spPr>
            <a:xfrm>
              <a:off x="9518081" y="698070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922" name="Hexagon 4921">
              <a:extLst>
                <a:ext uri="{FF2B5EF4-FFF2-40B4-BE49-F238E27FC236}">
                  <a16:creationId xmlns:a16="http://schemas.microsoft.com/office/drawing/2014/main" id="{F23CC07C-238D-41D3-A4A0-F7718AEDBF01}"/>
                </a:ext>
              </a:extLst>
            </p:cNvPr>
            <p:cNvSpPr/>
            <p:nvPr/>
          </p:nvSpPr>
          <p:spPr>
            <a:xfrm>
              <a:off x="9758588" y="688545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923" name="Hexagon 4922">
              <a:extLst>
                <a:ext uri="{FF2B5EF4-FFF2-40B4-BE49-F238E27FC236}">
                  <a16:creationId xmlns:a16="http://schemas.microsoft.com/office/drawing/2014/main" id="{5ADF5B4B-3875-4EC3-9B6A-4DB71C60B396}"/>
                </a:ext>
              </a:extLst>
            </p:cNvPr>
            <p:cNvSpPr/>
            <p:nvPr/>
          </p:nvSpPr>
          <p:spPr>
            <a:xfrm>
              <a:off x="10001475" y="697117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924" name="Hexagon 4923">
              <a:extLst>
                <a:ext uri="{FF2B5EF4-FFF2-40B4-BE49-F238E27FC236}">
                  <a16:creationId xmlns:a16="http://schemas.microsoft.com/office/drawing/2014/main" id="{E50B26EA-B338-4104-B7FB-D50B317E620F}"/>
                </a:ext>
              </a:extLst>
            </p:cNvPr>
            <p:cNvSpPr/>
            <p:nvPr/>
          </p:nvSpPr>
          <p:spPr>
            <a:xfrm>
              <a:off x="9758588" y="706404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925" name="Hexagon 4924">
              <a:extLst>
                <a:ext uri="{FF2B5EF4-FFF2-40B4-BE49-F238E27FC236}">
                  <a16:creationId xmlns:a16="http://schemas.microsoft.com/office/drawing/2014/main" id="{D6AEF682-6DAA-48D3-8355-A48A628C3892}"/>
                </a:ext>
              </a:extLst>
            </p:cNvPr>
            <p:cNvSpPr/>
            <p:nvPr/>
          </p:nvSpPr>
          <p:spPr>
            <a:xfrm>
              <a:off x="9994331" y="715691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926" name="Hexagon 4925">
              <a:extLst>
                <a:ext uri="{FF2B5EF4-FFF2-40B4-BE49-F238E27FC236}">
                  <a16:creationId xmlns:a16="http://schemas.microsoft.com/office/drawing/2014/main" id="{20529F1D-CAC0-4EA7-A353-FAA23E1D5528}"/>
                </a:ext>
              </a:extLst>
            </p:cNvPr>
            <p:cNvSpPr/>
            <p:nvPr/>
          </p:nvSpPr>
          <p:spPr>
            <a:xfrm>
              <a:off x="9756206" y="724502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927" name="Hexagon 4926">
              <a:extLst>
                <a:ext uri="{FF2B5EF4-FFF2-40B4-BE49-F238E27FC236}">
                  <a16:creationId xmlns:a16="http://schemas.microsoft.com/office/drawing/2014/main" id="{ED1FBA3E-AB0F-4242-87CC-0B563D412730}"/>
                </a:ext>
              </a:extLst>
            </p:cNvPr>
            <p:cNvSpPr/>
            <p:nvPr/>
          </p:nvSpPr>
          <p:spPr>
            <a:xfrm>
              <a:off x="9522844" y="733789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928" name="Hexagon 4927">
              <a:extLst>
                <a:ext uri="{FF2B5EF4-FFF2-40B4-BE49-F238E27FC236}">
                  <a16:creationId xmlns:a16="http://schemas.microsoft.com/office/drawing/2014/main" id="{D2DB80DE-264E-49CB-AD49-3D021E3D034B}"/>
                </a:ext>
              </a:extLst>
            </p:cNvPr>
            <p:cNvSpPr/>
            <p:nvPr/>
          </p:nvSpPr>
          <p:spPr>
            <a:xfrm>
              <a:off x="9282338" y="743076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929" name="Hexagon 4928">
              <a:extLst>
                <a:ext uri="{FF2B5EF4-FFF2-40B4-BE49-F238E27FC236}">
                  <a16:creationId xmlns:a16="http://schemas.microsoft.com/office/drawing/2014/main" id="{EC8A0F37-79FD-46E9-8977-41947BFA9164}"/>
                </a:ext>
              </a:extLst>
            </p:cNvPr>
            <p:cNvSpPr/>
            <p:nvPr/>
          </p:nvSpPr>
          <p:spPr>
            <a:xfrm>
              <a:off x="9282338" y="761411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930" name="Hexagon 4929">
              <a:extLst>
                <a:ext uri="{FF2B5EF4-FFF2-40B4-BE49-F238E27FC236}">
                  <a16:creationId xmlns:a16="http://schemas.microsoft.com/office/drawing/2014/main" id="{1BCEE3FC-E77A-48BB-8DBD-13EF7AAF988F}"/>
                </a:ext>
              </a:extLst>
            </p:cNvPr>
            <p:cNvSpPr/>
            <p:nvPr/>
          </p:nvSpPr>
          <p:spPr>
            <a:xfrm>
              <a:off x="9277576" y="779271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931" name="Hexagon 4930">
              <a:extLst>
                <a:ext uri="{FF2B5EF4-FFF2-40B4-BE49-F238E27FC236}">
                  <a16:creationId xmlns:a16="http://schemas.microsoft.com/office/drawing/2014/main" id="{CAFAD752-52A9-476C-AE30-5C404BC843D9}"/>
                </a:ext>
              </a:extLst>
            </p:cNvPr>
            <p:cNvSpPr/>
            <p:nvPr/>
          </p:nvSpPr>
          <p:spPr>
            <a:xfrm>
              <a:off x="9515701" y="7523629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932" name="Hexagon 4931">
              <a:extLst>
                <a:ext uri="{FF2B5EF4-FFF2-40B4-BE49-F238E27FC236}">
                  <a16:creationId xmlns:a16="http://schemas.microsoft.com/office/drawing/2014/main" id="{0E0F38AB-0501-4752-ACE1-B18D5A6236E4}"/>
                </a:ext>
              </a:extLst>
            </p:cNvPr>
            <p:cNvSpPr/>
            <p:nvPr/>
          </p:nvSpPr>
          <p:spPr>
            <a:xfrm>
              <a:off x="9515701" y="770698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933" name="Hexagon 4932">
              <a:extLst>
                <a:ext uri="{FF2B5EF4-FFF2-40B4-BE49-F238E27FC236}">
                  <a16:creationId xmlns:a16="http://schemas.microsoft.com/office/drawing/2014/main" id="{C0B9789C-53C4-4419-B895-6DACC7E70419}"/>
                </a:ext>
              </a:extLst>
            </p:cNvPr>
            <p:cNvSpPr/>
            <p:nvPr/>
          </p:nvSpPr>
          <p:spPr>
            <a:xfrm>
              <a:off x="9510939" y="7885579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934" name="Hexagon 4933">
              <a:extLst>
                <a:ext uri="{FF2B5EF4-FFF2-40B4-BE49-F238E27FC236}">
                  <a16:creationId xmlns:a16="http://schemas.microsoft.com/office/drawing/2014/main" id="{DBE65B9F-B74B-4F1B-94E9-C50EF5119841}"/>
                </a:ext>
              </a:extLst>
            </p:cNvPr>
            <p:cNvSpPr/>
            <p:nvPr/>
          </p:nvSpPr>
          <p:spPr>
            <a:xfrm>
              <a:off x="9751445" y="743314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935" name="Hexagon 4934">
              <a:extLst>
                <a:ext uri="{FF2B5EF4-FFF2-40B4-BE49-F238E27FC236}">
                  <a16:creationId xmlns:a16="http://schemas.microsoft.com/office/drawing/2014/main" id="{8E2F1D96-A560-4F75-B560-C3A58B3F72AB}"/>
                </a:ext>
              </a:extLst>
            </p:cNvPr>
            <p:cNvSpPr/>
            <p:nvPr/>
          </p:nvSpPr>
          <p:spPr>
            <a:xfrm>
              <a:off x="9751445" y="761649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936" name="Hexagon 4935">
              <a:extLst>
                <a:ext uri="{FF2B5EF4-FFF2-40B4-BE49-F238E27FC236}">
                  <a16:creationId xmlns:a16="http://schemas.microsoft.com/office/drawing/2014/main" id="{06D8D71D-5965-469C-B322-6752270A3C20}"/>
                </a:ext>
              </a:extLst>
            </p:cNvPr>
            <p:cNvSpPr/>
            <p:nvPr/>
          </p:nvSpPr>
          <p:spPr>
            <a:xfrm>
              <a:off x="9746683" y="779509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937" name="Hexagon 4936">
              <a:extLst>
                <a:ext uri="{FF2B5EF4-FFF2-40B4-BE49-F238E27FC236}">
                  <a16:creationId xmlns:a16="http://schemas.microsoft.com/office/drawing/2014/main" id="{F5DFF06D-BF8F-4D2D-A0BB-B7B1D7A39A44}"/>
                </a:ext>
              </a:extLst>
            </p:cNvPr>
            <p:cNvSpPr/>
            <p:nvPr/>
          </p:nvSpPr>
          <p:spPr>
            <a:xfrm>
              <a:off x="9982426" y="751172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938" name="Hexagon 4937">
              <a:extLst>
                <a:ext uri="{FF2B5EF4-FFF2-40B4-BE49-F238E27FC236}">
                  <a16:creationId xmlns:a16="http://schemas.microsoft.com/office/drawing/2014/main" id="{5F27EAAB-F9F5-43C4-91EB-19C4C8B05BE7}"/>
                </a:ext>
              </a:extLst>
            </p:cNvPr>
            <p:cNvSpPr/>
            <p:nvPr/>
          </p:nvSpPr>
          <p:spPr>
            <a:xfrm>
              <a:off x="9982426" y="769508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939" name="Hexagon 4938">
              <a:extLst>
                <a:ext uri="{FF2B5EF4-FFF2-40B4-BE49-F238E27FC236}">
                  <a16:creationId xmlns:a16="http://schemas.microsoft.com/office/drawing/2014/main" id="{0A0098FD-F7DB-4749-8B07-0CF0AB4CB52F}"/>
                </a:ext>
              </a:extLst>
            </p:cNvPr>
            <p:cNvSpPr/>
            <p:nvPr/>
          </p:nvSpPr>
          <p:spPr>
            <a:xfrm>
              <a:off x="9977664" y="787367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940" name="Hexagon 4939">
              <a:extLst>
                <a:ext uri="{FF2B5EF4-FFF2-40B4-BE49-F238E27FC236}">
                  <a16:creationId xmlns:a16="http://schemas.microsoft.com/office/drawing/2014/main" id="{54BFCA74-03B6-42F5-ACAD-C00B44F363E3}"/>
                </a:ext>
              </a:extLst>
            </p:cNvPr>
            <p:cNvSpPr/>
            <p:nvPr/>
          </p:nvSpPr>
          <p:spPr>
            <a:xfrm>
              <a:off x="9984807" y="805226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941" name="Hexagon 4940">
              <a:extLst>
                <a:ext uri="{FF2B5EF4-FFF2-40B4-BE49-F238E27FC236}">
                  <a16:creationId xmlns:a16="http://schemas.microsoft.com/office/drawing/2014/main" id="{A5D45BE4-63C2-475A-AE12-FB9EACE13289}"/>
                </a:ext>
              </a:extLst>
            </p:cNvPr>
            <p:cNvSpPr/>
            <p:nvPr/>
          </p:nvSpPr>
          <p:spPr>
            <a:xfrm>
              <a:off x="9984807" y="823562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942" name="Hexagon 4941">
              <a:extLst>
                <a:ext uri="{FF2B5EF4-FFF2-40B4-BE49-F238E27FC236}">
                  <a16:creationId xmlns:a16="http://schemas.microsoft.com/office/drawing/2014/main" id="{87A26AF5-0D05-4F9C-B611-8D7B03E2254E}"/>
                </a:ext>
              </a:extLst>
            </p:cNvPr>
            <p:cNvSpPr/>
            <p:nvPr/>
          </p:nvSpPr>
          <p:spPr>
            <a:xfrm>
              <a:off x="9980045" y="841421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943" name="Hexagon 4942">
              <a:extLst>
                <a:ext uri="{FF2B5EF4-FFF2-40B4-BE49-F238E27FC236}">
                  <a16:creationId xmlns:a16="http://schemas.microsoft.com/office/drawing/2014/main" id="{F083A2DB-E495-4893-A313-B4D984C4CEDB}"/>
                </a:ext>
              </a:extLst>
            </p:cNvPr>
            <p:cNvSpPr/>
            <p:nvPr/>
          </p:nvSpPr>
          <p:spPr>
            <a:xfrm>
              <a:off x="10215789" y="741885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944" name="Hexagon 4943">
              <a:extLst>
                <a:ext uri="{FF2B5EF4-FFF2-40B4-BE49-F238E27FC236}">
                  <a16:creationId xmlns:a16="http://schemas.microsoft.com/office/drawing/2014/main" id="{BBE58D7C-83EA-49CC-B286-EE548AE7AD2B}"/>
                </a:ext>
              </a:extLst>
            </p:cNvPr>
            <p:cNvSpPr/>
            <p:nvPr/>
          </p:nvSpPr>
          <p:spPr>
            <a:xfrm>
              <a:off x="10446770" y="751648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945" name="Hexagon 4944">
              <a:extLst>
                <a:ext uri="{FF2B5EF4-FFF2-40B4-BE49-F238E27FC236}">
                  <a16:creationId xmlns:a16="http://schemas.microsoft.com/office/drawing/2014/main" id="{7F0DDE2C-1789-4BDC-9235-6387896EB376}"/>
                </a:ext>
              </a:extLst>
            </p:cNvPr>
            <p:cNvSpPr/>
            <p:nvPr/>
          </p:nvSpPr>
          <p:spPr>
            <a:xfrm>
              <a:off x="10682514" y="760221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946" name="Hexagon 4945">
              <a:extLst>
                <a:ext uri="{FF2B5EF4-FFF2-40B4-BE49-F238E27FC236}">
                  <a16:creationId xmlns:a16="http://schemas.microsoft.com/office/drawing/2014/main" id="{EFF9448A-5A4E-43C8-865D-CE249F9440E5}"/>
                </a:ext>
              </a:extLst>
            </p:cNvPr>
            <p:cNvSpPr/>
            <p:nvPr/>
          </p:nvSpPr>
          <p:spPr>
            <a:xfrm>
              <a:off x="10453914" y="7692699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947" name="Hexagon 4946">
              <a:extLst>
                <a:ext uri="{FF2B5EF4-FFF2-40B4-BE49-F238E27FC236}">
                  <a16:creationId xmlns:a16="http://schemas.microsoft.com/office/drawing/2014/main" id="{C2787096-6A71-457E-956B-2BE146B940F9}"/>
                </a:ext>
              </a:extLst>
            </p:cNvPr>
            <p:cNvSpPr/>
            <p:nvPr/>
          </p:nvSpPr>
          <p:spPr>
            <a:xfrm>
              <a:off x="10220551" y="778556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948" name="Hexagon 4947">
              <a:extLst>
                <a:ext uri="{FF2B5EF4-FFF2-40B4-BE49-F238E27FC236}">
                  <a16:creationId xmlns:a16="http://schemas.microsoft.com/office/drawing/2014/main" id="{2C7834C7-1EB7-4478-B80C-85941AE11C5C}"/>
                </a:ext>
              </a:extLst>
            </p:cNvPr>
            <p:cNvSpPr/>
            <p:nvPr/>
          </p:nvSpPr>
          <p:spPr>
            <a:xfrm>
              <a:off x="10220551" y="796416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949" name="Hexagon 4948">
              <a:extLst>
                <a:ext uri="{FF2B5EF4-FFF2-40B4-BE49-F238E27FC236}">
                  <a16:creationId xmlns:a16="http://schemas.microsoft.com/office/drawing/2014/main" id="{23089422-ADF9-4AE7-B6A2-37A5E9882961}"/>
                </a:ext>
              </a:extLst>
            </p:cNvPr>
            <p:cNvSpPr/>
            <p:nvPr/>
          </p:nvSpPr>
          <p:spPr>
            <a:xfrm>
              <a:off x="10453914" y="787605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950" name="Hexagon 4949">
              <a:extLst>
                <a:ext uri="{FF2B5EF4-FFF2-40B4-BE49-F238E27FC236}">
                  <a16:creationId xmlns:a16="http://schemas.microsoft.com/office/drawing/2014/main" id="{2F626636-9B18-4BFD-9262-993A9DBBD916}"/>
                </a:ext>
              </a:extLst>
            </p:cNvPr>
            <p:cNvSpPr/>
            <p:nvPr/>
          </p:nvSpPr>
          <p:spPr>
            <a:xfrm>
              <a:off x="10451532" y="805464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951" name="Hexagon 4950">
              <a:extLst>
                <a:ext uri="{FF2B5EF4-FFF2-40B4-BE49-F238E27FC236}">
                  <a16:creationId xmlns:a16="http://schemas.microsoft.com/office/drawing/2014/main" id="{91F17F00-3942-4773-9722-8E0518D1BDCB}"/>
                </a:ext>
              </a:extLst>
            </p:cNvPr>
            <p:cNvSpPr/>
            <p:nvPr/>
          </p:nvSpPr>
          <p:spPr>
            <a:xfrm>
              <a:off x="10453913" y="823324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952" name="Hexagon 4951">
              <a:extLst>
                <a:ext uri="{FF2B5EF4-FFF2-40B4-BE49-F238E27FC236}">
                  <a16:creationId xmlns:a16="http://schemas.microsoft.com/office/drawing/2014/main" id="{ADA496F1-0219-485C-BD84-3530218194A3}"/>
                </a:ext>
              </a:extLst>
            </p:cNvPr>
            <p:cNvSpPr/>
            <p:nvPr/>
          </p:nvSpPr>
          <p:spPr>
            <a:xfrm>
              <a:off x="10215788" y="832611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953" name="Hexagon 4952">
              <a:extLst>
                <a:ext uri="{FF2B5EF4-FFF2-40B4-BE49-F238E27FC236}">
                  <a16:creationId xmlns:a16="http://schemas.microsoft.com/office/drawing/2014/main" id="{D85DB8AB-0C20-4AC5-9D6B-56F2BCDF19C4}"/>
                </a:ext>
              </a:extLst>
            </p:cNvPr>
            <p:cNvSpPr/>
            <p:nvPr/>
          </p:nvSpPr>
          <p:spPr>
            <a:xfrm>
              <a:off x="10461057" y="841659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954" name="Hexagon 4953">
              <a:extLst>
                <a:ext uri="{FF2B5EF4-FFF2-40B4-BE49-F238E27FC236}">
                  <a16:creationId xmlns:a16="http://schemas.microsoft.com/office/drawing/2014/main" id="{E01840D6-A82D-417D-9A96-8A37986A8D3B}"/>
                </a:ext>
              </a:extLst>
            </p:cNvPr>
            <p:cNvSpPr/>
            <p:nvPr/>
          </p:nvSpPr>
          <p:spPr>
            <a:xfrm>
              <a:off x="10222932" y="850946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955" name="Hexagon 4954">
              <a:extLst>
                <a:ext uri="{FF2B5EF4-FFF2-40B4-BE49-F238E27FC236}">
                  <a16:creationId xmlns:a16="http://schemas.microsoft.com/office/drawing/2014/main" id="{8A6EAB54-D307-4112-BF10-07031338D04B}"/>
                </a:ext>
              </a:extLst>
            </p:cNvPr>
            <p:cNvSpPr/>
            <p:nvPr/>
          </p:nvSpPr>
          <p:spPr>
            <a:xfrm>
              <a:off x="10458675" y="860233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956" name="Hexagon 4955">
              <a:extLst>
                <a:ext uri="{FF2B5EF4-FFF2-40B4-BE49-F238E27FC236}">
                  <a16:creationId xmlns:a16="http://schemas.microsoft.com/office/drawing/2014/main" id="{225CFAA0-2B4C-4078-A69E-1BDF60B67616}"/>
                </a:ext>
              </a:extLst>
            </p:cNvPr>
            <p:cNvSpPr/>
            <p:nvPr/>
          </p:nvSpPr>
          <p:spPr>
            <a:xfrm>
              <a:off x="10692037" y="850708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957" name="Hexagon 4956">
              <a:extLst>
                <a:ext uri="{FF2B5EF4-FFF2-40B4-BE49-F238E27FC236}">
                  <a16:creationId xmlns:a16="http://schemas.microsoft.com/office/drawing/2014/main" id="{AEA8AA1D-3334-49C4-ADD5-1DE1A63E19F4}"/>
                </a:ext>
              </a:extLst>
            </p:cNvPr>
            <p:cNvSpPr/>
            <p:nvPr/>
          </p:nvSpPr>
          <p:spPr>
            <a:xfrm>
              <a:off x="10687275" y="832611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5051" name="Hexagon 5050">
              <a:extLst>
                <a:ext uri="{FF2B5EF4-FFF2-40B4-BE49-F238E27FC236}">
                  <a16:creationId xmlns:a16="http://schemas.microsoft.com/office/drawing/2014/main" id="{A8D1B61C-6A51-4BAF-A2EF-047E913F1873}"/>
                </a:ext>
              </a:extLst>
            </p:cNvPr>
            <p:cNvSpPr/>
            <p:nvPr/>
          </p:nvSpPr>
          <p:spPr>
            <a:xfrm>
              <a:off x="10463438" y="8780929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5060" name="Hexagon 5059">
              <a:extLst>
                <a:ext uri="{FF2B5EF4-FFF2-40B4-BE49-F238E27FC236}">
                  <a16:creationId xmlns:a16="http://schemas.microsoft.com/office/drawing/2014/main" id="{78C3471D-9F34-4035-93CD-EFF338C3E79F}"/>
                </a:ext>
              </a:extLst>
            </p:cNvPr>
            <p:cNvSpPr/>
            <p:nvPr/>
          </p:nvSpPr>
          <p:spPr>
            <a:xfrm>
              <a:off x="9753826" y="814275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5224" name="Hexagon 5223">
              <a:extLst>
                <a:ext uri="{FF2B5EF4-FFF2-40B4-BE49-F238E27FC236}">
                  <a16:creationId xmlns:a16="http://schemas.microsoft.com/office/drawing/2014/main" id="{186EF9ED-DEC9-49FF-872D-7A5F73695CCA}"/>
                </a:ext>
              </a:extLst>
            </p:cNvPr>
            <p:cNvSpPr/>
            <p:nvPr/>
          </p:nvSpPr>
          <p:spPr>
            <a:xfrm>
              <a:off x="10216422" y="524802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5225" name="Hexagon 5224">
              <a:extLst>
                <a:ext uri="{FF2B5EF4-FFF2-40B4-BE49-F238E27FC236}">
                  <a16:creationId xmlns:a16="http://schemas.microsoft.com/office/drawing/2014/main" id="{3F563027-C109-4399-9DFC-7C8B5EDEC23D}"/>
                </a:ext>
              </a:extLst>
            </p:cNvPr>
            <p:cNvSpPr/>
            <p:nvPr/>
          </p:nvSpPr>
          <p:spPr>
            <a:xfrm>
              <a:off x="10216422" y="542661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5226" name="Hexagon 5225">
              <a:extLst>
                <a:ext uri="{FF2B5EF4-FFF2-40B4-BE49-F238E27FC236}">
                  <a16:creationId xmlns:a16="http://schemas.microsoft.com/office/drawing/2014/main" id="{E3C31915-5208-4485-9EF2-B6BD9477AA31}"/>
                </a:ext>
              </a:extLst>
            </p:cNvPr>
            <p:cNvSpPr/>
            <p:nvPr/>
          </p:nvSpPr>
          <p:spPr>
            <a:xfrm>
              <a:off x="10449785" y="516003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5227" name="Hexagon 5226">
              <a:extLst>
                <a:ext uri="{FF2B5EF4-FFF2-40B4-BE49-F238E27FC236}">
                  <a16:creationId xmlns:a16="http://schemas.microsoft.com/office/drawing/2014/main" id="{3E1BCC74-A4A3-4996-A102-1EF9D0D90908}"/>
                </a:ext>
              </a:extLst>
            </p:cNvPr>
            <p:cNvSpPr/>
            <p:nvPr/>
          </p:nvSpPr>
          <p:spPr>
            <a:xfrm>
              <a:off x="10449785" y="533862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5317" name="Hexagon 5316">
              <a:extLst>
                <a:ext uri="{FF2B5EF4-FFF2-40B4-BE49-F238E27FC236}">
                  <a16:creationId xmlns:a16="http://schemas.microsoft.com/office/drawing/2014/main" id="{7CFEB192-7C3A-447F-8D00-0204A802A853}"/>
                </a:ext>
              </a:extLst>
            </p:cNvPr>
            <p:cNvSpPr/>
            <p:nvPr/>
          </p:nvSpPr>
          <p:spPr>
            <a:xfrm>
              <a:off x="4165904" y="633768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5318" name="Hexagon 5317">
              <a:extLst>
                <a:ext uri="{FF2B5EF4-FFF2-40B4-BE49-F238E27FC236}">
                  <a16:creationId xmlns:a16="http://schemas.microsoft.com/office/drawing/2014/main" id="{5B22349A-25B9-44B3-A42B-EF70FBC663C6}"/>
                </a:ext>
              </a:extLst>
            </p:cNvPr>
            <p:cNvSpPr/>
            <p:nvPr/>
          </p:nvSpPr>
          <p:spPr>
            <a:xfrm>
              <a:off x="2533159" y="533862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5319" name="Hexagon 5318">
              <a:extLst>
                <a:ext uri="{FF2B5EF4-FFF2-40B4-BE49-F238E27FC236}">
                  <a16:creationId xmlns:a16="http://schemas.microsoft.com/office/drawing/2014/main" id="{758F73AD-567F-4041-ABE2-89FA85148110}"/>
                </a:ext>
              </a:extLst>
            </p:cNvPr>
            <p:cNvSpPr/>
            <p:nvPr/>
          </p:nvSpPr>
          <p:spPr>
            <a:xfrm>
              <a:off x="8576534" y="678242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</p:grpSp>
      <p:grpSp>
        <p:nvGrpSpPr>
          <p:cNvPr id="11" name="5级">
            <a:extLst>
              <a:ext uri="{FF2B5EF4-FFF2-40B4-BE49-F238E27FC236}">
                <a16:creationId xmlns:a16="http://schemas.microsoft.com/office/drawing/2014/main" id="{87B12E12-E318-49E5-9DF6-1D6E32D39B02}"/>
              </a:ext>
            </a:extLst>
          </p:cNvPr>
          <p:cNvGrpSpPr/>
          <p:nvPr/>
        </p:nvGrpSpPr>
        <p:grpSpPr>
          <a:xfrm>
            <a:off x="1594944" y="6967380"/>
            <a:ext cx="8937429" cy="2543601"/>
            <a:chOff x="1594944" y="6967380"/>
            <a:chExt cx="8937429" cy="2543601"/>
          </a:xfrm>
        </p:grpSpPr>
        <p:sp>
          <p:nvSpPr>
            <p:cNvPr id="4117" name="Hexagon 4116">
              <a:extLst>
                <a:ext uri="{FF2B5EF4-FFF2-40B4-BE49-F238E27FC236}">
                  <a16:creationId xmlns:a16="http://schemas.microsoft.com/office/drawing/2014/main" id="{82253833-20BE-4209-8E23-F768D6B5A06D}"/>
                </a:ext>
              </a:extLst>
            </p:cNvPr>
            <p:cNvSpPr/>
            <p:nvPr/>
          </p:nvSpPr>
          <p:spPr>
            <a:xfrm>
              <a:off x="3924288" y="7150895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128" name="Hexagon 4127">
              <a:extLst>
                <a:ext uri="{FF2B5EF4-FFF2-40B4-BE49-F238E27FC236}">
                  <a16:creationId xmlns:a16="http://schemas.microsoft.com/office/drawing/2014/main" id="{AE1ACC9D-0A22-47B1-888F-24F0A202DA53}"/>
                </a:ext>
              </a:extLst>
            </p:cNvPr>
            <p:cNvSpPr/>
            <p:nvPr/>
          </p:nvSpPr>
          <p:spPr>
            <a:xfrm>
              <a:off x="4160032" y="705921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129" name="Hexagon 4128">
              <a:extLst>
                <a:ext uri="{FF2B5EF4-FFF2-40B4-BE49-F238E27FC236}">
                  <a16:creationId xmlns:a16="http://schemas.microsoft.com/office/drawing/2014/main" id="{6AEF309E-9039-495A-9E63-6D8B033B84D4}"/>
                </a:ext>
              </a:extLst>
            </p:cNvPr>
            <p:cNvSpPr/>
            <p:nvPr/>
          </p:nvSpPr>
          <p:spPr>
            <a:xfrm>
              <a:off x="4391012" y="7148514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130" name="Hexagon 4129">
              <a:extLst>
                <a:ext uri="{FF2B5EF4-FFF2-40B4-BE49-F238E27FC236}">
                  <a16:creationId xmlns:a16="http://schemas.microsoft.com/office/drawing/2014/main" id="{A89840CA-81FF-4562-BF0A-D21E74C05C4E}"/>
                </a:ext>
              </a:extLst>
            </p:cNvPr>
            <p:cNvSpPr/>
            <p:nvPr/>
          </p:nvSpPr>
          <p:spPr>
            <a:xfrm>
              <a:off x="4621992" y="705921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131" name="Hexagon 4130">
              <a:extLst>
                <a:ext uri="{FF2B5EF4-FFF2-40B4-BE49-F238E27FC236}">
                  <a16:creationId xmlns:a16="http://schemas.microsoft.com/office/drawing/2014/main" id="{A29C9864-7678-4E9A-AC2C-B21073D99F3D}"/>
                </a:ext>
              </a:extLst>
            </p:cNvPr>
            <p:cNvSpPr/>
            <p:nvPr/>
          </p:nvSpPr>
          <p:spPr>
            <a:xfrm>
              <a:off x="4857734" y="6967380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132" name="Hexagon 4131">
              <a:extLst>
                <a:ext uri="{FF2B5EF4-FFF2-40B4-BE49-F238E27FC236}">
                  <a16:creationId xmlns:a16="http://schemas.microsoft.com/office/drawing/2014/main" id="{D1DBEE73-2046-4E75-8ECD-CA34549A84A7}"/>
                </a:ext>
              </a:extLst>
            </p:cNvPr>
            <p:cNvSpPr/>
            <p:nvPr/>
          </p:nvSpPr>
          <p:spPr>
            <a:xfrm>
              <a:off x="4857734" y="7153276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133" name="Hexagon 4132">
              <a:extLst>
                <a:ext uri="{FF2B5EF4-FFF2-40B4-BE49-F238E27FC236}">
                  <a16:creationId xmlns:a16="http://schemas.microsoft.com/office/drawing/2014/main" id="{995156A2-0C9C-405B-942D-2F30D6D2A62E}"/>
                </a:ext>
              </a:extLst>
            </p:cNvPr>
            <p:cNvSpPr/>
            <p:nvPr/>
          </p:nvSpPr>
          <p:spPr>
            <a:xfrm>
              <a:off x="4860274" y="7334728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134" name="Hexagon 4133">
              <a:extLst>
                <a:ext uri="{FF2B5EF4-FFF2-40B4-BE49-F238E27FC236}">
                  <a16:creationId xmlns:a16="http://schemas.microsoft.com/office/drawing/2014/main" id="{BFEF3E1C-EFEC-4C02-B086-AB1B68566CAC}"/>
                </a:ext>
              </a:extLst>
            </p:cNvPr>
            <p:cNvSpPr/>
            <p:nvPr/>
          </p:nvSpPr>
          <p:spPr>
            <a:xfrm>
              <a:off x="4860274" y="7518084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135" name="Hexagon 4134">
              <a:extLst>
                <a:ext uri="{FF2B5EF4-FFF2-40B4-BE49-F238E27FC236}">
                  <a16:creationId xmlns:a16="http://schemas.microsoft.com/office/drawing/2014/main" id="{1638EA13-B73D-47CB-96E9-EDCF528D8DC4}"/>
                </a:ext>
              </a:extLst>
            </p:cNvPr>
            <p:cNvSpPr/>
            <p:nvPr/>
          </p:nvSpPr>
          <p:spPr>
            <a:xfrm>
              <a:off x="4621992" y="7426565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136" name="Hexagon 4135">
              <a:extLst>
                <a:ext uri="{FF2B5EF4-FFF2-40B4-BE49-F238E27FC236}">
                  <a16:creationId xmlns:a16="http://schemas.microsoft.com/office/drawing/2014/main" id="{05365CA3-9FBD-4E49-8466-A86592C5F490}"/>
                </a:ext>
              </a:extLst>
            </p:cNvPr>
            <p:cNvSpPr/>
            <p:nvPr/>
          </p:nvSpPr>
          <p:spPr>
            <a:xfrm>
              <a:off x="4621992" y="7609921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137" name="Hexagon 4136">
              <a:extLst>
                <a:ext uri="{FF2B5EF4-FFF2-40B4-BE49-F238E27FC236}">
                  <a16:creationId xmlns:a16="http://schemas.microsoft.com/office/drawing/2014/main" id="{B2A1CDBE-E8C6-4D4A-8DCC-0795F9B862EA}"/>
                </a:ext>
              </a:extLst>
            </p:cNvPr>
            <p:cNvSpPr/>
            <p:nvPr/>
          </p:nvSpPr>
          <p:spPr>
            <a:xfrm>
              <a:off x="5091254" y="7054455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138" name="Hexagon 4137">
              <a:extLst>
                <a:ext uri="{FF2B5EF4-FFF2-40B4-BE49-F238E27FC236}">
                  <a16:creationId xmlns:a16="http://schemas.microsoft.com/office/drawing/2014/main" id="{E29260A8-2C48-4812-8116-2A4F9CADB3D2}"/>
                </a:ext>
              </a:extLst>
            </p:cNvPr>
            <p:cNvSpPr/>
            <p:nvPr/>
          </p:nvSpPr>
          <p:spPr>
            <a:xfrm>
              <a:off x="5091254" y="7240351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139" name="Hexagon 4138">
              <a:extLst>
                <a:ext uri="{FF2B5EF4-FFF2-40B4-BE49-F238E27FC236}">
                  <a16:creationId xmlns:a16="http://schemas.microsoft.com/office/drawing/2014/main" id="{947FDE71-4063-4FD1-BE65-8AD2F22ECC73}"/>
                </a:ext>
              </a:extLst>
            </p:cNvPr>
            <p:cNvSpPr/>
            <p:nvPr/>
          </p:nvSpPr>
          <p:spPr>
            <a:xfrm>
              <a:off x="5093794" y="7421803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140" name="Hexagon 4139">
              <a:extLst>
                <a:ext uri="{FF2B5EF4-FFF2-40B4-BE49-F238E27FC236}">
                  <a16:creationId xmlns:a16="http://schemas.microsoft.com/office/drawing/2014/main" id="{88745E7C-A1D8-41A1-9C29-1CE27CF5B360}"/>
                </a:ext>
              </a:extLst>
            </p:cNvPr>
            <p:cNvSpPr/>
            <p:nvPr/>
          </p:nvSpPr>
          <p:spPr>
            <a:xfrm>
              <a:off x="5093794" y="7605159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141" name="Hexagon 4140">
              <a:extLst>
                <a:ext uri="{FF2B5EF4-FFF2-40B4-BE49-F238E27FC236}">
                  <a16:creationId xmlns:a16="http://schemas.microsoft.com/office/drawing/2014/main" id="{5F44A4E4-A699-4738-9DE7-9B77E42A7616}"/>
                </a:ext>
              </a:extLst>
            </p:cNvPr>
            <p:cNvSpPr/>
            <p:nvPr/>
          </p:nvSpPr>
          <p:spPr>
            <a:xfrm>
              <a:off x="5327314" y="7697156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142" name="Hexagon 4141">
              <a:extLst>
                <a:ext uri="{FF2B5EF4-FFF2-40B4-BE49-F238E27FC236}">
                  <a16:creationId xmlns:a16="http://schemas.microsoft.com/office/drawing/2014/main" id="{59AE3392-CCE8-49E2-92EE-4665A0F9D2E5}"/>
                </a:ext>
              </a:extLst>
            </p:cNvPr>
            <p:cNvSpPr/>
            <p:nvPr/>
          </p:nvSpPr>
          <p:spPr>
            <a:xfrm>
              <a:off x="5325409" y="7877972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143" name="Hexagon 4142">
              <a:extLst>
                <a:ext uri="{FF2B5EF4-FFF2-40B4-BE49-F238E27FC236}">
                  <a16:creationId xmlns:a16="http://schemas.microsoft.com/office/drawing/2014/main" id="{B8E276F2-A4B6-43D9-932B-E7D421A72E16}"/>
                </a:ext>
              </a:extLst>
            </p:cNvPr>
            <p:cNvSpPr/>
            <p:nvPr/>
          </p:nvSpPr>
          <p:spPr>
            <a:xfrm>
              <a:off x="5326044" y="8056884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144" name="Hexagon 4143">
              <a:extLst>
                <a:ext uri="{FF2B5EF4-FFF2-40B4-BE49-F238E27FC236}">
                  <a16:creationId xmlns:a16="http://schemas.microsoft.com/office/drawing/2014/main" id="{A7F801A7-9344-4AB5-AD71-6C593AC98647}"/>
                </a:ext>
              </a:extLst>
            </p:cNvPr>
            <p:cNvSpPr/>
            <p:nvPr/>
          </p:nvSpPr>
          <p:spPr>
            <a:xfrm>
              <a:off x="5322234" y="8237700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145" name="Hexagon 4144">
              <a:extLst>
                <a:ext uri="{FF2B5EF4-FFF2-40B4-BE49-F238E27FC236}">
                  <a16:creationId xmlns:a16="http://schemas.microsoft.com/office/drawing/2014/main" id="{AF9AC92E-38A8-4E0C-8A5E-712BD1C41709}"/>
                </a:ext>
              </a:extLst>
            </p:cNvPr>
            <p:cNvSpPr/>
            <p:nvPr/>
          </p:nvSpPr>
          <p:spPr>
            <a:xfrm>
              <a:off x="5086809" y="8326415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146" name="Hexagon 4145">
              <a:extLst>
                <a:ext uri="{FF2B5EF4-FFF2-40B4-BE49-F238E27FC236}">
                  <a16:creationId xmlns:a16="http://schemas.microsoft.com/office/drawing/2014/main" id="{2DB8EE68-7CE7-4F1E-B850-E85805186A21}"/>
                </a:ext>
              </a:extLst>
            </p:cNvPr>
            <p:cNvSpPr/>
            <p:nvPr/>
          </p:nvSpPr>
          <p:spPr>
            <a:xfrm>
              <a:off x="5329219" y="8421669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147" name="Hexagon 4146">
              <a:extLst>
                <a:ext uri="{FF2B5EF4-FFF2-40B4-BE49-F238E27FC236}">
                  <a16:creationId xmlns:a16="http://schemas.microsoft.com/office/drawing/2014/main" id="{1821AD7A-A159-4073-8341-B89FE8259767}"/>
                </a:ext>
              </a:extLst>
            </p:cNvPr>
            <p:cNvSpPr/>
            <p:nvPr/>
          </p:nvSpPr>
          <p:spPr>
            <a:xfrm>
              <a:off x="5327314" y="8602485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148" name="Hexagon 4147">
              <a:extLst>
                <a:ext uri="{FF2B5EF4-FFF2-40B4-BE49-F238E27FC236}">
                  <a16:creationId xmlns:a16="http://schemas.microsoft.com/office/drawing/2014/main" id="{BDF47F55-D4A1-47B8-8A27-EEF58E68FFF0}"/>
                </a:ext>
              </a:extLst>
            </p:cNvPr>
            <p:cNvSpPr/>
            <p:nvPr/>
          </p:nvSpPr>
          <p:spPr>
            <a:xfrm>
              <a:off x="5557819" y="8331049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149" name="Hexagon 4148">
              <a:extLst>
                <a:ext uri="{FF2B5EF4-FFF2-40B4-BE49-F238E27FC236}">
                  <a16:creationId xmlns:a16="http://schemas.microsoft.com/office/drawing/2014/main" id="{D7A24458-0413-4E15-BAAB-59E9868F06D3}"/>
                </a:ext>
              </a:extLst>
            </p:cNvPr>
            <p:cNvSpPr/>
            <p:nvPr/>
          </p:nvSpPr>
          <p:spPr>
            <a:xfrm>
              <a:off x="5555914" y="8511865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150" name="Hexagon 4149">
              <a:extLst>
                <a:ext uri="{FF2B5EF4-FFF2-40B4-BE49-F238E27FC236}">
                  <a16:creationId xmlns:a16="http://schemas.microsoft.com/office/drawing/2014/main" id="{5266DC15-2CB0-4F43-865E-B2E3967A79CD}"/>
                </a:ext>
              </a:extLst>
            </p:cNvPr>
            <p:cNvSpPr/>
            <p:nvPr/>
          </p:nvSpPr>
          <p:spPr>
            <a:xfrm>
              <a:off x="5088714" y="7785765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151" name="Hexagon 4150">
              <a:extLst>
                <a:ext uri="{FF2B5EF4-FFF2-40B4-BE49-F238E27FC236}">
                  <a16:creationId xmlns:a16="http://schemas.microsoft.com/office/drawing/2014/main" id="{18D76D48-46D0-4FB0-8FA1-A5BFC1CD2A3B}"/>
                </a:ext>
              </a:extLst>
            </p:cNvPr>
            <p:cNvSpPr/>
            <p:nvPr/>
          </p:nvSpPr>
          <p:spPr>
            <a:xfrm>
              <a:off x="5086809" y="7966581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152" name="Hexagon 4151">
              <a:extLst>
                <a:ext uri="{FF2B5EF4-FFF2-40B4-BE49-F238E27FC236}">
                  <a16:creationId xmlns:a16="http://schemas.microsoft.com/office/drawing/2014/main" id="{FBF91E85-511B-4BE7-BD0F-B1B1686BFD37}"/>
                </a:ext>
              </a:extLst>
            </p:cNvPr>
            <p:cNvSpPr/>
            <p:nvPr/>
          </p:nvSpPr>
          <p:spPr>
            <a:xfrm>
              <a:off x="5555119" y="7787352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153" name="Hexagon 4152">
              <a:extLst>
                <a:ext uri="{FF2B5EF4-FFF2-40B4-BE49-F238E27FC236}">
                  <a16:creationId xmlns:a16="http://schemas.microsoft.com/office/drawing/2014/main" id="{A23B143B-0669-4ADB-9458-0B5FAEBF9BE4}"/>
                </a:ext>
              </a:extLst>
            </p:cNvPr>
            <p:cNvSpPr/>
            <p:nvPr/>
          </p:nvSpPr>
          <p:spPr>
            <a:xfrm>
              <a:off x="5562104" y="7971321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154" name="Hexagon 4153">
              <a:extLst>
                <a:ext uri="{FF2B5EF4-FFF2-40B4-BE49-F238E27FC236}">
                  <a16:creationId xmlns:a16="http://schemas.microsoft.com/office/drawing/2014/main" id="{4EE1625A-FD52-46B1-A9F8-25F0B0BCC9BD}"/>
                </a:ext>
              </a:extLst>
            </p:cNvPr>
            <p:cNvSpPr/>
            <p:nvPr/>
          </p:nvSpPr>
          <p:spPr>
            <a:xfrm>
              <a:off x="5560199" y="815213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155" name="Hexagon 4154">
              <a:extLst>
                <a:ext uri="{FF2B5EF4-FFF2-40B4-BE49-F238E27FC236}">
                  <a16:creationId xmlns:a16="http://schemas.microsoft.com/office/drawing/2014/main" id="{9080F18B-73AB-4502-B498-B2C0B48DA8EE}"/>
                </a:ext>
              </a:extLst>
            </p:cNvPr>
            <p:cNvSpPr/>
            <p:nvPr/>
          </p:nvSpPr>
          <p:spPr>
            <a:xfrm>
              <a:off x="5784989" y="8235478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156" name="Hexagon 4155">
              <a:extLst>
                <a:ext uri="{FF2B5EF4-FFF2-40B4-BE49-F238E27FC236}">
                  <a16:creationId xmlns:a16="http://schemas.microsoft.com/office/drawing/2014/main" id="{56B380DA-C61C-4B71-ABE5-C4EC595DDB79}"/>
                </a:ext>
              </a:extLst>
            </p:cNvPr>
            <p:cNvSpPr/>
            <p:nvPr/>
          </p:nvSpPr>
          <p:spPr>
            <a:xfrm>
              <a:off x="5791974" y="841944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157" name="Hexagon 4156">
              <a:extLst>
                <a:ext uri="{FF2B5EF4-FFF2-40B4-BE49-F238E27FC236}">
                  <a16:creationId xmlns:a16="http://schemas.microsoft.com/office/drawing/2014/main" id="{F8B3AA03-6829-4439-96A1-2FABA6841B9B}"/>
                </a:ext>
              </a:extLst>
            </p:cNvPr>
            <p:cNvSpPr/>
            <p:nvPr/>
          </p:nvSpPr>
          <p:spPr>
            <a:xfrm>
              <a:off x="5790069" y="8600263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158" name="Hexagon 4157">
              <a:extLst>
                <a:ext uri="{FF2B5EF4-FFF2-40B4-BE49-F238E27FC236}">
                  <a16:creationId xmlns:a16="http://schemas.microsoft.com/office/drawing/2014/main" id="{71D40A53-8332-48D4-A8FB-F7FAA22BC296}"/>
                </a:ext>
              </a:extLst>
            </p:cNvPr>
            <p:cNvSpPr/>
            <p:nvPr/>
          </p:nvSpPr>
          <p:spPr>
            <a:xfrm>
              <a:off x="6017874" y="8147080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159" name="Hexagon 4158">
              <a:extLst>
                <a:ext uri="{FF2B5EF4-FFF2-40B4-BE49-F238E27FC236}">
                  <a16:creationId xmlns:a16="http://schemas.microsoft.com/office/drawing/2014/main" id="{57B54D19-8FCF-4978-B7A1-B07B1D4E6AD8}"/>
                </a:ext>
              </a:extLst>
            </p:cNvPr>
            <p:cNvSpPr/>
            <p:nvPr/>
          </p:nvSpPr>
          <p:spPr>
            <a:xfrm>
              <a:off x="6024859" y="8331049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160" name="Hexagon 4159">
              <a:extLst>
                <a:ext uri="{FF2B5EF4-FFF2-40B4-BE49-F238E27FC236}">
                  <a16:creationId xmlns:a16="http://schemas.microsoft.com/office/drawing/2014/main" id="{D4A1D5E6-2BFA-441D-8D5D-7AD14CEBFD62}"/>
                </a:ext>
              </a:extLst>
            </p:cNvPr>
            <p:cNvSpPr/>
            <p:nvPr/>
          </p:nvSpPr>
          <p:spPr>
            <a:xfrm>
              <a:off x="6022954" y="8511865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161" name="Hexagon 4160">
              <a:extLst>
                <a:ext uri="{FF2B5EF4-FFF2-40B4-BE49-F238E27FC236}">
                  <a16:creationId xmlns:a16="http://schemas.microsoft.com/office/drawing/2014/main" id="{3958E33F-883C-4827-B215-F34B5989E2E2}"/>
                </a:ext>
              </a:extLst>
            </p:cNvPr>
            <p:cNvSpPr/>
            <p:nvPr/>
          </p:nvSpPr>
          <p:spPr>
            <a:xfrm>
              <a:off x="6250759" y="823637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162" name="Hexagon 4161">
              <a:extLst>
                <a:ext uri="{FF2B5EF4-FFF2-40B4-BE49-F238E27FC236}">
                  <a16:creationId xmlns:a16="http://schemas.microsoft.com/office/drawing/2014/main" id="{16CF2E24-558E-459D-8CA5-9F34AE526D88}"/>
                </a:ext>
              </a:extLst>
            </p:cNvPr>
            <p:cNvSpPr/>
            <p:nvPr/>
          </p:nvSpPr>
          <p:spPr>
            <a:xfrm>
              <a:off x="6253934" y="8420346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163" name="Hexagon 4162">
              <a:extLst>
                <a:ext uri="{FF2B5EF4-FFF2-40B4-BE49-F238E27FC236}">
                  <a16:creationId xmlns:a16="http://schemas.microsoft.com/office/drawing/2014/main" id="{89C00D0F-14F6-4509-9325-33AAB39DB0AE}"/>
                </a:ext>
              </a:extLst>
            </p:cNvPr>
            <p:cNvSpPr/>
            <p:nvPr/>
          </p:nvSpPr>
          <p:spPr>
            <a:xfrm>
              <a:off x="6255839" y="8601162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164" name="Hexagon 4163">
              <a:extLst>
                <a:ext uri="{FF2B5EF4-FFF2-40B4-BE49-F238E27FC236}">
                  <a16:creationId xmlns:a16="http://schemas.microsoft.com/office/drawing/2014/main" id="{9CA16B50-549F-475B-B500-D5DAAFFD6FEB}"/>
                </a:ext>
              </a:extLst>
            </p:cNvPr>
            <p:cNvSpPr/>
            <p:nvPr/>
          </p:nvSpPr>
          <p:spPr>
            <a:xfrm>
              <a:off x="5788004" y="7688741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165" name="Hexagon 4164">
              <a:extLst>
                <a:ext uri="{FF2B5EF4-FFF2-40B4-BE49-F238E27FC236}">
                  <a16:creationId xmlns:a16="http://schemas.microsoft.com/office/drawing/2014/main" id="{1E012E51-68B2-472D-8BE9-77459FAAB719}"/>
                </a:ext>
              </a:extLst>
            </p:cNvPr>
            <p:cNvSpPr/>
            <p:nvPr/>
          </p:nvSpPr>
          <p:spPr>
            <a:xfrm>
              <a:off x="5789909" y="7871462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166" name="Hexagon 4165">
              <a:extLst>
                <a:ext uri="{FF2B5EF4-FFF2-40B4-BE49-F238E27FC236}">
                  <a16:creationId xmlns:a16="http://schemas.microsoft.com/office/drawing/2014/main" id="{B156603F-27A4-40B2-B33C-DE466B17A0D8}"/>
                </a:ext>
              </a:extLst>
            </p:cNvPr>
            <p:cNvSpPr/>
            <p:nvPr/>
          </p:nvSpPr>
          <p:spPr>
            <a:xfrm>
              <a:off x="5796099" y="7327108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167" name="Hexagon 4166">
              <a:extLst>
                <a:ext uri="{FF2B5EF4-FFF2-40B4-BE49-F238E27FC236}">
                  <a16:creationId xmlns:a16="http://schemas.microsoft.com/office/drawing/2014/main" id="{46C80117-9BAC-49D2-9308-E5F44A39D543}"/>
                </a:ext>
              </a:extLst>
            </p:cNvPr>
            <p:cNvSpPr/>
            <p:nvPr/>
          </p:nvSpPr>
          <p:spPr>
            <a:xfrm>
              <a:off x="5794194" y="7511734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168" name="Hexagon 4167">
              <a:extLst>
                <a:ext uri="{FF2B5EF4-FFF2-40B4-BE49-F238E27FC236}">
                  <a16:creationId xmlns:a16="http://schemas.microsoft.com/office/drawing/2014/main" id="{E3441FB3-7CA4-4680-8D39-4720F2B806CE}"/>
                </a:ext>
              </a:extLst>
            </p:cNvPr>
            <p:cNvSpPr/>
            <p:nvPr/>
          </p:nvSpPr>
          <p:spPr>
            <a:xfrm>
              <a:off x="5326679" y="7146850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169" name="Hexagon 4168">
              <a:extLst>
                <a:ext uri="{FF2B5EF4-FFF2-40B4-BE49-F238E27FC236}">
                  <a16:creationId xmlns:a16="http://schemas.microsoft.com/office/drawing/2014/main" id="{CD0BD046-D910-4DEA-B183-82A0A7145750}"/>
                </a:ext>
              </a:extLst>
            </p:cNvPr>
            <p:cNvSpPr/>
            <p:nvPr/>
          </p:nvSpPr>
          <p:spPr>
            <a:xfrm>
              <a:off x="5329219" y="7328302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170" name="Hexagon 4169">
              <a:extLst>
                <a:ext uri="{FF2B5EF4-FFF2-40B4-BE49-F238E27FC236}">
                  <a16:creationId xmlns:a16="http://schemas.microsoft.com/office/drawing/2014/main" id="{C9D1C224-2393-4620-ABBB-1B3F3885264D}"/>
                </a:ext>
              </a:extLst>
            </p:cNvPr>
            <p:cNvSpPr/>
            <p:nvPr/>
          </p:nvSpPr>
          <p:spPr>
            <a:xfrm>
              <a:off x="5560039" y="7242456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171" name="Hexagon 4170">
              <a:extLst>
                <a:ext uri="{FF2B5EF4-FFF2-40B4-BE49-F238E27FC236}">
                  <a16:creationId xmlns:a16="http://schemas.microsoft.com/office/drawing/2014/main" id="{B144224D-631A-4E3F-BDD2-CD792CF1BD1A}"/>
                </a:ext>
              </a:extLst>
            </p:cNvPr>
            <p:cNvSpPr/>
            <p:nvPr/>
          </p:nvSpPr>
          <p:spPr>
            <a:xfrm>
              <a:off x="5564484" y="7423908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172" name="Hexagon 4171">
              <a:extLst>
                <a:ext uri="{FF2B5EF4-FFF2-40B4-BE49-F238E27FC236}">
                  <a16:creationId xmlns:a16="http://schemas.microsoft.com/office/drawing/2014/main" id="{2FB76C21-9CD8-480F-8FCA-8236E1E43E8D}"/>
                </a:ext>
              </a:extLst>
            </p:cNvPr>
            <p:cNvSpPr/>
            <p:nvPr/>
          </p:nvSpPr>
          <p:spPr>
            <a:xfrm>
              <a:off x="5791496" y="7143195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173" name="Hexagon 4172">
              <a:extLst>
                <a:ext uri="{FF2B5EF4-FFF2-40B4-BE49-F238E27FC236}">
                  <a16:creationId xmlns:a16="http://schemas.microsoft.com/office/drawing/2014/main" id="{AEBE47D4-B27A-45D0-91B0-96337BC0A40E}"/>
                </a:ext>
              </a:extLst>
            </p:cNvPr>
            <p:cNvSpPr/>
            <p:nvPr/>
          </p:nvSpPr>
          <p:spPr>
            <a:xfrm>
              <a:off x="6022159" y="7778038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174" name="Hexagon 4173">
              <a:extLst>
                <a:ext uri="{FF2B5EF4-FFF2-40B4-BE49-F238E27FC236}">
                  <a16:creationId xmlns:a16="http://schemas.microsoft.com/office/drawing/2014/main" id="{7E9B8FDC-5C3F-4FDF-9D55-F6F97B323471}"/>
                </a:ext>
              </a:extLst>
            </p:cNvPr>
            <p:cNvSpPr/>
            <p:nvPr/>
          </p:nvSpPr>
          <p:spPr>
            <a:xfrm>
              <a:off x="6024064" y="7960759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175" name="Hexagon 4174">
              <a:extLst>
                <a:ext uri="{FF2B5EF4-FFF2-40B4-BE49-F238E27FC236}">
                  <a16:creationId xmlns:a16="http://schemas.microsoft.com/office/drawing/2014/main" id="{60908EEF-88BA-4467-8853-71306BF0C5BE}"/>
                </a:ext>
              </a:extLst>
            </p:cNvPr>
            <p:cNvSpPr/>
            <p:nvPr/>
          </p:nvSpPr>
          <p:spPr>
            <a:xfrm>
              <a:off x="6030254" y="7416405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176" name="Hexagon 4175">
              <a:extLst>
                <a:ext uri="{FF2B5EF4-FFF2-40B4-BE49-F238E27FC236}">
                  <a16:creationId xmlns:a16="http://schemas.microsoft.com/office/drawing/2014/main" id="{1F99D5B1-D7B8-423E-A67B-EA244B15D176}"/>
                </a:ext>
              </a:extLst>
            </p:cNvPr>
            <p:cNvSpPr/>
            <p:nvPr/>
          </p:nvSpPr>
          <p:spPr>
            <a:xfrm>
              <a:off x="6028349" y="7601031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177" name="Hexagon 4176">
              <a:extLst>
                <a:ext uri="{FF2B5EF4-FFF2-40B4-BE49-F238E27FC236}">
                  <a16:creationId xmlns:a16="http://schemas.microsoft.com/office/drawing/2014/main" id="{D9521B44-0B46-4D1E-AA5D-F12D2B593F74}"/>
                </a:ext>
              </a:extLst>
            </p:cNvPr>
            <p:cNvSpPr/>
            <p:nvPr/>
          </p:nvSpPr>
          <p:spPr>
            <a:xfrm>
              <a:off x="6025651" y="7232492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178" name="Hexagon 4177">
              <a:extLst>
                <a:ext uri="{FF2B5EF4-FFF2-40B4-BE49-F238E27FC236}">
                  <a16:creationId xmlns:a16="http://schemas.microsoft.com/office/drawing/2014/main" id="{7FEB8946-78A7-4A11-9009-0AF40323545B}"/>
                </a:ext>
              </a:extLst>
            </p:cNvPr>
            <p:cNvSpPr/>
            <p:nvPr/>
          </p:nvSpPr>
          <p:spPr>
            <a:xfrm>
              <a:off x="6261869" y="7319381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179" name="Hexagon 4178">
              <a:extLst>
                <a:ext uri="{FF2B5EF4-FFF2-40B4-BE49-F238E27FC236}">
                  <a16:creationId xmlns:a16="http://schemas.microsoft.com/office/drawing/2014/main" id="{E20E32AC-5EFA-4BC8-95E8-DC2E4B5B23EA}"/>
                </a:ext>
              </a:extLst>
            </p:cNvPr>
            <p:cNvSpPr/>
            <p:nvPr/>
          </p:nvSpPr>
          <p:spPr>
            <a:xfrm>
              <a:off x="6257266" y="7135468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180" name="Hexagon 4179">
              <a:extLst>
                <a:ext uri="{FF2B5EF4-FFF2-40B4-BE49-F238E27FC236}">
                  <a16:creationId xmlns:a16="http://schemas.microsoft.com/office/drawing/2014/main" id="{75BECEAA-17C1-4DB7-AE9F-D9F8290A064A}"/>
                </a:ext>
              </a:extLst>
            </p:cNvPr>
            <p:cNvSpPr/>
            <p:nvPr/>
          </p:nvSpPr>
          <p:spPr>
            <a:xfrm>
              <a:off x="6252486" y="7874110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181" name="Hexagon 4180">
              <a:extLst>
                <a:ext uri="{FF2B5EF4-FFF2-40B4-BE49-F238E27FC236}">
                  <a16:creationId xmlns:a16="http://schemas.microsoft.com/office/drawing/2014/main" id="{DD487724-DCE3-43B6-84AA-A513C1986005}"/>
                </a:ext>
              </a:extLst>
            </p:cNvPr>
            <p:cNvSpPr/>
            <p:nvPr/>
          </p:nvSpPr>
          <p:spPr>
            <a:xfrm>
              <a:off x="6254391" y="8056831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182" name="Hexagon 4181">
              <a:extLst>
                <a:ext uri="{FF2B5EF4-FFF2-40B4-BE49-F238E27FC236}">
                  <a16:creationId xmlns:a16="http://schemas.microsoft.com/office/drawing/2014/main" id="{4BA31097-F2C4-4F44-835A-4D0168371E57}"/>
                </a:ext>
              </a:extLst>
            </p:cNvPr>
            <p:cNvSpPr/>
            <p:nvPr/>
          </p:nvSpPr>
          <p:spPr>
            <a:xfrm>
              <a:off x="6485846" y="7967044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183" name="Hexagon 4182">
              <a:extLst>
                <a:ext uri="{FF2B5EF4-FFF2-40B4-BE49-F238E27FC236}">
                  <a16:creationId xmlns:a16="http://schemas.microsoft.com/office/drawing/2014/main" id="{F1842BA3-C7C8-4571-82B5-5F9D0A8060EC}"/>
                </a:ext>
              </a:extLst>
            </p:cNvPr>
            <p:cNvSpPr/>
            <p:nvPr/>
          </p:nvSpPr>
          <p:spPr>
            <a:xfrm>
              <a:off x="6487751" y="8151670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184" name="Hexagon 4183">
              <a:extLst>
                <a:ext uri="{FF2B5EF4-FFF2-40B4-BE49-F238E27FC236}">
                  <a16:creationId xmlns:a16="http://schemas.microsoft.com/office/drawing/2014/main" id="{52EE63AB-A6BF-462D-B1F7-F9719F38DF81}"/>
                </a:ext>
              </a:extLst>
            </p:cNvPr>
            <p:cNvSpPr/>
            <p:nvPr/>
          </p:nvSpPr>
          <p:spPr>
            <a:xfrm>
              <a:off x="6723514" y="8051751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185" name="Hexagon 4184">
              <a:extLst>
                <a:ext uri="{FF2B5EF4-FFF2-40B4-BE49-F238E27FC236}">
                  <a16:creationId xmlns:a16="http://schemas.microsoft.com/office/drawing/2014/main" id="{B065469E-F7B7-40E5-BE1A-1D67F3D2F9DD}"/>
                </a:ext>
              </a:extLst>
            </p:cNvPr>
            <p:cNvSpPr/>
            <p:nvPr/>
          </p:nvSpPr>
          <p:spPr>
            <a:xfrm>
              <a:off x="6725419" y="823637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186" name="Hexagon 4185">
              <a:extLst>
                <a:ext uri="{FF2B5EF4-FFF2-40B4-BE49-F238E27FC236}">
                  <a16:creationId xmlns:a16="http://schemas.microsoft.com/office/drawing/2014/main" id="{0A39461F-0B98-4601-9F3D-F995B5C0CADE}"/>
                </a:ext>
              </a:extLst>
            </p:cNvPr>
            <p:cNvSpPr/>
            <p:nvPr/>
          </p:nvSpPr>
          <p:spPr>
            <a:xfrm>
              <a:off x="6959277" y="7962454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187" name="Hexagon 4186">
              <a:extLst>
                <a:ext uri="{FF2B5EF4-FFF2-40B4-BE49-F238E27FC236}">
                  <a16:creationId xmlns:a16="http://schemas.microsoft.com/office/drawing/2014/main" id="{FF90D967-7B30-4A39-8B38-C040B51E89D3}"/>
                </a:ext>
              </a:extLst>
            </p:cNvPr>
            <p:cNvSpPr/>
            <p:nvPr/>
          </p:nvSpPr>
          <p:spPr>
            <a:xfrm>
              <a:off x="6961182" y="8147080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188" name="Hexagon 4187">
              <a:extLst>
                <a:ext uri="{FF2B5EF4-FFF2-40B4-BE49-F238E27FC236}">
                  <a16:creationId xmlns:a16="http://schemas.microsoft.com/office/drawing/2014/main" id="{EA1FBCF9-0C2C-4DD9-A688-C0479AB6E2D3}"/>
                </a:ext>
              </a:extLst>
            </p:cNvPr>
            <p:cNvSpPr/>
            <p:nvPr/>
          </p:nvSpPr>
          <p:spPr>
            <a:xfrm>
              <a:off x="6959277" y="7597539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189" name="Hexagon 4188">
              <a:extLst>
                <a:ext uri="{FF2B5EF4-FFF2-40B4-BE49-F238E27FC236}">
                  <a16:creationId xmlns:a16="http://schemas.microsoft.com/office/drawing/2014/main" id="{321BE3A3-A674-49B1-8AF0-B208A45971FC}"/>
                </a:ext>
              </a:extLst>
            </p:cNvPr>
            <p:cNvSpPr/>
            <p:nvPr/>
          </p:nvSpPr>
          <p:spPr>
            <a:xfrm>
              <a:off x="6961182" y="7782165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190" name="Hexagon 4189">
              <a:extLst>
                <a:ext uri="{FF2B5EF4-FFF2-40B4-BE49-F238E27FC236}">
                  <a16:creationId xmlns:a16="http://schemas.microsoft.com/office/drawing/2014/main" id="{CD2B6FE8-FCF3-40FC-AD93-8AB4B857E9D6}"/>
                </a:ext>
              </a:extLst>
            </p:cNvPr>
            <p:cNvSpPr/>
            <p:nvPr/>
          </p:nvSpPr>
          <p:spPr>
            <a:xfrm>
              <a:off x="6723514" y="7499315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191" name="Hexagon 4190">
              <a:extLst>
                <a:ext uri="{FF2B5EF4-FFF2-40B4-BE49-F238E27FC236}">
                  <a16:creationId xmlns:a16="http://schemas.microsoft.com/office/drawing/2014/main" id="{008D693B-7D58-45C2-B76C-600435E30C9C}"/>
                </a:ext>
              </a:extLst>
            </p:cNvPr>
            <p:cNvSpPr/>
            <p:nvPr/>
          </p:nvSpPr>
          <p:spPr>
            <a:xfrm>
              <a:off x="6725419" y="7683941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192" name="Hexagon 4191">
              <a:extLst>
                <a:ext uri="{FF2B5EF4-FFF2-40B4-BE49-F238E27FC236}">
                  <a16:creationId xmlns:a16="http://schemas.microsoft.com/office/drawing/2014/main" id="{938951A5-1343-41E8-8D71-E6F7CBD99AD8}"/>
                </a:ext>
              </a:extLst>
            </p:cNvPr>
            <p:cNvSpPr/>
            <p:nvPr/>
          </p:nvSpPr>
          <p:spPr>
            <a:xfrm>
              <a:off x="6489358" y="7216212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193" name="Hexagon 4192">
              <a:extLst>
                <a:ext uri="{FF2B5EF4-FFF2-40B4-BE49-F238E27FC236}">
                  <a16:creationId xmlns:a16="http://schemas.microsoft.com/office/drawing/2014/main" id="{59E262A7-771E-4A28-8510-5082C1EFD69B}"/>
                </a:ext>
              </a:extLst>
            </p:cNvPr>
            <p:cNvSpPr/>
            <p:nvPr/>
          </p:nvSpPr>
          <p:spPr>
            <a:xfrm>
              <a:off x="6491263" y="7400838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194" name="Hexagon 4193">
              <a:extLst>
                <a:ext uri="{FF2B5EF4-FFF2-40B4-BE49-F238E27FC236}">
                  <a16:creationId xmlns:a16="http://schemas.microsoft.com/office/drawing/2014/main" id="{13976BA0-C02B-459A-B037-7508D5962B55}"/>
                </a:ext>
              </a:extLst>
            </p:cNvPr>
            <p:cNvSpPr/>
            <p:nvPr/>
          </p:nvSpPr>
          <p:spPr>
            <a:xfrm>
              <a:off x="6725419" y="7312994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195" name="Hexagon 4194">
              <a:extLst>
                <a:ext uri="{FF2B5EF4-FFF2-40B4-BE49-F238E27FC236}">
                  <a16:creationId xmlns:a16="http://schemas.microsoft.com/office/drawing/2014/main" id="{67FBA579-6A73-410A-AB58-082944881ACA}"/>
                </a:ext>
              </a:extLst>
            </p:cNvPr>
            <p:cNvSpPr/>
            <p:nvPr/>
          </p:nvSpPr>
          <p:spPr>
            <a:xfrm>
              <a:off x="6956875" y="7410018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197" name="Hexagon 4196">
              <a:extLst>
                <a:ext uri="{FF2B5EF4-FFF2-40B4-BE49-F238E27FC236}">
                  <a16:creationId xmlns:a16="http://schemas.microsoft.com/office/drawing/2014/main" id="{43A48F4C-992B-4759-B84C-64FDBED278C4}"/>
                </a:ext>
              </a:extLst>
            </p:cNvPr>
            <p:cNvSpPr/>
            <p:nvPr/>
          </p:nvSpPr>
          <p:spPr>
            <a:xfrm>
              <a:off x="6481858" y="8511825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198" name="Hexagon 4197">
              <a:extLst>
                <a:ext uri="{FF2B5EF4-FFF2-40B4-BE49-F238E27FC236}">
                  <a16:creationId xmlns:a16="http://schemas.microsoft.com/office/drawing/2014/main" id="{56A8FFB6-7CB9-4BDE-B1A4-13986868DE92}"/>
                </a:ext>
              </a:extLst>
            </p:cNvPr>
            <p:cNvSpPr/>
            <p:nvPr/>
          </p:nvSpPr>
          <p:spPr>
            <a:xfrm>
              <a:off x="6715716" y="8596532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199" name="Hexagon 4198">
              <a:extLst>
                <a:ext uri="{FF2B5EF4-FFF2-40B4-BE49-F238E27FC236}">
                  <a16:creationId xmlns:a16="http://schemas.microsoft.com/office/drawing/2014/main" id="{05A96DC9-C066-452A-B5C9-C4A452F7F4F4}"/>
                </a:ext>
              </a:extLst>
            </p:cNvPr>
            <p:cNvSpPr/>
            <p:nvPr/>
          </p:nvSpPr>
          <p:spPr>
            <a:xfrm>
              <a:off x="6951479" y="8507235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200" name="Hexagon 4199">
              <a:extLst>
                <a:ext uri="{FF2B5EF4-FFF2-40B4-BE49-F238E27FC236}">
                  <a16:creationId xmlns:a16="http://schemas.microsoft.com/office/drawing/2014/main" id="{EFFE498D-FF68-4708-A722-94BA42AF35F0}"/>
                </a:ext>
              </a:extLst>
            </p:cNvPr>
            <p:cNvSpPr/>
            <p:nvPr/>
          </p:nvSpPr>
          <p:spPr>
            <a:xfrm>
              <a:off x="7182418" y="8421481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201" name="Hexagon 4200">
              <a:extLst>
                <a:ext uri="{FF2B5EF4-FFF2-40B4-BE49-F238E27FC236}">
                  <a16:creationId xmlns:a16="http://schemas.microsoft.com/office/drawing/2014/main" id="{A168E9D4-AB73-46E7-B36E-A47665F935A0}"/>
                </a:ext>
              </a:extLst>
            </p:cNvPr>
            <p:cNvSpPr/>
            <p:nvPr/>
          </p:nvSpPr>
          <p:spPr>
            <a:xfrm>
              <a:off x="7184323" y="860610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202" name="Hexagon 4201">
              <a:extLst>
                <a:ext uri="{FF2B5EF4-FFF2-40B4-BE49-F238E27FC236}">
                  <a16:creationId xmlns:a16="http://schemas.microsoft.com/office/drawing/2014/main" id="{73C1044F-E0D1-4033-8656-344C27AECED1}"/>
                </a:ext>
              </a:extLst>
            </p:cNvPr>
            <p:cNvSpPr/>
            <p:nvPr/>
          </p:nvSpPr>
          <p:spPr>
            <a:xfrm>
              <a:off x="7182418" y="8056566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203" name="Hexagon 4202">
              <a:extLst>
                <a:ext uri="{FF2B5EF4-FFF2-40B4-BE49-F238E27FC236}">
                  <a16:creationId xmlns:a16="http://schemas.microsoft.com/office/drawing/2014/main" id="{FDBF32BA-CBB2-44DE-B740-067EAC1FCDAC}"/>
                </a:ext>
              </a:extLst>
            </p:cNvPr>
            <p:cNvSpPr/>
            <p:nvPr/>
          </p:nvSpPr>
          <p:spPr>
            <a:xfrm>
              <a:off x="7184323" y="8241192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204" name="Hexagon 4203">
              <a:extLst>
                <a:ext uri="{FF2B5EF4-FFF2-40B4-BE49-F238E27FC236}">
                  <a16:creationId xmlns:a16="http://schemas.microsoft.com/office/drawing/2014/main" id="{29BA7F80-1513-4C69-8198-5FAF5BE20F1B}"/>
                </a:ext>
              </a:extLst>
            </p:cNvPr>
            <p:cNvSpPr/>
            <p:nvPr/>
          </p:nvSpPr>
          <p:spPr>
            <a:xfrm>
              <a:off x="7193135" y="7688812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420" name="Hexagon 4419">
              <a:extLst>
                <a:ext uri="{FF2B5EF4-FFF2-40B4-BE49-F238E27FC236}">
                  <a16:creationId xmlns:a16="http://schemas.microsoft.com/office/drawing/2014/main" id="{3088C426-D0B2-41D4-BF14-9B8C9F4195EE}"/>
                </a:ext>
              </a:extLst>
            </p:cNvPr>
            <p:cNvSpPr/>
            <p:nvPr/>
          </p:nvSpPr>
          <p:spPr>
            <a:xfrm>
              <a:off x="3928098" y="7335680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421" name="Hexagon 4420">
              <a:extLst>
                <a:ext uri="{FF2B5EF4-FFF2-40B4-BE49-F238E27FC236}">
                  <a16:creationId xmlns:a16="http://schemas.microsoft.com/office/drawing/2014/main" id="{AB4A7FE7-ADBA-4C43-8629-2A4D73587C19}"/>
                </a:ext>
              </a:extLst>
            </p:cNvPr>
            <p:cNvSpPr/>
            <p:nvPr/>
          </p:nvSpPr>
          <p:spPr>
            <a:xfrm>
              <a:off x="4163842" y="7244002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422" name="Hexagon 4421">
              <a:extLst>
                <a:ext uri="{FF2B5EF4-FFF2-40B4-BE49-F238E27FC236}">
                  <a16:creationId xmlns:a16="http://schemas.microsoft.com/office/drawing/2014/main" id="{FA035659-6426-4996-A29D-D554144035CD}"/>
                </a:ext>
              </a:extLst>
            </p:cNvPr>
            <p:cNvSpPr/>
            <p:nvPr/>
          </p:nvSpPr>
          <p:spPr>
            <a:xfrm>
              <a:off x="4150983" y="7425215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423" name="Hexagon 4422">
              <a:extLst>
                <a:ext uri="{FF2B5EF4-FFF2-40B4-BE49-F238E27FC236}">
                  <a16:creationId xmlns:a16="http://schemas.microsoft.com/office/drawing/2014/main" id="{6F0034FE-4ADF-42A4-9085-3365E141AD53}"/>
                </a:ext>
              </a:extLst>
            </p:cNvPr>
            <p:cNvSpPr/>
            <p:nvPr/>
          </p:nvSpPr>
          <p:spPr>
            <a:xfrm>
              <a:off x="4386727" y="733353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424" name="Hexagon 4423">
              <a:extLst>
                <a:ext uri="{FF2B5EF4-FFF2-40B4-BE49-F238E27FC236}">
                  <a16:creationId xmlns:a16="http://schemas.microsoft.com/office/drawing/2014/main" id="{F7C2533F-BAA4-4ED8-BAE2-CB2A17102F46}"/>
                </a:ext>
              </a:extLst>
            </p:cNvPr>
            <p:cNvSpPr/>
            <p:nvPr/>
          </p:nvSpPr>
          <p:spPr>
            <a:xfrm>
              <a:off x="4152888" y="7611905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425" name="Hexagon 4424">
              <a:extLst>
                <a:ext uri="{FF2B5EF4-FFF2-40B4-BE49-F238E27FC236}">
                  <a16:creationId xmlns:a16="http://schemas.microsoft.com/office/drawing/2014/main" id="{429F9396-84FB-46EC-934E-454AE39D1C58}"/>
                </a:ext>
              </a:extLst>
            </p:cNvPr>
            <p:cNvSpPr/>
            <p:nvPr/>
          </p:nvSpPr>
          <p:spPr>
            <a:xfrm>
              <a:off x="4388632" y="752022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426" name="Hexagon 4425">
              <a:extLst>
                <a:ext uri="{FF2B5EF4-FFF2-40B4-BE49-F238E27FC236}">
                  <a16:creationId xmlns:a16="http://schemas.microsoft.com/office/drawing/2014/main" id="{CA122C98-A3C8-44F2-9B7C-FAB482194A52}"/>
                </a:ext>
              </a:extLst>
            </p:cNvPr>
            <p:cNvSpPr/>
            <p:nvPr/>
          </p:nvSpPr>
          <p:spPr>
            <a:xfrm>
              <a:off x="4156698" y="7798595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427" name="Hexagon 4426">
              <a:extLst>
                <a:ext uri="{FF2B5EF4-FFF2-40B4-BE49-F238E27FC236}">
                  <a16:creationId xmlns:a16="http://schemas.microsoft.com/office/drawing/2014/main" id="{9BFF9E1B-360A-41D6-9AC3-87864BDE0A68}"/>
                </a:ext>
              </a:extLst>
            </p:cNvPr>
            <p:cNvSpPr/>
            <p:nvPr/>
          </p:nvSpPr>
          <p:spPr>
            <a:xfrm>
              <a:off x="4392442" y="770691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428" name="Hexagon 4427">
              <a:extLst>
                <a:ext uri="{FF2B5EF4-FFF2-40B4-BE49-F238E27FC236}">
                  <a16:creationId xmlns:a16="http://schemas.microsoft.com/office/drawing/2014/main" id="{32A8DE43-057C-4959-9D01-0214FC582CD4}"/>
                </a:ext>
              </a:extLst>
            </p:cNvPr>
            <p:cNvSpPr/>
            <p:nvPr/>
          </p:nvSpPr>
          <p:spPr>
            <a:xfrm>
              <a:off x="4854559" y="7696678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429" name="Hexagon 4428">
              <a:extLst>
                <a:ext uri="{FF2B5EF4-FFF2-40B4-BE49-F238E27FC236}">
                  <a16:creationId xmlns:a16="http://schemas.microsoft.com/office/drawing/2014/main" id="{DD473309-577A-4071-BBAF-112DBDB02E8A}"/>
                </a:ext>
              </a:extLst>
            </p:cNvPr>
            <p:cNvSpPr/>
            <p:nvPr/>
          </p:nvSpPr>
          <p:spPr>
            <a:xfrm>
              <a:off x="4854559" y="7880034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430" name="Hexagon 4429">
              <a:extLst>
                <a:ext uri="{FF2B5EF4-FFF2-40B4-BE49-F238E27FC236}">
                  <a16:creationId xmlns:a16="http://schemas.microsoft.com/office/drawing/2014/main" id="{84E8F62E-4588-4281-8F59-066F5A5CB992}"/>
                </a:ext>
              </a:extLst>
            </p:cNvPr>
            <p:cNvSpPr/>
            <p:nvPr/>
          </p:nvSpPr>
          <p:spPr>
            <a:xfrm>
              <a:off x="3918573" y="7514750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431" name="Hexagon 4430">
              <a:extLst>
                <a:ext uri="{FF2B5EF4-FFF2-40B4-BE49-F238E27FC236}">
                  <a16:creationId xmlns:a16="http://schemas.microsoft.com/office/drawing/2014/main" id="{0FF63204-D373-45FA-8C89-B08A5A5B0F80}"/>
                </a:ext>
              </a:extLst>
            </p:cNvPr>
            <p:cNvSpPr/>
            <p:nvPr/>
          </p:nvSpPr>
          <p:spPr>
            <a:xfrm>
              <a:off x="3920478" y="7701440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432" name="Hexagon 4431">
              <a:extLst>
                <a:ext uri="{FF2B5EF4-FFF2-40B4-BE49-F238E27FC236}">
                  <a16:creationId xmlns:a16="http://schemas.microsoft.com/office/drawing/2014/main" id="{126A7F4F-5F4F-40E3-9017-C7F3D9CC3B82}"/>
                </a:ext>
              </a:extLst>
            </p:cNvPr>
            <p:cNvSpPr/>
            <p:nvPr/>
          </p:nvSpPr>
          <p:spPr>
            <a:xfrm>
              <a:off x="3924288" y="7888130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433" name="Hexagon 4432">
              <a:extLst>
                <a:ext uri="{FF2B5EF4-FFF2-40B4-BE49-F238E27FC236}">
                  <a16:creationId xmlns:a16="http://schemas.microsoft.com/office/drawing/2014/main" id="{C70F1E36-98C8-42B3-BCA2-4AFF7974AF45}"/>
                </a:ext>
              </a:extLst>
            </p:cNvPr>
            <p:cNvSpPr/>
            <p:nvPr/>
          </p:nvSpPr>
          <p:spPr>
            <a:xfrm>
              <a:off x="3689973" y="7425215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434" name="Hexagon 4433">
              <a:extLst>
                <a:ext uri="{FF2B5EF4-FFF2-40B4-BE49-F238E27FC236}">
                  <a16:creationId xmlns:a16="http://schemas.microsoft.com/office/drawing/2014/main" id="{9C35BA25-EA36-4445-8317-F3F274C6B417}"/>
                </a:ext>
              </a:extLst>
            </p:cNvPr>
            <p:cNvSpPr/>
            <p:nvPr/>
          </p:nvSpPr>
          <p:spPr>
            <a:xfrm>
              <a:off x="3691878" y="7611905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435" name="Hexagon 4434">
              <a:extLst>
                <a:ext uri="{FF2B5EF4-FFF2-40B4-BE49-F238E27FC236}">
                  <a16:creationId xmlns:a16="http://schemas.microsoft.com/office/drawing/2014/main" id="{CAE1900B-57B3-422F-97E3-ADCE794F7B8E}"/>
                </a:ext>
              </a:extLst>
            </p:cNvPr>
            <p:cNvSpPr/>
            <p:nvPr/>
          </p:nvSpPr>
          <p:spPr>
            <a:xfrm>
              <a:off x="3689973" y="7794785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436" name="Hexagon 4435">
              <a:extLst>
                <a:ext uri="{FF2B5EF4-FFF2-40B4-BE49-F238E27FC236}">
                  <a16:creationId xmlns:a16="http://schemas.microsoft.com/office/drawing/2014/main" id="{A76C69D8-0CF3-4CFD-9C5B-242CEE634687}"/>
                </a:ext>
              </a:extLst>
            </p:cNvPr>
            <p:cNvSpPr/>
            <p:nvPr/>
          </p:nvSpPr>
          <p:spPr>
            <a:xfrm>
              <a:off x="5090619" y="8509295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437" name="Hexagon 4436">
              <a:extLst>
                <a:ext uri="{FF2B5EF4-FFF2-40B4-BE49-F238E27FC236}">
                  <a16:creationId xmlns:a16="http://schemas.microsoft.com/office/drawing/2014/main" id="{3D908D15-75F8-4225-A40E-2867E874CE95}"/>
                </a:ext>
              </a:extLst>
            </p:cNvPr>
            <p:cNvSpPr/>
            <p:nvPr/>
          </p:nvSpPr>
          <p:spPr>
            <a:xfrm>
              <a:off x="4852494" y="8238785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438" name="Hexagon 4437">
              <a:extLst>
                <a:ext uri="{FF2B5EF4-FFF2-40B4-BE49-F238E27FC236}">
                  <a16:creationId xmlns:a16="http://schemas.microsoft.com/office/drawing/2014/main" id="{60EFDF41-22B5-4FF7-AD25-7BF69FC99D49}"/>
                </a:ext>
              </a:extLst>
            </p:cNvPr>
            <p:cNvSpPr/>
            <p:nvPr/>
          </p:nvSpPr>
          <p:spPr>
            <a:xfrm>
              <a:off x="4856304" y="8421665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439" name="Hexagon 4438">
              <a:extLst>
                <a:ext uri="{FF2B5EF4-FFF2-40B4-BE49-F238E27FC236}">
                  <a16:creationId xmlns:a16="http://schemas.microsoft.com/office/drawing/2014/main" id="{0560B680-39A5-462F-A2F5-C49092175980}"/>
                </a:ext>
              </a:extLst>
            </p:cNvPr>
            <p:cNvSpPr/>
            <p:nvPr/>
          </p:nvSpPr>
          <p:spPr>
            <a:xfrm>
              <a:off x="4618179" y="8151155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440" name="Hexagon 4439">
              <a:extLst>
                <a:ext uri="{FF2B5EF4-FFF2-40B4-BE49-F238E27FC236}">
                  <a16:creationId xmlns:a16="http://schemas.microsoft.com/office/drawing/2014/main" id="{BA23DBBA-38E9-47D8-A20F-1B84DE8ACF25}"/>
                </a:ext>
              </a:extLst>
            </p:cNvPr>
            <p:cNvSpPr/>
            <p:nvPr/>
          </p:nvSpPr>
          <p:spPr>
            <a:xfrm>
              <a:off x="4621989" y="8334035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441" name="Hexagon 4440">
              <a:extLst>
                <a:ext uri="{FF2B5EF4-FFF2-40B4-BE49-F238E27FC236}">
                  <a16:creationId xmlns:a16="http://schemas.microsoft.com/office/drawing/2014/main" id="{87C5B7B0-C88B-4EDD-AF75-CA2D8D3FBBFB}"/>
                </a:ext>
              </a:extLst>
            </p:cNvPr>
            <p:cNvSpPr/>
            <p:nvPr/>
          </p:nvSpPr>
          <p:spPr>
            <a:xfrm>
              <a:off x="4383864" y="8057810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442" name="Hexagon 4441">
              <a:extLst>
                <a:ext uri="{FF2B5EF4-FFF2-40B4-BE49-F238E27FC236}">
                  <a16:creationId xmlns:a16="http://schemas.microsoft.com/office/drawing/2014/main" id="{87BCA4E9-FB31-4BC7-8A22-14C387674CFD}"/>
                </a:ext>
              </a:extLst>
            </p:cNvPr>
            <p:cNvSpPr/>
            <p:nvPr/>
          </p:nvSpPr>
          <p:spPr>
            <a:xfrm>
              <a:off x="4387674" y="8240690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443" name="Hexagon 4442">
              <a:extLst>
                <a:ext uri="{FF2B5EF4-FFF2-40B4-BE49-F238E27FC236}">
                  <a16:creationId xmlns:a16="http://schemas.microsoft.com/office/drawing/2014/main" id="{60975FD3-15F1-485E-AA3A-8CCB7FAFC965}"/>
                </a:ext>
              </a:extLst>
            </p:cNvPr>
            <p:cNvSpPr/>
            <p:nvPr/>
          </p:nvSpPr>
          <p:spPr>
            <a:xfrm>
              <a:off x="4159074" y="7972085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444" name="Hexagon 4443">
              <a:extLst>
                <a:ext uri="{FF2B5EF4-FFF2-40B4-BE49-F238E27FC236}">
                  <a16:creationId xmlns:a16="http://schemas.microsoft.com/office/drawing/2014/main" id="{422146F5-C0D2-41C7-AAB4-0085FD085616}"/>
                </a:ext>
              </a:extLst>
            </p:cNvPr>
            <p:cNvSpPr/>
            <p:nvPr/>
          </p:nvSpPr>
          <p:spPr>
            <a:xfrm>
              <a:off x="4162884" y="8154965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445" name="Hexagon 4444">
              <a:extLst>
                <a:ext uri="{FF2B5EF4-FFF2-40B4-BE49-F238E27FC236}">
                  <a16:creationId xmlns:a16="http://schemas.microsoft.com/office/drawing/2014/main" id="{E94274FF-D11C-4F72-BEB1-B5278C1BC9F2}"/>
                </a:ext>
              </a:extLst>
            </p:cNvPr>
            <p:cNvSpPr/>
            <p:nvPr/>
          </p:nvSpPr>
          <p:spPr>
            <a:xfrm>
              <a:off x="4620084" y="8516915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446" name="Hexagon 4445">
              <a:extLst>
                <a:ext uri="{FF2B5EF4-FFF2-40B4-BE49-F238E27FC236}">
                  <a16:creationId xmlns:a16="http://schemas.microsoft.com/office/drawing/2014/main" id="{EDC02F05-D569-4A8D-9EFC-FCE5EE72193B}"/>
                </a:ext>
              </a:extLst>
            </p:cNvPr>
            <p:cNvSpPr/>
            <p:nvPr/>
          </p:nvSpPr>
          <p:spPr>
            <a:xfrm>
              <a:off x="4623894" y="8699795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447" name="Hexagon 4446">
              <a:extLst>
                <a:ext uri="{FF2B5EF4-FFF2-40B4-BE49-F238E27FC236}">
                  <a16:creationId xmlns:a16="http://schemas.microsoft.com/office/drawing/2014/main" id="{BD88D383-04AA-43BE-BCC5-ECA9B6237CA3}"/>
                </a:ext>
              </a:extLst>
            </p:cNvPr>
            <p:cNvSpPr/>
            <p:nvPr/>
          </p:nvSpPr>
          <p:spPr>
            <a:xfrm>
              <a:off x="4858209" y="8785520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448" name="Hexagon 4447">
              <a:extLst>
                <a:ext uri="{FF2B5EF4-FFF2-40B4-BE49-F238E27FC236}">
                  <a16:creationId xmlns:a16="http://schemas.microsoft.com/office/drawing/2014/main" id="{A4257F3F-949A-47A8-A648-27EF7DC3CC70}"/>
                </a:ext>
              </a:extLst>
            </p:cNvPr>
            <p:cNvSpPr/>
            <p:nvPr/>
          </p:nvSpPr>
          <p:spPr>
            <a:xfrm>
              <a:off x="4862019" y="8968400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449" name="Hexagon 4448">
              <a:extLst>
                <a:ext uri="{FF2B5EF4-FFF2-40B4-BE49-F238E27FC236}">
                  <a16:creationId xmlns:a16="http://schemas.microsoft.com/office/drawing/2014/main" id="{A897389F-2475-42D6-A02C-182C6EBEF1C4}"/>
                </a:ext>
              </a:extLst>
            </p:cNvPr>
            <p:cNvSpPr/>
            <p:nvPr/>
          </p:nvSpPr>
          <p:spPr>
            <a:xfrm>
              <a:off x="4623894" y="8884580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450" name="Hexagon 4449">
              <a:extLst>
                <a:ext uri="{FF2B5EF4-FFF2-40B4-BE49-F238E27FC236}">
                  <a16:creationId xmlns:a16="http://schemas.microsoft.com/office/drawing/2014/main" id="{92518DCF-DF49-4C5D-9A07-234AB551E3B8}"/>
                </a:ext>
              </a:extLst>
            </p:cNvPr>
            <p:cNvSpPr/>
            <p:nvPr/>
          </p:nvSpPr>
          <p:spPr>
            <a:xfrm>
              <a:off x="4627704" y="9067460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451" name="Hexagon 4450">
              <a:extLst>
                <a:ext uri="{FF2B5EF4-FFF2-40B4-BE49-F238E27FC236}">
                  <a16:creationId xmlns:a16="http://schemas.microsoft.com/office/drawing/2014/main" id="{A10CCC25-BE9A-478E-B1E2-449FF056BA43}"/>
                </a:ext>
              </a:extLst>
            </p:cNvPr>
            <p:cNvSpPr/>
            <p:nvPr/>
          </p:nvSpPr>
          <p:spPr>
            <a:xfrm>
              <a:off x="4391484" y="8979830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452" name="Hexagon 4451">
              <a:extLst>
                <a:ext uri="{FF2B5EF4-FFF2-40B4-BE49-F238E27FC236}">
                  <a16:creationId xmlns:a16="http://schemas.microsoft.com/office/drawing/2014/main" id="{250430B6-3A1F-47D7-A66B-65C62C06892B}"/>
                </a:ext>
              </a:extLst>
            </p:cNvPr>
            <p:cNvSpPr/>
            <p:nvPr/>
          </p:nvSpPr>
          <p:spPr>
            <a:xfrm>
              <a:off x="4395294" y="9162710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453" name="Hexagon 4452">
              <a:extLst>
                <a:ext uri="{FF2B5EF4-FFF2-40B4-BE49-F238E27FC236}">
                  <a16:creationId xmlns:a16="http://schemas.microsoft.com/office/drawing/2014/main" id="{B97E3CC5-EC39-4FC5-8A5A-9CD3E0A9DE2B}"/>
                </a:ext>
              </a:extLst>
            </p:cNvPr>
            <p:cNvSpPr/>
            <p:nvPr/>
          </p:nvSpPr>
          <p:spPr>
            <a:xfrm>
              <a:off x="4387674" y="8610260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454" name="Hexagon 4453">
              <a:extLst>
                <a:ext uri="{FF2B5EF4-FFF2-40B4-BE49-F238E27FC236}">
                  <a16:creationId xmlns:a16="http://schemas.microsoft.com/office/drawing/2014/main" id="{2F6DB2EC-61A7-4161-AB82-B9387B089C53}"/>
                </a:ext>
              </a:extLst>
            </p:cNvPr>
            <p:cNvSpPr/>
            <p:nvPr/>
          </p:nvSpPr>
          <p:spPr>
            <a:xfrm>
              <a:off x="4389579" y="8793140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455" name="Hexagon 4454">
              <a:extLst>
                <a:ext uri="{FF2B5EF4-FFF2-40B4-BE49-F238E27FC236}">
                  <a16:creationId xmlns:a16="http://schemas.microsoft.com/office/drawing/2014/main" id="{609853DB-EEFA-492D-9778-03A51E02236B}"/>
                </a:ext>
              </a:extLst>
            </p:cNvPr>
            <p:cNvSpPr/>
            <p:nvPr/>
          </p:nvSpPr>
          <p:spPr>
            <a:xfrm>
              <a:off x="4153359" y="8886485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456" name="Hexagon 4455">
              <a:extLst>
                <a:ext uri="{FF2B5EF4-FFF2-40B4-BE49-F238E27FC236}">
                  <a16:creationId xmlns:a16="http://schemas.microsoft.com/office/drawing/2014/main" id="{AE8BD031-CB28-4E1F-B493-3DC7E9FBCB20}"/>
                </a:ext>
              </a:extLst>
            </p:cNvPr>
            <p:cNvSpPr/>
            <p:nvPr/>
          </p:nvSpPr>
          <p:spPr>
            <a:xfrm>
              <a:off x="4155264" y="9073175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457" name="Hexagon 4456">
              <a:extLst>
                <a:ext uri="{FF2B5EF4-FFF2-40B4-BE49-F238E27FC236}">
                  <a16:creationId xmlns:a16="http://schemas.microsoft.com/office/drawing/2014/main" id="{828A8899-B2E5-4AB3-BB40-DFDB72256CDF}"/>
                </a:ext>
              </a:extLst>
            </p:cNvPr>
            <p:cNvSpPr/>
            <p:nvPr/>
          </p:nvSpPr>
          <p:spPr>
            <a:xfrm>
              <a:off x="4385769" y="8421665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458" name="Hexagon 4457">
              <a:extLst>
                <a:ext uri="{FF2B5EF4-FFF2-40B4-BE49-F238E27FC236}">
                  <a16:creationId xmlns:a16="http://schemas.microsoft.com/office/drawing/2014/main" id="{8E05483F-BB25-49FF-A11D-45EFB9601EFF}"/>
                </a:ext>
              </a:extLst>
            </p:cNvPr>
            <p:cNvSpPr/>
            <p:nvPr/>
          </p:nvSpPr>
          <p:spPr>
            <a:xfrm>
              <a:off x="4159074" y="8701700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459" name="Hexagon 4458">
              <a:extLst>
                <a:ext uri="{FF2B5EF4-FFF2-40B4-BE49-F238E27FC236}">
                  <a16:creationId xmlns:a16="http://schemas.microsoft.com/office/drawing/2014/main" id="{8F74308B-E07F-4C75-87FB-4F63162E9AF7}"/>
                </a:ext>
              </a:extLst>
            </p:cNvPr>
            <p:cNvSpPr/>
            <p:nvPr/>
          </p:nvSpPr>
          <p:spPr>
            <a:xfrm>
              <a:off x="4157169" y="8332130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460" name="Hexagon 4459">
              <a:extLst>
                <a:ext uri="{FF2B5EF4-FFF2-40B4-BE49-F238E27FC236}">
                  <a16:creationId xmlns:a16="http://schemas.microsoft.com/office/drawing/2014/main" id="{00D653EB-0A8F-4638-8ECF-CDE972786669}"/>
                </a:ext>
              </a:extLst>
            </p:cNvPr>
            <p:cNvSpPr/>
            <p:nvPr/>
          </p:nvSpPr>
          <p:spPr>
            <a:xfrm>
              <a:off x="3922854" y="8793140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461" name="Hexagon 4460">
              <a:extLst>
                <a:ext uri="{FF2B5EF4-FFF2-40B4-BE49-F238E27FC236}">
                  <a16:creationId xmlns:a16="http://schemas.microsoft.com/office/drawing/2014/main" id="{0F966B7A-9C45-41AB-9968-FA2B6D8E30C1}"/>
                </a:ext>
              </a:extLst>
            </p:cNvPr>
            <p:cNvSpPr/>
            <p:nvPr/>
          </p:nvSpPr>
          <p:spPr>
            <a:xfrm>
              <a:off x="3924759" y="8979830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462" name="Hexagon 4461">
              <a:extLst>
                <a:ext uri="{FF2B5EF4-FFF2-40B4-BE49-F238E27FC236}">
                  <a16:creationId xmlns:a16="http://schemas.microsoft.com/office/drawing/2014/main" id="{15DCA3DA-374B-4762-9985-0B45F5A31BC7}"/>
                </a:ext>
              </a:extLst>
            </p:cNvPr>
            <p:cNvSpPr/>
            <p:nvPr/>
          </p:nvSpPr>
          <p:spPr>
            <a:xfrm>
              <a:off x="3919044" y="8423570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463" name="Hexagon 4462">
              <a:extLst>
                <a:ext uri="{FF2B5EF4-FFF2-40B4-BE49-F238E27FC236}">
                  <a16:creationId xmlns:a16="http://schemas.microsoft.com/office/drawing/2014/main" id="{D802D92D-E59C-4346-9F09-4313771A9009}"/>
                </a:ext>
              </a:extLst>
            </p:cNvPr>
            <p:cNvSpPr/>
            <p:nvPr/>
          </p:nvSpPr>
          <p:spPr>
            <a:xfrm>
              <a:off x="3920949" y="8610260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464" name="Hexagon 4463">
              <a:extLst>
                <a:ext uri="{FF2B5EF4-FFF2-40B4-BE49-F238E27FC236}">
                  <a16:creationId xmlns:a16="http://schemas.microsoft.com/office/drawing/2014/main" id="{E6ABC3FC-1253-4033-B54C-53B1391AD45C}"/>
                </a:ext>
              </a:extLst>
            </p:cNvPr>
            <p:cNvSpPr/>
            <p:nvPr/>
          </p:nvSpPr>
          <p:spPr>
            <a:xfrm>
              <a:off x="3684729" y="8326415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465" name="Hexagon 4464">
              <a:extLst>
                <a:ext uri="{FF2B5EF4-FFF2-40B4-BE49-F238E27FC236}">
                  <a16:creationId xmlns:a16="http://schemas.microsoft.com/office/drawing/2014/main" id="{D59EC87F-D599-4545-A1DF-B9BAD8B7F05E}"/>
                </a:ext>
              </a:extLst>
            </p:cNvPr>
            <p:cNvSpPr/>
            <p:nvPr/>
          </p:nvSpPr>
          <p:spPr>
            <a:xfrm>
              <a:off x="3684729" y="8516915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466" name="Hexagon 4465">
              <a:extLst>
                <a:ext uri="{FF2B5EF4-FFF2-40B4-BE49-F238E27FC236}">
                  <a16:creationId xmlns:a16="http://schemas.microsoft.com/office/drawing/2014/main" id="{B6A9CDB8-33FB-4F5F-8471-38D45785F940}"/>
                </a:ext>
              </a:extLst>
            </p:cNvPr>
            <p:cNvSpPr/>
            <p:nvPr/>
          </p:nvSpPr>
          <p:spPr>
            <a:xfrm>
              <a:off x="3924759" y="8240690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467" name="Hexagon 4466">
              <a:extLst>
                <a:ext uri="{FF2B5EF4-FFF2-40B4-BE49-F238E27FC236}">
                  <a16:creationId xmlns:a16="http://schemas.microsoft.com/office/drawing/2014/main" id="{19D30EB4-2C6C-4EC0-8E0D-3B8B0AFE1995}"/>
                </a:ext>
              </a:extLst>
            </p:cNvPr>
            <p:cNvSpPr/>
            <p:nvPr/>
          </p:nvSpPr>
          <p:spPr>
            <a:xfrm>
              <a:off x="3692349" y="7962560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468" name="Hexagon 4467">
              <a:extLst>
                <a:ext uri="{FF2B5EF4-FFF2-40B4-BE49-F238E27FC236}">
                  <a16:creationId xmlns:a16="http://schemas.microsoft.com/office/drawing/2014/main" id="{8BFA686C-F9DD-44E2-B829-5A35622ACBE2}"/>
                </a:ext>
              </a:extLst>
            </p:cNvPr>
            <p:cNvSpPr/>
            <p:nvPr/>
          </p:nvSpPr>
          <p:spPr>
            <a:xfrm>
              <a:off x="3692349" y="8153060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469" name="Hexagon 4468">
              <a:extLst>
                <a:ext uri="{FF2B5EF4-FFF2-40B4-BE49-F238E27FC236}">
                  <a16:creationId xmlns:a16="http://schemas.microsoft.com/office/drawing/2014/main" id="{4D4B0936-7D70-45BB-82C9-E7D747644C0A}"/>
                </a:ext>
              </a:extLst>
            </p:cNvPr>
            <p:cNvSpPr/>
            <p:nvPr/>
          </p:nvSpPr>
          <p:spPr>
            <a:xfrm>
              <a:off x="3459939" y="8052095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470" name="Hexagon 4469">
              <a:extLst>
                <a:ext uri="{FF2B5EF4-FFF2-40B4-BE49-F238E27FC236}">
                  <a16:creationId xmlns:a16="http://schemas.microsoft.com/office/drawing/2014/main" id="{C4C69347-2D16-47C9-BE2A-36BCD2661220}"/>
                </a:ext>
              </a:extLst>
            </p:cNvPr>
            <p:cNvSpPr/>
            <p:nvPr/>
          </p:nvSpPr>
          <p:spPr>
            <a:xfrm>
              <a:off x="3459939" y="8238785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471" name="Hexagon 4470">
              <a:extLst>
                <a:ext uri="{FF2B5EF4-FFF2-40B4-BE49-F238E27FC236}">
                  <a16:creationId xmlns:a16="http://schemas.microsoft.com/office/drawing/2014/main" id="{3EC91C29-1578-469C-BE68-1CF9582CBD35}"/>
                </a:ext>
              </a:extLst>
            </p:cNvPr>
            <p:cNvSpPr/>
            <p:nvPr/>
          </p:nvSpPr>
          <p:spPr>
            <a:xfrm>
              <a:off x="3456129" y="7878740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472" name="Hexagon 4471">
              <a:extLst>
                <a:ext uri="{FF2B5EF4-FFF2-40B4-BE49-F238E27FC236}">
                  <a16:creationId xmlns:a16="http://schemas.microsoft.com/office/drawing/2014/main" id="{FAB39CA1-6B7A-444E-88D6-57855603A45E}"/>
                </a:ext>
              </a:extLst>
            </p:cNvPr>
            <p:cNvSpPr/>
            <p:nvPr/>
          </p:nvSpPr>
          <p:spPr>
            <a:xfrm>
              <a:off x="3233244" y="7968275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473" name="Hexagon 4472">
              <a:extLst>
                <a:ext uri="{FF2B5EF4-FFF2-40B4-BE49-F238E27FC236}">
                  <a16:creationId xmlns:a16="http://schemas.microsoft.com/office/drawing/2014/main" id="{07F9E1A9-61FB-4718-855A-96A75680016A}"/>
                </a:ext>
              </a:extLst>
            </p:cNvPr>
            <p:cNvSpPr/>
            <p:nvPr/>
          </p:nvSpPr>
          <p:spPr>
            <a:xfrm>
              <a:off x="3233244" y="8154965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474" name="Hexagon 4473">
              <a:extLst>
                <a:ext uri="{FF2B5EF4-FFF2-40B4-BE49-F238E27FC236}">
                  <a16:creationId xmlns:a16="http://schemas.microsoft.com/office/drawing/2014/main" id="{51CB3F66-7DB9-4E25-9A3D-F0FFE3F5E0A3}"/>
                </a:ext>
              </a:extLst>
            </p:cNvPr>
            <p:cNvSpPr/>
            <p:nvPr/>
          </p:nvSpPr>
          <p:spPr>
            <a:xfrm>
              <a:off x="3229434" y="7794920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475" name="Hexagon 4474">
              <a:extLst>
                <a:ext uri="{FF2B5EF4-FFF2-40B4-BE49-F238E27FC236}">
                  <a16:creationId xmlns:a16="http://schemas.microsoft.com/office/drawing/2014/main" id="{329B8E47-F9F6-4300-B84C-409F17EB55F6}"/>
                </a:ext>
              </a:extLst>
            </p:cNvPr>
            <p:cNvSpPr/>
            <p:nvPr/>
          </p:nvSpPr>
          <p:spPr>
            <a:xfrm>
              <a:off x="2995119" y="7873025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476" name="Hexagon 4475">
              <a:extLst>
                <a:ext uri="{FF2B5EF4-FFF2-40B4-BE49-F238E27FC236}">
                  <a16:creationId xmlns:a16="http://schemas.microsoft.com/office/drawing/2014/main" id="{397D3A51-36EB-4526-A471-BDD393AEF281}"/>
                </a:ext>
              </a:extLst>
            </p:cNvPr>
            <p:cNvSpPr/>
            <p:nvPr/>
          </p:nvSpPr>
          <p:spPr>
            <a:xfrm>
              <a:off x="2995119" y="8059715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477" name="Hexagon 4476">
              <a:extLst>
                <a:ext uri="{FF2B5EF4-FFF2-40B4-BE49-F238E27FC236}">
                  <a16:creationId xmlns:a16="http://schemas.microsoft.com/office/drawing/2014/main" id="{7D4C769F-2D03-4EBC-AEA9-2701C61B01AC}"/>
                </a:ext>
              </a:extLst>
            </p:cNvPr>
            <p:cNvSpPr/>
            <p:nvPr/>
          </p:nvSpPr>
          <p:spPr>
            <a:xfrm>
              <a:off x="2991309" y="7699670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478" name="Hexagon 4477">
              <a:extLst>
                <a:ext uri="{FF2B5EF4-FFF2-40B4-BE49-F238E27FC236}">
                  <a16:creationId xmlns:a16="http://schemas.microsoft.com/office/drawing/2014/main" id="{1F2B4A9C-3E0F-4B8A-AFD5-DC8ED765AF1A}"/>
                </a:ext>
              </a:extLst>
            </p:cNvPr>
            <p:cNvSpPr/>
            <p:nvPr/>
          </p:nvSpPr>
          <p:spPr>
            <a:xfrm>
              <a:off x="2755089" y="7783490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479" name="Hexagon 4478">
              <a:extLst>
                <a:ext uri="{FF2B5EF4-FFF2-40B4-BE49-F238E27FC236}">
                  <a16:creationId xmlns:a16="http://schemas.microsoft.com/office/drawing/2014/main" id="{6C89E0D4-3EE9-4876-B40C-04499BA61A95}"/>
                </a:ext>
              </a:extLst>
            </p:cNvPr>
            <p:cNvSpPr/>
            <p:nvPr/>
          </p:nvSpPr>
          <p:spPr>
            <a:xfrm>
              <a:off x="2755089" y="7970180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480" name="Hexagon 4479">
              <a:extLst>
                <a:ext uri="{FF2B5EF4-FFF2-40B4-BE49-F238E27FC236}">
                  <a16:creationId xmlns:a16="http://schemas.microsoft.com/office/drawing/2014/main" id="{DDEC49E8-C136-4E4A-B680-908425C8BDA3}"/>
                </a:ext>
              </a:extLst>
            </p:cNvPr>
            <p:cNvSpPr/>
            <p:nvPr/>
          </p:nvSpPr>
          <p:spPr>
            <a:xfrm>
              <a:off x="2526489" y="7878740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481" name="Hexagon 4480">
              <a:extLst>
                <a:ext uri="{FF2B5EF4-FFF2-40B4-BE49-F238E27FC236}">
                  <a16:creationId xmlns:a16="http://schemas.microsoft.com/office/drawing/2014/main" id="{1BA8797A-5BC5-4A14-B03C-1694E44C55CA}"/>
                </a:ext>
              </a:extLst>
            </p:cNvPr>
            <p:cNvSpPr/>
            <p:nvPr/>
          </p:nvSpPr>
          <p:spPr>
            <a:xfrm>
              <a:off x="2526489" y="8065430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482" name="Hexagon 4481">
              <a:extLst>
                <a:ext uri="{FF2B5EF4-FFF2-40B4-BE49-F238E27FC236}">
                  <a16:creationId xmlns:a16="http://schemas.microsoft.com/office/drawing/2014/main" id="{DD93DAC2-D6BB-49AF-BBE9-FF84733A5998}"/>
                </a:ext>
              </a:extLst>
            </p:cNvPr>
            <p:cNvSpPr/>
            <p:nvPr/>
          </p:nvSpPr>
          <p:spPr>
            <a:xfrm>
              <a:off x="2290269" y="7970180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483" name="Hexagon 4482">
              <a:extLst>
                <a:ext uri="{FF2B5EF4-FFF2-40B4-BE49-F238E27FC236}">
                  <a16:creationId xmlns:a16="http://schemas.microsoft.com/office/drawing/2014/main" id="{435A017D-99F1-4FE5-8331-DC68E320F7D9}"/>
                </a:ext>
              </a:extLst>
            </p:cNvPr>
            <p:cNvSpPr/>
            <p:nvPr/>
          </p:nvSpPr>
          <p:spPr>
            <a:xfrm>
              <a:off x="2290269" y="8156870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484" name="Hexagon 4483">
              <a:extLst>
                <a:ext uri="{FF2B5EF4-FFF2-40B4-BE49-F238E27FC236}">
                  <a16:creationId xmlns:a16="http://schemas.microsoft.com/office/drawing/2014/main" id="{895C7709-B48A-434F-8745-5207872DD422}"/>
                </a:ext>
              </a:extLst>
            </p:cNvPr>
            <p:cNvSpPr/>
            <p:nvPr/>
          </p:nvSpPr>
          <p:spPr>
            <a:xfrm>
              <a:off x="1594944" y="7871120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485" name="Hexagon 4484">
              <a:extLst>
                <a:ext uri="{FF2B5EF4-FFF2-40B4-BE49-F238E27FC236}">
                  <a16:creationId xmlns:a16="http://schemas.microsoft.com/office/drawing/2014/main" id="{44AB0937-63B0-4EFD-AD2E-010111F3EEDA}"/>
                </a:ext>
              </a:extLst>
            </p:cNvPr>
            <p:cNvSpPr/>
            <p:nvPr/>
          </p:nvSpPr>
          <p:spPr>
            <a:xfrm>
              <a:off x="1594944" y="8057810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486" name="Hexagon 4485">
              <a:extLst>
                <a:ext uri="{FF2B5EF4-FFF2-40B4-BE49-F238E27FC236}">
                  <a16:creationId xmlns:a16="http://schemas.microsoft.com/office/drawing/2014/main" id="{F97DC100-E3AB-47D0-97E6-B50FC1D4D337}"/>
                </a:ext>
              </a:extLst>
            </p:cNvPr>
            <p:cNvSpPr/>
            <p:nvPr/>
          </p:nvSpPr>
          <p:spPr>
            <a:xfrm>
              <a:off x="1831164" y="7787300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487" name="Hexagon 4486">
              <a:extLst>
                <a:ext uri="{FF2B5EF4-FFF2-40B4-BE49-F238E27FC236}">
                  <a16:creationId xmlns:a16="http://schemas.microsoft.com/office/drawing/2014/main" id="{8AA4582B-61F4-42A2-9DCB-8FBDC746B52B}"/>
                </a:ext>
              </a:extLst>
            </p:cNvPr>
            <p:cNvSpPr/>
            <p:nvPr/>
          </p:nvSpPr>
          <p:spPr>
            <a:xfrm>
              <a:off x="1831164" y="7973990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488" name="Hexagon 4487">
              <a:extLst>
                <a:ext uri="{FF2B5EF4-FFF2-40B4-BE49-F238E27FC236}">
                  <a16:creationId xmlns:a16="http://schemas.microsoft.com/office/drawing/2014/main" id="{95B1B802-6C09-44F3-AEE3-54559475CB85}"/>
                </a:ext>
              </a:extLst>
            </p:cNvPr>
            <p:cNvSpPr/>
            <p:nvPr/>
          </p:nvSpPr>
          <p:spPr>
            <a:xfrm>
              <a:off x="2065479" y="7878740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489" name="Hexagon 4488">
              <a:extLst>
                <a:ext uri="{FF2B5EF4-FFF2-40B4-BE49-F238E27FC236}">
                  <a16:creationId xmlns:a16="http://schemas.microsoft.com/office/drawing/2014/main" id="{AAA6B94B-B97A-4960-AD2D-3C8C83BB64F6}"/>
                </a:ext>
              </a:extLst>
            </p:cNvPr>
            <p:cNvSpPr/>
            <p:nvPr/>
          </p:nvSpPr>
          <p:spPr>
            <a:xfrm>
              <a:off x="2065479" y="8065430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490" name="Hexagon 4489">
              <a:extLst>
                <a:ext uri="{FF2B5EF4-FFF2-40B4-BE49-F238E27FC236}">
                  <a16:creationId xmlns:a16="http://schemas.microsoft.com/office/drawing/2014/main" id="{A240EFF4-9459-4992-95FC-1C31B5B59A8E}"/>
                </a:ext>
              </a:extLst>
            </p:cNvPr>
            <p:cNvSpPr/>
            <p:nvPr/>
          </p:nvSpPr>
          <p:spPr>
            <a:xfrm>
              <a:off x="2297889" y="7594895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491" name="Hexagon 4490">
              <a:extLst>
                <a:ext uri="{FF2B5EF4-FFF2-40B4-BE49-F238E27FC236}">
                  <a16:creationId xmlns:a16="http://schemas.microsoft.com/office/drawing/2014/main" id="{A8AC3952-68F7-4919-A902-BB1AC6E5CDA5}"/>
                </a:ext>
              </a:extLst>
            </p:cNvPr>
            <p:cNvSpPr/>
            <p:nvPr/>
          </p:nvSpPr>
          <p:spPr>
            <a:xfrm>
              <a:off x="2297889" y="7781585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492" name="Hexagon 4491">
              <a:extLst>
                <a:ext uri="{FF2B5EF4-FFF2-40B4-BE49-F238E27FC236}">
                  <a16:creationId xmlns:a16="http://schemas.microsoft.com/office/drawing/2014/main" id="{5E16066E-45B4-49DD-BEC4-C1F4F35E3FAE}"/>
                </a:ext>
              </a:extLst>
            </p:cNvPr>
            <p:cNvSpPr/>
            <p:nvPr/>
          </p:nvSpPr>
          <p:spPr>
            <a:xfrm>
              <a:off x="2526489" y="7688240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006" name="Hexagon 5005">
              <a:extLst>
                <a:ext uri="{FF2B5EF4-FFF2-40B4-BE49-F238E27FC236}">
                  <a16:creationId xmlns:a16="http://schemas.microsoft.com/office/drawing/2014/main" id="{90CF4B8D-3EFF-4586-A1A3-F3D25AD25772}"/>
                </a:ext>
              </a:extLst>
            </p:cNvPr>
            <p:cNvSpPr/>
            <p:nvPr/>
          </p:nvSpPr>
          <p:spPr>
            <a:xfrm>
              <a:off x="7420543" y="8519112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007" name="Hexagon 5006">
              <a:extLst>
                <a:ext uri="{FF2B5EF4-FFF2-40B4-BE49-F238E27FC236}">
                  <a16:creationId xmlns:a16="http://schemas.microsoft.com/office/drawing/2014/main" id="{9155E6A6-A569-4C74-9EE7-3B39C0DCB4DF}"/>
                </a:ext>
              </a:extLst>
            </p:cNvPr>
            <p:cNvSpPr/>
            <p:nvPr/>
          </p:nvSpPr>
          <p:spPr>
            <a:xfrm>
              <a:off x="7422448" y="8703738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008" name="Hexagon 5007">
              <a:extLst>
                <a:ext uri="{FF2B5EF4-FFF2-40B4-BE49-F238E27FC236}">
                  <a16:creationId xmlns:a16="http://schemas.microsoft.com/office/drawing/2014/main" id="{0FB22A28-185D-4C4C-970C-94FB76734CE9}"/>
                </a:ext>
              </a:extLst>
            </p:cNvPr>
            <p:cNvSpPr/>
            <p:nvPr/>
          </p:nvSpPr>
          <p:spPr>
            <a:xfrm>
              <a:off x="7420543" y="815419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009" name="Hexagon 5008">
              <a:extLst>
                <a:ext uri="{FF2B5EF4-FFF2-40B4-BE49-F238E27FC236}">
                  <a16:creationId xmlns:a16="http://schemas.microsoft.com/office/drawing/2014/main" id="{B349E290-C852-4E6F-8501-0FFF63349650}"/>
                </a:ext>
              </a:extLst>
            </p:cNvPr>
            <p:cNvSpPr/>
            <p:nvPr/>
          </p:nvSpPr>
          <p:spPr>
            <a:xfrm>
              <a:off x="7422448" y="8338823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010" name="Hexagon 5009">
              <a:extLst>
                <a:ext uri="{FF2B5EF4-FFF2-40B4-BE49-F238E27FC236}">
                  <a16:creationId xmlns:a16="http://schemas.microsoft.com/office/drawing/2014/main" id="{64EC6759-C996-44C2-AB14-30EBCF8491CD}"/>
                </a:ext>
              </a:extLst>
            </p:cNvPr>
            <p:cNvSpPr/>
            <p:nvPr/>
          </p:nvSpPr>
          <p:spPr>
            <a:xfrm>
              <a:off x="7884886" y="8697706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011" name="Hexagon 5010">
              <a:extLst>
                <a:ext uri="{FF2B5EF4-FFF2-40B4-BE49-F238E27FC236}">
                  <a16:creationId xmlns:a16="http://schemas.microsoft.com/office/drawing/2014/main" id="{A96A03DF-121E-4107-8350-3774034A0596}"/>
                </a:ext>
              </a:extLst>
            </p:cNvPr>
            <p:cNvSpPr/>
            <p:nvPr/>
          </p:nvSpPr>
          <p:spPr>
            <a:xfrm>
              <a:off x="7886791" y="8882332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012" name="Hexagon 5011">
              <a:extLst>
                <a:ext uri="{FF2B5EF4-FFF2-40B4-BE49-F238E27FC236}">
                  <a16:creationId xmlns:a16="http://schemas.microsoft.com/office/drawing/2014/main" id="{86B536A0-8937-4BE9-A1F0-07E17126CD63}"/>
                </a:ext>
              </a:extLst>
            </p:cNvPr>
            <p:cNvSpPr/>
            <p:nvPr/>
          </p:nvSpPr>
          <p:spPr>
            <a:xfrm>
              <a:off x="7884886" y="8332791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013" name="Hexagon 5012">
              <a:extLst>
                <a:ext uri="{FF2B5EF4-FFF2-40B4-BE49-F238E27FC236}">
                  <a16:creationId xmlns:a16="http://schemas.microsoft.com/office/drawing/2014/main" id="{7187BBD4-024A-484A-9D52-4837DA4B61D3}"/>
                </a:ext>
              </a:extLst>
            </p:cNvPr>
            <p:cNvSpPr/>
            <p:nvPr/>
          </p:nvSpPr>
          <p:spPr>
            <a:xfrm>
              <a:off x="7886791" y="851741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014" name="Hexagon 5013">
              <a:extLst>
                <a:ext uri="{FF2B5EF4-FFF2-40B4-BE49-F238E27FC236}">
                  <a16:creationId xmlns:a16="http://schemas.microsoft.com/office/drawing/2014/main" id="{451C6448-E19E-404D-9BCF-3ADE6EDACA1F}"/>
                </a:ext>
              </a:extLst>
            </p:cNvPr>
            <p:cNvSpPr/>
            <p:nvPr/>
          </p:nvSpPr>
          <p:spPr>
            <a:xfrm>
              <a:off x="8118249" y="896678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015" name="Hexagon 5014">
              <a:extLst>
                <a:ext uri="{FF2B5EF4-FFF2-40B4-BE49-F238E27FC236}">
                  <a16:creationId xmlns:a16="http://schemas.microsoft.com/office/drawing/2014/main" id="{896A8B47-10C8-4504-A0BD-C7B3CCBEC56B}"/>
                </a:ext>
              </a:extLst>
            </p:cNvPr>
            <p:cNvSpPr/>
            <p:nvPr/>
          </p:nvSpPr>
          <p:spPr>
            <a:xfrm>
              <a:off x="8120154" y="9151413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016" name="Hexagon 5015">
              <a:extLst>
                <a:ext uri="{FF2B5EF4-FFF2-40B4-BE49-F238E27FC236}">
                  <a16:creationId xmlns:a16="http://schemas.microsoft.com/office/drawing/2014/main" id="{1E141B03-6EC2-43D1-9578-F6B334316F09}"/>
                </a:ext>
              </a:extLst>
            </p:cNvPr>
            <p:cNvSpPr/>
            <p:nvPr/>
          </p:nvSpPr>
          <p:spPr>
            <a:xfrm>
              <a:off x="8118249" y="8601872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017" name="Hexagon 5016">
              <a:extLst>
                <a:ext uri="{FF2B5EF4-FFF2-40B4-BE49-F238E27FC236}">
                  <a16:creationId xmlns:a16="http://schemas.microsoft.com/office/drawing/2014/main" id="{F3BE84E1-E5A6-4FBF-B311-C6BF67136F5D}"/>
                </a:ext>
              </a:extLst>
            </p:cNvPr>
            <p:cNvSpPr/>
            <p:nvPr/>
          </p:nvSpPr>
          <p:spPr>
            <a:xfrm>
              <a:off x="8120154" y="8786498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018" name="Hexagon 5017">
              <a:extLst>
                <a:ext uri="{FF2B5EF4-FFF2-40B4-BE49-F238E27FC236}">
                  <a16:creationId xmlns:a16="http://schemas.microsoft.com/office/drawing/2014/main" id="{90DE5ADD-4744-4758-A310-74F520EFA8F2}"/>
                </a:ext>
              </a:extLst>
            </p:cNvPr>
            <p:cNvSpPr/>
            <p:nvPr/>
          </p:nvSpPr>
          <p:spPr>
            <a:xfrm>
              <a:off x="7882506" y="7964280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019" name="Hexagon 5018">
              <a:extLst>
                <a:ext uri="{FF2B5EF4-FFF2-40B4-BE49-F238E27FC236}">
                  <a16:creationId xmlns:a16="http://schemas.microsoft.com/office/drawing/2014/main" id="{41B3F04B-73F4-4544-B6DE-BEB3A974289E}"/>
                </a:ext>
              </a:extLst>
            </p:cNvPr>
            <p:cNvSpPr/>
            <p:nvPr/>
          </p:nvSpPr>
          <p:spPr>
            <a:xfrm>
              <a:off x="7884411" y="8148906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020" name="Hexagon 5019">
              <a:extLst>
                <a:ext uri="{FF2B5EF4-FFF2-40B4-BE49-F238E27FC236}">
                  <a16:creationId xmlns:a16="http://schemas.microsoft.com/office/drawing/2014/main" id="{8CA2BA6E-A50E-4875-8224-AD347EB5A0CD}"/>
                </a:ext>
              </a:extLst>
            </p:cNvPr>
            <p:cNvSpPr/>
            <p:nvPr/>
          </p:nvSpPr>
          <p:spPr>
            <a:xfrm>
              <a:off x="7882506" y="7599365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021" name="Hexagon 5020">
              <a:extLst>
                <a:ext uri="{FF2B5EF4-FFF2-40B4-BE49-F238E27FC236}">
                  <a16:creationId xmlns:a16="http://schemas.microsoft.com/office/drawing/2014/main" id="{83117F9A-A5E9-425C-BA14-6A9853F51D2F}"/>
                </a:ext>
              </a:extLst>
            </p:cNvPr>
            <p:cNvSpPr/>
            <p:nvPr/>
          </p:nvSpPr>
          <p:spPr>
            <a:xfrm>
              <a:off x="7884411" y="7783991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022" name="Hexagon 5021">
              <a:extLst>
                <a:ext uri="{FF2B5EF4-FFF2-40B4-BE49-F238E27FC236}">
                  <a16:creationId xmlns:a16="http://schemas.microsoft.com/office/drawing/2014/main" id="{00D0D29C-9D5D-478A-AF63-FC0AC89D8238}"/>
                </a:ext>
              </a:extLst>
            </p:cNvPr>
            <p:cNvSpPr/>
            <p:nvPr/>
          </p:nvSpPr>
          <p:spPr>
            <a:xfrm>
              <a:off x="8346850" y="9062036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023" name="Hexagon 5022">
              <a:extLst>
                <a:ext uri="{FF2B5EF4-FFF2-40B4-BE49-F238E27FC236}">
                  <a16:creationId xmlns:a16="http://schemas.microsoft.com/office/drawing/2014/main" id="{823B2353-6996-4BE2-82A3-308F738C812A}"/>
                </a:ext>
              </a:extLst>
            </p:cNvPr>
            <p:cNvSpPr/>
            <p:nvPr/>
          </p:nvSpPr>
          <p:spPr>
            <a:xfrm>
              <a:off x="8348755" y="9246662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024" name="Hexagon 5023">
              <a:extLst>
                <a:ext uri="{FF2B5EF4-FFF2-40B4-BE49-F238E27FC236}">
                  <a16:creationId xmlns:a16="http://schemas.microsoft.com/office/drawing/2014/main" id="{60EA4213-3B59-4DCE-AA95-5746AE0112C1}"/>
                </a:ext>
              </a:extLst>
            </p:cNvPr>
            <p:cNvSpPr/>
            <p:nvPr/>
          </p:nvSpPr>
          <p:spPr>
            <a:xfrm>
              <a:off x="8346850" y="8697121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025" name="Hexagon 5024">
              <a:extLst>
                <a:ext uri="{FF2B5EF4-FFF2-40B4-BE49-F238E27FC236}">
                  <a16:creationId xmlns:a16="http://schemas.microsoft.com/office/drawing/2014/main" id="{EFB2A1A5-F79C-431D-B7BC-2EF436AF506A}"/>
                </a:ext>
              </a:extLst>
            </p:cNvPr>
            <p:cNvSpPr/>
            <p:nvPr/>
          </p:nvSpPr>
          <p:spPr>
            <a:xfrm>
              <a:off x="8348755" y="888174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026" name="Hexagon 5025">
              <a:extLst>
                <a:ext uri="{FF2B5EF4-FFF2-40B4-BE49-F238E27FC236}">
                  <a16:creationId xmlns:a16="http://schemas.microsoft.com/office/drawing/2014/main" id="{6F227B8F-C619-4229-907F-DD5C51ED1D00}"/>
                </a:ext>
              </a:extLst>
            </p:cNvPr>
            <p:cNvSpPr/>
            <p:nvPr/>
          </p:nvSpPr>
          <p:spPr>
            <a:xfrm>
              <a:off x="8582594" y="9147761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027" name="Hexagon 5026">
              <a:extLst>
                <a:ext uri="{FF2B5EF4-FFF2-40B4-BE49-F238E27FC236}">
                  <a16:creationId xmlns:a16="http://schemas.microsoft.com/office/drawing/2014/main" id="{C9FAB4AC-24F2-49A7-96D5-12FBC4713D7A}"/>
                </a:ext>
              </a:extLst>
            </p:cNvPr>
            <p:cNvSpPr/>
            <p:nvPr/>
          </p:nvSpPr>
          <p:spPr>
            <a:xfrm>
              <a:off x="8584499" y="933238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028" name="Hexagon 5027">
              <a:extLst>
                <a:ext uri="{FF2B5EF4-FFF2-40B4-BE49-F238E27FC236}">
                  <a16:creationId xmlns:a16="http://schemas.microsoft.com/office/drawing/2014/main" id="{92E9D961-9D22-4F1B-A773-7203846D888A}"/>
                </a:ext>
              </a:extLst>
            </p:cNvPr>
            <p:cNvSpPr/>
            <p:nvPr/>
          </p:nvSpPr>
          <p:spPr>
            <a:xfrm>
              <a:off x="8582594" y="8782846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029" name="Hexagon 5028">
              <a:extLst>
                <a:ext uri="{FF2B5EF4-FFF2-40B4-BE49-F238E27FC236}">
                  <a16:creationId xmlns:a16="http://schemas.microsoft.com/office/drawing/2014/main" id="{BC5BA54E-0E81-4964-889A-75111BD9D126}"/>
                </a:ext>
              </a:extLst>
            </p:cNvPr>
            <p:cNvSpPr/>
            <p:nvPr/>
          </p:nvSpPr>
          <p:spPr>
            <a:xfrm>
              <a:off x="8584499" y="8967472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030" name="Hexagon 5029">
              <a:extLst>
                <a:ext uri="{FF2B5EF4-FFF2-40B4-BE49-F238E27FC236}">
                  <a16:creationId xmlns:a16="http://schemas.microsoft.com/office/drawing/2014/main" id="{E4C0039C-BD4C-4F63-BB69-6F13AAA5823E}"/>
                </a:ext>
              </a:extLst>
            </p:cNvPr>
            <p:cNvSpPr/>
            <p:nvPr/>
          </p:nvSpPr>
          <p:spPr>
            <a:xfrm>
              <a:off x="8815956" y="9062036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031" name="Hexagon 5030">
              <a:extLst>
                <a:ext uri="{FF2B5EF4-FFF2-40B4-BE49-F238E27FC236}">
                  <a16:creationId xmlns:a16="http://schemas.microsoft.com/office/drawing/2014/main" id="{E7AB1C31-7A94-45FB-8DE2-57AFEA5296FB}"/>
                </a:ext>
              </a:extLst>
            </p:cNvPr>
            <p:cNvSpPr/>
            <p:nvPr/>
          </p:nvSpPr>
          <p:spPr>
            <a:xfrm>
              <a:off x="8817861" y="9246662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032" name="Hexagon 5031">
              <a:extLst>
                <a:ext uri="{FF2B5EF4-FFF2-40B4-BE49-F238E27FC236}">
                  <a16:creationId xmlns:a16="http://schemas.microsoft.com/office/drawing/2014/main" id="{5365F1A0-1617-48CE-B68B-7A140DD55BD7}"/>
                </a:ext>
              </a:extLst>
            </p:cNvPr>
            <p:cNvSpPr/>
            <p:nvPr/>
          </p:nvSpPr>
          <p:spPr>
            <a:xfrm>
              <a:off x="8815956" y="8697121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033" name="Hexagon 5032">
              <a:extLst>
                <a:ext uri="{FF2B5EF4-FFF2-40B4-BE49-F238E27FC236}">
                  <a16:creationId xmlns:a16="http://schemas.microsoft.com/office/drawing/2014/main" id="{6AF37075-5874-48FB-B6B7-33FB6D59826D}"/>
                </a:ext>
              </a:extLst>
            </p:cNvPr>
            <p:cNvSpPr/>
            <p:nvPr/>
          </p:nvSpPr>
          <p:spPr>
            <a:xfrm>
              <a:off x="8817861" y="888174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034" name="Hexagon 5033">
              <a:extLst>
                <a:ext uri="{FF2B5EF4-FFF2-40B4-BE49-F238E27FC236}">
                  <a16:creationId xmlns:a16="http://schemas.microsoft.com/office/drawing/2014/main" id="{F107A1B4-4624-4539-8130-8B4E2E9F2B91}"/>
                </a:ext>
              </a:extLst>
            </p:cNvPr>
            <p:cNvSpPr/>
            <p:nvPr/>
          </p:nvSpPr>
          <p:spPr>
            <a:xfrm>
              <a:off x="8825481" y="8330992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035" name="Hexagon 5034">
              <a:extLst>
                <a:ext uri="{FF2B5EF4-FFF2-40B4-BE49-F238E27FC236}">
                  <a16:creationId xmlns:a16="http://schemas.microsoft.com/office/drawing/2014/main" id="{9F5F16EC-46F0-42DE-9054-1287107B5488}"/>
                </a:ext>
              </a:extLst>
            </p:cNvPr>
            <p:cNvSpPr/>
            <p:nvPr/>
          </p:nvSpPr>
          <p:spPr>
            <a:xfrm>
              <a:off x="8827386" y="8515618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036" name="Hexagon 5035">
              <a:extLst>
                <a:ext uri="{FF2B5EF4-FFF2-40B4-BE49-F238E27FC236}">
                  <a16:creationId xmlns:a16="http://schemas.microsoft.com/office/drawing/2014/main" id="{75857B19-176B-41D9-9B84-0B8A68B7BD7D}"/>
                </a:ext>
              </a:extLst>
            </p:cNvPr>
            <p:cNvSpPr/>
            <p:nvPr/>
          </p:nvSpPr>
          <p:spPr>
            <a:xfrm>
              <a:off x="8825481" y="796607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037" name="Hexagon 5036">
              <a:extLst>
                <a:ext uri="{FF2B5EF4-FFF2-40B4-BE49-F238E27FC236}">
                  <a16:creationId xmlns:a16="http://schemas.microsoft.com/office/drawing/2014/main" id="{1C60B712-FC40-4CC6-A38F-99EC766CFD1B}"/>
                </a:ext>
              </a:extLst>
            </p:cNvPr>
            <p:cNvSpPr/>
            <p:nvPr/>
          </p:nvSpPr>
          <p:spPr>
            <a:xfrm>
              <a:off x="8827386" y="8150703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038" name="Hexagon 5037">
              <a:extLst>
                <a:ext uri="{FF2B5EF4-FFF2-40B4-BE49-F238E27FC236}">
                  <a16:creationId xmlns:a16="http://schemas.microsoft.com/office/drawing/2014/main" id="{62F3A0B5-0522-431C-9A63-3690CCC50E98}"/>
                </a:ext>
              </a:extLst>
            </p:cNvPr>
            <p:cNvSpPr/>
            <p:nvPr/>
          </p:nvSpPr>
          <p:spPr>
            <a:xfrm>
              <a:off x="9051700" y="8602454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039" name="Hexagon 5038">
              <a:extLst>
                <a:ext uri="{FF2B5EF4-FFF2-40B4-BE49-F238E27FC236}">
                  <a16:creationId xmlns:a16="http://schemas.microsoft.com/office/drawing/2014/main" id="{3C7641F8-7118-4407-A020-1EA5C4E2E4C3}"/>
                </a:ext>
              </a:extLst>
            </p:cNvPr>
            <p:cNvSpPr/>
            <p:nvPr/>
          </p:nvSpPr>
          <p:spPr>
            <a:xfrm>
              <a:off x="9053605" y="8787080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040" name="Hexagon 5039">
              <a:extLst>
                <a:ext uri="{FF2B5EF4-FFF2-40B4-BE49-F238E27FC236}">
                  <a16:creationId xmlns:a16="http://schemas.microsoft.com/office/drawing/2014/main" id="{E0A1055D-F83A-433F-9D58-B08D3CAD23E5}"/>
                </a:ext>
              </a:extLst>
            </p:cNvPr>
            <p:cNvSpPr/>
            <p:nvPr/>
          </p:nvSpPr>
          <p:spPr>
            <a:xfrm>
              <a:off x="9051700" y="8237539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041" name="Hexagon 5040">
              <a:extLst>
                <a:ext uri="{FF2B5EF4-FFF2-40B4-BE49-F238E27FC236}">
                  <a16:creationId xmlns:a16="http://schemas.microsoft.com/office/drawing/2014/main" id="{5B710789-F529-4F10-BF0A-C188996EAEB1}"/>
                </a:ext>
              </a:extLst>
            </p:cNvPr>
            <p:cNvSpPr/>
            <p:nvPr/>
          </p:nvSpPr>
          <p:spPr>
            <a:xfrm>
              <a:off x="9053605" y="8422165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042" name="Hexagon 5041">
              <a:extLst>
                <a:ext uri="{FF2B5EF4-FFF2-40B4-BE49-F238E27FC236}">
                  <a16:creationId xmlns:a16="http://schemas.microsoft.com/office/drawing/2014/main" id="{ED41739B-252A-484F-B94F-6FBF992ED2B4}"/>
                </a:ext>
              </a:extLst>
            </p:cNvPr>
            <p:cNvSpPr/>
            <p:nvPr/>
          </p:nvSpPr>
          <p:spPr>
            <a:xfrm>
              <a:off x="9285062" y="8502442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043" name="Hexagon 5042">
              <a:extLst>
                <a:ext uri="{FF2B5EF4-FFF2-40B4-BE49-F238E27FC236}">
                  <a16:creationId xmlns:a16="http://schemas.microsoft.com/office/drawing/2014/main" id="{C4DF132D-6C58-43FD-9175-DE5A60F6A930}"/>
                </a:ext>
              </a:extLst>
            </p:cNvPr>
            <p:cNvSpPr/>
            <p:nvPr/>
          </p:nvSpPr>
          <p:spPr>
            <a:xfrm>
              <a:off x="9286967" y="8687068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044" name="Hexagon 5043">
              <a:extLst>
                <a:ext uri="{FF2B5EF4-FFF2-40B4-BE49-F238E27FC236}">
                  <a16:creationId xmlns:a16="http://schemas.microsoft.com/office/drawing/2014/main" id="{613BDE1A-7A38-4BC0-84FF-8207342C2360}"/>
                </a:ext>
              </a:extLst>
            </p:cNvPr>
            <p:cNvSpPr/>
            <p:nvPr/>
          </p:nvSpPr>
          <p:spPr>
            <a:xfrm>
              <a:off x="9286967" y="8322153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045" name="Hexagon 5044">
              <a:extLst>
                <a:ext uri="{FF2B5EF4-FFF2-40B4-BE49-F238E27FC236}">
                  <a16:creationId xmlns:a16="http://schemas.microsoft.com/office/drawing/2014/main" id="{888E609D-746B-4F9D-8DA3-6B29194C1030}"/>
                </a:ext>
              </a:extLst>
            </p:cNvPr>
            <p:cNvSpPr/>
            <p:nvPr/>
          </p:nvSpPr>
          <p:spPr>
            <a:xfrm>
              <a:off x="9520806" y="8597692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046" name="Hexagon 5045">
              <a:extLst>
                <a:ext uri="{FF2B5EF4-FFF2-40B4-BE49-F238E27FC236}">
                  <a16:creationId xmlns:a16="http://schemas.microsoft.com/office/drawing/2014/main" id="{08EAA10E-F03D-42F1-B310-99BC157BB3C8}"/>
                </a:ext>
              </a:extLst>
            </p:cNvPr>
            <p:cNvSpPr/>
            <p:nvPr/>
          </p:nvSpPr>
          <p:spPr>
            <a:xfrm>
              <a:off x="9522711" y="8782318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047" name="Hexagon 5046">
              <a:extLst>
                <a:ext uri="{FF2B5EF4-FFF2-40B4-BE49-F238E27FC236}">
                  <a16:creationId xmlns:a16="http://schemas.microsoft.com/office/drawing/2014/main" id="{891163A0-FB7A-425A-B326-1463772477E2}"/>
                </a:ext>
              </a:extLst>
            </p:cNvPr>
            <p:cNvSpPr/>
            <p:nvPr/>
          </p:nvSpPr>
          <p:spPr>
            <a:xfrm>
              <a:off x="9522711" y="8417403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048" name="Hexagon 5047">
              <a:extLst>
                <a:ext uri="{FF2B5EF4-FFF2-40B4-BE49-F238E27FC236}">
                  <a16:creationId xmlns:a16="http://schemas.microsoft.com/office/drawing/2014/main" id="{38A2B0BC-2061-42BF-8099-FFB14F645FEF}"/>
                </a:ext>
              </a:extLst>
            </p:cNvPr>
            <p:cNvSpPr/>
            <p:nvPr/>
          </p:nvSpPr>
          <p:spPr>
            <a:xfrm>
              <a:off x="9756550" y="8690561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049" name="Hexagon 5048">
              <a:extLst>
                <a:ext uri="{FF2B5EF4-FFF2-40B4-BE49-F238E27FC236}">
                  <a16:creationId xmlns:a16="http://schemas.microsoft.com/office/drawing/2014/main" id="{34553AB8-D58E-4D17-AC41-1130936F06BF}"/>
                </a:ext>
              </a:extLst>
            </p:cNvPr>
            <p:cNvSpPr/>
            <p:nvPr/>
          </p:nvSpPr>
          <p:spPr>
            <a:xfrm>
              <a:off x="9758455" y="887518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050" name="Hexagon 5049">
              <a:extLst>
                <a:ext uri="{FF2B5EF4-FFF2-40B4-BE49-F238E27FC236}">
                  <a16:creationId xmlns:a16="http://schemas.microsoft.com/office/drawing/2014/main" id="{80D8C374-8436-4530-B0DB-71156D1121B1}"/>
                </a:ext>
              </a:extLst>
            </p:cNvPr>
            <p:cNvSpPr/>
            <p:nvPr/>
          </p:nvSpPr>
          <p:spPr>
            <a:xfrm>
              <a:off x="9758455" y="8510272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052" name="Hexagon 5051">
              <a:extLst>
                <a:ext uri="{FF2B5EF4-FFF2-40B4-BE49-F238E27FC236}">
                  <a16:creationId xmlns:a16="http://schemas.microsoft.com/office/drawing/2014/main" id="{5371DD62-B09C-4D54-8FE9-E25AADC5CEA4}"/>
                </a:ext>
              </a:extLst>
            </p:cNvPr>
            <p:cNvSpPr/>
            <p:nvPr/>
          </p:nvSpPr>
          <p:spPr>
            <a:xfrm>
              <a:off x="9989912" y="8783429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053" name="Hexagon 5052">
              <a:extLst>
                <a:ext uri="{FF2B5EF4-FFF2-40B4-BE49-F238E27FC236}">
                  <a16:creationId xmlns:a16="http://schemas.microsoft.com/office/drawing/2014/main" id="{51236233-CC80-4F78-BDBD-3051559A1188}"/>
                </a:ext>
              </a:extLst>
            </p:cNvPr>
            <p:cNvSpPr/>
            <p:nvPr/>
          </p:nvSpPr>
          <p:spPr>
            <a:xfrm>
              <a:off x="9991817" y="8603140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054" name="Hexagon 5053">
              <a:extLst>
                <a:ext uri="{FF2B5EF4-FFF2-40B4-BE49-F238E27FC236}">
                  <a16:creationId xmlns:a16="http://schemas.microsoft.com/office/drawing/2014/main" id="{A0232235-5C18-441D-B708-01ACAE26D805}"/>
                </a:ext>
              </a:extLst>
            </p:cNvPr>
            <p:cNvSpPr/>
            <p:nvPr/>
          </p:nvSpPr>
          <p:spPr>
            <a:xfrm>
              <a:off x="10225656" y="8876298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055" name="Hexagon 5054">
              <a:extLst>
                <a:ext uri="{FF2B5EF4-FFF2-40B4-BE49-F238E27FC236}">
                  <a16:creationId xmlns:a16="http://schemas.microsoft.com/office/drawing/2014/main" id="{286170BC-025A-4EBC-9D40-64B23A4F70FE}"/>
                </a:ext>
              </a:extLst>
            </p:cNvPr>
            <p:cNvSpPr/>
            <p:nvPr/>
          </p:nvSpPr>
          <p:spPr>
            <a:xfrm>
              <a:off x="10227561" y="8696009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056" name="Hexagon 5055">
              <a:extLst>
                <a:ext uri="{FF2B5EF4-FFF2-40B4-BE49-F238E27FC236}">
                  <a16:creationId xmlns:a16="http://schemas.microsoft.com/office/drawing/2014/main" id="{CFC94E67-DDA4-4E61-BD61-D975985A5C44}"/>
                </a:ext>
              </a:extLst>
            </p:cNvPr>
            <p:cNvSpPr/>
            <p:nvPr/>
          </p:nvSpPr>
          <p:spPr>
            <a:xfrm>
              <a:off x="9054081" y="7880935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057" name="Hexagon 5056">
              <a:extLst>
                <a:ext uri="{FF2B5EF4-FFF2-40B4-BE49-F238E27FC236}">
                  <a16:creationId xmlns:a16="http://schemas.microsoft.com/office/drawing/2014/main" id="{BBA4E533-19BE-45A2-9D2E-943CD6423C15}"/>
                </a:ext>
              </a:extLst>
            </p:cNvPr>
            <p:cNvSpPr/>
            <p:nvPr/>
          </p:nvSpPr>
          <p:spPr>
            <a:xfrm>
              <a:off x="9055986" y="8065561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058" name="Hexagon 5057">
              <a:extLst>
                <a:ext uri="{FF2B5EF4-FFF2-40B4-BE49-F238E27FC236}">
                  <a16:creationId xmlns:a16="http://schemas.microsoft.com/office/drawing/2014/main" id="{D6EEC830-C3D3-4352-A6C2-A95B9B1D3ABA}"/>
                </a:ext>
              </a:extLst>
            </p:cNvPr>
            <p:cNvSpPr/>
            <p:nvPr/>
          </p:nvSpPr>
          <p:spPr>
            <a:xfrm>
              <a:off x="9054081" y="7516020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059" name="Hexagon 5058">
              <a:extLst>
                <a:ext uri="{FF2B5EF4-FFF2-40B4-BE49-F238E27FC236}">
                  <a16:creationId xmlns:a16="http://schemas.microsoft.com/office/drawing/2014/main" id="{F73E220D-58AB-47F5-94E7-37BCE749D0A1}"/>
                </a:ext>
              </a:extLst>
            </p:cNvPr>
            <p:cNvSpPr/>
            <p:nvPr/>
          </p:nvSpPr>
          <p:spPr>
            <a:xfrm>
              <a:off x="9055986" y="7700646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061" name="Hexagon 5060">
              <a:extLst>
                <a:ext uri="{FF2B5EF4-FFF2-40B4-BE49-F238E27FC236}">
                  <a16:creationId xmlns:a16="http://schemas.microsoft.com/office/drawing/2014/main" id="{7CA90949-6DBD-4167-ACBD-96328C42F72B}"/>
                </a:ext>
              </a:extLst>
            </p:cNvPr>
            <p:cNvSpPr/>
            <p:nvPr/>
          </p:nvSpPr>
          <p:spPr>
            <a:xfrm>
              <a:off x="8115868" y="841671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062" name="Hexagon 5061">
              <a:extLst>
                <a:ext uri="{FF2B5EF4-FFF2-40B4-BE49-F238E27FC236}">
                  <a16:creationId xmlns:a16="http://schemas.microsoft.com/office/drawing/2014/main" id="{76F907AD-905E-4E7C-A94A-8FBF3F6E934C}"/>
                </a:ext>
              </a:extLst>
            </p:cNvPr>
            <p:cNvSpPr/>
            <p:nvPr/>
          </p:nvSpPr>
          <p:spPr>
            <a:xfrm>
              <a:off x="8115868" y="8051802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063" name="Hexagon 5062">
              <a:extLst>
                <a:ext uri="{FF2B5EF4-FFF2-40B4-BE49-F238E27FC236}">
                  <a16:creationId xmlns:a16="http://schemas.microsoft.com/office/drawing/2014/main" id="{0AEF4BDE-6D8F-4A8C-9F52-AD835C0AEC6E}"/>
                </a:ext>
              </a:extLst>
            </p:cNvPr>
            <p:cNvSpPr/>
            <p:nvPr/>
          </p:nvSpPr>
          <p:spPr>
            <a:xfrm>
              <a:off x="8117773" y="8236428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064" name="Hexagon 5063">
              <a:extLst>
                <a:ext uri="{FF2B5EF4-FFF2-40B4-BE49-F238E27FC236}">
                  <a16:creationId xmlns:a16="http://schemas.microsoft.com/office/drawing/2014/main" id="{254B0856-B8BA-4356-BA7D-9A3A9944DA0B}"/>
                </a:ext>
              </a:extLst>
            </p:cNvPr>
            <p:cNvSpPr/>
            <p:nvPr/>
          </p:nvSpPr>
          <p:spPr>
            <a:xfrm>
              <a:off x="7641999" y="8238123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065" name="Hexagon 5064">
              <a:extLst>
                <a:ext uri="{FF2B5EF4-FFF2-40B4-BE49-F238E27FC236}">
                  <a16:creationId xmlns:a16="http://schemas.microsoft.com/office/drawing/2014/main" id="{211580EF-5EEA-4D16-BB54-5CB4B1D73FAF}"/>
                </a:ext>
              </a:extLst>
            </p:cNvPr>
            <p:cNvSpPr/>
            <p:nvPr/>
          </p:nvSpPr>
          <p:spPr>
            <a:xfrm>
              <a:off x="7641999" y="7873208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066" name="Hexagon 5065">
              <a:extLst>
                <a:ext uri="{FF2B5EF4-FFF2-40B4-BE49-F238E27FC236}">
                  <a16:creationId xmlns:a16="http://schemas.microsoft.com/office/drawing/2014/main" id="{CE9DE997-E09B-491D-80C8-1A4A8AE73C81}"/>
                </a:ext>
              </a:extLst>
            </p:cNvPr>
            <p:cNvSpPr/>
            <p:nvPr/>
          </p:nvSpPr>
          <p:spPr>
            <a:xfrm>
              <a:off x="7643904" y="8057834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067" name="Hexagon 5066">
              <a:extLst>
                <a:ext uri="{FF2B5EF4-FFF2-40B4-BE49-F238E27FC236}">
                  <a16:creationId xmlns:a16="http://schemas.microsoft.com/office/drawing/2014/main" id="{8D096756-0046-4DFE-9812-046CE8C5EE96}"/>
                </a:ext>
              </a:extLst>
            </p:cNvPr>
            <p:cNvSpPr/>
            <p:nvPr/>
          </p:nvSpPr>
          <p:spPr>
            <a:xfrm>
              <a:off x="7882505" y="7421355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068" name="Hexagon 5067">
              <a:extLst>
                <a:ext uri="{FF2B5EF4-FFF2-40B4-BE49-F238E27FC236}">
                  <a16:creationId xmlns:a16="http://schemas.microsoft.com/office/drawing/2014/main" id="{F51E82E7-6915-47C8-A64D-B3797C10BECF}"/>
                </a:ext>
              </a:extLst>
            </p:cNvPr>
            <p:cNvSpPr/>
            <p:nvPr/>
          </p:nvSpPr>
          <p:spPr>
            <a:xfrm>
              <a:off x="7882505" y="7056440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069" name="Hexagon 5068">
              <a:extLst>
                <a:ext uri="{FF2B5EF4-FFF2-40B4-BE49-F238E27FC236}">
                  <a16:creationId xmlns:a16="http://schemas.microsoft.com/office/drawing/2014/main" id="{7F9FBEB3-5BFA-4B66-B86E-02561B6A8C66}"/>
                </a:ext>
              </a:extLst>
            </p:cNvPr>
            <p:cNvSpPr/>
            <p:nvPr/>
          </p:nvSpPr>
          <p:spPr>
            <a:xfrm>
              <a:off x="7884410" y="7241066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070" name="Hexagon 5069">
              <a:extLst>
                <a:ext uri="{FF2B5EF4-FFF2-40B4-BE49-F238E27FC236}">
                  <a16:creationId xmlns:a16="http://schemas.microsoft.com/office/drawing/2014/main" id="{19098EC9-AFE1-4B2D-97B7-0E84DC921C47}"/>
                </a:ext>
              </a:extLst>
            </p:cNvPr>
            <p:cNvSpPr/>
            <p:nvPr/>
          </p:nvSpPr>
          <p:spPr>
            <a:xfrm>
              <a:off x="7644380" y="7511843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071" name="Hexagon 5070">
              <a:extLst>
                <a:ext uri="{FF2B5EF4-FFF2-40B4-BE49-F238E27FC236}">
                  <a16:creationId xmlns:a16="http://schemas.microsoft.com/office/drawing/2014/main" id="{1144D009-2CF6-44BE-A470-2734BB0691E1}"/>
                </a:ext>
              </a:extLst>
            </p:cNvPr>
            <p:cNvSpPr/>
            <p:nvPr/>
          </p:nvSpPr>
          <p:spPr>
            <a:xfrm>
              <a:off x="7644380" y="7146928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072" name="Hexagon 5071">
              <a:extLst>
                <a:ext uri="{FF2B5EF4-FFF2-40B4-BE49-F238E27FC236}">
                  <a16:creationId xmlns:a16="http://schemas.microsoft.com/office/drawing/2014/main" id="{A4A72332-79D5-4071-9B4B-077D0831DAF7}"/>
                </a:ext>
              </a:extLst>
            </p:cNvPr>
            <p:cNvSpPr/>
            <p:nvPr/>
          </p:nvSpPr>
          <p:spPr>
            <a:xfrm>
              <a:off x="7646285" y="7331554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073" name="Hexagon 5072">
              <a:extLst>
                <a:ext uri="{FF2B5EF4-FFF2-40B4-BE49-F238E27FC236}">
                  <a16:creationId xmlns:a16="http://schemas.microsoft.com/office/drawing/2014/main" id="{B829706A-28D0-4FF3-9B6D-2A9288773D4B}"/>
                </a:ext>
              </a:extLst>
            </p:cNvPr>
            <p:cNvSpPr/>
            <p:nvPr/>
          </p:nvSpPr>
          <p:spPr>
            <a:xfrm>
              <a:off x="7415779" y="7602330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074" name="Hexagon 5073">
              <a:extLst>
                <a:ext uri="{FF2B5EF4-FFF2-40B4-BE49-F238E27FC236}">
                  <a16:creationId xmlns:a16="http://schemas.microsoft.com/office/drawing/2014/main" id="{CE8AEADF-74C9-4BB4-B120-0EAC957D233D}"/>
                </a:ext>
              </a:extLst>
            </p:cNvPr>
            <p:cNvSpPr/>
            <p:nvPr/>
          </p:nvSpPr>
          <p:spPr>
            <a:xfrm>
              <a:off x="7415779" y="7237415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075" name="Hexagon 5074">
              <a:extLst>
                <a:ext uri="{FF2B5EF4-FFF2-40B4-BE49-F238E27FC236}">
                  <a16:creationId xmlns:a16="http://schemas.microsoft.com/office/drawing/2014/main" id="{CFDC4637-9746-4865-90F8-2F30FE193075}"/>
                </a:ext>
              </a:extLst>
            </p:cNvPr>
            <p:cNvSpPr/>
            <p:nvPr/>
          </p:nvSpPr>
          <p:spPr>
            <a:xfrm>
              <a:off x="7417684" y="7422041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076" name="Hexagon 5075">
              <a:extLst>
                <a:ext uri="{FF2B5EF4-FFF2-40B4-BE49-F238E27FC236}">
                  <a16:creationId xmlns:a16="http://schemas.microsoft.com/office/drawing/2014/main" id="{EE6DCAF9-8C92-4EB7-953F-F50C8AD86E3F}"/>
                </a:ext>
              </a:extLst>
            </p:cNvPr>
            <p:cNvSpPr/>
            <p:nvPr/>
          </p:nvSpPr>
          <p:spPr>
            <a:xfrm>
              <a:off x="7188373" y="7505456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077" name="Hexagon 5076">
              <a:extLst>
                <a:ext uri="{FF2B5EF4-FFF2-40B4-BE49-F238E27FC236}">
                  <a16:creationId xmlns:a16="http://schemas.microsoft.com/office/drawing/2014/main" id="{6AE23DF5-41AD-43AE-8EF8-D12E592B8779}"/>
                </a:ext>
              </a:extLst>
            </p:cNvPr>
            <p:cNvSpPr/>
            <p:nvPr/>
          </p:nvSpPr>
          <p:spPr>
            <a:xfrm>
              <a:off x="8119442" y="7143749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078" name="Hexagon 5077">
              <a:extLst>
                <a:ext uri="{FF2B5EF4-FFF2-40B4-BE49-F238E27FC236}">
                  <a16:creationId xmlns:a16="http://schemas.microsoft.com/office/drawing/2014/main" id="{5D14A801-BE4D-45CF-94A0-7389F768EEE0}"/>
                </a:ext>
              </a:extLst>
            </p:cNvPr>
            <p:cNvSpPr/>
            <p:nvPr/>
          </p:nvSpPr>
          <p:spPr>
            <a:xfrm>
              <a:off x="8344467" y="7239796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079" name="Hexagon 5078">
              <a:extLst>
                <a:ext uri="{FF2B5EF4-FFF2-40B4-BE49-F238E27FC236}">
                  <a16:creationId xmlns:a16="http://schemas.microsoft.com/office/drawing/2014/main" id="{830A1632-8C03-44C2-AEF1-4C735FB860F3}"/>
                </a:ext>
              </a:extLst>
            </p:cNvPr>
            <p:cNvSpPr/>
            <p:nvPr/>
          </p:nvSpPr>
          <p:spPr>
            <a:xfrm>
              <a:off x="8346372" y="7424422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080" name="Hexagon 5079">
              <a:extLst>
                <a:ext uri="{FF2B5EF4-FFF2-40B4-BE49-F238E27FC236}">
                  <a16:creationId xmlns:a16="http://schemas.microsoft.com/office/drawing/2014/main" id="{F70698FE-4ADB-4840-B450-E545C0D425E2}"/>
                </a:ext>
              </a:extLst>
            </p:cNvPr>
            <p:cNvSpPr/>
            <p:nvPr/>
          </p:nvSpPr>
          <p:spPr>
            <a:xfrm>
              <a:off x="8346848" y="7961315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081" name="Hexagon 5080">
              <a:extLst>
                <a:ext uri="{FF2B5EF4-FFF2-40B4-BE49-F238E27FC236}">
                  <a16:creationId xmlns:a16="http://schemas.microsoft.com/office/drawing/2014/main" id="{93A9CF44-5FF9-4E52-B489-88BC50901B88}"/>
                </a:ext>
              </a:extLst>
            </p:cNvPr>
            <p:cNvSpPr/>
            <p:nvPr/>
          </p:nvSpPr>
          <p:spPr>
            <a:xfrm>
              <a:off x="8348753" y="8145941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082" name="Hexagon 5081">
              <a:extLst>
                <a:ext uri="{FF2B5EF4-FFF2-40B4-BE49-F238E27FC236}">
                  <a16:creationId xmlns:a16="http://schemas.microsoft.com/office/drawing/2014/main" id="{44AB0A00-0FA7-4C5D-8475-6954F0CE34E7}"/>
                </a:ext>
              </a:extLst>
            </p:cNvPr>
            <p:cNvSpPr/>
            <p:nvPr/>
          </p:nvSpPr>
          <p:spPr>
            <a:xfrm>
              <a:off x="8584973" y="7870828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083" name="Hexagon 5082">
              <a:extLst>
                <a:ext uri="{FF2B5EF4-FFF2-40B4-BE49-F238E27FC236}">
                  <a16:creationId xmlns:a16="http://schemas.microsoft.com/office/drawing/2014/main" id="{E3CDE7CC-FD38-44F3-A51D-A916D9D85D7E}"/>
                </a:ext>
              </a:extLst>
            </p:cNvPr>
            <p:cNvSpPr/>
            <p:nvPr/>
          </p:nvSpPr>
          <p:spPr>
            <a:xfrm>
              <a:off x="8586878" y="8055454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084" name="Hexagon 5083">
              <a:extLst>
                <a:ext uri="{FF2B5EF4-FFF2-40B4-BE49-F238E27FC236}">
                  <a16:creationId xmlns:a16="http://schemas.microsoft.com/office/drawing/2014/main" id="{E80E2E68-D3C2-4D86-9413-FAAA4E45E5A5}"/>
                </a:ext>
              </a:extLst>
            </p:cNvPr>
            <p:cNvSpPr/>
            <p:nvPr/>
          </p:nvSpPr>
          <p:spPr>
            <a:xfrm>
              <a:off x="8582591" y="7508878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085" name="Hexagon 5084">
              <a:extLst>
                <a:ext uri="{FF2B5EF4-FFF2-40B4-BE49-F238E27FC236}">
                  <a16:creationId xmlns:a16="http://schemas.microsoft.com/office/drawing/2014/main" id="{4ABA5C4F-A85C-4A04-B99B-F6DE5669BCEA}"/>
                </a:ext>
              </a:extLst>
            </p:cNvPr>
            <p:cNvSpPr/>
            <p:nvPr/>
          </p:nvSpPr>
          <p:spPr>
            <a:xfrm>
              <a:off x="8584496" y="7693504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086" name="Hexagon 5085">
              <a:extLst>
                <a:ext uri="{FF2B5EF4-FFF2-40B4-BE49-F238E27FC236}">
                  <a16:creationId xmlns:a16="http://schemas.microsoft.com/office/drawing/2014/main" id="{B21C58DE-106D-4F2A-B2D2-751C1FA079BD}"/>
                </a:ext>
              </a:extLst>
            </p:cNvPr>
            <p:cNvSpPr/>
            <p:nvPr/>
          </p:nvSpPr>
          <p:spPr>
            <a:xfrm>
              <a:off x="8820716" y="7594603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087" name="Hexagon 5086">
              <a:extLst>
                <a:ext uri="{FF2B5EF4-FFF2-40B4-BE49-F238E27FC236}">
                  <a16:creationId xmlns:a16="http://schemas.microsoft.com/office/drawing/2014/main" id="{8C99663F-C2E1-4391-92AB-6DD808C3BCC3}"/>
                </a:ext>
              </a:extLst>
            </p:cNvPr>
            <p:cNvSpPr/>
            <p:nvPr/>
          </p:nvSpPr>
          <p:spPr>
            <a:xfrm>
              <a:off x="8822621" y="7779229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088" name="Hexagon 5087">
              <a:extLst>
                <a:ext uri="{FF2B5EF4-FFF2-40B4-BE49-F238E27FC236}">
                  <a16:creationId xmlns:a16="http://schemas.microsoft.com/office/drawing/2014/main" id="{53486711-7007-40F0-9D97-0F7684BE6FEF}"/>
                </a:ext>
              </a:extLst>
            </p:cNvPr>
            <p:cNvSpPr/>
            <p:nvPr/>
          </p:nvSpPr>
          <p:spPr>
            <a:xfrm>
              <a:off x="8353994" y="7777958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089" name="Hexagon 5088">
              <a:extLst>
                <a:ext uri="{FF2B5EF4-FFF2-40B4-BE49-F238E27FC236}">
                  <a16:creationId xmlns:a16="http://schemas.microsoft.com/office/drawing/2014/main" id="{70F2D7DD-39D6-48B4-B36D-C752AD464D8E}"/>
                </a:ext>
              </a:extLst>
            </p:cNvPr>
            <p:cNvSpPr/>
            <p:nvPr/>
          </p:nvSpPr>
          <p:spPr>
            <a:xfrm>
              <a:off x="8113486" y="7682709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090" name="Hexagon 5089">
              <a:extLst>
                <a:ext uri="{FF2B5EF4-FFF2-40B4-BE49-F238E27FC236}">
                  <a16:creationId xmlns:a16="http://schemas.microsoft.com/office/drawing/2014/main" id="{825355B7-94AF-4A42-AD28-0AAB916BB10B}"/>
                </a:ext>
              </a:extLst>
            </p:cNvPr>
            <p:cNvSpPr/>
            <p:nvPr/>
          </p:nvSpPr>
          <p:spPr>
            <a:xfrm>
              <a:off x="8818338" y="7425534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091" name="Hexagon 5090">
              <a:extLst>
                <a:ext uri="{FF2B5EF4-FFF2-40B4-BE49-F238E27FC236}">
                  <a16:creationId xmlns:a16="http://schemas.microsoft.com/office/drawing/2014/main" id="{214CE9E0-EB00-4792-9C61-144B33C4472E}"/>
                </a:ext>
              </a:extLst>
            </p:cNvPr>
            <p:cNvSpPr/>
            <p:nvPr/>
          </p:nvSpPr>
          <p:spPr>
            <a:xfrm>
              <a:off x="8577830" y="7330285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092" name="Hexagon 5091">
              <a:extLst>
                <a:ext uri="{FF2B5EF4-FFF2-40B4-BE49-F238E27FC236}">
                  <a16:creationId xmlns:a16="http://schemas.microsoft.com/office/drawing/2014/main" id="{A7FAF816-ADB6-4CE8-BFE2-16C14AA155C6}"/>
                </a:ext>
              </a:extLst>
            </p:cNvPr>
            <p:cNvSpPr/>
            <p:nvPr/>
          </p:nvSpPr>
          <p:spPr>
            <a:xfrm>
              <a:off x="7649142" y="8790575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093" name="Hexagon 5092">
              <a:extLst>
                <a:ext uri="{FF2B5EF4-FFF2-40B4-BE49-F238E27FC236}">
                  <a16:creationId xmlns:a16="http://schemas.microsoft.com/office/drawing/2014/main" id="{B378844B-38A6-4B41-90FB-3148870C0B0D}"/>
                </a:ext>
              </a:extLst>
            </p:cNvPr>
            <p:cNvSpPr/>
            <p:nvPr/>
          </p:nvSpPr>
          <p:spPr>
            <a:xfrm>
              <a:off x="7651047" y="8610286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094" name="Hexagon 5093">
              <a:extLst>
                <a:ext uri="{FF2B5EF4-FFF2-40B4-BE49-F238E27FC236}">
                  <a16:creationId xmlns:a16="http://schemas.microsoft.com/office/drawing/2014/main" id="{2C199089-ED39-4165-BD63-EFF9C9943818}"/>
                </a:ext>
              </a:extLst>
            </p:cNvPr>
            <p:cNvSpPr/>
            <p:nvPr/>
          </p:nvSpPr>
          <p:spPr>
            <a:xfrm>
              <a:off x="8351611" y="8514349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095" name="Hexagon 5094">
              <a:extLst>
                <a:ext uri="{FF2B5EF4-FFF2-40B4-BE49-F238E27FC236}">
                  <a16:creationId xmlns:a16="http://schemas.microsoft.com/office/drawing/2014/main" id="{BA1C0156-C420-488A-A066-F2DFED342384}"/>
                </a:ext>
              </a:extLst>
            </p:cNvPr>
            <p:cNvSpPr/>
            <p:nvPr/>
          </p:nvSpPr>
          <p:spPr>
            <a:xfrm>
              <a:off x="8584974" y="8418515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13" name="6级">
            <a:extLst>
              <a:ext uri="{FF2B5EF4-FFF2-40B4-BE49-F238E27FC236}">
                <a16:creationId xmlns:a16="http://schemas.microsoft.com/office/drawing/2014/main" id="{34D4FCF5-83A6-4A54-8F27-28F9788E69B2}"/>
              </a:ext>
            </a:extLst>
          </p:cNvPr>
          <p:cNvGrpSpPr/>
          <p:nvPr/>
        </p:nvGrpSpPr>
        <p:grpSpPr>
          <a:xfrm>
            <a:off x="658193" y="7869601"/>
            <a:ext cx="11739384" cy="2373789"/>
            <a:chOff x="658193" y="7869601"/>
            <a:chExt cx="11739384" cy="2373789"/>
          </a:xfrm>
        </p:grpSpPr>
        <p:sp>
          <p:nvSpPr>
            <p:cNvPr id="3468" name="Hexagon 3467">
              <a:extLst>
                <a:ext uri="{FF2B5EF4-FFF2-40B4-BE49-F238E27FC236}">
                  <a16:creationId xmlns:a16="http://schemas.microsoft.com/office/drawing/2014/main" id="{168CAF32-BB25-49BB-8AE3-B28AE23BD4BF}"/>
                </a:ext>
              </a:extLst>
            </p:cNvPr>
            <p:cNvSpPr/>
            <p:nvPr/>
          </p:nvSpPr>
          <p:spPr>
            <a:xfrm>
              <a:off x="660099" y="9512188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205" name="Hexagon 4204">
              <a:extLst>
                <a:ext uri="{FF2B5EF4-FFF2-40B4-BE49-F238E27FC236}">
                  <a16:creationId xmlns:a16="http://schemas.microsoft.com/office/drawing/2014/main" id="{FFF181C0-17DB-4F6E-814B-3F5757EED5F4}"/>
                </a:ext>
              </a:extLst>
            </p:cNvPr>
            <p:cNvSpPr/>
            <p:nvPr/>
          </p:nvSpPr>
          <p:spPr>
            <a:xfrm>
              <a:off x="660098" y="9329308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209" name="Hexagon 4208">
              <a:extLst>
                <a:ext uri="{FF2B5EF4-FFF2-40B4-BE49-F238E27FC236}">
                  <a16:creationId xmlns:a16="http://schemas.microsoft.com/office/drawing/2014/main" id="{2A2CF6FB-E475-489C-A431-7C7760B8871F}"/>
                </a:ext>
              </a:extLst>
            </p:cNvPr>
            <p:cNvSpPr/>
            <p:nvPr/>
          </p:nvSpPr>
          <p:spPr>
            <a:xfrm>
              <a:off x="658193" y="9152143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210" name="Hexagon 4209">
              <a:extLst>
                <a:ext uri="{FF2B5EF4-FFF2-40B4-BE49-F238E27FC236}">
                  <a16:creationId xmlns:a16="http://schemas.microsoft.com/office/drawing/2014/main" id="{938A4E09-2F95-492C-B6D3-B18305B33758}"/>
                </a:ext>
              </a:extLst>
            </p:cNvPr>
            <p:cNvSpPr/>
            <p:nvPr/>
          </p:nvSpPr>
          <p:spPr>
            <a:xfrm>
              <a:off x="658193" y="8965453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211" name="Hexagon 4210">
              <a:extLst>
                <a:ext uri="{FF2B5EF4-FFF2-40B4-BE49-F238E27FC236}">
                  <a16:creationId xmlns:a16="http://schemas.microsoft.com/office/drawing/2014/main" id="{6BCB0064-6FF4-4FB8-8275-509CB8EEBB6B}"/>
                </a:ext>
              </a:extLst>
            </p:cNvPr>
            <p:cNvSpPr/>
            <p:nvPr/>
          </p:nvSpPr>
          <p:spPr>
            <a:xfrm>
              <a:off x="900129" y="9599818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212" name="Hexagon 4211">
              <a:extLst>
                <a:ext uri="{FF2B5EF4-FFF2-40B4-BE49-F238E27FC236}">
                  <a16:creationId xmlns:a16="http://schemas.microsoft.com/office/drawing/2014/main" id="{07FCD725-7935-4398-9449-02F6890DBD32}"/>
                </a:ext>
              </a:extLst>
            </p:cNvPr>
            <p:cNvSpPr/>
            <p:nvPr/>
          </p:nvSpPr>
          <p:spPr>
            <a:xfrm>
              <a:off x="900128" y="9416938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213" name="Hexagon 4212">
              <a:extLst>
                <a:ext uri="{FF2B5EF4-FFF2-40B4-BE49-F238E27FC236}">
                  <a16:creationId xmlns:a16="http://schemas.microsoft.com/office/drawing/2014/main" id="{EBA740F7-7027-4B19-80EF-B5815FC9CD02}"/>
                </a:ext>
              </a:extLst>
            </p:cNvPr>
            <p:cNvSpPr/>
            <p:nvPr/>
          </p:nvSpPr>
          <p:spPr>
            <a:xfrm>
              <a:off x="898223" y="9239773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214" name="Hexagon 4213">
              <a:extLst>
                <a:ext uri="{FF2B5EF4-FFF2-40B4-BE49-F238E27FC236}">
                  <a16:creationId xmlns:a16="http://schemas.microsoft.com/office/drawing/2014/main" id="{D29423B1-F0D6-49F1-8381-23827EB88085}"/>
                </a:ext>
              </a:extLst>
            </p:cNvPr>
            <p:cNvSpPr/>
            <p:nvPr/>
          </p:nvSpPr>
          <p:spPr>
            <a:xfrm>
              <a:off x="898223" y="9053083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215" name="Hexagon 4214">
              <a:extLst>
                <a:ext uri="{FF2B5EF4-FFF2-40B4-BE49-F238E27FC236}">
                  <a16:creationId xmlns:a16="http://schemas.microsoft.com/office/drawing/2014/main" id="{3ABAD710-0933-4830-8F11-C1281A8C6B7B}"/>
                </a:ext>
              </a:extLst>
            </p:cNvPr>
            <p:cNvSpPr/>
            <p:nvPr/>
          </p:nvSpPr>
          <p:spPr>
            <a:xfrm>
              <a:off x="1138254" y="9510283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216" name="Hexagon 4215">
              <a:extLst>
                <a:ext uri="{FF2B5EF4-FFF2-40B4-BE49-F238E27FC236}">
                  <a16:creationId xmlns:a16="http://schemas.microsoft.com/office/drawing/2014/main" id="{9CCE72EF-C836-4871-860D-8763B84D72E9}"/>
                </a:ext>
              </a:extLst>
            </p:cNvPr>
            <p:cNvSpPr/>
            <p:nvPr/>
          </p:nvSpPr>
          <p:spPr>
            <a:xfrm>
              <a:off x="1138253" y="9327403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217" name="Hexagon 4216">
              <a:extLst>
                <a:ext uri="{FF2B5EF4-FFF2-40B4-BE49-F238E27FC236}">
                  <a16:creationId xmlns:a16="http://schemas.microsoft.com/office/drawing/2014/main" id="{CBABEC06-83E4-4BAD-9768-55E212130B9A}"/>
                </a:ext>
              </a:extLst>
            </p:cNvPr>
            <p:cNvSpPr/>
            <p:nvPr/>
          </p:nvSpPr>
          <p:spPr>
            <a:xfrm>
              <a:off x="1136348" y="9150238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218" name="Hexagon 4217">
              <a:extLst>
                <a:ext uri="{FF2B5EF4-FFF2-40B4-BE49-F238E27FC236}">
                  <a16:creationId xmlns:a16="http://schemas.microsoft.com/office/drawing/2014/main" id="{CBD690DC-C623-4E3F-87D6-193D91B77827}"/>
                </a:ext>
              </a:extLst>
            </p:cNvPr>
            <p:cNvSpPr/>
            <p:nvPr/>
          </p:nvSpPr>
          <p:spPr>
            <a:xfrm>
              <a:off x="1136348" y="8963548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219" name="Hexagon 4218">
              <a:extLst>
                <a:ext uri="{FF2B5EF4-FFF2-40B4-BE49-F238E27FC236}">
                  <a16:creationId xmlns:a16="http://schemas.microsoft.com/office/drawing/2014/main" id="{0997CB1F-81E3-4683-A36C-5876C30109DC}"/>
                </a:ext>
              </a:extLst>
            </p:cNvPr>
            <p:cNvSpPr/>
            <p:nvPr/>
          </p:nvSpPr>
          <p:spPr>
            <a:xfrm>
              <a:off x="1372569" y="9601723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220" name="Hexagon 4219">
              <a:extLst>
                <a:ext uri="{FF2B5EF4-FFF2-40B4-BE49-F238E27FC236}">
                  <a16:creationId xmlns:a16="http://schemas.microsoft.com/office/drawing/2014/main" id="{F148605A-29C4-4295-90F6-11D3A588DB34}"/>
                </a:ext>
              </a:extLst>
            </p:cNvPr>
            <p:cNvSpPr/>
            <p:nvPr/>
          </p:nvSpPr>
          <p:spPr>
            <a:xfrm>
              <a:off x="1372568" y="9418843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221" name="Hexagon 4220">
              <a:extLst>
                <a:ext uri="{FF2B5EF4-FFF2-40B4-BE49-F238E27FC236}">
                  <a16:creationId xmlns:a16="http://schemas.microsoft.com/office/drawing/2014/main" id="{E72071F2-6252-4088-AB0B-90DA3A185F0F}"/>
                </a:ext>
              </a:extLst>
            </p:cNvPr>
            <p:cNvSpPr/>
            <p:nvPr/>
          </p:nvSpPr>
          <p:spPr>
            <a:xfrm>
              <a:off x="1370663" y="9241678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222" name="Hexagon 4221">
              <a:extLst>
                <a:ext uri="{FF2B5EF4-FFF2-40B4-BE49-F238E27FC236}">
                  <a16:creationId xmlns:a16="http://schemas.microsoft.com/office/drawing/2014/main" id="{67B56728-09F1-48C3-B580-CAA99DF6CC17}"/>
                </a:ext>
              </a:extLst>
            </p:cNvPr>
            <p:cNvSpPr/>
            <p:nvPr/>
          </p:nvSpPr>
          <p:spPr>
            <a:xfrm>
              <a:off x="1370663" y="9054988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223" name="Hexagon 4222">
              <a:extLst>
                <a:ext uri="{FF2B5EF4-FFF2-40B4-BE49-F238E27FC236}">
                  <a16:creationId xmlns:a16="http://schemas.microsoft.com/office/drawing/2014/main" id="{AC5AC172-C775-4A61-84A8-D51368BA0309}"/>
                </a:ext>
              </a:extLst>
            </p:cNvPr>
            <p:cNvSpPr/>
            <p:nvPr/>
          </p:nvSpPr>
          <p:spPr>
            <a:xfrm>
              <a:off x="1603074" y="9698878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224" name="Hexagon 4223">
              <a:extLst>
                <a:ext uri="{FF2B5EF4-FFF2-40B4-BE49-F238E27FC236}">
                  <a16:creationId xmlns:a16="http://schemas.microsoft.com/office/drawing/2014/main" id="{92B71A83-4F4A-4485-8242-4CFBF30CC05B}"/>
                </a:ext>
              </a:extLst>
            </p:cNvPr>
            <p:cNvSpPr/>
            <p:nvPr/>
          </p:nvSpPr>
          <p:spPr>
            <a:xfrm>
              <a:off x="1603073" y="9515998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225" name="Hexagon 4224">
              <a:extLst>
                <a:ext uri="{FF2B5EF4-FFF2-40B4-BE49-F238E27FC236}">
                  <a16:creationId xmlns:a16="http://schemas.microsoft.com/office/drawing/2014/main" id="{09971252-88B3-48FD-BBCA-CC7B761C6513}"/>
                </a:ext>
              </a:extLst>
            </p:cNvPr>
            <p:cNvSpPr/>
            <p:nvPr/>
          </p:nvSpPr>
          <p:spPr>
            <a:xfrm>
              <a:off x="1601168" y="9338833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226" name="Hexagon 4225">
              <a:extLst>
                <a:ext uri="{FF2B5EF4-FFF2-40B4-BE49-F238E27FC236}">
                  <a16:creationId xmlns:a16="http://schemas.microsoft.com/office/drawing/2014/main" id="{C1D753B7-4696-4131-BD12-FEB4E462AD79}"/>
                </a:ext>
              </a:extLst>
            </p:cNvPr>
            <p:cNvSpPr/>
            <p:nvPr/>
          </p:nvSpPr>
          <p:spPr>
            <a:xfrm>
              <a:off x="1601168" y="9152143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227" name="Hexagon 4226">
              <a:extLst>
                <a:ext uri="{FF2B5EF4-FFF2-40B4-BE49-F238E27FC236}">
                  <a16:creationId xmlns:a16="http://schemas.microsoft.com/office/drawing/2014/main" id="{42961D48-ADD7-48C0-807F-161A847223A0}"/>
                </a:ext>
              </a:extLst>
            </p:cNvPr>
            <p:cNvSpPr/>
            <p:nvPr/>
          </p:nvSpPr>
          <p:spPr>
            <a:xfrm>
              <a:off x="1839294" y="9790318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228" name="Hexagon 4227">
              <a:extLst>
                <a:ext uri="{FF2B5EF4-FFF2-40B4-BE49-F238E27FC236}">
                  <a16:creationId xmlns:a16="http://schemas.microsoft.com/office/drawing/2014/main" id="{75962096-F5C5-441F-95ED-EA3E802463F7}"/>
                </a:ext>
              </a:extLst>
            </p:cNvPr>
            <p:cNvSpPr/>
            <p:nvPr/>
          </p:nvSpPr>
          <p:spPr>
            <a:xfrm>
              <a:off x="1839293" y="9607438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229" name="Hexagon 4228">
              <a:extLst>
                <a:ext uri="{FF2B5EF4-FFF2-40B4-BE49-F238E27FC236}">
                  <a16:creationId xmlns:a16="http://schemas.microsoft.com/office/drawing/2014/main" id="{3C362064-E76B-45FA-A4C8-B11C8AF5A9A5}"/>
                </a:ext>
              </a:extLst>
            </p:cNvPr>
            <p:cNvSpPr/>
            <p:nvPr/>
          </p:nvSpPr>
          <p:spPr>
            <a:xfrm>
              <a:off x="1837388" y="9430273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230" name="Hexagon 4229">
              <a:extLst>
                <a:ext uri="{FF2B5EF4-FFF2-40B4-BE49-F238E27FC236}">
                  <a16:creationId xmlns:a16="http://schemas.microsoft.com/office/drawing/2014/main" id="{F6A72C68-81B5-4EF1-9018-9348C6008B4C}"/>
                </a:ext>
              </a:extLst>
            </p:cNvPr>
            <p:cNvSpPr/>
            <p:nvPr/>
          </p:nvSpPr>
          <p:spPr>
            <a:xfrm>
              <a:off x="1837388" y="9243583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231" name="Hexagon 4230">
              <a:extLst>
                <a:ext uri="{FF2B5EF4-FFF2-40B4-BE49-F238E27FC236}">
                  <a16:creationId xmlns:a16="http://schemas.microsoft.com/office/drawing/2014/main" id="{0E38C057-CDC8-4484-BA22-FE3F084A513E}"/>
                </a:ext>
              </a:extLst>
            </p:cNvPr>
            <p:cNvSpPr/>
            <p:nvPr/>
          </p:nvSpPr>
          <p:spPr>
            <a:xfrm>
              <a:off x="2069799" y="9693163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232" name="Hexagon 4231">
              <a:extLst>
                <a:ext uri="{FF2B5EF4-FFF2-40B4-BE49-F238E27FC236}">
                  <a16:creationId xmlns:a16="http://schemas.microsoft.com/office/drawing/2014/main" id="{6E4D04EF-D57C-46DC-A1E7-85871992043F}"/>
                </a:ext>
              </a:extLst>
            </p:cNvPr>
            <p:cNvSpPr/>
            <p:nvPr/>
          </p:nvSpPr>
          <p:spPr>
            <a:xfrm>
              <a:off x="2069798" y="9510283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233" name="Hexagon 4232">
              <a:extLst>
                <a:ext uri="{FF2B5EF4-FFF2-40B4-BE49-F238E27FC236}">
                  <a16:creationId xmlns:a16="http://schemas.microsoft.com/office/drawing/2014/main" id="{CDEAE2A5-83A6-4E83-9273-06BBAF24559B}"/>
                </a:ext>
              </a:extLst>
            </p:cNvPr>
            <p:cNvSpPr/>
            <p:nvPr/>
          </p:nvSpPr>
          <p:spPr>
            <a:xfrm>
              <a:off x="2067893" y="9333118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234" name="Hexagon 4233">
              <a:extLst>
                <a:ext uri="{FF2B5EF4-FFF2-40B4-BE49-F238E27FC236}">
                  <a16:creationId xmlns:a16="http://schemas.microsoft.com/office/drawing/2014/main" id="{C55C47BB-805C-4A1E-A4E4-9B702D236081}"/>
                </a:ext>
              </a:extLst>
            </p:cNvPr>
            <p:cNvSpPr/>
            <p:nvPr/>
          </p:nvSpPr>
          <p:spPr>
            <a:xfrm>
              <a:off x="2067893" y="9146428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235" name="Hexagon 4234">
              <a:extLst>
                <a:ext uri="{FF2B5EF4-FFF2-40B4-BE49-F238E27FC236}">
                  <a16:creationId xmlns:a16="http://schemas.microsoft.com/office/drawing/2014/main" id="{80315520-1910-48FB-9B00-E531B2C1815E}"/>
                </a:ext>
              </a:extLst>
            </p:cNvPr>
            <p:cNvSpPr/>
            <p:nvPr/>
          </p:nvSpPr>
          <p:spPr>
            <a:xfrm>
              <a:off x="1372569" y="8868298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236" name="Hexagon 4235">
              <a:extLst>
                <a:ext uri="{FF2B5EF4-FFF2-40B4-BE49-F238E27FC236}">
                  <a16:creationId xmlns:a16="http://schemas.microsoft.com/office/drawing/2014/main" id="{681A024F-295A-4B21-A423-82D8CB066F57}"/>
                </a:ext>
              </a:extLst>
            </p:cNvPr>
            <p:cNvSpPr/>
            <p:nvPr/>
          </p:nvSpPr>
          <p:spPr>
            <a:xfrm>
              <a:off x="1372568" y="8685418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237" name="Hexagon 4236">
              <a:extLst>
                <a:ext uri="{FF2B5EF4-FFF2-40B4-BE49-F238E27FC236}">
                  <a16:creationId xmlns:a16="http://schemas.microsoft.com/office/drawing/2014/main" id="{990DE35D-6731-473A-9B20-54FF30BACC0C}"/>
                </a:ext>
              </a:extLst>
            </p:cNvPr>
            <p:cNvSpPr/>
            <p:nvPr/>
          </p:nvSpPr>
          <p:spPr>
            <a:xfrm>
              <a:off x="1370663" y="8508253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238" name="Hexagon 4237">
              <a:extLst>
                <a:ext uri="{FF2B5EF4-FFF2-40B4-BE49-F238E27FC236}">
                  <a16:creationId xmlns:a16="http://schemas.microsoft.com/office/drawing/2014/main" id="{A48D4716-9372-4494-99FE-C19DB5B529A5}"/>
                </a:ext>
              </a:extLst>
            </p:cNvPr>
            <p:cNvSpPr/>
            <p:nvPr/>
          </p:nvSpPr>
          <p:spPr>
            <a:xfrm>
              <a:off x="1370663" y="8321563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239" name="Hexagon 4238">
              <a:extLst>
                <a:ext uri="{FF2B5EF4-FFF2-40B4-BE49-F238E27FC236}">
                  <a16:creationId xmlns:a16="http://schemas.microsoft.com/office/drawing/2014/main" id="{C5C910A7-EB51-46AE-9294-424A7D173986}"/>
                </a:ext>
              </a:extLst>
            </p:cNvPr>
            <p:cNvSpPr/>
            <p:nvPr/>
          </p:nvSpPr>
          <p:spPr>
            <a:xfrm>
              <a:off x="1606884" y="8965453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240" name="Hexagon 4239">
              <a:extLst>
                <a:ext uri="{FF2B5EF4-FFF2-40B4-BE49-F238E27FC236}">
                  <a16:creationId xmlns:a16="http://schemas.microsoft.com/office/drawing/2014/main" id="{FC09EF50-90D0-4CC6-9877-F81259596827}"/>
                </a:ext>
              </a:extLst>
            </p:cNvPr>
            <p:cNvSpPr/>
            <p:nvPr/>
          </p:nvSpPr>
          <p:spPr>
            <a:xfrm>
              <a:off x="1606883" y="8782573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241" name="Hexagon 4240">
              <a:extLst>
                <a:ext uri="{FF2B5EF4-FFF2-40B4-BE49-F238E27FC236}">
                  <a16:creationId xmlns:a16="http://schemas.microsoft.com/office/drawing/2014/main" id="{EF614B6A-5D44-4F10-92F8-BD52D329C1E4}"/>
                </a:ext>
              </a:extLst>
            </p:cNvPr>
            <p:cNvSpPr/>
            <p:nvPr/>
          </p:nvSpPr>
          <p:spPr>
            <a:xfrm>
              <a:off x="1604978" y="8605408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242" name="Hexagon 4241">
              <a:extLst>
                <a:ext uri="{FF2B5EF4-FFF2-40B4-BE49-F238E27FC236}">
                  <a16:creationId xmlns:a16="http://schemas.microsoft.com/office/drawing/2014/main" id="{82B691AC-44B9-4602-A09E-A23465DEBC4B}"/>
                </a:ext>
              </a:extLst>
            </p:cNvPr>
            <p:cNvSpPr/>
            <p:nvPr/>
          </p:nvSpPr>
          <p:spPr>
            <a:xfrm>
              <a:off x="1604978" y="8418718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243" name="Hexagon 4242">
              <a:extLst>
                <a:ext uri="{FF2B5EF4-FFF2-40B4-BE49-F238E27FC236}">
                  <a16:creationId xmlns:a16="http://schemas.microsoft.com/office/drawing/2014/main" id="{1FAA70CB-AEED-4618-A869-54BBB8DAC5F7}"/>
                </a:ext>
              </a:extLst>
            </p:cNvPr>
            <p:cNvSpPr/>
            <p:nvPr/>
          </p:nvSpPr>
          <p:spPr>
            <a:xfrm>
              <a:off x="1839294" y="9058798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244" name="Hexagon 4243">
              <a:extLst>
                <a:ext uri="{FF2B5EF4-FFF2-40B4-BE49-F238E27FC236}">
                  <a16:creationId xmlns:a16="http://schemas.microsoft.com/office/drawing/2014/main" id="{B7B52838-7F2C-469E-8DE4-F62D1DBCB2EC}"/>
                </a:ext>
              </a:extLst>
            </p:cNvPr>
            <p:cNvSpPr/>
            <p:nvPr/>
          </p:nvSpPr>
          <p:spPr>
            <a:xfrm>
              <a:off x="1839293" y="8875918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245" name="Hexagon 4244">
              <a:extLst>
                <a:ext uri="{FF2B5EF4-FFF2-40B4-BE49-F238E27FC236}">
                  <a16:creationId xmlns:a16="http://schemas.microsoft.com/office/drawing/2014/main" id="{0D94E8F2-D1B0-4B12-9A5C-06CF40857620}"/>
                </a:ext>
              </a:extLst>
            </p:cNvPr>
            <p:cNvSpPr/>
            <p:nvPr/>
          </p:nvSpPr>
          <p:spPr>
            <a:xfrm>
              <a:off x="1837388" y="8698753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246" name="Hexagon 4245">
              <a:extLst>
                <a:ext uri="{FF2B5EF4-FFF2-40B4-BE49-F238E27FC236}">
                  <a16:creationId xmlns:a16="http://schemas.microsoft.com/office/drawing/2014/main" id="{9D0BDB88-15E8-4B02-AB79-BD5E85621B18}"/>
                </a:ext>
              </a:extLst>
            </p:cNvPr>
            <p:cNvSpPr/>
            <p:nvPr/>
          </p:nvSpPr>
          <p:spPr>
            <a:xfrm>
              <a:off x="1837388" y="8512063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247" name="Hexagon 4246">
              <a:extLst>
                <a:ext uri="{FF2B5EF4-FFF2-40B4-BE49-F238E27FC236}">
                  <a16:creationId xmlns:a16="http://schemas.microsoft.com/office/drawing/2014/main" id="{B8A4791F-C0FD-41F5-908D-B1BE65E53D0B}"/>
                </a:ext>
              </a:extLst>
            </p:cNvPr>
            <p:cNvSpPr/>
            <p:nvPr/>
          </p:nvSpPr>
          <p:spPr>
            <a:xfrm>
              <a:off x="2071704" y="8965453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248" name="Hexagon 4247">
              <a:extLst>
                <a:ext uri="{FF2B5EF4-FFF2-40B4-BE49-F238E27FC236}">
                  <a16:creationId xmlns:a16="http://schemas.microsoft.com/office/drawing/2014/main" id="{7DC8D83D-88FF-4754-9A91-C423DAE67846}"/>
                </a:ext>
              </a:extLst>
            </p:cNvPr>
            <p:cNvSpPr/>
            <p:nvPr/>
          </p:nvSpPr>
          <p:spPr>
            <a:xfrm>
              <a:off x="2071703" y="8782573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249" name="Hexagon 4248">
              <a:extLst>
                <a:ext uri="{FF2B5EF4-FFF2-40B4-BE49-F238E27FC236}">
                  <a16:creationId xmlns:a16="http://schemas.microsoft.com/office/drawing/2014/main" id="{338A7FCC-76BA-4C6F-8B80-F864E1770BEC}"/>
                </a:ext>
              </a:extLst>
            </p:cNvPr>
            <p:cNvSpPr/>
            <p:nvPr/>
          </p:nvSpPr>
          <p:spPr>
            <a:xfrm>
              <a:off x="2069798" y="8605408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250" name="Hexagon 4249">
              <a:extLst>
                <a:ext uri="{FF2B5EF4-FFF2-40B4-BE49-F238E27FC236}">
                  <a16:creationId xmlns:a16="http://schemas.microsoft.com/office/drawing/2014/main" id="{AC611B6C-973F-41FD-9219-D4D906E7101E}"/>
                </a:ext>
              </a:extLst>
            </p:cNvPr>
            <p:cNvSpPr/>
            <p:nvPr/>
          </p:nvSpPr>
          <p:spPr>
            <a:xfrm>
              <a:off x="2069798" y="8418718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251" name="Hexagon 4250">
              <a:extLst>
                <a:ext uri="{FF2B5EF4-FFF2-40B4-BE49-F238E27FC236}">
                  <a16:creationId xmlns:a16="http://schemas.microsoft.com/office/drawing/2014/main" id="{57ED2BFA-B6DC-4428-B16C-97BF6671AF25}"/>
                </a:ext>
              </a:extLst>
            </p:cNvPr>
            <p:cNvSpPr/>
            <p:nvPr/>
          </p:nvSpPr>
          <p:spPr>
            <a:xfrm>
              <a:off x="2304114" y="9232153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252" name="Hexagon 4251">
              <a:extLst>
                <a:ext uri="{FF2B5EF4-FFF2-40B4-BE49-F238E27FC236}">
                  <a16:creationId xmlns:a16="http://schemas.microsoft.com/office/drawing/2014/main" id="{C988B9C4-C973-49D2-B896-6B77B13967F5}"/>
                </a:ext>
              </a:extLst>
            </p:cNvPr>
            <p:cNvSpPr/>
            <p:nvPr/>
          </p:nvSpPr>
          <p:spPr>
            <a:xfrm>
              <a:off x="2304113" y="9049273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253" name="Hexagon 4252">
              <a:extLst>
                <a:ext uri="{FF2B5EF4-FFF2-40B4-BE49-F238E27FC236}">
                  <a16:creationId xmlns:a16="http://schemas.microsoft.com/office/drawing/2014/main" id="{E20EB677-F7EC-46AB-9725-A969297DFAFF}"/>
                </a:ext>
              </a:extLst>
            </p:cNvPr>
            <p:cNvSpPr/>
            <p:nvPr/>
          </p:nvSpPr>
          <p:spPr>
            <a:xfrm>
              <a:off x="2302208" y="8872108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254" name="Hexagon 4253">
              <a:extLst>
                <a:ext uri="{FF2B5EF4-FFF2-40B4-BE49-F238E27FC236}">
                  <a16:creationId xmlns:a16="http://schemas.microsoft.com/office/drawing/2014/main" id="{6B527EF2-BD3A-461B-A357-480699386A2F}"/>
                </a:ext>
              </a:extLst>
            </p:cNvPr>
            <p:cNvSpPr/>
            <p:nvPr/>
          </p:nvSpPr>
          <p:spPr>
            <a:xfrm>
              <a:off x="2302208" y="8685418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255" name="Hexagon 4254">
              <a:extLst>
                <a:ext uri="{FF2B5EF4-FFF2-40B4-BE49-F238E27FC236}">
                  <a16:creationId xmlns:a16="http://schemas.microsoft.com/office/drawing/2014/main" id="{5E32D6B5-6A56-41DE-B901-5A432D42F40A}"/>
                </a:ext>
              </a:extLst>
            </p:cNvPr>
            <p:cNvSpPr/>
            <p:nvPr/>
          </p:nvSpPr>
          <p:spPr>
            <a:xfrm>
              <a:off x="2533191" y="9868899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256" name="Hexagon 4255">
              <a:extLst>
                <a:ext uri="{FF2B5EF4-FFF2-40B4-BE49-F238E27FC236}">
                  <a16:creationId xmlns:a16="http://schemas.microsoft.com/office/drawing/2014/main" id="{BB14E503-C40C-4F64-B59D-6AD4104709B2}"/>
                </a:ext>
              </a:extLst>
            </p:cNvPr>
            <p:cNvSpPr/>
            <p:nvPr/>
          </p:nvSpPr>
          <p:spPr>
            <a:xfrm>
              <a:off x="2540333" y="9683638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257" name="Hexagon 4256">
              <a:extLst>
                <a:ext uri="{FF2B5EF4-FFF2-40B4-BE49-F238E27FC236}">
                  <a16:creationId xmlns:a16="http://schemas.microsoft.com/office/drawing/2014/main" id="{FFC76F38-1F8A-4D4C-9810-30422952AD08}"/>
                </a:ext>
              </a:extLst>
            </p:cNvPr>
            <p:cNvSpPr/>
            <p:nvPr/>
          </p:nvSpPr>
          <p:spPr>
            <a:xfrm>
              <a:off x="2538428" y="9506473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258" name="Hexagon 4257">
              <a:extLst>
                <a:ext uri="{FF2B5EF4-FFF2-40B4-BE49-F238E27FC236}">
                  <a16:creationId xmlns:a16="http://schemas.microsoft.com/office/drawing/2014/main" id="{10FADFC9-C649-481B-B2AA-A9F9D034A7C8}"/>
                </a:ext>
              </a:extLst>
            </p:cNvPr>
            <p:cNvSpPr/>
            <p:nvPr/>
          </p:nvSpPr>
          <p:spPr>
            <a:xfrm>
              <a:off x="2538428" y="9319783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259" name="Hexagon 4258">
              <a:extLst>
                <a:ext uri="{FF2B5EF4-FFF2-40B4-BE49-F238E27FC236}">
                  <a16:creationId xmlns:a16="http://schemas.microsoft.com/office/drawing/2014/main" id="{F7B669F3-D411-4F1A-BD07-5642EEB6A688}"/>
                </a:ext>
              </a:extLst>
            </p:cNvPr>
            <p:cNvSpPr/>
            <p:nvPr/>
          </p:nvSpPr>
          <p:spPr>
            <a:xfrm>
              <a:off x="2306019" y="9961768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260" name="Hexagon 4259">
              <a:extLst>
                <a:ext uri="{FF2B5EF4-FFF2-40B4-BE49-F238E27FC236}">
                  <a16:creationId xmlns:a16="http://schemas.microsoft.com/office/drawing/2014/main" id="{B6562D09-C343-411F-AC49-1758700E5259}"/>
                </a:ext>
              </a:extLst>
            </p:cNvPr>
            <p:cNvSpPr/>
            <p:nvPr/>
          </p:nvSpPr>
          <p:spPr>
            <a:xfrm>
              <a:off x="2306018" y="9778888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261" name="Hexagon 4260">
              <a:extLst>
                <a:ext uri="{FF2B5EF4-FFF2-40B4-BE49-F238E27FC236}">
                  <a16:creationId xmlns:a16="http://schemas.microsoft.com/office/drawing/2014/main" id="{609B7A3A-C73E-4C27-8650-C47203DEDDDF}"/>
                </a:ext>
              </a:extLst>
            </p:cNvPr>
            <p:cNvSpPr/>
            <p:nvPr/>
          </p:nvSpPr>
          <p:spPr>
            <a:xfrm>
              <a:off x="2304113" y="9601723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262" name="Hexagon 4261">
              <a:extLst>
                <a:ext uri="{FF2B5EF4-FFF2-40B4-BE49-F238E27FC236}">
                  <a16:creationId xmlns:a16="http://schemas.microsoft.com/office/drawing/2014/main" id="{C217F029-7F3F-4983-B9F3-05618399F0B9}"/>
                </a:ext>
              </a:extLst>
            </p:cNvPr>
            <p:cNvSpPr/>
            <p:nvPr/>
          </p:nvSpPr>
          <p:spPr>
            <a:xfrm>
              <a:off x="2065989" y="10055113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263" name="Hexagon 4262">
              <a:extLst>
                <a:ext uri="{FF2B5EF4-FFF2-40B4-BE49-F238E27FC236}">
                  <a16:creationId xmlns:a16="http://schemas.microsoft.com/office/drawing/2014/main" id="{89C7CF72-F5FF-4D02-B26F-677E2DF24BD2}"/>
                </a:ext>
              </a:extLst>
            </p:cNvPr>
            <p:cNvSpPr/>
            <p:nvPr/>
          </p:nvSpPr>
          <p:spPr>
            <a:xfrm>
              <a:off x="2065988" y="9872233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264" name="Hexagon 4263">
              <a:extLst>
                <a:ext uri="{FF2B5EF4-FFF2-40B4-BE49-F238E27FC236}">
                  <a16:creationId xmlns:a16="http://schemas.microsoft.com/office/drawing/2014/main" id="{E17A0D74-7AB9-40C8-9AB7-BA949E6AB878}"/>
                </a:ext>
              </a:extLst>
            </p:cNvPr>
            <p:cNvSpPr/>
            <p:nvPr/>
          </p:nvSpPr>
          <p:spPr>
            <a:xfrm>
              <a:off x="1829769" y="9967483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265" name="Hexagon 4264">
              <a:extLst>
                <a:ext uri="{FF2B5EF4-FFF2-40B4-BE49-F238E27FC236}">
                  <a16:creationId xmlns:a16="http://schemas.microsoft.com/office/drawing/2014/main" id="{48288F3C-D69B-4971-9A98-9581DD393E6D}"/>
                </a:ext>
              </a:extLst>
            </p:cNvPr>
            <p:cNvSpPr/>
            <p:nvPr/>
          </p:nvSpPr>
          <p:spPr>
            <a:xfrm>
              <a:off x="1595453" y="9874138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266" name="Hexagon 4265">
              <a:extLst>
                <a:ext uri="{FF2B5EF4-FFF2-40B4-BE49-F238E27FC236}">
                  <a16:creationId xmlns:a16="http://schemas.microsoft.com/office/drawing/2014/main" id="{C38EDB42-1C17-4172-859C-DA5B87466F69}"/>
                </a:ext>
              </a:extLst>
            </p:cNvPr>
            <p:cNvSpPr/>
            <p:nvPr/>
          </p:nvSpPr>
          <p:spPr>
            <a:xfrm>
              <a:off x="2534618" y="10055113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267" name="Hexagon 4266">
              <a:extLst>
                <a:ext uri="{FF2B5EF4-FFF2-40B4-BE49-F238E27FC236}">
                  <a16:creationId xmlns:a16="http://schemas.microsoft.com/office/drawing/2014/main" id="{16C5C53B-F24B-4E33-844B-FBFDEE93C51F}"/>
                </a:ext>
              </a:extLst>
            </p:cNvPr>
            <p:cNvSpPr/>
            <p:nvPr/>
          </p:nvSpPr>
          <p:spPr>
            <a:xfrm>
              <a:off x="1138254" y="8778763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268" name="Hexagon 4267">
              <a:extLst>
                <a:ext uri="{FF2B5EF4-FFF2-40B4-BE49-F238E27FC236}">
                  <a16:creationId xmlns:a16="http://schemas.microsoft.com/office/drawing/2014/main" id="{CD4290ED-50C1-4D5F-9626-24C5CE97996F}"/>
                </a:ext>
              </a:extLst>
            </p:cNvPr>
            <p:cNvSpPr/>
            <p:nvPr/>
          </p:nvSpPr>
          <p:spPr>
            <a:xfrm>
              <a:off x="2302208" y="8508253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493" name="Hexagon 4492">
              <a:extLst>
                <a:ext uri="{FF2B5EF4-FFF2-40B4-BE49-F238E27FC236}">
                  <a16:creationId xmlns:a16="http://schemas.microsoft.com/office/drawing/2014/main" id="{AE895906-21A5-44F2-A910-252FCE2338BC}"/>
                </a:ext>
              </a:extLst>
            </p:cNvPr>
            <p:cNvSpPr/>
            <p:nvPr/>
          </p:nvSpPr>
          <p:spPr>
            <a:xfrm>
              <a:off x="1364948" y="8144398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494" name="Hexagon 4493">
              <a:extLst>
                <a:ext uri="{FF2B5EF4-FFF2-40B4-BE49-F238E27FC236}">
                  <a16:creationId xmlns:a16="http://schemas.microsoft.com/office/drawing/2014/main" id="{07CDDADA-127D-4EEA-BE1A-286BDEF23192}"/>
                </a:ext>
              </a:extLst>
            </p:cNvPr>
            <p:cNvSpPr/>
            <p:nvPr/>
          </p:nvSpPr>
          <p:spPr>
            <a:xfrm>
              <a:off x="1597358" y="8237743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495" name="Hexagon 4494">
              <a:extLst>
                <a:ext uri="{FF2B5EF4-FFF2-40B4-BE49-F238E27FC236}">
                  <a16:creationId xmlns:a16="http://schemas.microsoft.com/office/drawing/2014/main" id="{1030C00F-F8A6-48C5-9EB3-B75D2614FB27}"/>
                </a:ext>
              </a:extLst>
            </p:cNvPr>
            <p:cNvSpPr/>
            <p:nvPr/>
          </p:nvSpPr>
          <p:spPr>
            <a:xfrm>
              <a:off x="1829768" y="8331088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496" name="Hexagon 4495">
              <a:extLst>
                <a:ext uri="{FF2B5EF4-FFF2-40B4-BE49-F238E27FC236}">
                  <a16:creationId xmlns:a16="http://schemas.microsoft.com/office/drawing/2014/main" id="{D4B68D30-5699-42BE-9D84-C38E0027022B}"/>
                </a:ext>
              </a:extLst>
            </p:cNvPr>
            <p:cNvSpPr/>
            <p:nvPr/>
          </p:nvSpPr>
          <p:spPr>
            <a:xfrm>
              <a:off x="1829768" y="8144398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958" name="Hexagon 4957">
              <a:extLst>
                <a:ext uri="{FF2B5EF4-FFF2-40B4-BE49-F238E27FC236}">
                  <a16:creationId xmlns:a16="http://schemas.microsoft.com/office/drawing/2014/main" id="{BBC63BD0-C82A-435C-8DBE-9979D423D876}"/>
                </a:ext>
              </a:extLst>
            </p:cNvPr>
            <p:cNvSpPr/>
            <p:nvPr/>
          </p:nvSpPr>
          <p:spPr>
            <a:xfrm>
              <a:off x="2538745" y="8780033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959" name="Hexagon 4958">
              <a:extLst>
                <a:ext uri="{FF2B5EF4-FFF2-40B4-BE49-F238E27FC236}">
                  <a16:creationId xmlns:a16="http://schemas.microsoft.com/office/drawing/2014/main" id="{4166D730-B88E-42A7-A4CE-E057A8DB8E3A}"/>
                </a:ext>
              </a:extLst>
            </p:cNvPr>
            <p:cNvSpPr/>
            <p:nvPr/>
          </p:nvSpPr>
          <p:spPr>
            <a:xfrm>
              <a:off x="2533983" y="8598899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960" name="Hexagon 4959">
              <a:extLst>
                <a:ext uri="{FF2B5EF4-FFF2-40B4-BE49-F238E27FC236}">
                  <a16:creationId xmlns:a16="http://schemas.microsoft.com/office/drawing/2014/main" id="{4DA24D8B-A891-4FCE-A2AF-EE0366F4C64E}"/>
                </a:ext>
              </a:extLst>
            </p:cNvPr>
            <p:cNvSpPr/>
            <p:nvPr/>
          </p:nvSpPr>
          <p:spPr>
            <a:xfrm>
              <a:off x="2540333" y="8419353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961" name="Hexagon 4960">
              <a:extLst>
                <a:ext uri="{FF2B5EF4-FFF2-40B4-BE49-F238E27FC236}">
                  <a16:creationId xmlns:a16="http://schemas.microsoft.com/office/drawing/2014/main" id="{2F19ADDC-90D1-4DAB-9B0B-D8745A5B4206}"/>
                </a:ext>
              </a:extLst>
            </p:cNvPr>
            <p:cNvSpPr/>
            <p:nvPr/>
          </p:nvSpPr>
          <p:spPr>
            <a:xfrm>
              <a:off x="2772108" y="8512540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962" name="Hexagon 4961">
              <a:extLst>
                <a:ext uri="{FF2B5EF4-FFF2-40B4-BE49-F238E27FC236}">
                  <a16:creationId xmlns:a16="http://schemas.microsoft.com/office/drawing/2014/main" id="{215EE716-E398-4744-9AD3-CEC0BE194DC4}"/>
                </a:ext>
              </a:extLst>
            </p:cNvPr>
            <p:cNvSpPr/>
            <p:nvPr/>
          </p:nvSpPr>
          <p:spPr>
            <a:xfrm>
              <a:off x="2772108" y="8330612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963" name="Hexagon 4962">
              <a:extLst>
                <a:ext uri="{FF2B5EF4-FFF2-40B4-BE49-F238E27FC236}">
                  <a16:creationId xmlns:a16="http://schemas.microsoft.com/office/drawing/2014/main" id="{14DC6976-C5DA-496F-A42D-FDCC9438EF00}"/>
                </a:ext>
              </a:extLst>
            </p:cNvPr>
            <p:cNvSpPr/>
            <p:nvPr/>
          </p:nvSpPr>
          <p:spPr>
            <a:xfrm>
              <a:off x="2772108" y="8155828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964" name="Hexagon 4963">
              <a:extLst>
                <a:ext uri="{FF2B5EF4-FFF2-40B4-BE49-F238E27FC236}">
                  <a16:creationId xmlns:a16="http://schemas.microsoft.com/office/drawing/2014/main" id="{348A0EE5-2F71-4660-8234-5EEB00D2B27F}"/>
                </a:ext>
              </a:extLst>
            </p:cNvPr>
            <p:cNvSpPr/>
            <p:nvPr/>
          </p:nvSpPr>
          <p:spPr>
            <a:xfrm>
              <a:off x="2768933" y="8687958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965" name="Hexagon 4964">
              <a:extLst>
                <a:ext uri="{FF2B5EF4-FFF2-40B4-BE49-F238E27FC236}">
                  <a16:creationId xmlns:a16="http://schemas.microsoft.com/office/drawing/2014/main" id="{47BB35D9-8D89-4441-A34D-81272E409EF7}"/>
                </a:ext>
              </a:extLst>
            </p:cNvPr>
            <p:cNvSpPr/>
            <p:nvPr/>
          </p:nvSpPr>
          <p:spPr>
            <a:xfrm>
              <a:off x="3005471" y="8248697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966" name="Hexagon 4965">
              <a:extLst>
                <a:ext uri="{FF2B5EF4-FFF2-40B4-BE49-F238E27FC236}">
                  <a16:creationId xmlns:a16="http://schemas.microsoft.com/office/drawing/2014/main" id="{124FFAA2-8FB9-4B95-B3B6-4879EB0A6678}"/>
                </a:ext>
              </a:extLst>
            </p:cNvPr>
            <p:cNvSpPr/>
            <p:nvPr/>
          </p:nvSpPr>
          <p:spPr>
            <a:xfrm>
              <a:off x="3236452" y="8336803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967" name="Hexagon 4966">
              <a:extLst>
                <a:ext uri="{FF2B5EF4-FFF2-40B4-BE49-F238E27FC236}">
                  <a16:creationId xmlns:a16="http://schemas.microsoft.com/office/drawing/2014/main" id="{61822C84-1F29-40A7-8D07-BB4D9E165346}"/>
                </a:ext>
              </a:extLst>
            </p:cNvPr>
            <p:cNvSpPr/>
            <p:nvPr/>
          </p:nvSpPr>
          <p:spPr>
            <a:xfrm>
              <a:off x="3007852" y="8432053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968" name="Hexagon 4967">
              <a:extLst>
                <a:ext uri="{FF2B5EF4-FFF2-40B4-BE49-F238E27FC236}">
                  <a16:creationId xmlns:a16="http://schemas.microsoft.com/office/drawing/2014/main" id="{03A20190-0B00-4EF2-A755-836A692A7569}"/>
                </a:ext>
              </a:extLst>
            </p:cNvPr>
            <p:cNvSpPr/>
            <p:nvPr/>
          </p:nvSpPr>
          <p:spPr>
            <a:xfrm>
              <a:off x="3234071" y="8520159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969" name="Hexagon 4968">
              <a:extLst>
                <a:ext uri="{FF2B5EF4-FFF2-40B4-BE49-F238E27FC236}">
                  <a16:creationId xmlns:a16="http://schemas.microsoft.com/office/drawing/2014/main" id="{80AAB807-FC0F-4C48-87D9-752F7732DA47}"/>
                </a:ext>
              </a:extLst>
            </p:cNvPr>
            <p:cNvSpPr/>
            <p:nvPr/>
          </p:nvSpPr>
          <p:spPr>
            <a:xfrm>
              <a:off x="3000708" y="8605884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970" name="Hexagon 4969">
              <a:extLst>
                <a:ext uri="{FF2B5EF4-FFF2-40B4-BE49-F238E27FC236}">
                  <a16:creationId xmlns:a16="http://schemas.microsoft.com/office/drawing/2014/main" id="{05F14DBD-2060-4DB2-8DBA-29C0BC69D169}"/>
                </a:ext>
              </a:extLst>
            </p:cNvPr>
            <p:cNvSpPr/>
            <p:nvPr/>
          </p:nvSpPr>
          <p:spPr>
            <a:xfrm>
              <a:off x="2988802" y="8786859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971" name="Hexagon 4970">
              <a:extLst>
                <a:ext uri="{FF2B5EF4-FFF2-40B4-BE49-F238E27FC236}">
                  <a16:creationId xmlns:a16="http://schemas.microsoft.com/office/drawing/2014/main" id="{47D9AEB4-0765-4C0A-9AE2-F84CC141515C}"/>
                </a:ext>
              </a:extLst>
            </p:cNvPr>
            <p:cNvSpPr/>
            <p:nvPr/>
          </p:nvSpPr>
          <p:spPr>
            <a:xfrm>
              <a:off x="2993564" y="8967834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972" name="Hexagon 4971">
              <a:extLst>
                <a:ext uri="{FF2B5EF4-FFF2-40B4-BE49-F238E27FC236}">
                  <a16:creationId xmlns:a16="http://schemas.microsoft.com/office/drawing/2014/main" id="{32D3F126-808D-400F-B091-3DD5ED64C396}"/>
                </a:ext>
              </a:extLst>
            </p:cNvPr>
            <p:cNvSpPr/>
            <p:nvPr/>
          </p:nvSpPr>
          <p:spPr>
            <a:xfrm>
              <a:off x="2991182" y="9146428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973" name="Hexagon 4972">
              <a:extLst>
                <a:ext uri="{FF2B5EF4-FFF2-40B4-BE49-F238E27FC236}">
                  <a16:creationId xmlns:a16="http://schemas.microsoft.com/office/drawing/2014/main" id="{52669BDB-E90D-4709-A080-ABF14B6879EC}"/>
                </a:ext>
              </a:extLst>
            </p:cNvPr>
            <p:cNvSpPr/>
            <p:nvPr/>
          </p:nvSpPr>
          <p:spPr>
            <a:xfrm>
              <a:off x="3226927" y="8701134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974" name="Hexagon 4973">
              <a:extLst>
                <a:ext uri="{FF2B5EF4-FFF2-40B4-BE49-F238E27FC236}">
                  <a16:creationId xmlns:a16="http://schemas.microsoft.com/office/drawing/2014/main" id="{9D467C91-A74B-472D-B713-5A0DB485B052}"/>
                </a:ext>
              </a:extLst>
            </p:cNvPr>
            <p:cNvSpPr/>
            <p:nvPr/>
          </p:nvSpPr>
          <p:spPr>
            <a:xfrm>
              <a:off x="3231689" y="8882109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975" name="Hexagon 4974">
              <a:extLst>
                <a:ext uri="{FF2B5EF4-FFF2-40B4-BE49-F238E27FC236}">
                  <a16:creationId xmlns:a16="http://schemas.microsoft.com/office/drawing/2014/main" id="{606A2D0A-C5D4-4469-BC92-0EE85020AB71}"/>
                </a:ext>
              </a:extLst>
            </p:cNvPr>
            <p:cNvSpPr/>
            <p:nvPr/>
          </p:nvSpPr>
          <p:spPr>
            <a:xfrm>
              <a:off x="3229307" y="9060703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976" name="Hexagon 4975">
              <a:extLst>
                <a:ext uri="{FF2B5EF4-FFF2-40B4-BE49-F238E27FC236}">
                  <a16:creationId xmlns:a16="http://schemas.microsoft.com/office/drawing/2014/main" id="{6EFE2F50-08C7-41AD-B744-228789E5F65B}"/>
                </a:ext>
              </a:extLst>
            </p:cNvPr>
            <p:cNvSpPr/>
            <p:nvPr/>
          </p:nvSpPr>
          <p:spPr>
            <a:xfrm>
              <a:off x="3462671" y="8605884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977" name="Hexagon 4976">
              <a:extLst>
                <a:ext uri="{FF2B5EF4-FFF2-40B4-BE49-F238E27FC236}">
                  <a16:creationId xmlns:a16="http://schemas.microsoft.com/office/drawing/2014/main" id="{2E63A3BD-743D-46A8-94DF-1A625A0BE0E9}"/>
                </a:ext>
              </a:extLst>
            </p:cNvPr>
            <p:cNvSpPr/>
            <p:nvPr/>
          </p:nvSpPr>
          <p:spPr>
            <a:xfrm>
              <a:off x="3467433" y="8786859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978" name="Hexagon 4977">
              <a:extLst>
                <a:ext uri="{FF2B5EF4-FFF2-40B4-BE49-F238E27FC236}">
                  <a16:creationId xmlns:a16="http://schemas.microsoft.com/office/drawing/2014/main" id="{15AB66EF-ABE6-4729-8610-6480B106C1E1}"/>
                </a:ext>
              </a:extLst>
            </p:cNvPr>
            <p:cNvSpPr/>
            <p:nvPr/>
          </p:nvSpPr>
          <p:spPr>
            <a:xfrm>
              <a:off x="3465051" y="8965453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979" name="Hexagon 4978">
              <a:extLst>
                <a:ext uri="{FF2B5EF4-FFF2-40B4-BE49-F238E27FC236}">
                  <a16:creationId xmlns:a16="http://schemas.microsoft.com/office/drawing/2014/main" id="{2CD32AF7-B2FD-4B64-A1B6-9D8B516E733A}"/>
                </a:ext>
              </a:extLst>
            </p:cNvPr>
            <p:cNvSpPr/>
            <p:nvPr/>
          </p:nvSpPr>
          <p:spPr>
            <a:xfrm>
              <a:off x="3696033" y="8701134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980" name="Hexagon 4979">
              <a:extLst>
                <a:ext uri="{FF2B5EF4-FFF2-40B4-BE49-F238E27FC236}">
                  <a16:creationId xmlns:a16="http://schemas.microsoft.com/office/drawing/2014/main" id="{43D1B0B4-BFAE-444D-87BF-CA1F16D752D0}"/>
                </a:ext>
              </a:extLst>
            </p:cNvPr>
            <p:cNvSpPr/>
            <p:nvPr/>
          </p:nvSpPr>
          <p:spPr>
            <a:xfrm>
              <a:off x="3700795" y="8882109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981" name="Hexagon 4980">
              <a:extLst>
                <a:ext uri="{FF2B5EF4-FFF2-40B4-BE49-F238E27FC236}">
                  <a16:creationId xmlns:a16="http://schemas.microsoft.com/office/drawing/2014/main" id="{70C02186-C7DB-489A-BD17-576F855611FC}"/>
                </a:ext>
              </a:extLst>
            </p:cNvPr>
            <p:cNvSpPr/>
            <p:nvPr/>
          </p:nvSpPr>
          <p:spPr>
            <a:xfrm>
              <a:off x="3698413" y="9060703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982" name="Hexagon 4981">
              <a:extLst>
                <a:ext uri="{FF2B5EF4-FFF2-40B4-BE49-F238E27FC236}">
                  <a16:creationId xmlns:a16="http://schemas.microsoft.com/office/drawing/2014/main" id="{D6C3359E-9659-4324-BFFA-F20F2FFDB6F6}"/>
                </a:ext>
              </a:extLst>
            </p:cNvPr>
            <p:cNvSpPr/>
            <p:nvPr/>
          </p:nvSpPr>
          <p:spPr>
            <a:xfrm>
              <a:off x="3457908" y="9148809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983" name="Hexagon 4982">
              <a:extLst>
                <a:ext uri="{FF2B5EF4-FFF2-40B4-BE49-F238E27FC236}">
                  <a16:creationId xmlns:a16="http://schemas.microsoft.com/office/drawing/2014/main" id="{49DB0812-BE94-445C-8B97-D2B79BBA56D1}"/>
                </a:ext>
              </a:extLst>
            </p:cNvPr>
            <p:cNvSpPr/>
            <p:nvPr/>
          </p:nvSpPr>
          <p:spPr>
            <a:xfrm>
              <a:off x="3462670" y="9329784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984" name="Hexagon 4983">
              <a:extLst>
                <a:ext uri="{FF2B5EF4-FFF2-40B4-BE49-F238E27FC236}">
                  <a16:creationId xmlns:a16="http://schemas.microsoft.com/office/drawing/2014/main" id="{E393CA7A-2DA8-4385-8359-3F0DC612B674}"/>
                </a:ext>
              </a:extLst>
            </p:cNvPr>
            <p:cNvSpPr/>
            <p:nvPr/>
          </p:nvSpPr>
          <p:spPr>
            <a:xfrm>
              <a:off x="3460288" y="9513140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985" name="Hexagon 4984">
              <a:extLst>
                <a:ext uri="{FF2B5EF4-FFF2-40B4-BE49-F238E27FC236}">
                  <a16:creationId xmlns:a16="http://schemas.microsoft.com/office/drawing/2014/main" id="{9869570D-0790-47BF-9B5A-3646D47FD278}"/>
                </a:ext>
              </a:extLst>
            </p:cNvPr>
            <p:cNvSpPr/>
            <p:nvPr/>
          </p:nvSpPr>
          <p:spPr>
            <a:xfrm>
              <a:off x="3686508" y="9244059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986" name="Hexagon 4985">
              <a:extLst>
                <a:ext uri="{FF2B5EF4-FFF2-40B4-BE49-F238E27FC236}">
                  <a16:creationId xmlns:a16="http://schemas.microsoft.com/office/drawing/2014/main" id="{A6B86AF9-88F1-4300-BA6C-54C2CAAEDA90}"/>
                </a:ext>
              </a:extLst>
            </p:cNvPr>
            <p:cNvSpPr/>
            <p:nvPr/>
          </p:nvSpPr>
          <p:spPr>
            <a:xfrm>
              <a:off x="3691270" y="9425034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987" name="Hexagon 4986">
              <a:extLst>
                <a:ext uri="{FF2B5EF4-FFF2-40B4-BE49-F238E27FC236}">
                  <a16:creationId xmlns:a16="http://schemas.microsoft.com/office/drawing/2014/main" id="{AC91EAE5-8587-4E92-9CF7-99FD61E4B53E}"/>
                </a:ext>
              </a:extLst>
            </p:cNvPr>
            <p:cNvSpPr/>
            <p:nvPr/>
          </p:nvSpPr>
          <p:spPr>
            <a:xfrm>
              <a:off x="3688888" y="9608390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988" name="Hexagon 4987">
              <a:extLst>
                <a:ext uri="{FF2B5EF4-FFF2-40B4-BE49-F238E27FC236}">
                  <a16:creationId xmlns:a16="http://schemas.microsoft.com/office/drawing/2014/main" id="{D3481EFC-82B4-4F68-B7EB-5DF373B0196E}"/>
                </a:ext>
              </a:extLst>
            </p:cNvPr>
            <p:cNvSpPr/>
            <p:nvPr/>
          </p:nvSpPr>
          <p:spPr>
            <a:xfrm>
              <a:off x="3460289" y="9698878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989" name="Hexagon 4988">
              <a:extLst>
                <a:ext uri="{FF2B5EF4-FFF2-40B4-BE49-F238E27FC236}">
                  <a16:creationId xmlns:a16="http://schemas.microsoft.com/office/drawing/2014/main" id="{12CCA5BD-ADF3-4C26-8B06-2CC6EDA1A6B7}"/>
                </a:ext>
              </a:extLst>
            </p:cNvPr>
            <p:cNvSpPr/>
            <p:nvPr/>
          </p:nvSpPr>
          <p:spPr>
            <a:xfrm>
              <a:off x="3460289" y="9877472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990" name="Hexagon 4989">
              <a:extLst>
                <a:ext uri="{FF2B5EF4-FFF2-40B4-BE49-F238E27FC236}">
                  <a16:creationId xmlns:a16="http://schemas.microsoft.com/office/drawing/2014/main" id="{8BA36B3F-9808-47CF-BBB1-1A6DCA14AF29}"/>
                </a:ext>
              </a:extLst>
            </p:cNvPr>
            <p:cNvSpPr/>
            <p:nvPr/>
          </p:nvSpPr>
          <p:spPr>
            <a:xfrm>
              <a:off x="3457907" y="10056066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991" name="Hexagon 4990">
              <a:extLst>
                <a:ext uri="{FF2B5EF4-FFF2-40B4-BE49-F238E27FC236}">
                  <a16:creationId xmlns:a16="http://schemas.microsoft.com/office/drawing/2014/main" id="{403C2D1B-2667-4C8F-A3D6-35D6D3DE8DCA}"/>
                </a:ext>
              </a:extLst>
            </p:cNvPr>
            <p:cNvSpPr/>
            <p:nvPr/>
          </p:nvSpPr>
          <p:spPr>
            <a:xfrm>
              <a:off x="2760202" y="9236916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992" name="Hexagon 4991">
              <a:extLst>
                <a:ext uri="{FF2B5EF4-FFF2-40B4-BE49-F238E27FC236}">
                  <a16:creationId xmlns:a16="http://schemas.microsoft.com/office/drawing/2014/main" id="{7BE5D872-B00A-4970-8B5E-FBB8758616AA}"/>
                </a:ext>
              </a:extLst>
            </p:cNvPr>
            <p:cNvSpPr/>
            <p:nvPr/>
          </p:nvSpPr>
          <p:spPr>
            <a:xfrm>
              <a:off x="2764964" y="9417891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993" name="Hexagon 4992">
              <a:extLst>
                <a:ext uri="{FF2B5EF4-FFF2-40B4-BE49-F238E27FC236}">
                  <a16:creationId xmlns:a16="http://schemas.microsoft.com/office/drawing/2014/main" id="{92A2610F-D988-4B97-8415-6784D2DCA803}"/>
                </a:ext>
              </a:extLst>
            </p:cNvPr>
            <p:cNvSpPr/>
            <p:nvPr/>
          </p:nvSpPr>
          <p:spPr>
            <a:xfrm>
              <a:off x="2762582" y="9596485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994" name="Hexagon 4993">
              <a:extLst>
                <a:ext uri="{FF2B5EF4-FFF2-40B4-BE49-F238E27FC236}">
                  <a16:creationId xmlns:a16="http://schemas.microsoft.com/office/drawing/2014/main" id="{7ACAC75A-FF28-4AFB-BE21-37C03C742531}"/>
                </a:ext>
              </a:extLst>
            </p:cNvPr>
            <p:cNvSpPr/>
            <p:nvPr/>
          </p:nvSpPr>
          <p:spPr>
            <a:xfrm>
              <a:off x="2995946" y="9329784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995" name="Hexagon 4994">
              <a:extLst>
                <a:ext uri="{FF2B5EF4-FFF2-40B4-BE49-F238E27FC236}">
                  <a16:creationId xmlns:a16="http://schemas.microsoft.com/office/drawing/2014/main" id="{C4FD8143-099C-4456-AEED-A87817530218}"/>
                </a:ext>
              </a:extLst>
            </p:cNvPr>
            <p:cNvSpPr/>
            <p:nvPr/>
          </p:nvSpPr>
          <p:spPr>
            <a:xfrm>
              <a:off x="3000708" y="9510759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996" name="Hexagon 4995">
              <a:extLst>
                <a:ext uri="{FF2B5EF4-FFF2-40B4-BE49-F238E27FC236}">
                  <a16:creationId xmlns:a16="http://schemas.microsoft.com/office/drawing/2014/main" id="{F58832D0-5805-459F-8E3C-47D95DC19FA6}"/>
                </a:ext>
              </a:extLst>
            </p:cNvPr>
            <p:cNvSpPr/>
            <p:nvPr/>
          </p:nvSpPr>
          <p:spPr>
            <a:xfrm>
              <a:off x="2998326" y="9689353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997" name="Hexagon 4996">
              <a:extLst>
                <a:ext uri="{FF2B5EF4-FFF2-40B4-BE49-F238E27FC236}">
                  <a16:creationId xmlns:a16="http://schemas.microsoft.com/office/drawing/2014/main" id="{5B4BE004-DF58-4437-A226-D092DA014926}"/>
                </a:ext>
              </a:extLst>
            </p:cNvPr>
            <p:cNvSpPr/>
            <p:nvPr/>
          </p:nvSpPr>
          <p:spPr>
            <a:xfrm>
              <a:off x="3224545" y="9239297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998" name="Hexagon 4997">
              <a:extLst>
                <a:ext uri="{FF2B5EF4-FFF2-40B4-BE49-F238E27FC236}">
                  <a16:creationId xmlns:a16="http://schemas.microsoft.com/office/drawing/2014/main" id="{300CB899-C7F5-4539-B51F-3B8FB57A533D}"/>
                </a:ext>
              </a:extLst>
            </p:cNvPr>
            <p:cNvSpPr/>
            <p:nvPr/>
          </p:nvSpPr>
          <p:spPr>
            <a:xfrm>
              <a:off x="3222163" y="9417891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999" name="Hexagon 4998">
              <a:extLst>
                <a:ext uri="{FF2B5EF4-FFF2-40B4-BE49-F238E27FC236}">
                  <a16:creationId xmlns:a16="http://schemas.microsoft.com/office/drawing/2014/main" id="{95268F84-1473-4AF1-AA12-054EAEFC479E}"/>
                </a:ext>
              </a:extLst>
            </p:cNvPr>
            <p:cNvSpPr/>
            <p:nvPr/>
          </p:nvSpPr>
          <p:spPr>
            <a:xfrm>
              <a:off x="2764964" y="9782222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000" name="Hexagon 4999">
              <a:extLst>
                <a:ext uri="{FF2B5EF4-FFF2-40B4-BE49-F238E27FC236}">
                  <a16:creationId xmlns:a16="http://schemas.microsoft.com/office/drawing/2014/main" id="{F36BA734-46C6-43B7-AA93-D7B4DBAF764A}"/>
                </a:ext>
              </a:extLst>
            </p:cNvPr>
            <p:cNvSpPr/>
            <p:nvPr/>
          </p:nvSpPr>
          <p:spPr>
            <a:xfrm>
              <a:off x="2762582" y="9960816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001" name="Hexagon 5000">
              <a:extLst>
                <a:ext uri="{FF2B5EF4-FFF2-40B4-BE49-F238E27FC236}">
                  <a16:creationId xmlns:a16="http://schemas.microsoft.com/office/drawing/2014/main" id="{5ACACF81-85F1-417B-A97D-54368DE136E2}"/>
                </a:ext>
              </a:extLst>
            </p:cNvPr>
            <p:cNvSpPr/>
            <p:nvPr/>
          </p:nvSpPr>
          <p:spPr>
            <a:xfrm>
              <a:off x="3002297" y="9878424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002" name="Hexagon 5001">
              <a:extLst>
                <a:ext uri="{FF2B5EF4-FFF2-40B4-BE49-F238E27FC236}">
                  <a16:creationId xmlns:a16="http://schemas.microsoft.com/office/drawing/2014/main" id="{5BCF4400-CBE5-4F79-9110-7C1E3DEFF378}"/>
                </a:ext>
              </a:extLst>
            </p:cNvPr>
            <p:cNvSpPr/>
            <p:nvPr/>
          </p:nvSpPr>
          <p:spPr>
            <a:xfrm>
              <a:off x="3231688" y="9970341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003" name="Hexagon 5002">
              <a:extLst>
                <a:ext uri="{FF2B5EF4-FFF2-40B4-BE49-F238E27FC236}">
                  <a16:creationId xmlns:a16="http://schemas.microsoft.com/office/drawing/2014/main" id="{92BE03F5-6979-4097-BBE5-85EFE3DA2E60}"/>
                </a:ext>
              </a:extLst>
            </p:cNvPr>
            <p:cNvSpPr/>
            <p:nvPr/>
          </p:nvSpPr>
          <p:spPr>
            <a:xfrm>
              <a:off x="3696033" y="9794128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004" name="Hexagon 5003">
              <a:extLst>
                <a:ext uri="{FF2B5EF4-FFF2-40B4-BE49-F238E27FC236}">
                  <a16:creationId xmlns:a16="http://schemas.microsoft.com/office/drawing/2014/main" id="{F09BE021-32B0-4A7E-8403-B3E4B39CEB87}"/>
                </a:ext>
              </a:extLst>
            </p:cNvPr>
            <p:cNvSpPr/>
            <p:nvPr/>
          </p:nvSpPr>
          <p:spPr>
            <a:xfrm>
              <a:off x="3927014" y="9329784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005" name="Hexagon 5004">
              <a:extLst>
                <a:ext uri="{FF2B5EF4-FFF2-40B4-BE49-F238E27FC236}">
                  <a16:creationId xmlns:a16="http://schemas.microsoft.com/office/drawing/2014/main" id="{374ACE51-C1E7-45E3-A9E9-6F355603FCE8}"/>
                </a:ext>
              </a:extLst>
            </p:cNvPr>
            <p:cNvSpPr/>
            <p:nvPr/>
          </p:nvSpPr>
          <p:spPr>
            <a:xfrm>
              <a:off x="3924632" y="9508378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096" name="Hexagon 5095">
              <a:extLst>
                <a:ext uri="{FF2B5EF4-FFF2-40B4-BE49-F238E27FC236}">
                  <a16:creationId xmlns:a16="http://schemas.microsoft.com/office/drawing/2014/main" id="{A30D03E1-0C84-4A15-BC46-730EF9FCC587}"/>
                </a:ext>
              </a:extLst>
            </p:cNvPr>
            <p:cNvSpPr/>
            <p:nvPr/>
          </p:nvSpPr>
          <p:spPr>
            <a:xfrm>
              <a:off x="9050987" y="9150714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097" name="Hexagon 5096">
              <a:extLst>
                <a:ext uri="{FF2B5EF4-FFF2-40B4-BE49-F238E27FC236}">
                  <a16:creationId xmlns:a16="http://schemas.microsoft.com/office/drawing/2014/main" id="{E10031D0-7629-432B-8678-1000D906519B}"/>
                </a:ext>
              </a:extLst>
            </p:cNvPr>
            <p:cNvSpPr/>
            <p:nvPr/>
          </p:nvSpPr>
          <p:spPr>
            <a:xfrm>
              <a:off x="9055749" y="9338832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098" name="Hexagon 5097">
              <a:extLst>
                <a:ext uri="{FF2B5EF4-FFF2-40B4-BE49-F238E27FC236}">
                  <a16:creationId xmlns:a16="http://schemas.microsoft.com/office/drawing/2014/main" id="{D160A720-1418-4C4C-8A3C-F4C71FC0AB3A}"/>
                </a:ext>
              </a:extLst>
            </p:cNvPr>
            <p:cNvSpPr/>
            <p:nvPr/>
          </p:nvSpPr>
          <p:spPr>
            <a:xfrm>
              <a:off x="9281968" y="9426939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099" name="Hexagon 5098">
              <a:extLst>
                <a:ext uri="{FF2B5EF4-FFF2-40B4-BE49-F238E27FC236}">
                  <a16:creationId xmlns:a16="http://schemas.microsoft.com/office/drawing/2014/main" id="{81B59EFD-5CE5-4DE0-AC5A-F6F6F5E186AC}"/>
                </a:ext>
              </a:extLst>
            </p:cNvPr>
            <p:cNvSpPr/>
            <p:nvPr/>
          </p:nvSpPr>
          <p:spPr>
            <a:xfrm>
              <a:off x="9520093" y="9512664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100" name="Hexagon 5099">
              <a:extLst>
                <a:ext uri="{FF2B5EF4-FFF2-40B4-BE49-F238E27FC236}">
                  <a16:creationId xmlns:a16="http://schemas.microsoft.com/office/drawing/2014/main" id="{72C7D69E-1BC8-407A-9293-E049939BF189}"/>
                </a:ext>
              </a:extLst>
            </p:cNvPr>
            <p:cNvSpPr/>
            <p:nvPr/>
          </p:nvSpPr>
          <p:spPr>
            <a:xfrm>
              <a:off x="9520092" y="9334070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101" name="Hexagon 5100">
              <a:extLst>
                <a:ext uri="{FF2B5EF4-FFF2-40B4-BE49-F238E27FC236}">
                  <a16:creationId xmlns:a16="http://schemas.microsoft.com/office/drawing/2014/main" id="{3B0E8411-568A-4B39-92B6-34EA44934995}"/>
                </a:ext>
              </a:extLst>
            </p:cNvPr>
            <p:cNvSpPr/>
            <p:nvPr/>
          </p:nvSpPr>
          <p:spPr>
            <a:xfrm>
              <a:off x="9289112" y="9243583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102" name="Hexagon 5101">
              <a:extLst>
                <a:ext uri="{FF2B5EF4-FFF2-40B4-BE49-F238E27FC236}">
                  <a16:creationId xmlns:a16="http://schemas.microsoft.com/office/drawing/2014/main" id="{C831560B-55B7-4D4C-8DC5-5BBB27D81252}"/>
                </a:ext>
              </a:extLst>
            </p:cNvPr>
            <p:cNvSpPr/>
            <p:nvPr/>
          </p:nvSpPr>
          <p:spPr>
            <a:xfrm>
              <a:off x="9524856" y="9150714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103" name="Hexagon 5102">
              <a:extLst>
                <a:ext uri="{FF2B5EF4-FFF2-40B4-BE49-F238E27FC236}">
                  <a16:creationId xmlns:a16="http://schemas.microsoft.com/office/drawing/2014/main" id="{F2C2BCEA-342B-4CDD-B64E-206B1C31B706}"/>
                </a:ext>
              </a:extLst>
            </p:cNvPr>
            <p:cNvSpPr/>
            <p:nvPr/>
          </p:nvSpPr>
          <p:spPr>
            <a:xfrm>
              <a:off x="9522475" y="8964976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104" name="Hexagon 5103">
              <a:extLst>
                <a:ext uri="{FF2B5EF4-FFF2-40B4-BE49-F238E27FC236}">
                  <a16:creationId xmlns:a16="http://schemas.microsoft.com/office/drawing/2014/main" id="{C83377AD-7E80-4213-A959-CF196EF4DCC4}"/>
                </a:ext>
              </a:extLst>
            </p:cNvPr>
            <p:cNvSpPr/>
            <p:nvPr/>
          </p:nvSpPr>
          <p:spPr>
            <a:xfrm>
              <a:off x="9758219" y="9422176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105" name="Hexagon 5104">
              <a:extLst>
                <a:ext uri="{FF2B5EF4-FFF2-40B4-BE49-F238E27FC236}">
                  <a16:creationId xmlns:a16="http://schemas.microsoft.com/office/drawing/2014/main" id="{AE922514-C9D1-4142-AA77-672D2A7A0C8D}"/>
                </a:ext>
              </a:extLst>
            </p:cNvPr>
            <p:cNvSpPr/>
            <p:nvPr/>
          </p:nvSpPr>
          <p:spPr>
            <a:xfrm>
              <a:off x="9760600" y="9243582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106" name="Hexagon 5105">
              <a:extLst>
                <a:ext uri="{FF2B5EF4-FFF2-40B4-BE49-F238E27FC236}">
                  <a16:creationId xmlns:a16="http://schemas.microsoft.com/office/drawing/2014/main" id="{46A0EC52-BDEB-4E40-B91B-B58FC110CB49}"/>
                </a:ext>
              </a:extLst>
            </p:cNvPr>
            <p:cNvSpPr/>
            <p:nvPr/>
          </p:nvSpPr>
          <p:spPr>
            <a:xfrm>
              <a:off x="9755837" y="9060226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107" name="Hexagon 5106">
              <a:extLst>
                <a:ext uri="{FF2B5EF4-FFF2-40B4-BE49-F238E27FC236}">
                  <a16:creationId xmlns:a16="http://schemas.microsoft.com/office/drawing/2014/main" id="{731FC272-E011-4FBA-A0E6-97D0226DB983}"/>
                </a:ext>
              </a:extLst>
            </p:cNvPr>
            <p:cNvSpPr/>
            <p:nvPr/>
          </p:nvSpPr>
          <p:spPr>
            <a:xfrm>
              <a:off x="9991581" y="9331688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108" name="Hexagon 5107">
              <a:extLst>
                <a:ext uri="{FF2B5EF4-FFF2-40B4-BE49-F238E27FC236}">
                  <a16:creationId xmlns:a16="http://schemas.microsoft.com/office/drawing/2014/main" id="{32590B04-87DF-4CB3-B006-7B842A3A9BBA}"/>
                </a:ext>
              </a:extLst>
            </p:cNvPr>
            <p:cNvSpPr/>
            <p:nvPr/>
          </p:nvSpPr>
          <p:spPr>
            <a:xfrm>
              <a:off x="9993962" y="9150713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109" name="Hexagon 5108">
              <a:extLst>
                <a:ext uri="{FF2B5EF4-FFF2-40B4-BE49-F238E27FC236}">
                  <a16:creationId xmlns:a16="http://schemas.microsoft.com/office/drawing/2014/main" id="{3C03ADC9-0494-463F-B803-AD49823BDD8F}"/>
                </a:ext>
              </a:extLst>
            </p:cNvPr>
            <p:cNvSpPr/>
            <p:nvPr/>
          </p:nvSpPr>
          <p:spPr>
            <a:xfrm>
              <a:off x="10208274" y="9969864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110" name="Hexagon 5109">
              <a:extLst>
                <a:ext uri="{FF2B5EF4-FFF2-40B4-BE49-F238E27FC236}">
                  <a16:creationId xmlns:a16="http://schemas.microsoft.com/office/drawing/2014/main" id="{0B99D46D-0569-4B8A-8B88-4326B334C3D3}"/>
                </a:ext>
              </a:extLst>
            </p:cNvPr>
            <p:cNvSpPr/>
            <p:nvPr/>
          </p:nvSpPr>
          <p:spPr>
            <a:xfrm>
              <a:off x="10208273" y="9791270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111" name="Hexagon 5110">
              <a:extLst>
                <a:ext uri="{FF2B5EF4-FFF2-40B4-BE49-F238E27FC236}">
                  <a16:creationId xmlns:a16="http://schemas.microsoft.com/office/drawing/2014/main" id="{3B5CDC14-C498-4E9B-899F-7EAB09CEBA94}"/>
                </a:ext>
              </a:extLst>
            </p:cNvPr>
            <p:cNvSpPr/>
            <p:nvPr/>
          </p:nvSpPr>
          <p:spPr>
            <a:xfrm>
              <a:off x="10213037" y="9607914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112" name="Hexagon 5111">
              <a:extLst>
                <a:ext uri="{FF2B5EF4-FFF2-40B4-BE49-F238E27FC236}">
                  <a16:creationId xmlns:a16="http://schemas.microsoft.com/office/drawing/2014/main" id="{9139DEA5-FF7D-4C7F-9101-DF9200FB40BE}"/>
                </a:ext>
              </a:extLst>
            </p:cNvPr>
            <p:cNvSpPr/>
            <p:nvPr/>
          </p:nvSpPr>
          <p:spPr>
            <a:xfrm>
              <a:off x="10210656" y="9422176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113" name="Hexagon 5112">
              <a:extLst>
                <a:ext uri="{FF2B5EF4-FFF2-40B4-BE49-F238E27FC236}">
                  <a16:creationId xmlns:a16="http://schemas.microsoft.com/office/drawing/2014/main" id="{0D9D98E3-D154-401A-8A7D-024C1887D159}"/>
                </a:ext>
              </a:extLst>
            </p:cNvPr>
            <p:cNvSpPr/>
            <p:nvPr/>
          </p:nvSpPr>
          <p:spPr>
            <a:xfrm>
              <a:off x="10439256" y="10057970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114" name="Hexagon 5113">
              <a:extLst>
                <a:ext uri="{FF2B5EF4-FFF2-40B4-BE49-F238E27FC236}">
                  <a16:creationId xmlns:a16="http://schemas.microsoft.com/office/drawing/2014/main" id="{0ACD97BE-8614-41CD-B84B-4996F57D9AA2}"/>
                </a:ext>
              </a:extLst>
            </p:cNvPr>
            <p:cNvSpPr/>
            <p:nvPr/>
          </p:nvSpPr>
          <p:spPr>
            <a:xfrm>
              <a:off x="10439255" y="9879376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115" name="Hexagon 5114">
              <a:extLst>
                <a:ext uri="{FF2B5EF4-FFF2-40B4-BE49-F238E27FC236}">
                  <a16:creationId xmlns:a16="http://schemas.microsoft.com/office/drawing/2014/main" id="{E910E561-DF4A-4BB5-B68E-8A9557377542}"/>
                </a:ext>
              </a:extLst>
            </p:cNvPr>
            <p:cNvSpPr/>
            <p:nvPr/>
          </p:nvSpPr>
          <p:spPr>
            <a:xfrm>
              <a:off x="10444019" y="9696020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116" name="Hexagon 5115">
              <a:extLst>
                <a:ext uri="{FF2B5EF4-FFF2-40B4-BE49-F238E27FC236}">
                  <a16:creationId xmlns:a16="http://schemas.microsoft.com/office/drawing/2014/main" id="{CB9A773C-7FE5-4637-8DD3-DFA5D12D8069}"/>
                </a:ext>
              </a:extLst>
            </p:cNvPr>
            <p:cNvSpPr/>
            <p:nvPr/>
          </p:nvSpPr>
          <p:spPr>
            <a:xfrm>
              <a:off x="10441638" y="9510282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117" name="Hexagon 5116">
              <a:extLst>
                <a:ext uri="{FF2B5EF4-FFF2-40B4-BE49-F238E27FC236}">
                  <a16:creationId xmlns:a16="http://schemas.microsoft.com/office/drawing/2014/main" id="{C9406881-9C7D-4C8D-9EA8-A5B10F39DA9E}"/>
                </a:ext>
              </a:extLst>
            </p:cNvPr>
            <p:cNvSpPr/>
            <p:nvPr/>
          </p:nvSpPr>
          <p:spPr>
            <a:xfrm>
              <a:off x="10917888" y="9693639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118" name="Hexagon 5117">
              <a:extLst>
                <a:ext uri="{FF2B5EF4-FFF2-40B4-BE49-F238E27FC236}">
                  <a16:creationId xmlns:a16="http://schemas.microsoft.com/office/drawing/2014/main" id="{8D6901EF-F264-4634-A7D2-5DC6A555A384}"/>
                </a:ext>
              </a:extLst>
            </p:cNvPr>
            <p:cNvSpPr/>
            <p:nvPr/>
          </p:nvSpPr>
          <p:spPr>
            <a:xfrm>
              <a:off x="10917887" y="9515045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119" name="Hexagon 5118">
              <a:extLst>
                <a:ext uri="{FF2B5EF4-FFF2-40B4-BE49-F238E27FC236}">
                  <a16:creationId xmlns:a16="http://schemas.microsoft.com/office/drawing/2014/main" id="{564144E4-BE51-4A4E-9A84-23208F4D2FC7}"/>
                </a:ext>
              </a:extLst>
            </p:cNvPr>
            <p:cNvSpPr/>
            <p:nvPr/>
          </p:nvSpPr>
          <p:spPr>
            <a:xfrm>
              <a:off x="10919476" y="9331689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120" name="Hexagon 5119">
              <a:extLst>
                <a:ext uri="{FF2B5EF4-FFF2-40B4-BE49-F238E27FC236}">
                  <a16:creationId xmlns:a16="http://schemas.microsoft.com/office/drawing/2014/main" id="{A6B67535-F59B-4658-A015-58A95CEEA936}"/>
                </a:ext>
              </a:extLst>
            </p:cNvPr>
            <p:cNvSpPr/>
            <p:nvPr/>
          </p:nvSpPr>
          <p:spPr>
            <a:xfrm>
              <a:off x="10920270" y="9145951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121" name="Hexagon 5120">
              <a:extLst>
                <a:ext uri="{FF2B5EF4-FFF2-40B4-BE49-F238E27FC236}">
                  <a16:creationId xmlns:a16="http://schemas.microsoft.com/office/drawing/2014/main" id="{DE5FCBCC-4381-49C4-9448-FD09A6F773F2}"/>
                </a:ext>
              </a:extLst>
            </p:cNvPr>
            <p:cNvSpPr/>
            <p:nvPr/>
          </p:nvSpPr>
          <p:spPr>
            <a:xfrm>
              <a:off x="11153631" y="9600770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122" name="Hexagon 5121">
              <a:extLst>
                <a:ext uri="{FF2B5EF4-FFF2-40B4-BE49-F238E27FC236}">
                  <a16:creationId xmlns:a16="http://schemas.microsoft.com/office/drawing/2014/main" id="{BA31E061-6579-420C-AB03-4A487FE5E5E0}"/>
                </a:ext>
              </a:extLst>
            </p:cNvPr>
            <p:cNvSpPr/>
            <p:nvPr/>
          </p:nvSpPr>
          <p:spPr>
            <a:xfrm>
              <a:off x="11153630" y="9422176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123" name="Hexagon 5122">
              <a:extLst>
                <a:ext uri="{FF2B5EF4-FFF2-40B4-BE49-F238E27FC236}">
                  <a16:creationId xmlns:a16="http://schemas.microsoft.com/office/drawing/2014/main" id="{CC36D6A1-E564-4FF5-AF2B-B749DB7B0726}"/>
                </a:ext>
              </a:extLst>
            </p:cNvPr>
            <p:cNvSpPr/>
            <p:nvPr/>
          </p:nvSpPr>
          <p:spPr>
            <a:xfrm>
              <a:off x="11158394" y="9238820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124" name="Hexagon 5123">
              <a:extLst>
                <a:ext uri="{FF2B5EF4-FFF2-40B4-BE49-F238E27FC236}">
                  <a16:creationId xmlns:a16="http://schemas.microsoft.com/office/drawing/2014/main" id="{E76E2A06-E298-4EDA-BDD7-6D2E36C9FBA9}"/>
                </a:ext>
              </a:extLst>
            </p:cNvPr>
            <p:cNvSpPr/>
            <p:nvPr/>
          </p:nvSpPr>
          <p:spPr>
            <a:xfrm>
              <a:off x="11156013" y="9053082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125" name="Hexagon 5124">
              <a:extLst>
                <a:ext uri="{FF2B5EF4-FFF2-40B4-BE49-F238E27FC236}">
                  <a16:creationId xmlns:a16="http://schemas.microsoft.com/office/drawing/2014/main" id="{308C4B7C-1C55-4898-BDDC-3B8CFCF72A62}"/>
                </a:ext>
              </a:extLst>
            </p:cNvPr>
            <p:cNvSpPr/>
            <p:nvPr/>
          </p:nvSpPr>
          <p:spPr>
            <a:xfrm>
              <a:off x="11379849" y="9691258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126" name="Hexagon 5125">
              <a:extLst>
                <a:ext uri="{FF2B5EF4-FFF2-40B4-BE49-F238E27FC236}">
                  <a16:creationId xmlns:a16="http://schemas.microsoft.com/office/drawing/2014/main" id="{320EB8CD-4D26-4392-9B5D-D655F4FB9DE5}"/>
                </a:ext>
              </a:extLst>
            </p:cNvPr>
            <p:cNvSpPr/>
            <p:nvPr/>
          </p:nvSpPr>
          <p:spPr>
            <a:xfrm>
              <a:off x="11379848" y="9512664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127" name="Hexagon 5126">
              <a:extLst>
                <a:ext uri="{FF2B5EF4-FFF2-40B4-BE49-F238E27FC236}">
                  <a16:creationId xmlns:a16="http://schemas.microsoft.com/office/drawing/2014/main" id="{BF0F471B-47FD-45DE-BDFA-C16691C9E3F1}"/>
                </a:ext>
              </a:extLst>
            </p:cNvPr>
            <p:cNvSpPr/>
            <p:nvPr/>
          </p:nvSpPr>
          <p:spPr>
            <a:xfrm>
              <a:off x="11384612" y="9329308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128" name="Hexagon 5127">
              <a:extLst>
                <a:ext uri="{FF2B5EF4-FFF2-40B4-BE49-F238E27FC236}">
                  <a16:creationId xmlns:a16="http://schemas.microsoft.com/office/drawing/2014/main" id="{EBBEA925-B8C9-4F3F-B9A7-722808FC42B2}"/>
                </a:ext>
              </a:extLst>
            </p:cNvPr>
            <p:cNvSpPr/>
            <p:nvPr/>
          </p:nvSpPr>
          <p:spPr>
            <a:xfrm>
              <a:off x="11382231" y="9143570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129" name="Hexagon 5128">
              <a:extLst>
                <a:ext uri="{FF2B5EF4-FFF2-40B4-BE49-F238E27FC236}">
                  <a16:creationId xmlns:a16="http://schemas.microsoft.com/office/drawing/2014/main" id="{DADC10EF-6968-4C00-A35B-A02448A0A02C}"/>
                </a:ext>
              </a:extLst>
            </p:cNvPr>
            <p:cNvSpPr/>
            <p:nvPr/>
          </p:nvSpPr>
          <p:spPr>
            <a:xfrm>
              <a:off x="11617974" y="9603151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130" name="Hexagon 5129">
              <a:extLst>
                <a:ext uri="{FF2B5EF4-FFF2-40B4-BE49-F238E27FC236}">
                  <a16:creationId xmlns:a16="http://schemas.microsoft.com/office/drawing/2014/main" id="{23CB26AA-CD64-41C4-81F0-CE15A5A21BB0}"/>
                </a:ext>
              </a:extLst>
            </p:cNvPr>
            <p:cNvSpPr/>
            <p:nvPr/>
          </p:nvSpPr>
          <p:spPr>
            <a:xfrm>
              <a:off x="11617973" y="9424557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131" name="Hexagon 5130">
              <a:extLst>
                <a:ext uri="{FF2B5EF4-FFF2-40B4-BE49-F238E27FC236}">
                  <a16:creationId xmlns:a16="http://schemas.microsoft.com/office/drawing/2014/main" id="{A2E1CCCB-DFDA-41CA-B775-7965839AA89C}"/>
                </a:ext>
              </a:extLst>
            </p:cNvPr>
            <p:cNvSpPr/>
            <p:nvPr/>
          </p:nvSpPr>
          <p:spPr>
            <a:xfrm>
              <a:off x="11622737" y="9241201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132" name="Hexagon 5131">
              <a:extLst>
                <a:ext uri="{FF2B5EF4-FFF2-40B4-BE49-F238E27FC236}">
                  <a16:creationId xmlns:a16="http://schemas.microsoft.com/office/drawing/2014/main" id="{71206C61-FE82-4F35-9175-796B50D725AE}"/>
                </a:ext>
              </a:extLst>
            </p:cNvPr>
            <p:cNvSpPr/>
            <p:nvPr/>
          </p:nvSpPr>
          <p:spPr>
            <a:xfrm>
              <a:off x="11620356" y="9055463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133" name="Hexagon 5132">
              <a:extLst>
                <a:ext uri="{FF2B5EF4-FFF2-40B4-BE49-F238E27FC236}">
                  <a16:creationId xmlns:a16="http://schemas.microsoft.com/office/drawing/2014/main" id="{DC1FCD48-D3A1-4107-9B9B-0A586C008E3B}"/>
                </a:ext>
              </a:extLst>
            </p:cNvPr>
            <p:cNvSpPr/>
            <p:nvPr/>
          </p:nvSpPr>
          <p:spPr>
            <a:xfrm>
              <a:off x="11617974" y="8879251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134" name="Hexagon 5133">
              <a:extLst>
                <a:ext uri="{FF2B5EF4-FFF2-40B4-BE49-F238E27FC236}">
                  <a16:creationId xmlns:a16="http://schemas.microsoft.com/office/drawing/2014/main" id="{6398B2D8-D48B-4AF1-8557-8664EE96227C}"/>
                </a:ext>
              </a:extLst>
            </p:cNvPr>
            <p:cNvSpPr/>
            <p:nvPr/>
          </p:nvSpPr>
          <p:spPr>
            <a:xfrm>
              <a:off x="11617973" y="8700657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135" name="Hexagon 5134">
              <a:extLst>
                <a:ext uri="{FF2B5EF4-FFF2-40B4-BE49-F238E27FC236}">
                  <a16:creationId xmlns:a16="http://schemas.microsoft.com/office/drawing/2014/main" id="{7EC744F7-62D6-4038-84DD-8C3DD01B0924}"/>
                </a:ext>
              </a:extLst>
            </p:cNvPr>
            <p:cNvSpPr/>
            <p:nvPr/>
          </p:nvSpPr>
          <p:spPr>
            <a:xfrm>
              <a:off x="11622737" y="8517301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136" name="Hexagon 5135">
              <a:extLst>
                <a:ext uri="{FF2B5EF4-FFF2-40B4-BE49-F238E27FC236}">
                  <a16:creationId xmlns:a16="http://schemas.microsoft.com/office/drawing/2014/main" id="{928127BE-C6BC-47CA-B316-B974A8C8A486}"/>
                </a:ext>
              </a:extLst>
            </p:cNvPr>
            <p:cNvSpPr/>
            <p:nvPr/>
          </p:nvSpPr>
          <p:spPr>
            <a:xfrm>
              <a:off x="11620356" y="8331563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137" name="Hexagon 5136">
              <a:extLst>
                <a:ext uri="{FF2B5EF4-FFF2-40B4-BE49-F238E27FC236}">
                  <a16:creationId xmlns:a16="http://schemas.microsoft.com/office/drawing/2014/main" id="{34EA88EC-EA81-4B6C-92C2-D82245F2F135}"/>
                </a:ext>
              </a:extLst>
            </p:cNvPr>
            <p:cNvSpPr/>
            <p:nvPr/>
          </p:nvSpPr>
          <p:spPr>
            <a:xfrm>
              <a:off x="11148868" y="8869726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138" name="Hexagon 5137">
              <a:extLst>
                <a:ext uri="{FF2B5EF4-FFF2-40B4-BE49-F238E27FC236}">
                  <a16:creationId xmlns:a16="http://schemas.microsoft.com/office/drawing/2014/main" id="{2DA0331C-A530-4EDA-B3E4-D3454E313992}"/>
                </a:ext>
              </a:extLst>
            </p:cNvPr>
            <p:cNvSpPr/>
            <p:nvPr/>
          </p:nvSpPr>
          <p:spPr>
            <a:xfrm>
              <a:off x="11148867" y="8691132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139" name="Hexagon 5138">
              <a:extLst>
                <a:ext uri="{FF2B5EF4-FFF2-40B4-BE49-F238E27FC236}">
                  <a16:creationId xmlns:a16="http://schemas.microsoft.com/office/drawing/2014/main" id="{BC280D65-3596-4BB2-BA8C-8494C1A0514D}"/>
                </a:ext>
              </a:extLst>
            </p:cNvPr>
            <p:cNvSpPr/>
            <p:nvPr/>
          </p:nvSpPr>
          <p:spPr>
            <a:xfrm>
              <a:off x="11153631" y="8507776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140" name="Hexagon 5139">
              <a:extLst>
                <a:ext uri="{FF2B5EF4-FFF2-40B4-BE49-F238E27FC236}">
                  <a16:creationId xmlns:a16="http://schemas.microsoft.com/office/drawing/2014/main" id="{6035CB13-4023-4BA7-9D98-822D8AF9BA60}"/>
                </a:ext>
              </a:extLst>
            </p:cNvPr>
            <p:cNvSpPr/>
            <p:nvPr/>
          </p:nvSpPr>
          <p:spPr>
            <a:xfrm>
              <a:off x="11151250" y="8322038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141" name="Hexagon 5140">
              <a:extLst>
                <a:ext uri="{FF2B5EF4-FFF2-40B4-BE49-F238E27FC236}">
                  <a16:creationId xmlns:a16="http://schemas.microsoft.com/office/drawing/2014/main" id="{73E90875-8874-4383-89B4-08C676398E51}"/>
                </a:ext>
              </a:extLst>
            </p:cNvPr>
            <p:cNvSpPr/>
            <p:nvPr/>
          </p:nvSpPr>
          <p:spPr>
            <a:xfrm>
              <a:off x="10918681" y="8960214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142" name="Hexagon 5141">
              <a:extLst>
                <a:ext uri="{FF2B5EF4-FFF2-40B4-BE49-F238E27FC236}">
                  <a16:creationId xmlns:a16="http://schemas.microsoft.com/office/drawing/2014/main" id="{023936F2-1C22-4E18-9F54-7752174B6C5F}"/>
                </a:ext>
              </a:extLst>
            </p:cNvPr>
            <p:cNvSpPr/>
            <p:nvPr/>
          </p:nvSpPr>
          <p:spPr>
            <a:xfrm>
              <a:off x="10925030" y="8781620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143" name="Hexagon 5142">
              <a:extLst>
                <a:ext uri="{FF2B5EF4-FFF2-40B4-BE49-F238E27FC236}">
                  <a16:creationId xmlns:a16="http://schemas.microsoft.com/office/drawing/2014/main" id="{F46283E6-7925-4D44-B7A7-E07320DBC142}"/>
                </a:ext>
              </a:extLst>
            </p:cNvPr>
            <p:cNvSpPr/>
            <p:nvPr/>
          </p:nvSpPr>
          <p:spPr>
            <a:xfrm>
              <a:off x="10929794" y="8598264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144" name="Hexagon 5143">
              <a:extLst>
                <a:ext uri="{FF2B5EF4-FFF2-40B4-BE49-F238E27FC236}">
                  <a16:creationId xmlns:a16="http://schemas.microsoft.com/office/drawing/2014/main" id="{176E8AAD-5DB4-46A4-A2DA-82D876C9DB08}"/>
                </a:ext>
              </a:extLst>
            </p:cNvPr>
            <p:cNvSpPr/>
            <p:nvPr/>
          </p:nvSpPr>
          <p:spPr>
            <a:xfrm>
              <a:off x="10927413" y="8412526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145" name="Hexagon 5144">
              <a:extLst>
                <a:ext uri="{FF2B5EF4-FFF2-40B4-BE49-F238E27FC236}">
                  <a16:creationId xmlns:a16="http://schemas.microsoft.com/office/drawing/2014/main" id="{F9254B48-BDE0-4800-992D-16334F7856E1}"/>
                </a:ext>
              </a:extLst>
            </p:cNvPr>
            <p:cNvSpPr/>
            <p:nvPr/>
          </p:nvSpPr>
          <p:spPr>
            <a:xfrm>
              <a:off x="10222562" y="9241201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146" name="Hexagon 5145">
              <a:extLst>
                <a:ext uri="{FF2B5EF4-FFF2-40B4-BE49-F238E27FC236}">
                  <a16:creationId xmlns:a16="http://schemas.microsoft.com/office/drawing/2014/main" id="{7C67A04E-A69B-4A38-A862-D3AAEE2229A7}"/>
                </a:ext>
              </a:extLst>
            </p:cNvPr>
            <p:cNvSpPr/>
            <p:nvPr/>
          </p:nvSpPr>
          <p:spPr>
            <a:xfrm>
              <a:off x="10224943" y="9060226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147" name="Hexagon 5146">
              <a:extLst>
                <a:ext uri="{FF2B5EF4-FFF2-40B4-BE49-F238E27FC236}">
                  <a16:creationId xmlns:a16="http://schemas.microsoft.com/office/drawing/2014/main" id="{0C22A880-3395-4170-9375-799E24420419}"/>
                </a:ext>
              </a:extLst>
            </p:cNvPr>
            <p:cNvSpPr/>
            <p:nvPr/>
          </p:nvSpPr>
          <p:spPr>
            <a:xfrm>
              <a:off x="10448781" y="9331689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148" name="Hexagon 5147">
              <a:extLst>
                <a:ext uri="{FF2B5EF4-FFF2-40B4-BE49-F238E27FC236}">
                  <a16:creationId xmlns:a16="http://schemas.microsoft.com/office/drawing/2014/main" id="{F4A23159-EE75-4BB8-8085-6832BF5FF594}"/>
                </a:ext>
              </a:extLst>
            </p:cNvPr>
            <p:cNvSpPr/>
            <p:nvPr/>
          </p:nvSpPr>
          <p:spPr>
            <a:xfrm>
              <a:off x="10451162" y="9150714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149" name="Hexagon 5148">
              <a:extLst>
                <a:ext uri="{FF2B5EF4-FFF2-40B4-BE49-F238E27FC236}">
                  <a16:creationId xmlns:a16="http://schemas.microsoft.com/office/drawing/2014/main" id="{6B69C15D-FC86-41CD-8216-DB0596A7DC30}"/>
                </a:ext>
              </a:extLst>
            </p:cNvPr>
            <p:cNvSpPr/>
            <p:nvPr/>
          </p:nvSpPr>
          <p:spPr>
            <a:xfrm>
              <a:off x="10680556" y="9422177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150" name="Hexagon 5149">
              <a:extLst>
                <a:ext uri="{FF2B5EF4-FFF2-40B4-BE49-F238E27FC236}">
                  <a16:creationId xmlns:a16="http://schemas.microsoft.com/office/drawing/2014/main" id="{2DE90F15-447E-41F4-A002-8455A0FFE281}"/>
                </a:ext>
              </a:extLst>
            </p:cNvPr>
            <p:cNvSpPr/>
            <p:nvPr/>
          </p:nvSpPr>
          <p:spPr>
            <a:xfrm>
              <a:off x="10682937" y="9241202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151" name="Hexagon 5150">
              <a:extLst>
                <a:ext uri="{FF2B5EF4-FFF2-40B4-BE49-F238E27FC236}">
                  <a16:creationId xmlns:a16="http://schemas.microsoft.com/office/drawing/2014/main" id="{122679D1-5CBE-4225-A9AD-B918609AD9DA}"/>
                </a:ext>
              </a:extLst>
            </p:cNvPr>
            <p:cNvSpPr/>
            <p:nvPr/>
          </p:nvSpPr>
          <p:spPr>
            <a:xfrm>
              <a:off x="10689287" y="8141065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152" name="Hexagon 5151">
              <a:extLst>
                <a:ext uri="{FF2B5EF4-FFF2-40B4-BE49-F238E27FC236}">
                  <a16:creationId xmlns:a16="http://schemas.microsoft.com/office/drawing/2014/main" id="{BB7DED78-0ADE-423C-BFEA-AB057059C397}"/>
                </a:ext>
              </a:extLst>
            </p:cNvPr>
            <p:cNvSpPr/>
            <p:nvPr/>
          </p:nvSpPr>
          <p:spPr>
            <a:xfrm>
              <a:off x="10691668" y="7960090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153" name="Hexagon 5152">
              <a:extLst>
                <a:ext uri="{FF2B5EF4-FFF2-40B4-BE49-F238E27FC236}">
                  <a16:creationId xmlns:a16="http://schemas.microsoft.com/office/drawing/2014/main" id="{2B0CB0CC-8982-40CB-BE39-2B15F9E07799}"/>
                </a:ext>
              </a:extLst>
            </p:cNvPr>
            <p:cNvSpPr/>
            <p:nvPr/>
          </p:nvSpPr>
          <p:spPr>
            <a:xfrm>
              <a:off x="10927412" y="8229171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154" name="Hexagon 5153">
              <a:extLst>
                <a:ext uri="{FF2B5EF4-FFF2-40B4-BE49-F238E27FC236}">
                  <a16:creationId xmlns:a16="http://schemas.microsoft.com/office/drawing/2014/main" id="{ACE0260D-8345-4E17-BB89-137F37ED0B74}"/>
                </a:ext>
              </a:extLst>
            </p:cNvPr>
            <p:cNvSpPr/>
            <p:nvPr/>
          </p:nvSpPr>
          <p:spPr>
            <a:xfrm>
              <a:off x="10929793" y="8048196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155" name="Hexagon 5154">
              <a:extLst>
                <a:ext uri="{FF2B5EF4-FFF2-40B4-BE49-F238E27FC236}">
                  <a16:creationId xmlns:a16="http://schemas.microsoft.com/office/drawing/2014/main" id="{F9C406DF-A2CA-4A5E-AACE-6F3F69D9CD20}"/>
                </a:ext>
              </a:extLst>
            </p:cNvPr>
            <p:cNvSpPr/>
            <p:nvPr/>
          </p:nvSpPr>
          <p:spPr>
            <a:xfrm>
              <a:off x="11158393" y="8138683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156" name="Hexagon 5155">
              <a:extLst>
                <a:ext uri="{FF2B5EF4-FFF2-40B4-BE49-F238E27FC236}">
                  <a16:creationId xmlns:a16="http://schemas.microsoft.com/office/drawing/2014/main" id="{DB4C7457-7259-40C8-8AAB-E18D67B2961F}"/>
                </a:ext>
              </a:extLst>
            </p:cNvPr>
            <p:cNvSpPr/>
            <p:nvPr/>
          </p:nvSpPr>
          <p:spPr>
            <a:xfrm>
              <a:off x="11160774" y="7957708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157" name="Hexagon 5156">
              <a:extLst>
                <a:ext uri="{FF2B5EF4-FFF2-40B4-BE49-F238E27FC236}">
                  <a16:creationId xmlns:a16="http://schemas.microsoft.com/office/drawing/2014/main" id="{FDA8CD12-9372-43BE-80FA-4694A9D2425D}"/>
                </a:ext>
              </a:extLst>
            </p:cNvPr>
            <p:cNvSpPr/>
            <p:nvPr/>
          </p:nvSpPr>
          <p:spPr>
            <a:xfrm>
              <a:off x="11389374" y="8233933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158" name="Hexagon 5157">
              <a:extLst>
                <a:ext uri="{FF2B5EF4-FFF2-40B4-BE49-F238E27FC236}">
                  <a16:creationId xmlns:a16="http://schemas.microsoft.com/office/drawing/2014/main" id="{66EBC85D-1FF1-470C-996D-EACDF19FBBE9}"/>
                </a:ext>
              </a:extLst>
            </p:cNvPr>
            <p:cNvSpPr/>
            <p:nvPr/>
          </p:nvSpPr>
          <p:spPr>
            <a:xfrm>
              <a:off x="11391755" y="8052958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159" name="Hexagon 5158">
              <a:extLst>
                <a:ext uri="{FF2B5EF4-FFF2-40B4-BE49-F238E27FC236}">
                  <a16:creationId xmlns:a16="http://schemas.microsoft.com/office/drawing/2014/main" id="{C86BD07B-7D30-4C4A-9562-EACE4AE89C73}"/>
                </a:ext>
              </a:extLst>
            </p:cNvPr>
            <p:cNvSpPr/>
            <p:nvPr/>
          </p:nvSpPr>
          <p:spPr>
            <a:xfrm>
              <a:off x="10920268" y="7869601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160" name="Hexagon 5159">
              <a:extLst>
                <a:ext uri="{FF2B5EF4-FFF2-40B4-BE49-F238E27FC236}">
                  <a16:creationId xmlns:a16="http://schemas.microsoft.com/office/drawing/2014/main" id="{7E377A0D-F1EF-4ED1-AA77-406DBC799D29}"/>
                </a:ext>
              </a:extLst>
            </p:cNvPr>
            <p:cNvSpPr/>
            <p:nvPr/>
          </p:nvSpPr>
          <p:spPr>
            <a:xfrm>
              <a:off x="11382230" y="8964976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161" name="Hexagon 5160">
              <a:extLst>
                <a:ext uri="{FF2B5EF4-FFF2-40B4-BE49-F238E27FC236}">
                  <a16:creationId xmlns:a16="http://schemas.microsoft.com/office/drawing/2014/main" id="{DF7E4109-D693-4560-AC3D-C1DE5F74B0C2}"/>
                </a:ext>
              </a:extLst>
            </p:cNvPr>
            <p:cNvSpPr/>
            <p:nvPr/>
          </p:nvSpPr>
          <p:spPr>
            <a:xfrm>
              <a:off x="11382229" y="8786382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162" name="Hexagon 5161">
              <a:extLst>
                <a:ext uri="{FF2B5EF4-FFF2-40B4-BE49-F238E27FC236}">
                  <a16:creationId xmlns:a16="http://schemas.microsoft.com/office/drawing/2014/main" id="{94F2EBEF-C2E9-4991-AAB1-858E3925C81D}"/>
                </a:ext>
              </a:extLst>
            </p:cNvPr>
            <p:cNvSpPr/>
            <p:nvPr/>
          </p:nvSpPr>
          <p:spPr>
            <a:xfrm>
              <a:off x="11858480" y="9331689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163" name="Hexagon 5162">
              <a:extLst>
                <a:ext uri="{FF2B5EF4-FFF2-40B4-BE49-F238E27FC236}">
                  <a16:creationId xmlns:a16="http://schemas.microsoft.com/office/drawing/2014/main" id="{3B8311FE-A01D-4590-A0C8-18B452CA8A37}"/>
                </a:ext>
              </a:extLst>
            </p:cNvPr>
            <p:cNvSpPr/>
            <p:nvPr/>
          </p:nvSpPr>
          <p:spPr>
            <a:xfrm>
              <a:off x="11858479" y="9153095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164" name="Hexagon 5163">
              <a:extLst>
                <a:ext uri="{FF2B5EF4-FFF2-40B4-BE49-F238E27FC236}">
                  <a16:creationId xmlns:a16="http://schemas.microsoft.com/office/drawing/2014/main" id="{1F1DA9A4-23EC-46C5-AC5E-16FE43352032}"/>
                </a:ext>
              </a:extLst>
            </p:cNvPr>
            <p:cNvSpPr/>
            <p:nvPr/>
          </p:nvSpPr>
          <p:spPr>
            <a:xfrm>
              <a:off x="11856099" y="8791145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165" name="Hexagon 5164">
              <a:extLst>
                <a:ext uri="{FF2B5EF4-FFF2-40B4-BE49-F238E27FC236}">
                  <a16:creationId xmlns:a16="http://schemas.microsoft.com/office/drawing/2014/main" id="{83529EA5-0FAF-4AB3-B0DF-B37BC7841AA6}"/>
                </a:ext>
              </a:extLst>
            </p:cNvPr>
            <p:cNvSpPr/>
            <p:nvPr/>
          </p:nvSpPr>
          <p:spPr>
            <a:xfrm>
              <a:off x="11856098" y="8612551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166" name="Hexagon 5165">
              <a:extLst>
                <a:ext uri="{FF2B5EF4-FFF2-40B4-BE49-F238E27FC236}">
                  <a16:creationId xmlns:a16="http://schemas.microsoft.com/office/drawing/2014/main" id="{6D9B3428-E977-4985-95C7-A4192A94DCE8}"/>
                </a:ext>
              </a:extLst>
            </p:cNvPr>
            <p:cNvSpPr/>
            <p:nvPr/>
          </p:nvSpPr>
          <p:spPr>
            <a:xfrm>
              <a:off x="12091842" y="8700658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167" name="Hexagon 5166">
              <a:extLst>
                <a:ext uri="{FF2B5EF4-FFF2-40B4-BE49-F238E27FC236}">
                  <a16:creationId xmlns:a16="http://schemas.microsoft.com/office/drawing/2014/main" id="{D0FAAD78-660F-415D-B351-F4D5E75793E4}"/>
                </a:ext>
              </a:extLst>
            </p:cNvPr>
            <p:cNvSpPr/>
            <p:nvPr/>
          </p:nvSpPr>
          <p:spPr>
            <a:xfrm>
              <a:off x="12091841" y="8522064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168" name="Hexagon 5167">
              <a:extLst>
                <a:ext uri="{FF2B5EF4-FFF2-40B4-BE49-F238E27FC236}">
                  <a16:creationId xmlns:a16="http://schemas.microsoft.com/office/drawing/2014/main" id="{2698FFF2-FA0E-4AA5-9F6C-D59384DEDF9B}"/>
                </a:ext>
              </a:extLst>
            </p:cNvPr>
            <p:cNvSpPr/>
            <p:nvPr/>
          </p:nvSpPr>
          <p:spPr>
            <a:xfrm>
              <a:off x="11860860" y="8426814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169" name="Hexagon 5168">
              <a:extLst>
                <a:ext uri="{FF2B5EF4-FFF2-40B4-BE49-F238E27FC236}">
                  <a16:creationId xmlns:a16="http://schemas.microsoft.com/office/drawing/2014/main" id="{3F2D54AB-FF78-41CA-9984-15012EBA75A4}"/>
                </a:ext>
              </a:extLst>
            </p:cNvPr>
            <p:cNvSpPr/>
            <p:nvPr/>
          </p:nvSpPr>
          <p:spPr>
            <a:xfrm>
              <a:off x="12084698" y="9238820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170" name="Hexagon 5169">
              <a:extLst>
                <a:ext uri="{FF2B5EF4-FFF2-40B4-BE49-F238E27FC236}">
                  <a16:creationId xmlns:a16="http://schemas.microsoft.com/office/drawing/2014/main" id="{4A559652-3F72-457B-97A3-E3AE381F7E54}"/>
                </a:ext>
              </a:extLst>
            </p:cNvPr>
            <p:cNvSpPr/>
            <p:nvPr/>
          </p:nvSpPr>
          <p:spPr>
            <a:xfrm>
              <a:off x="10676588" y="9966689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171" name="Hexagon 5170">
              <a:extLst>
                <a:ext uri="{FF2B5EF4-FFF2-40B4-BE49-F238E27FC236}">
                  <a16:creationId xmlns:a16="http://schemas.microsoft.com/office/drawing/2014/main" id="{8C08638E-1AF5-4543-94AF-21A2B880FCBC}"/>
                </a:ext>
              </a:extLst>
            </p:cNvPr>
            <p:cNvSpPr/>
            <p:nvPr/>
          </p:nvSpPr>
          <p:spPr>
            <a:xfrm>
              <a:off x="10676587" y="9788095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172" name="Hexagon 5171">
              <a:extLst>
                <a:ext uri="{FF2B5EF4-FFF2-40B4-BE49-F238E27FC236}">
                  <a16:creationId xmlns:a16="http://schemas.microsoft.com/office/drawing/2014/main" id="{20FB8D26-4ECB-42AD-BB2C-8733175F05EC}"/>
                </a:ext>
              </a:extLst>
            </p:cNvPr>
            <p:cNvSpPr/>
            <p:nvPr/>
          </p:nvSpPr>
          <p:spPr>
            <a:xfrm>
              <a:off x="9741549" y="9976214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173" name="Hexagon 5172">
              <a:extLst>
                <a:ext uri="{FF2B5EF4-FFF2-40B4-BE49-F238E27FC236}">
                  <a16:creationId xmlns:a16="http://schemas.microsoft.com/office/drawing/2014/main" id="{C027D324-6962-4C87-A8CE-FC1FD64D77D3}"/>
                </a:ext>
              </a:extLst>
            </p:cNvPr>
            <p:cNvSpPr/>
            <p:nvPr/>
          </p:nvSpPr>
          <p:spPr>
            <a:xfrm>
              <a:off x="9972531" y="10064320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174" name="Hexagon 5173">
              <a:extLst>
                <a:ext uri="{FF2B5EF4-FFF2-40B4-BE49-F238E27FC236}">
                  <a16:creationId xmlns:a16="http://schemas.microsoft.com/office/drawing/2014/main" id="{649AA8E7-D4A0-4024-9CCF-66544870768A}"/>
                </a:ext>
              </a:extLst>
            </p:cNvPr>
            <p:cNvSpPr/>
            <p:nvPr/>
          </p:nvSpPr>
          <p:spPr>
            <a:xfrm>
              <a:off x="9972530" y="9885726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175" name="Hexagon 5174">
              <a:extLst>
                <a:ext uri="{FF2B5EF4-FFF2-40B4-BE49-F238E27FC236}">
                  <a16:creationId xmlns:a16="http://schemas.microsoft.com/office/drawing/2014/main" id="{DC7BB76C-3E7E-42C5-AA7C-0AA3AF635C36}"/>
                </a:ext>
              </a:extLst>
            </p:cNvPr>
            <p:cNvSpPr/>
            <p:nvPr/>
          </p:nvSpPr>
          <p:spPr>
            <a:xfrm>
              <a:off x="9977294" y="9702370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42" name="八卦">
            <a:extLst>
              <a:ext uri="{FF2B5EF4-FFF2-40B4-BE49-F238E27FC236}">
                <a16:creationId xmlns:a16="http://schemas.microsoft.com/office/drawing/2014/main" id="{A8025F99-A814-4DCD-8F56-641528EF5580}"/>
              </a:ext>
            </a:extLst>
          </p:cNvPr>
          <p:cNvGrpSpPr/>
          <p:nvPr/>
        </p:nvGrpSpPr>
        <p:grpSpPr>
          <a:xfrm>
            <a:off x="1138450" y="2521789"/>
            <a:ext cx="10316330" cy="3801210"/>
            <a:chOff x="1138450" y="2521789"/>
            <a:chExt cx="10316330" cy="3801210"/>
          </a:xfrm>
        </p:grpSpPr>
        <p:sp>
          <p:nvSpPr>
            <p:cNvPr id="3622" name="Hexagon 3621">
              <a:extLst>
                <a:ext uri="{FF2B5EF4-FFF2-40B4-BE49-F238E27FC236}">
                  <a16:creationId xmlns:a16="http://schemas.microsoft.com/office/drawing/2014/main" id="{C10D9CA5-B4E0-4568-B1D7-1F7EB629C84D}"/>
                </a:ext>
              </a:extLst>
            </p:cNvPr>
            <p:cNvSpPr/>
            <p:nvPr/>
          </p:nvSpPr>
          <p:spPr>
            <a:xfrm>
              <a:off x="3932291" y="478756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24" name="Hexagon 3623">
              <a:extLst>
                <a:ext uri="{FF2B5EF4-FFF2-40B4-BE49-F238E27FC236}">
                  <a16:creationId xmlns:a16="http://schemas.microsoft.com/office/drawing/2014/main" id="{3FE0BD3B-AC09-4F99-B5CF-219CE1DE9AC8}"/>
                </a:ext>
              </a:extLst>
            </p:cNvPr>
            <p:cNvSpPr/>
            <p:nvPr/>
          </p:nvSpPr>
          <p:spPr>
            <a:xfrm>
              <a:off x="1832822" y="451801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25" name="Hexagon 3624">
              <a:extLst>
                <a:ext uri="{FF2B5EF4-FFF2-40B4-BE49-F238E27FC236}">
                  <a16:creationId xmlns:a16="http://schemas.microsoft.com/office/drawing/2014/main" id="{FAE30633-9116-48E4-8314-AD7BE8BF2FF1}"/>
                </a:ext>
              </a:extLst>
            </p:cNvPr>
            <p:cNvSpPr/>
            <p:nvPr/>
          </p:nvSpPr>
          <p:spPr>
            <a:xfrm>
              <a:off x="1138450" y="278906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26" name="Hexagon 3625">
              <a:extLst>
                <a:ext uri="{FF2B5EF4-FFF2-40B4-BE49-F238E27FC236}">
                  <a16:creationId xmlns:a16="http://schemas.microsoft.com/office/drawing/2014/main" id="{B722D9D6-B004-4F8D-BA69-52CBDFB1A66F}"/>
                </a:ext>
              </a:extLst>
            </p:cNvPr>
            <p:cNvSpPr/>
            <p:nvPr/>
          </p:nvSpPr>
          <p:spPr>
            <a:xfrm>
              <a:off x="6482290" y="614011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627" name="Hexagon 3626">
              <a:extLst>
                <a:ext uri="{FF2B5EF4-FFF2-40B4-BE49-F238E27FC236}">
                  <a16:creationId xmlns:a16="http://schemas.microsoft.com/office/drawing/2014/main" id="{B16755A6-3F88-4F6F-9ED6-083584B562AC}"/>
                </a:ext>
              </a:extLst>
            </p:cNvPr>
            <p:cNvSpPr/>
            <p:nvPr/>
          </p:nvSpPr>
          <p:spPr>
            <a:xfrm>
              <a:off x="11153028" y="252178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628" name="Hexagon 3627">
              <a:extLst>
                <a:ext uri="{FF2B5EF4-FFF2-40B4-BE49-F238E27FC236}">
                  <a16:creationId xmlns:a16="http://schemas.microsoft.com/office/drawing/2014/main" id="{A5ECF442-ED33-4B30-9F62-090D247194AD}"/>
                </a:ext>
              </a:extLst>
            </p:cNvPr>
            <p:cNvSpPr/>
            <p:nvPr/>
          </p:nvSpPr>
          <p:spPr>
            <a:xfrm>
              <a:off x="10908553" y="388586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29" name="Hexagon 3628">
              <a:extLst>
                <a:ext uri="{FF2B5EF4-FFF2-40B4-BE49-F238E27FC236}">
                  <a16:creationId xmlns:a16="http://schemas.microsoft.com/office/drawing/2014/main" id="{FFF25826-421E-4CCA-B086-6D6C1F829996}"/>
                </a:ext>
              </a:extLst>
            </p:cNvPr>
            <p:cNvSpPr/>
            <p:nvPr/>
          </p:nvSpPr>
          <p:spPr>
            <a:xfrm>
              <a:off x="9507743" y="479010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30" name="Hexagon 3629">
              <a:extLst>
                <a:ext uri="{FF2B5EF4-FFF2-40B4-BE49-F238E27FC236}">
                  <a16:creationId xmlns:a16="http://schemas.microsoft.com/office/drawing/2014/main" id="{1899170C-97A6-4E3D-9F75-2A7739533B79}"/>
                </a:ext>
              </a:extLst>
            </p:cNvPr>
            <p:cNvSpPr/>
            <p:nvPr/>
          </p:nvSpPr>
          <p:spPr>
            <a:xfrm>
              <a:off x="6496260" y="542881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44" name="塔">
            <a:extLst>
              <a:ext uri="{FF2B5EF4-FFF2-40B4-BE49-F238E27FC236}">
                <a16:creationId xmlns:a16="http://schemas.microsoft.com/office/drawing/2014/main" id="{095137A6-2269-4766-8347-1F2E5B268E19}"/>
              </a:ext>
            </a:extLst>
          </p:cNvPr>
          <p:cNvGrpSpPr/>
          <p:nvPr/>
        </p:nvGrpSpPr>
        <p:grpSpPr>
          <a:xfrm>
            <a:off x="1370851" y="1342542"/>
            <a:ext cx="9614776" cy="7810344"/>
            <a:chOff x="1474162" y="-8524072"/>
            <a:chExt cx="9614776" cy="7810344"/>
          </a:xfrm>
        </p:grpSpPr>
        <p:sp>
          <p:nvSpPr>
            <p:cNvPr id="3648" name="Hexagon 3647">
              <a:extLst>
                <a:ext uri="{FF2B5EF4-FFF2-40B4-BE49-F238E27FC236}">
                  <a16:creationId xmlns:a16="http://schemas.microsoft.com/office/drawing/2014/main" id="{BF5DCC57-AD38-4E3B-9153-79D996FD2332}"/>
                </a:ext>
              </a:extLst>
            </p:cNvPr>
            <p:cNvSpPr/>
            <p:nvPr/>
          </p:nvSpPr>
          <p:spPr>
            <a:xfrm>
              <a:off x="10784758" y="-681191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51" name="Hexagon 3650">
              <a:extLst>
                <a:ext uri="{FF2B5EF4-FFF2-40B4-BE49-F238E27FC236}">
                  <a16:creationId xmlns:a16="http://schemas.microsoft.com/office/drawing/2014/main" id="{EA20C5EC-2286-47D9-AF21-F4F87D71A47E}"/>
                </a:ext>
              </a:extLst>
            </p:cNvPr>
            <p:cNvSpPr/>
            <p:nvPr/>
          </p:nvSpPr>
          <p:spPr>
            <a:xfrm>
              <a:off x="2869915" y="-2259839"/>
              <a:ext cx="313389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52" name="Hexagon 3651">
              <a:extLst>
                <a:ext uri="{FF2B5EF4-FFF2-40B4-BE49-F238E27FC236}">
                  <a16:creationId xmlns:a16="http://schemas.microsoft.com/office/drawing/2014/main" id="{ED0163A7-BC94-4E9F-94DE-EEACD24DCF6E}"/>
                </a:ext>
              </a:extLst>
            </p:cNvPr>
            <p:cNvSpPr/>
            <p:nvPr/>
          </p:nvSpPr>
          <p:spPr>
            <a:xfrm>
              <a:off x="6817039" y="-7796997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55" name="Hexagon 3654">
              <a:extLst>
                <a:ext uri="{FF2B5EF4-FFF2-40B4-BE49-F238E27FC236}">
                  <a16:creationId xmlns:a16="http://schemas.microsoft.com/office/drawing/2014/main" id="{86CBECBD-CE37-4D5D-91F3-10A934E6B285}"/>
                </a:ext>
              </a:extLst>
            </p:cNvPr>
            <p:cNvSpPr/>
            <p:nvPr/>
          </p:nvSpPr>
          <p:spPr>
            <a:xfrm>
              <a:off x="6364943" y="-6886517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>
                <a:highlight>
                  <a:srgbClr val="FF0000"/>
                </a:highlight>
              </a:endParaRPr>
            </a:p>
          </p:txBody>
        </p:sp>
        <p:sp>
          <p:nvSpPr>
            <p:cNvPr id="3661" name="Hexagon 3660">
              <a:extLst>
                <a:ext uri="{FF2B5EF4-FFF2-40B4-BE49-F238E27FC236}">
                  <a16:creationId xmlns:a16="http://schemas.microsoft.com/office/drawing/2014/main" id="{5EC4C684-F8B9-4EAA-B2C7-3546270B984B}"/>
                </a:ext>
              </a:extLst>
            </p:cNvPr>
            <p:cNvSpPr/>
            <p:nvPr/>
          </p:nvSpPr>
          <p:spPr>
            <a:xfrm>
              <a:off x="3555374" y="-434712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63" name="Hexagon 3662">
              <a:extLst>
                <a:ext uri="{FF2B5EF4-FFF2-40B4-BE49-F238E27FC236}">
                  <a16:creationId xmlns:a16="http://schemas.microsoft.com/office/drawing/2014/main" id="{062BCB5C-621B-4303-9942-6CB6F3D40D6A}"/>
                </a:ext>
              </a:extLst>
            </p:cNvPr>
            <p:cNvSpPr/>
            <p:nvPr/>
          </p:nvSpPr>
          <p:spPr>
            <a:xfrm>
              <a:off x="9613495" y="-2712013"/>
              <a:ext cx="313389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66" name="Hexagon 3665">
              <a:extLst>
                <a:ext uri="{FF2B5EF4-FFF2-40B4-BE49-F238E27FC236}">
                  <a16:creationId xmlns:a16="http://schemas.microsoft.com/office/drawing/2014/main" id="{517C044E-431A-4C70-B7D0-F854EB846F36}"/>
                </a:ext>
              </a:extLst>
            </p:cNvPr>
            <p:cNvSpPr/>
            <p:nvPr/>
          </p:nvSpPr>
          <p:spPr>
            <a:xfrm>
              <a:off x="5897021" y="-1815026"/>
              <a:ext cx="302290" cy="18034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69" name="Hexagon 3668">
              <a:extLst>
                <a:ext uri="{FF2B5EF4-FFF2-40B4-BE49-F238E27FC236}">
                  <a16:creationId xmlns:a16="http://schemas.microsoft.com/office/drawing/2014/main" id="{C9BA8FED-FB89-4790-8EDC-709365E8EF50}"/>
                </a:ext>
              </a:extLst>
            </p:cNvPr>
            <p:cNvSpPr/>
            <p:nvPr/>
          </p:nvSpPr>
          <p:spPr>
            <a:xfrm>
              <a:off x="10102554" y="-892798"/>
              <a:ext cx="299238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300" name="Hexagon 5299">
              <a:extLst>
                <a:ext uri="{FF2B5EF4-FFF2-40B4-BE49-F238E27FC236}">
                  <a16:creationId xmlns:a16="http://schemas.microsoft.com/office/drawing/2014/main" id="{A8C92240-B8BC-44C3-A7B2-55ACA87B6F93}"/>
                </a:ext>
              </a:extLst>
            </p:cNvPr>
            <p:cNvSpPr/>
            <p:nvPr/>
          </p:nvSpPr>
          <p:spPr>
            <a:xfrm>
              <a:off x="7521889" y="-8441522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301" name="Hexagon 5300">
              <a:extLst>
                <a:ext uri="{FF2B5EF4-FFF2-40B4-BE49-F238E27FC236}">
                  <a16:creationId xmlns:a16="http://schemas.microsoft.com/office/drawing/2014/main" id="{E4EA12D6-0A01-41FF-97E7-1DD2F8CA45A9}"/>
                </a:ext>
              </a:extLst>
            </p:cNvPr>
            <p:cNvSpPr/>
            <p:nvPr/>
          </p:nvSpPr>
          <p:spPr>
            <a:xfrm>
              <a:off x="5407339" y="-8524072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302" name="Hexagon 5301">
              <a:extLst>
                <a:ext uri="{FF2B5EF4-FFF2-40B4-BE49-F238E27FC236}">
                  <a16:creationId xmlns:a16="http://schemas.microsoft.com/office/drawing/2014/main" id="{4090E1F4-E845-4697-AC44-532434C0581F}"/>
                </a:ext>
              </a:extLst>
            </p:cNvPr>
            <p:cNvSpPr/>
            <p:nvPr/>
          </p:nvSpPr>
          <p:spPr>
            <a:xfrm>
              <a:off x="6829287" y="-5793523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>
                <a:highlight>
                  <a:srgbClr val="FF0000"/>
                </a:highlight>
              </a:endParaRPr>
            </a:p>
          </p:txBody>
        </p:sp>
        <p:sp>
          <p:nvSpPr>
            <p:cNvPr id="5303" name="Hexagon 5302">
              <a:extLst>
                <a:ext uri="{FF2B5EF4-FFF2-40B4-BE49-F238E27FC236}">
                  <a16:creationId xmlns:a16="http://schemas.microsoft.com/office/drawing/2014/main" id="{4E1A79A2-41E2-409E-8697-3212187A90A2}"/>
                </a:ext>
              </a:extLst>
            </p:cNvPr>
            <p:cNvSpPr/>
            <p:nvPr/>
          </p:nvSpPr>
          <p:spPr>
            <a:xfrm>
              <a:off x="4738550" y="-6076891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>
                <a:highlight>
                  <a:srgbClr val="FF0000"/>
                </a:highlight>
              </a:endParaRPr>
            </a:p>
          </p:txBody>
        </p:sp>
        <p:sp>
          <p:nvSpPr>
            <p:cNvPr id="5304" name="Hexagon 5303">
              <a:extLst>
                <a:ext uri="{FF2B5EF4-FFF2-40B4-BE49-F238E27FC236}">
                  <a16:creationId xmlns:a16="http://schemas.microsoft.com/office/drawing/2014/main" id="{C569F953-06AA-48DC-84BD-95F52AF1C5DE}"/>
                </a:ext>
              </a:extLst>
            </p:cNvPr>
            <p:cNvSpPr/>
            <p:nvPr/>
          </p:nvSpPr>
          <p:spPr>
            <a:xfrm>
              <a:off x="3807481" y="-6438841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>
                <a:highlight>
                  <a:srgbClr val="FF0000"/>
                </a:highlight>
              </a:endParaRPr>
            </a:p>
          </p:txBody>
        </p:sp>
        <p:sp>
          <p:nvSpPr>
            <p:cNvPr id="5305" name="Hexagon 5304">
              <a:extLst>
                <a:ext uri="{FF2B5EF4-FFF2-40B4-BE49-F238E27FC236}">
                  <a16:creationId xmlns:a16="http://schemas.microsoft.com/office/drawing/2014/main" id="{B56C2A9B-7F5C-434A-8E5D-34743CE203C3}"/>
                </a:ext>
              </a:extLst>
            </p:cNvPr>
            <p:cNvSpPr/>
            <p:nvPr/>
          </p:nvSpPr>
          <p:spPr>
            <a:xfrm>
              <a:off x="4271825" y="-5529203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>
                <a:highlight>
                  <a:srgbClr val="FF0000"/>
                </a:highlight>
              </a:endParaRPr>
            </a:p>
          </p:txBody>
        </p:sp>
        <p:sp>
          <p:nvSpPr>
            <p:cNvPr id="5306" name="Hexagon 5305">
              <a:extLst>
                <a:ext uri="{FF2B5EF4-FFF2-40B4-BE49-F238E27FC236}">
                  <a16:creationId xmlns:a16="http://schemas.microsoft.com/office/drawing/2014/main" id="{76C20C04-5BA5-43A9-BED9-2CF20128AFEF}"/>
                </a:ext>
              </a:extLst>
            </p:cNvPr>
            <p:cNvSpPr/>
            <p:nvPr/>
          </p:nvSpPr>
          <p:spPr>
            <a:xfrm>
              <a:off x="8693806" y="-5803048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>
                <a:highlight>
                  <a:srgbClr val="FF0000"/>
                </a:highlight>
              </a:endParaRPr>
            </a:p>
          </p:txBody>
        </p:sp>
        <p:sp>
          <p:nvSpPr>
            <p:cNvPr id="5307" name="Hexagon 5306">
              <a:extLst>
                <a:ext uri="{FF2B5EF4-FFF2-40B4-BE49-F238E27FC236}">
                  <a16:creationId xmlns:a16="http://schemas.microsoft.com/office/drawing/2014/main" id="{20CAF299-E580-4C10-BF72-719C2F9B6EC7}"/>
                </a:ext>
              </a:extLst>
            </p:cNvPr>
            <p:cNvSpPr/>
            <p:nvPr/>
          </p:nvSpPr>
          <p:spPr>
            <a:xfrm>
              <a:off x="9615350" y="-6519804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>
                <a:highlight>
                  <a:srgbClr val="FF0000"/>
                </a:highlight>
              </a:endParaRPr>
            </a:p>
          </p:txBody>
        </p:sp>
        <p:sp>
          <p:nvSpPr>
            <p:cNvPr id="5308" name="Hexagon 5307">
              <a:extLst>
                <a:ext uri="{FF2B5EF4-FFF2-40B4-BE49-F238E27FC236}">
                  <a16:creationId xmlns:a16="http://schemas.microsoft.com/office/drawing/2014/main" id="{78537316-D985-4008-A3E1-4D501424B532}"/>
                </a:ext>
              </a:extLst>
            </p:cNvPr>
            <p:cNvSpPr/>
            <p:nvPr/>
          </p:nvSpPr>
          <p:spPr>
            <a:xfrm>
              <a:off x="10308508" y="-570066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310" name="Hexagon 5309">
              <a:extLst>
                <a:ext uri="{FF2B5EF4-FFF2-40B4-BE49-F238E27FC236}">
                  <a16:creationId xmlns:a16="http://schemas.microsoft.com/office/drawing/2014/main" id="{71128D99-9C2D-4740-A43A-B75F8D771038}"/>
                </a:ext>
              </a:extLst>
            </p:cNvPr>
            <p:cNvSpPr/>
            <p:nvPr/>
          </p:nvSpPr>
          <p:spPr>
            <a:xfrm>
              <a:off x="9835433" y="-479896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311" name="Hexagon 5310">
              <a:extLst>
                <a:ext uri="{FF2B5EF4-FFF2-40B4-BE49-F238E27FC236}">
                  <a16:creationId xmlns:a16="http://schemas.microsoft.com/office/drawing/2014/main" id="{ACD937B6-61D4-404E-BE8E-7913997719BB}"/>
                </a:ext>
              </a:extLst>
            </p:cNvPr>
            <p:cNvSpPr/>
            <p:nvPr/>
          </p:nvSpPr>
          <p:spPr>
            <a:xfrm>
              <a:off x="3107699" y="-597828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312" name="Hexagon 5311">
              <a:extLst>
                <a:ext uri="{FF2B5EF4-FFF2-40B4-BE49-F238E27FC236}">
                  <a16:creationId xmlns:a16="http://schemas.microsoft.com/office/drawing/2014/main" id="{3C131642-C461-48B7-A804-35C1DA0FF627}"/>
                </a:ext>
              </a:extLst>
            </p:cNvPr>
            <p:cNvSpPr/>
            <p:nvPr/>
          </p:nvSpPr>
          <p:spPr>
            <a:xfrm>
              <a:off x="1474162" y="-625212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313" name="Hexagon 5312">
              <a:extLst>
                <a:ext uri="{FF2B5EF4-FFF2-40B4-BE49-F238E27FC236}">
                  <a16:creationId xmlns:a16="http://schemas.microsoft.com/office/drawing/2014/main" id="{76DB7FB5-F724-4250-973F-B9570CE5AFC8}"/>
                </a:ext>
              </a:extLst>
            </p:cNvPr>
            <p:cNvSpPr/>
            <p:nvPr/>
          </p:nvSpPr>
          <p:spPr>
            <a:xfrm>
              <a:off x="3558096" y="-3271870"/>
              <a:ext cx="313389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314" name="Hexagon 5313">
              <a:extLst>
                <a:ext uri="{FF2B5EF4-FFF2-40B4-BE49-F238E27FC236}">
                  <a16:creationId xmlns:a16="http://schemas.microsoft.com/office/drawing/2014/main" id="{78F00D4B-6305-4EF4-98A0-B7C33F1CBE01}"/>
                </a:ext>
              </a:extLst>
            </p:cNvPr>
            <p:cNvSpPr/>
            <p:nvPr/>
          </p:nvSpPr>
          <p:spPr>
            <a:xfrm>
              <a:off x="9134863" y="-3819294"/>
              <a:ext cx="313389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315" name="Hexagon 5314">
              <a:extLst>
                <a:ext uri="{FF2B5EF4-FFF2-40B4-BE49-F238E27FC236}">
                  <a16:creationId xmlns:a16="http://schemas.microsoft.com/office/drawing/2014/main" id="{04C94683-4E84-4FB4-8FBF-10D08EB2A608}"/>
                </a:ext>
              </a:extLst>
            </p:cNvPr>
            <p:cNvSpPr/>
            <p:nvPr/>
          </p:nvSpPr>
          <p:spPr>
            <a:xfrm>
              <a:off x="8217946" y="-1996001"/>
              <a:ext cx="302290" cy="18034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316" name="Hexagon 5315">
              <a:extLst>
                <a:ext uri="{FF2B5EF4-FFF2-40B4-BE49-F238E27FC236}">
                  <a16:creationId xmlns:a16="http://schemas.microsoft.com/office/drawing/2014/main" id="{1E63DF31-660F-435F-9B48-5FF053A71540}"/>
                </a:ext>
              </a:extLst>
            </p:cNvPr>
            <p:cNvSpPr/>
            <p:nvPr/>
          </p:nvSpPr>
          <p:spPr>
            <a:xfrm>
              <a:off x="4026946" y="-1808676"/>
              <a:ext cx="302290" cy="18034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12" name="boss">
            <a:extLst>
              <a:ext uri="{FF2B5EF4-FFF2-40B4-BE49-F238E27FC236}">
                <a16:creationId xmlns:a16="http://schemas.microsoft.com/office/drawing/2014/main" id="{672ABA08-DF53-4AF4-83B4-939F5F973E3E}"/>
              </a:ext>
            </a:extLst>
          </p:cNvPr>
          <p:cNvGrpSpPr/>
          <p:nvPr/>
        </p:nvGrpSpPr>
        <p:grpSpPr>
          <a:xfrm>
            <a:off x="2310257" y="7164241"/>
            <a:ext cx="8674157" cy="2607915"/>
            <a:chOff x="-963846" y="6299326"/>
            <a:chExt cx="8674157" cy="2607915"/>
          </a:xfrm>
        </p:grpSpPr>
        <p:sp>
          <p:nvSpPr>
            <p:cNvPr id="2364" name="Hexagon 2363">
              <a:extLst>
                <a:ext uri="{FF2B5EF4-FFF2-40B4-BE49-F238E27FC236}">
                  <a16:creationId xmlns:a16="http://schemas.microsoft.com/office/drawing/2014/main" id="{06006AE1-ADFD-4112-8E5B-C1CF02ED91D0}"/>
                </a:ext>
              </a:extLst>
            </p:cNvPr>
            <p:cNvSpPr/>
            <p:nvPr/>
          </p:nvSpPr>
          <p:spPr>
            <a:xfrm>
              <a:off x="6949517" y="6736430"/>
              <a:ext cx="313630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99CC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87" name="Hexagon 2286">
              <a:extLst>
                <a:ext uri="{FF2B5EF4-FFF2-40B4-BE49-F238E27FC236}">
                  <a16:creationId xmlns:a16="http://schemas.microsoft.com/office/drawing/2014/main" id="{E36D47DF-6142-4549-92DF-985D381C4674}"/>
                </a:ext>
              </a:extLst>
            </p:cNvPr>
            <p:cNvSpPr/>
            <p:nvPr/>
          </p:nvSpPr>
          <p:spPr>
            <a:xfrm>
              <a:off x="-963846" y="8555772"/>
              <a:ext cx="305702" cy="170007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99FFCC"/>
            </a:solidFill>
            <a:ln>
              <a:noFill/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156" name="Hexagon 2155">
              <a:extLst>
                <a:ext uri="{FF2B5EF4-FFF2-40B4-BE49-F238E27FC236}">
                  <a16:creationId xmlns:a16="http://schemas.microsoft.com/office/drawing/2014/main" id="{D2B27C3B-ECE2-4D50-A602-4CEA362DC323}"/>
                </a:ext>
              </a:extLst>
            </p:cNvPr>
            <p:cNvSpPr/>
            <p:nvPr/>
          </p:nvSpPr>
          <p:spPr>
            <a:xfrm>
              <a:off x="7404609" y="8737234"/>
              <a:ext cx="305702" cy="170007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99FFCC"/>
            </a:solidFill>
            <a:ln>
              <a:noFill/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135" name="Hexagon 2134">
              <a:extLst>
                <a:ext uri="{FF2B5EF4-FFF2-40B4-BE49-F238E27FC236}">
                  <a16:creationId xmlns:a16="http://schemas.microsoft.com/office/drawing/2014/main" id="{0B8BCDD7-45A3-4C92-9FBD-EB0C180E4F25}"/>
                </a:ext>
              </a:extLst>
            </p:cNvPr>
            <p:cNvSpPr/>
            <p:nvPr/>
          </p:nvSpPr>
          <p:spPr>
            <a:xfrm>
              <a:off x="-288258" y="6299326"/>
              <a:ext cx="313630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99CC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29" name="portal">
            <a:extLst>
              <a:ext uri="{FF2B5EF4-FFF2-40B4-BE49-F238E27FC236}">
                <a16:creationId xmlns:a16="http://schemas.microsoft.com/office/drawing/2014/main" id="{A8ECEA1F-C8A1-4184-A292-A4E7B8F5B067}"/>
              </a:ext>
            </a:extLst>
          </p:cNvPr>
          <p:cNvGrpSpPr/>
          <p:nvPr/>
        </p:nvGrpSpPr>
        <p:grpSpPr>
          <a:xfrm>
            <a:off x="4629257" y="4347181"/>
            <a:ext cx="4009430" cy="2167715"/>
            <a:chOff x="2626837" y="5052363"/>
            <a:chExt cx="4009430" cy="2167715"/>
          </a:xfrm>
        </p:grpSpPr>
        <p:sp>
          <p:nvSpPr>
            <p:cNvPr id="208" name="Hexagon 207">
              <a:extLst>
                <a:ext uri="{FF2B5EF4-FFF2-40B4-BE49-F238E27FC236}">
                  <a16:creationId xmlns:a16="http://schemas.microsoft.com/office/drawing/2014/main" id="{B86CED04-3729-4811-921C-C469BB2E385D}"/>
                </a:ext>
              </a:extLst>
            </p:cNvPr>
            <p:cNvSpPr/>
            <p:nvPr/>
          </p:nvSpPr>
          <p:spPr>
            <a:xfrm>
              <a:off x="3078593" y="6856853"/>
              <a:ext cx="300956" cy="178952"/>
            </a:xfrm>
            <a:prstGeom prst="hexagon">
              <a:avLst>
                <a:gd name="adj" fmla="val 39558"/>
                <a:gd name="vf" fmla="val 115470"/>
              </a:avLst>
            </a:prstGeom>
            <a:gradFill flip="none" rotWithShape="1">
              <a:gsLst>
                <a:gs pos="37000">
                  <a:schemeClr val="accent2">
                    <a:lumMod val="20000"/>
                    <a:lumOff val="80000"/>
                  </a:schemeClr>
                </a:gs>
                <a:gs pos="55000">
                  <a:srgbClr val="C00000"/>
                </a:gs>
              </a:gsLst>
              <a:path path="circle">
                <a:fillToRect l="50000" t="130000" r="50000" b="-3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09" name="Hexagon 208">
              <a:extLst>
                <a:ext uri="{FF2B5EF4-FFF2-40B4-BE49-F238E27FC236}">
                  <a16:creationId xmlns:a16="http://schemas.microsoft.com/office/drawing/2014/main" id="{02E1CA97-428A-47C6-AF6C-5E2EC4059445}"/>
                </a:ext>
              </a:extLst>
            </p:cNvPr>
            <p:cNvSpPr/>
            <p:nvPr/>
          </p:nvSpPr>
          <p:spPr>
            <a:xfrm>
              <a:off x="2626837" y="7041126"/>
              <a:ext cx="300956" cy="178952"/>
            </a:xfrm>
            <a:prstGeom prst="hexagon">
              <a:avLst>
                <a:gd name="adj" fmla="val 39558"/>
                <a:gd name="vf" fmla="val 115470"/>
              </a:avLst>
            </a:prstGeom>
            <a:gradFill flip="none" rotWithShape="1">
              <a:gsLst>
                <a:gs pos="37000">
                  <a:schemeClr val="accent2">
                    <a:lumMod val="20000"/>
                    <a:lumOff val="80000"/>
                  </a:schemeClr>
                </a:gs>
                <a:gs pos="55000">
                  <a:srgbClr val="C00000"/>
                </a:gs>
              </a:gsLst>
              <a:path path="circle">
                <a:fillToRect l="50000" t="130000" r="50000" b="-3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10" name="Hexagon 209">
              <a:extLst>
                <a:ext uri="{FF2B5EF4-FFF2-40B4-BE49-F238E27FC236}">
                  <a16:creationId xmlns:a16="http://schemas.microsoft.com/office/drawing/2014/main" id="{6D1EDE6B-E396-4C17-8F51-E806B9CB876C}"/>
                </a:ext>
              </a:extLst>
            </p:cNvPr>
            <p:cNvSpPr/>
            <p:nvPr/>
          </p:nvSpPr>
          <p:spPr>
            <a:xfrm>
              <a:off x="4493791" y="5052363"/>
              <a:ext cx="300956" cy="178952"/>
            </a:xfrm>
            <a:prstGeom prst="hexagon">
              <a:avLst>
                <a:gd name="adj" fmla="val 39558"/>
                <a:gd name="vf" fmla="val 115470"/>
              </a:avLst>
            </a:prstGeom>
            <a:gradFill flip="none" rotWithShape="1">
              <a:gsLst>
                <a:gs pos="37000">
                  <a:schemeClr val="accent4">
                    <a:lumMod val="20000"/>
                    <a:lumOff val="80000"/>
                  </a:schemeClr>
                </a:gs>
                <a:gs pos="55000">
                  <a:schemeClr val="accent4">
                    <a:lumMod val="75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11" name="Hexagon 210">
              <a:extLst>
                <a:ext uri="{FF2B5EF4-FFF2-40B4-BE49-F238E27FC236}">
                  <a16:creationId xmlns:a16="http://schemas.microsoft.com/office/drawing/2014/main" id="{A73600F7-1809-467E-AAE3-815273B109C5}"/>
                </a:ext>
              </a:extLst>
            </p:cNvPr>
            <p:cNvSpPr/>
            <p:nvPr/>
          </p:nvSpPr>
          <p:spPr>
            <a:xfrm>
              <a:off x="4493791" y="5581698"/>
              <a:ext cx="300956" cy="178952"/>
            </a:xfrm>
            <a:prstGeom prst="hexagon">
              <a:avLst>
                <a:gd name="adj" fmla="val 39558"/>
                <a:gd name="vf" fmla="val 115470"/>
              </a:avLst>
            </a:prstGeom>
            <a:gradFill flip="none" rotWithShape="1">
              <a:gsLst>
                <a:gs pos="37000">
                  <a:schemeClr val="accent4">
                    <a:lumMod val="20000"/>
                    <a:lumOff val="80000"/>
                  </a:schemeClr>
                </a:gs>
                <a:gs pos="55000">
                  <a:schemeClr val="accent4">
                    <a:lumMod val="75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12" name="Hexagon 211">
              <a:extLst>
                <a:ext uri="{FF2B5EF4-FFF2-40B4-BE49-F238E27FC236}">
                  <a16:creationId xmlns:a16="http://schemas.microsoft.com/office/drawing/2014/main" id="{F07F4D15-8E89-4AC2-B1DF-1C3C06411270}"/>
                </a:ext>
              </a:extLst>
            </p:cNvPr>
            <p:cNvSpPr/>
            <p:nvPr/>
          </p:nvSpPr>
          <p:spPr>
            <a:xfrm>
              <a:off x="6335311" y="7039461"/>
              <a:ext cx="300956" cy="178952"/>
            </a:xfrm>
            <a:prstGeom prst="hexagon">
              <a:avLst>
                <a:gd name="adj" fmla="val 39558"/>
                <a:gd name="vf" fmla="val 115470"/>
              </a:avLst>
            </a:prstGeom>
            <a:gradFill flip="none" rotWithShape="1">
              <a:gsLst>
                <a:gs pos="37000">
                  <a:schemeClr val="accent5">
                    <a:lumMod val="40000"/>
                    <a:lumOff val="60000"/>
                  </a:schemeClr>
                </a:gs>
                <a:gs pos="55000">
                  <a:schemeClr val="accent1">
                    <a:lumMod val="50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13" name="Hexagon 212">
              <a:extLst>
                <a:ext uri="{FF2B5EF4-FFF2-40B4-BE49-F238E27FC236}">
                  <a16:creationId xmlns:a16="http://schemas.microsoft.com/office/drawing/2014/main" id="{9EC10B29-EF5F-436B-A2A1-EB7221109AF8}"/>
                </a:ext>
              </a:extLst>
            </p:cNvPr>
            <p:cNvSpPr/>
            <p:nvPr/>
          </p:nvSpPr>
          <p:spPr>
            <a:xfrm>
              <a:off x="5893456" y="6861285"/>
              <a:ext cx="300956" cy="178952"/>
            </a:xfrm>
            <a:prstGeom prst="hexagon">
              <a:avLst>
                <a:gd name="adj" fmla="val 39558"/>
                <a:gd name="vf" fmla="val 115470"/>
              </a:avLst>
            </a:prstGeom>
            <a:gradFill flip="none" rotWithShape="1">
              <a:gsLst>
                <a:gs pos="37000">
                  <a:schemeClr val="accent5">
                    <a:lumMod val="40000"/>
                    <a:lumOff val="60000"/>
                  </a:schemeClr>
                </a:gs>
                <a:gs pos="55000">
                  <a:schemeClr val="accent1">
                    <a:lumMod val="50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20" name="遗迹">
            <a:extLst>
              <a:ext uri="{FF2B5EF4-FFF2-40B4-BE49-F238E27FC236}">
                <a16:creationId xmlns:a16="http://schemas.microsoft.com/office/drawing/2014/main" id="{D8EA2353-A4BA-456E-8AB8-F0246494B933}"/>
              </a:ext>
            </a:extLst>
          </p:cNvPr>
          <p:cNvGrpSpPr/>
          <p:nvPr/>
        </p:nvGrpSpPr>
        <p:grpSpPr>
          <a:xfrm>
            <a:off x="187547" y="610297"/>
            <a:ext cx="12197040" cy="7536807"/>
            <a:chOff x="187547" y="610297"/>
            <a:chExt cx="12197040" cy="7536807"/>
          </a:xfrm>
        </p:grpSpPr>
        <p:sp>
          <p:nvSpPr>
            <p:cNvPr id="5177" name="Hexagon 5176">
              <a:extLst>
                <a:ext uri="{FF2B5EF4-FFF2-40B4-BE49-F238E27FC236}">
                  <a16:creationId xmlns:a16="http://schemas.microsoft.com/office/drawing/2014/main" id="{7CE3F599-8DEC-41BA-8CD6-D12C9697D215}"/>
                </a:ext>
              </a:extLst>
            </p:cNvPr>
            <p:cNvSpPr/>
            <p:nvPr/>
          </p:nvSpPr>
          <p:spPr>
            <a:xfrm>
              <a:off x="4850828" y="610297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178" name="Hexagon 5177">
              <a:extLst>
                <a:ext uri="{FF2B5EF4-FFF2-40B4-BE49-F238E27FC236}">
                  <a16:creationId xmlns:a16="http://schemas.microsoft.com/office/drawing/2014/main" id="{83237AA8-3AE3-4C0E-BBB4-4509F9CF823D}"/>
                </a:ext>
              </a:extLst>
            </p:cNvPr>
            <p:cNvSpPr/>
            <p:nvPr/>
          </p:nvSpPr>
          <p:spPr>
            <a:xfrm>
              <a:off x="4376959" y="1165128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182" name="Hexagon 5181">
              <a:extLst>
                <a:ext uri="{FF2B5EF4-FFF2-40B4-BE49-F238E27FC236}">
                  <a16:creationId xmlns:a16="http://schemas.microsoft.com/office/drawing/2014/main" id="{62738341-D2FB-4321-BD2E-190B2F3CB5C1}"/>
                </a:ext>
              </a:extLst>
            </p:cNvPr>
            <p:cNvSpPr/>
            <p:nvPr/>
          </p:nvSpPr>
          <p:spPr>
            <a:xfrm>
              <a:off x="4853209" y="1710434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183" name="Hexagon 5182">
              <a:extLst>
                <a:ext uri="{FF2B5EF4-FFF2-40B4-BE49-F238E27FC236}">
                  <a16:creationId xmlns:a16="http://schemas.microsoft.com/office/drawing/2014/main" id="{89B40266-CB36-41DA-A903-529C9341C175}"/>
                </a:ext>
              </a:extLst>
            </p:cNvPr>
            <p:cNvSpPr/>
            <p:nvPr/>
          </p:nvSpPr>
          <p:spPr>
            <a:xfrm>
              <a:off x="6253384" y="615059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184" name="Hexagon 5183">
              <a:extLst>
                <a:ext uri="{FF2B5EF4-FFF2-40B4-BE49-F238E27FC236}">
                  <a16:creationId xmlns:a16="http://schemas.microsoft.com/office/drawing/2014/main" id="{5B500B77-8B7F-4AEF-BC0C-6B9CF99669A3}"/>
                </a:ext>
              </a:extLst>
            </p:cNvPr>
            <p:cNvSpPr/>
            <p:nvPr/>
          </p:nvSpPr>
          <p:spPr>
            <a:xfrm>
              <a:off x="7182072" y="803178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185" name="Hexagon 5184">
              <a:extLst>
                <a:ext uri="{FF2B5EF4-FFF2-40B4-BE49-F238E27FC236}">
                  <a16:creationId xmlns:a16="http://schemas.microsoft.com/office/drawing/2014/main" id="{6D4DCB3D-540F-47C3-8554-58B799099C5A}"/>
                </a:ext>
              </a:extLst>
            </p:cNvPr>
            <p:cNvSpPr/>
            <p:nvPr/>
          </p:nvSpPr>
          <p:spPr>
            <a:xfrm>
              <a:off x="6953472" y="1803303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186" name="Hexagon 5185">
              <a:extLst>
                <a:ext uri="{FF2B5EF4-FFF2-40B4-BE49-F238E27FC236}">
                  <a16:creationId xmlns:a16="http://schemas.microsoft.com/office/drawing/2014/main" id="{B1D9BF0D-061C-421E-8410-AECD71810AE6}"/>
                </a:ext>
              </a:extLst>
            </p:cNvPr>
            <p:cNvSpPr/>
            <p:nvPr/>
          </p:nvSpPr>
          <p:spPr>
            <a:xfrm>
              <a:off x="8351266" y="1065115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187" name="Hexagon 5186">
              <a:extLst>
                <a:ext uri="{FF2B5EF4-FFF2-40B4-BE49-F238E27FC236}">
                  <a16:creationId xmlns:a16="http://schemas.microsoft.com/office/drawing/2014/main" id="{906DBD1C-6409-427B-ADE2-96EA9D3B2ABD}"/>
                </a:ext>
              </a:extLst>
            </p:cNvPr>
            <p:cNvSpPr/>
            <p:nvPr/>
          </p:nvSpPr>
          <p:spPr>
            <a:xfrm>
              <a:off x="5319935" y="2448621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188" name="Hexagon 5187">
              <a:extLst>
                <a:ext uri="{FF2B5EF4-FFF2-40B4-BE49-F238E27FC236}">
                  <a16:creationId xmlns:a16="http://schemas.microsoft.com/office/drawing/2014/main" id="{19318507-ACF2-48E9-84CB-4A084511747F}"/>
                </a:ext>
              </a:extLst>
            </p:cNvPr>
            <p:cNvSpPr/>
            <p:nvPr/>
          </p:nvSpPr>
          <p:spPr>
            <a:xfrm>
              <a:off x="6491510" y="2348609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189" name="Hexagon 5188">
              <a:extLst>
                <a:ext uri="{FF2B5EF4-FFF2-40B4-BE49-F238E27FC236}">
                  <a16:creationId xmlns:a16="http://schemas.microsoft.com/office/drawing/2014/main" id="{59C24930-72D3-4E06-AE45-2E0F6AF6E710}"/>
                </a:ext>
              </a:extLst>
            </p:cNvPr>
            <p:cNvSpPr/>
            <p:nvPr/>
          </p:nvSpPr>
          <p:spPr>
            <a:xfrm>
              <a:off x="8110760" y="2801047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190" name="Hexagon 5189">
              <a:extLst>
                <a:ext uri="{FF2B5EF4-FFF2-40B4-BE49-F238E27FC236}">
                  <a16:creationId xmlns:a16="http://schemas.microsoft.com/office/drawing/2014/main" id="{C57B13BB-3E2D-4EA7-BA77-AE80C99DB615}"/>
                </a:ext>
              </a:extLst>
            </p:cNvPr>
            <p:cNvSpPr/>
            <p:nvPr/>
          </p:nvSpPr>
          <p:spPr>
            <a:xfrm>
              <a:off x="7415435" y="3067747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191" name="Hexagon 5190">
              <a:extLst>
                <a:ext uri="{FF2B5EF4-FFF2-40B4-BE49-F238E27FC236}">
                  <a16:creationId xmlns:a16="http://schemas.microsoft.com/office/drawing/2014/main" id="{83245D7B-6048-497E-BB61-B8AC68E47A7A}"/>
                </a:ext>
              </a:extLst>
            </p:cNvPr>
            <p:cNvSpPr/>
            <p:nvPr/>
          </p:nvSpPr>
          <p:spPr>
            <a:xfrm>
              <a:off x="6724872" y="3343972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192" name="Hexagon 5191">
              <a:extLst>
                <a:ext uri="{FF2B5EF4-FFF2-40B4-BE49-F238E27FC236}">
                  <a16:creationId xmlns:a16="http://schemas.microsoft.com/office/drawing/2014/main" id="{F83DE56E-E9F9-4C39-8B25-03591E3E0EE6}"/>
                </a:ext>
              </a:extLst>
            </p:cNvPr>
            <p:cNvSpPr/>
            <p:nvPr/>
          </p:nvSpPr>
          <p:spPr>
            <a:xfrm>
              <a:off x="6031928" y="3439222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193" name="Hexagon 5192">
              <a:extLst>
                <a:ext uri="{FF2B5EF4-FFF2-40B4-BE49-F238E27FC236}">
                  <a16:creationId xmlns:a16="http://schemas.microsoft.com/office/drawing/2014/main" id="{D820780C-A376-4831-A858-D66D7C8DF2B1}"/>
                </a:ext>
              </a:extLst>
            </p:cNvPr>
            <p:cNvSpPr/>
            <p:nvPr/>
          </p:nvSpPr>
          <p:spPr>
            <a:xfrm>
              <a:off x="5558059" y="2893916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194" name="Hexagon 5193">
              <a:extLst>
                <a:ext uri="{FF2B5EF4-FFF2-40B4-BE49-F238E27FC236}">
                  <a16:creationId xmlns:a16="http://schemas.microsoft.com/office/drawing/2014/main" id="{DBD01D7B-0698-48BA-8E52-1FDAF34591CC}"/>
                </a:ext>
              </a:extLst>
            </p:cNvPr>
            <p:cNvSpPr/>
            <p:nvPr/>
          </p:nvSpPr>
          <p:spPr>
            <a:xfrm>
              <a:off x="9275192" y="3070129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195" name="Hexagon 5194">
              <a:extLst>
                <a:ext uri="{FF2B5EF4-FFF2-40B4-BE49-F238E27FC236}">
                  <a16:creationId xmlns:a16="http://schemas.microsoft.com/office/drawing/2014/main" id="{2A0596DF-CC19-41B2-8DEC-944D6D343FFD}"/>
                </a:ext>
              </a:extLst>
            </p:cNvPr>
            <p:cNvSpPr/>
            <p:nvPr/>
          </p:nvSpPr>
          <p:spPr>
            <a:xfrm>
              <a:off x="5322316" y="4253609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196" name="Hexagon 5195">
              <a:extLst>
                <a:ext uri="{FF2B5EF4-FFF2-40B4-BE49-F238E27FC236}">
                  <a16:creationId xmlns:a16="http://schemas.microsoft.com/office/drawing/2014/main" id="{B9DD5AF8-21AC-40E2-AE49-F1421AD98BE5}"/>
                </a:ext>
              </a:extLst>
            </p:cNvPr>
            <p:cNvSpPr/>
            <p:nvPr/>
          </p:nvSpPr>
          <p:spPr>
            <a:xfrm>
              <a:off x="5791422" y="4434584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197" name="Hexagon 5196">
              <a:extLst>
                <a:ext uri="{FF2B5EF4-FFF2-40B4-BE49-F238E27FC236}">
                  <a16:creationId xmlns:a16="http://schemas.microsoft.com/office/drawing/2014/main" id="{1E1AAAD1-550F-48B8-8D43-FFEB3D8F86E6}"/>
                </a:ext>
              </a:extLst>
            </p:cNvPr>
            <p:cNvSpPr/>
            <p:nvPr/>
          </p:nvSpPr>
          <p:spPr>
            <a:xfrm>
              <a:off x="4162647" y="3972621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198" name="Hexagon 5197">
              <a:extLst>
                <a:ext uri="{FF2B5EF4-FFF2-40B4-BE49-F238E27FC236}">
                  <a16:creationId xmlns:a16="http://schemas.microsoft.com/office/drawing/2014/main" id="{04478FA5-E7BA-422F-94B3-55232550AF82}"/>
                </a:ext>
              </a:extLst>
            </p:cNvPr>
            <p:cNvSpPr/>
            <p:nvPr/>
          </p:nvSpPr>
          <p:spPr>
            <a:xfrm>
              <a:off x="4396009" y="2974877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199" name="Hexagon 5198">
              <a:extLst>
                <a:ext uri="{FF2B5EF4-FFF2-40B4-BE49-F238E27FC236}">
                  <a16:creationId xmlns:a16="http://schemas.microsoft.com/office/drawing/2014/main" id="{C111B379-0901-4ED2-84DE-473B2AEB80F1}"/>
                </a:ext>
              </a:extLst>
            </p:cNvPr>
            <p:cNvSpPr/>
            <p:nvPr/>
          </p:nvSpPr>
          <p:spPr>
            <a:xfrm>
              <a:off x="3236340" y="3070127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00" name="Hexagon 5199">
              <a:extLst>
                <a:ext uri="{FF2B5EF4-FFF2-40B4-BE49-F238E27FC236}">
                  <a16:creationId xmlns:a16="http://schemas.microsoft.com/office/drawing/2014/main" id="{9272CB1E-DE41-4E0A-AB8A-1BCF46420ED5}"/>
                </a:ext>
              </a:extLst>
            </p:cNvPr>
            <p:cNvSpPr/>
            <p:nvPr/>
          </p:nvSpPr>
          <p:spPr>
            <a:xfrm>
              <a:off x="4861147" y="4794946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01" name="Hexagon 5200">
              <a:extLst>
                <a:ext uri="{FF2B5EF4-FFF2-40B4-BE49-F238E27FC236}">
                  <a16:creationId xmlns:a16="http://schemas.microsoft.com/office/drawing/2014/main" id="{5EA40A65-A041-4855-B395-4725444D08E1}"/>
                </a:ext>
              </a:extLst>
            </p:cNvPr>
            <p:cNvSpPr/>
            <p:nvPr/>
          </p:nvSpPr>
          <p:spPr>
            <a:xfrm>
              <a:off x="7423372" y="4163122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02" name="Hexagon 5201">
              <a:extLst>
                <a:ext uri="{FF2B5EF4-FFF2-40B4-BE49-F238E27FC236}">
                  <a16:creationId xmlns:a16="http://schemas.microsoft.com/office/drawing/2014/main" id="{ADE4DC50-CCDC-4A69-ACA8-99B65D8911AB}"/>
                </a:ext>
              </a:extLst>
            </p:cNvPr>
            <p:cNvSpPr/>
            <p:nvPr/>
          </p:nvSpPr>
          <p:spPr>
            <a:xfrm>
              <a:off x="7639272" y="4613972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03" name="Hexagon 5202">
              <a:extLst>
                <a:ext uri="{FF2B5EF4-FFF2-40B4-BE49-F238E27FC236}">
                  <a16:creationId xmlns:a16="http://schemas.microsoft.com/office/drawing/2014/main" id="{6458A04D-0988-4B3D-8A5C-88C668623D2B}"/>
                </a:ext>
              </a:extLst>
            </p:cNvPr>
            <p:cNvSpPr/>
            <p:nvPr/>
          </p:nvSpPr>
          <p:spPr>
            <a:xfrm>
              <a:off x="8096472" y="4975922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04" name="Hexagon 5203">
              <a:extLst>
                <a:ext uri="{FF2B5EF4-FFF2-40B4-BE49-F238E27FC236}">
                  <a16:creationId xmlns:a16="http://schemas.microsoft.com/office/drawing/2014/main" id="{8D959634-20DE-44B1-99B8-48933C286FDD}"/>
                </a:ext>
              </a:extLst>
            </p:cNvPr>
            <p:cNvSpPr/>
            <p:nvPr/>
          </p:nvSpPr>
          <p:spPr>
            <a:xfrm>
              <a:off x="9274397" y="3801172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05" name="Hexagon 5204">
              <a:extLst>
                <a:ext uri="{FF2B5EF4-FFF2-40B4-BE49-F238E27FC236}">
                  <a16:creationId xmlns:a16="http://schemas.microsoft.com/office/drawing/2014/main" id="{58ABC705-EA31-4A11-9FF0-E1E19BDA6C26}"/>
                </a:ext>
              </a:extLst>
            </p:cNvPr>
            <p:cNvSpPr/>
            <p:nvPr/>
          </p:nvSpPr>
          <p:spPr>
            <a:xfrm>
              <a:off x="9737947" y="4340922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06" name="Hexagon 5205">
              <a:extLst>
                <a:ext uri="{FF2B5EF4-FFF2-40B4-BE49-F238E27FC236}">
                  <a16:creationId xmlns:a16="http://schemas.microsoft.com/office/drawing/2014/main" id="{ECD667AA-CFA3-4ADE-BA75-2FCB7E480104}"/>
                </a:ext>
              </a:extLst>
            </p:cNvPr>
            <p:cNvSpPr/>
            <p:nvPr/>
          </p:nvSpPr>
          <p:spPr>
            <a:xfrm>
              <a:off x="10211022" y="2702622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07" name="Hexagon 5206">
              <a:extLst>
                <a:ext uri="{FF2B5EF4-FFF2-40B4-BE49-F238E27FC236}">
                  <a16:creationId xmlns:a16="http://schemas.microsoft.com/office/drawing/2014/main" id="{818C0899-D5F1-4816-82D3-6AE4E4E9664E}"/>
                </a:ext>
              </a:extLst>
            </p:cNvPr>
            <p:cNvSpPr/>
            <p:nvPr/>
          </p:nvSpPr>
          <p:spPr>
            <a:xfrm>
              <a:off x="10906347" y="4617147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08" name="Hexagon 5207">
              <a:extLst>
                <a:ext uri="{FF2B5EF4-FFF2-40B4-BE49-F238E27FC236}">
                  <a16:creationId xmlns:a16="http://schemas.microsoft.com/office/drawing/2014/main" id="{E3452CB9-0A4F-4E03-A8DE-73336071DC8E}"/>
                </a:ext>
              </a:extLst>
            </p:cNvPr>
            <p:cNvSpPr/>
            <p:nvPr/>
          </p:nvSpPr>
          <p:spPr>
            <a:xfrm>
              <a:off x="12074747" y="4350447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09" name="Hexagon 5208">
              <a:extLst>
                <a:ext uri="{FF2B5EF4-FFF2-40B4-BE49-F238E27FC236}">
                  <a16:creationId xmlns:a16="http://schemas.microsoft.com/office/drawing/2014/main" id="{153CAD27-F102-48B0-9FB0-D686C322E26C}"/>
                </a:ext>
              </a:extLst>
            </p:cNvPr>
            <p:cNvSpPr/>
            <p:nvPr/>
          </p:nvSpPr>
          <p:spPr>
            <a:xfrm>
              <a:off x="12068397" y="3061397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11" name="Hexagon 5210">
              <a:extLst>
                <a:ext uri="{FF2B5EF4-FFF2-40B4-BE49-F238E27FC236}">
                  <a16:creationId xmlns:a16="http://schemas.microsoft.com/office/drawing/2014/main" id="{0D8D9AD3-4077-4A1C-B1A0-10BDB1FD8A90}"/>
                </a:ext>
              </a:extLst>
            </p:cNvPr>
            <p:cNvSpPr/>
            <p:nvPr/>
          </p:nvSpPr>
          <p:spPr>
            <a:xfrm>
              <a:off x="3457797" y="4067871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12" name="Hexagon 5211">
              <a:extLst>
                <a:ext uri="{FF2B5EF4-FFF2-40B4-BE49-F238E27FC236}">
                  <a16:creationId xmlns:a16="http://schemas.microsoft.com/office/drawing/2014/main" id="{33D4440A-6108-4EE6-81C3-F004B540C491}"/>
                </a:ext>
              </a:extLst>
            </p:cNvPr>
            <p:cNvSpPr/>
            <p:nvPr/>
          </p:nvSpPr>
          <p:spPr>
            <a:xfrm>
              <a:off x="2765647" y="2515296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13" name="Hexagon 5212">
              <a:extLst>
                <a:ext uri="{FF2B5EF4-FFF2-40B4-BE49-F238E27FC236}">
                  <a16:creationId xmlns:a16="http://schemas.microsoft.com/office/drawing/2014/main" id="{E0021745-2248-4E9F-9131-511441A64A06}"/>
                </a:ext>
              </a:extLst>
            </p:cNvPr>
            <p:cNvSpPr/>
            <p:nvPr/>
          </p:nvSpPr>
          <p:spPr>
            <a:xfrm>
              <a:off x="2295747" y="3432871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14" name="Hexagon 5213">
              <a:extLst>
                <a:ext uri="{FF2B5EF4-FFF2-40B4-BE49-F238E27FC236}">
                  <a16:creationId xmlns:a16="http://schemas.microsoft.com/office/drawing/2014/main" id="{C2C55401-B17D-43AC-B9D3-312B2C49C0A2}"/>
                </a:ext>
              </a:extLst>
            </p:cNvPr>
            <p:cNvSpPr/>
            <p:nvPr/>
          </p:nvSpPr>
          <p:spPr>
            <a:xfrm>
              <a:off x="2067147" y="3886896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15" name="Hexagon 5214">
              <a:extLst>
                <a:ext uri="{FF2B5EF4-FFF2-40B4-BE49-F238E27FC236}">
                  <a16:creationId xmlns:a16="http://schemas.microsoft.com/office/drawing/2014/main" id="{2F518A9A-74FA-486E-91EE-122CC05E4AC4}"/>
                </a:ext>
              </a:extLst>
            </p:cNvPr>
            <p:cNvSpPr/>
            <p:nvPr/>
          </p:nvSpPr>
          <p:spPr>
            <a:xfrm>
              <a:off x="1359122" y="4340921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16" name="Hexagon 5215">
              <a:extLst>
                <a:ext uri="{FF2B5EF4-FFF2-40B4-BE49-F238E27FC236}">
                  <a16:creationId xmlns:a16="http://schemas.microsoft.com/office/drawing/2014/main" id="{083FEB40-8C1E-4CA4-A0C5-038A937CD4CD}"/>
                </a:ext>
              </a:extLst>
            </p:cNvPr>
            <p:cNvSpPr/>
            <p:nvPr/>
          </p:nvSpPr>
          <p:spPr>
            <a:xfrm>
              <a:off x="666972" y="4972746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17" name="Hexagon 5216">
              <a:extLst>
                <a:ext uri="{FF2B5EF4-FFF2-40B4-BE49-F238E27FC236}">
                  <a16:creationId xmlns:a16="http://schemas.microsoft.com/office/drawing/2014/main" id="{198F9395-4156-48E7-B93C-9AE349F405E6}"/>
                </a:ext>
              </a:extLst>
            </p:cNvPr>
            <p:cNvSpPr/>
            <p:nvPr/>
          </p:nvSpPr>
          <p:spPr>
            <a:xfrm>
              <a:off x="187547" y="3515421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18" name="Hexagon 5217">
              <a:extLst>
                <a:ext uri="{FF2B5EF4-FFF2-40B4-BE49-F238E27FC236}">
                  <a16:creationId xmlns:a16="http://schemas.microsoft.com/office/drawing/2014/main" id="{521EC3E0-A60A-4E00-B8C7-76CEB570C8CC}"/>
                </a:ext>
              </a:extLst>
            </p:cNvPr>
            <p:cNvSpPr/>
            <p:nvPr/>
          </p:nvSpPr>
          <p:spPr>
            <a:xfrm>
              <a:off x="654272" y="2982021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19" name="Hexagon 5218">
              <a:extLst>
                <a:ext uri="{FF2B5EF4-FFF2-40B4-BE49-F238E27FC236}">
                  <a16:creationId xmlns:a16="http://schemas.microsoft.com/office/drawing/2014/main" id="{D0CA19ED-F291-4925-8BA2-F3A74B1F14C4}"/>
                </a:ext>
              </a:extLst>
            </p:cNvPr>
            <p:cNvSpPr/>
            <p:nvPr/>
          </p:nvSpPr>
          <p:spPr>
            <a:xfrm>
              <a:off x="663797" y="2426396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20" name="Hexagon 5219">
              <a:extLst>
                <a:ext uri="{FF2B5EF4-FFF2-40B4-BE49-F238E27FC236}">
                  <a16:creationId xmlns:a16="http://schemas.microsoft.com/office/drawing/2014/main" id="{8397E32D-F163-475F-905C-831B210864F9}"/>
                </a:ext>
              </a:extLst>
            </p:cNvPr>
            <p:cNvSpPr/>
            <p:nvPr/>
          </p:nvSpPr>
          <p:spPr>
            <a:xfrm>
              <a:off x="1600422" y="2613721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21" name="Hexagon 5220">
              <a:extLst>
                <a:ext uri="{FF2B5EF4-FFF2-40B4-BE49-F238E27FC236}">
                  <a16:creationId xmlns:a16="http://schemas.microsoft.com/office/drawing/2014/main" id="{3FE0EDEC-75D8-4121-AD80-0D3814F06406}"/>
                </a:ext>
              </a:extLst>
            </p:cNvPr>
            <p:cNvSpPr/>
            <p:nvPr/>
          </p:nvSpPr>
          <p:spPr>
            <a:xfrm>
              <a:off x="11379422" y="3705922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22" name="Hexagon 5221">
              <a:extLst>
                <a:ext uri="{FF2B5EF4-FFF2-40B4-BE49-F238E27FC236}">
                  <a16:creationId xmlns:a16="http://schemas.microsoft.com/office/drawing/2014/main" id="{5AC4F0F0-5E1F-43C8-9FCB-CE8E9448BA58}"/>
                </a:ext>
              </a:extLst>
            </p:cNvPr>
            <p:cNvSpPr/>
            <p:nvPr/>
          </p:nvSpPr>
          <p:spPr>
            <a:xfrm>
              <a:off x="10677747" y="2334322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23" name="Hexagon 5222">
              <a:extLst>
                <a:ext uri="{FF2B5EF4-FFF2-40B4-BE49-F238E27FC236}">
                  <a16:creationId xmlns:a16="http://schemas.microsoft.com/office/drawing/2014/main" id="{DB89BF56-9300-4D99-A198-E07CE2F19035}"/>
                </a:ext>
              </a:extLst>
            </p:cNvPr>
            <p:cNvSpPr/>
            <p:nvPr/>
          </p:nvSpPr>
          <p:spPr>
            <a:xfrm>
              <a:off x="11623897" y="2340672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28" name="Hexagon 5227">
              <a:extLst>
                <a:ext uri="{FF2B5EF4-FFF2-40B4-BE49-F238E27FC236}">
                  <a16:creationId xmlns:a16="http://schemas.microsoft.com/office/drawing/2014/main" id="{BFE9337E-F1EA-44EA-B37C-107425E97EDB}"/>
                </a:ext>
              </a:extLst>
            </p:cNvPr>
            <p:cNvSpPr/>
            <p:nvPr/>
          </p:nvSpPr>
          <p:spPr>
            <a:xfrm>
              <a:off x="10211022" y="5610128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29" name="Hexagon 5228">
              <a:extLst>
                <a:ext uri="{FF2B5EF4-FFF2-40B4-BE49-F238E27FC236}">
                  <a16:creationId xmlns:a16="http://schemas.microsoft.com/office/drawing/2014/main" id="{2BF21F1A-1F96-4555-A7F6-8181EBF4F314}"/>
                </a:ext>
              </a:extLst>
            </p:cNvPr>
            <p:cNvSpPr/>
            <p:nvPr/>
          </p:nvSpPr>
          <p:spPr>
            <a:xfrm>
              <a:off x="8563197" y="5338624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30" name="Hexagon 5229">
              <a:extLst>
                <a:ext uri="{FF2B5EF4-FFF2-40B4-BE49-F238E27FC236}">
                  <a16:creationId xmlns:a16="http://schemas.microsoft.com/office/drawing/2014/main" id="{9ED06DF7-A902-400E-9C0B-1467CB8FCF50}"/>
                </a:ext>
              </a:extLst>
            </p:cNvPr>
            <p:cNvSpPr/>
            <p:nvPr/>
          </p:nvSpPr>
          <p:spPr>
            <a:xfrm>
              <a:off x="8560022" y="6056174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31" name="Hexagon 5230">
              <a:extLst>
                <a:ext uri="{FF2B5EF4-FFF2-40B4-BE49-F238E27FC236}">
                  <a16:creationId xmlns:a16="http://schemas.microsoft.com/office/drawing/2014/main" id="{98751447-AC56-46E6-B009-9BA9DE0A34BD}"/>
                </a:ext>
              </a:extLst>
            </p:cNvPr>
            <p:cNvSpPr/>
            <p:nvPr/>
          </p:nvSpPr>
          <p:spPr>
            <a:xfrm>
              <a:off x="9048972" y="6789599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32" name="Hexagon 5231">
              <a:extLst>
                <a:ext uri="{FF2B5EF4-FFF2-40B4-BE49-F238E27FC236}">
                  <a16:creationId xmlns:a16="http://schemas.microsoft.com/office/drawing/2014/main" id="{94F760E2-2A12-47EC-8100-94E523DE9DB7}"/>
                </a:ext>
              </a:extLst>
            </p:cNvPr>
            <p:cNvSpPr/>
            <p:nvPr/>
          </p:nvSpPr>
          <p:spPr>
            <a:xfrm>
              <a:off x="10449147" y="7335699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33" name="Hexagon 5232">
              <a:extLst>
                <a:ext uri="{FF2B5EF4-FFF2-40B4-BE49-F238E27FC236}">
                  <a16:creationId xmlns:a16="http://schemas.microsoft.com/office/drawing/2014/main" id="{45CD6400-16AA-4763-9B8A-0B5F7F1CD3CA}"/>
                </a:ext>
              </a:extLst>
            </p:cNvPr>
            <p:cNvSpPr/>
            <p:nvPr/>
          </p:nvSpPr>
          <p:spPr>
            <a:xfrm>
              <a:off x="9741122" y="7967524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34" name="Hexagon 5233">
              <a:extLst>
                <a:ext uri="{FF2B5EF4-FFF2-40B4-BE49-F238E27FC236}">
                  <a16:creationId xmlns:a16="http://schemas.microsoft.com/office/drawing/2014/main" id="{75F40576-177B-4F89-BEF8-0C5DE56E5D3F}"/>
                </a:ext>
              </a:extLst>
            </p:cNvPr>
            <p:cNvSpPr/>
            <p:nvPr/>
          </p:nvSpPr>
          <p:spPr>
            <a:xfrm>
              <a:off x="7883747" y="5608499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35" name="Hexagon 5234">
              <a:extLst>
                <a:ext uri="{FF2B5EF4-FFF2-40B4-BE49-F238E27FC236}">
                  <a16:creationId xmlns:a16="http://schemas.microsoft.com/office/drawing/2014/main" id="{E1A898AC-9C04-4DA5-B144-8C8792F09942}"/>
                </a:ext>
              </a:extLst>
            </p:cNvPr>
            <p:cNvSpPr/>
            <p:nvPr/>
          </p:nvSpPr>
          <p:spPr>
            <a:xfrm>
              <a:off x="6254972" y="5159044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36" name="Hexagon 5235">
              <a:extLst>
                <a:ext uri="{FF2B5EF4-FFF2-40B4-BE49-F238E27FC236}">
                  <a16:creationId xmlns:a16="http://schemas.microsoft.com/office/drawing/2014/main" id="{445694B5-EBDF-4660-BFEE-2CB3775EA8F1}"/>
                </a:ext>
              </a:extLst>
            </p:cNvPr>
            <p:cNvSpPr/>
            <p:nvPr/>
          </p:nvSpPr>
          <p:spPr>
            <a:xfrm>
              <a:off x="5308822" y="5338624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37" name="Hexagon 5236">
              <a:extLst>
                <a:ext uri="{FF2B5EF4-FFF2-40B4-BE49-F238E27FC236}">
                  <a16:creationId xmlns:a16="http://schemas.microsoft.com/office/drawing/2014/main" id="{BAE71EFA-B100-40EE-BAE0-0F37F41EB15A}"/>
                </a:ext>
              </a:extLst>
            </p:cNvPr>
            <p:cNvSpPr/>
            <p:nvPr/>
          </p:nvSpPr>
          <p:spPr>
            <a:xfrm>
              <a:off x="6947122" y="6160949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38" name="Hexagon 5237">
              <a:extLst>
                <a:ext uri="{FF2B5EF4-FFF2-40B4-BE49-F238E27FC236}">
                  <a16:creationId xmlns:a16="http://schemas.microsoft.com/office/drawing/2014/main" id="{B2D04D82-CB41-41B1-840F-1BDAA999F830}"/>
                </a:ext>
              </a:extLst>
            </p:cNvPr>
            <p:cNvSpPr/>
            <p:nvPr/>
          </p:nvSpPr>
          <p:spPr>
            <a:xfrm>
              <a:off x="5543772" y="6526074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39" name="Hexagon 5238">
              <a:extLst>
                <a:ext uri="{FF2B5EF4-FFF2-40B4-BE49-F238E27FC236}">
                  <a16:creationId xmlns:a16="http://schemas.microsoft.com/office/drawing/2014/main" id="{EDE1D1B0-29CB-4AAE-A457-B2E84D447818}"/>
                </a:ext>
              </a:extLst>
            </p:cNvPr>
            <p:cNvSpPr/>
            <p:nvPr/>
          </p:nvSpPr>
          <p:spPr>
            <a:xfrm>
              <a:off x="4162647" y="5972871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40" name="Hexagon 5239">
              <a:extLst>
                <a:ext uri="{FF2B5EF4-FFF2-40B4-BE49-F238E27FC236}">
                  <a16:creationId xmlns:a16="http://schemas.microsoft.com/office/drawing/2014/main" id="{1AF6F956-5A9E-462F-B67E-C597111789B2}"/>
                </a:ext>
              </a:extLst>
            </p:cNvPr>
            <p:cNvSpPr/>
            <p:nvPr/>
          </p:nvSpPr>
          <p:spPr>
            <a:xfrm>
              <a:off x="2756122" y="6157021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41" name="Hexagon 5240">
              <a:extLst>
                <a:ext uri="{FF2B5EF4-FFF2-40B4-BE49-F238E27FC236}">
                  <a16:creationId xmlns:a16="http://schemas.microsoft.com/office/drawing/2014/main" id="{7D721DDA-0664-4959-93A0-F3230506EE8B}"/>
                </a:ext>
              </a:extLst>
            </p:cNvPr>
            <p:cNvSpPr/>
            <p:nvPr/>
          </p:nvSpPr>
          <p:spPr>
            <a:xfrm>
              <a:off x="2511647" y="6785671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42" name="Hexagon 5241">
              <a:extLst>
                <a:ext uri="{FF2B5EF4-FFF2-40B4-BE49-F238E27FC236}">
                  <a16:creationId xmlns:a16="http://schemas.microsoft.com/office/drawing/2014/main" id="{B6911039-4546-4BA0-B252-965F291C3078}"/>
                </a:ext>
              </a:extLst>
            </p:cNvPr>
            <p:cNvSpPr/>
            <p:nvPr/>
          </p:nvSpPr>
          <p:spPr>
            <a:xfrm>
              <a:off x="3924522" y="6601521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43" name="Hexagon 5242">
              <a:extLst>
                <a:ext uri="{FF2B5EF4-FFF2-40B4-BE49-F238E27FC236}">
                  <a16:creationId xmlns:a16="http://schemas.microsoft.com/office/drawing/2014/main" id="{E573CAE4-CE28-4521-948E-866A62E5FC78}"/>
                </a:ext>
              </a:extLst>
            </p:cNvPr>
            <p:cNvSpPr/>
            <p:nvPr/>
          </p:nvSpPr>
          <p:spPr>
            <a:xfrm>
              <a:off x="3689572" y="7249221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44" name="Hexagon 5243">
              <a:extLst>
                <a:ext uri="{FF2B5EF4-FFF2-40B4-BE49-F238E27FC236}">
                  <a16:creationId xmlns:a16="http://schemas.microsoft.com/office/drawing/2014/main" id="{0F50648D-44B3-418B-B9AA-3286F6839DD0}"/>
                </a:ext>
              </a:extLst>
            </p:cNvPr>
            <p:cNvSpPr/>
            <p:nvPr/>
          </p:nvSpPr>
          <p:spPr>
            <a:xfrm>
              <a:off x="2057622" y="5335449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21" name="商人">
            <a:extLst>
              <a:ext uri="{FF2B5EF4-FFF2-40B4-BE49-F238E27FC236}">
                <a16:creationId xmlns:a16="http://schemas.microsoft.com/office/drawing/2014/main" id="{35CF9E13-5040-4811-BDF1-CA550EA735DD}"/>
              </a:ext>
            </a:extLst>
          </p:cNvPr>
          <p:cNvGrpSpPr/>
          <p:nvPr/>
        </p:nvGrpSpPr>
        <p:grpSpPr>
          <a:xfrm>
            <a:off x="892336" y="993230"/>
            <a:ext cx="11730214" cy="7874553"/>
            <a:chOff x="892336" y="993230"/>
            <a:chExt cx="11730214" cy="7874553"/>
          </a:xfrm>
        </p:grpSpPr>
        <p:sp>
          <p:nvSpPr>
            <p:cNvPr id="5245" name="Hexagon 5244">
              <a:extLst>
                <a:ext uri="{FF2B5EF4-FFF2-40B4-BE49-F238E27FC236}">
                  <a16:creationId xmlns:a16="http://schemas.microsoft.com/office/drawing/2014/main" id="{4C835DEA-EA47-4D8D-8245-2B32E8FDA002}"/>
                </a:ext>
              </a:extLst>
            </p:cNvPr>
            <p:cNvSpPr/>
            <p:nvPr/>
          </p:nvSpPr>
          <p:spPr>
            <a:xfrm>
              <a:off x="7889935" y="1431380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46" name="Hexagon 5245">
              <a:extLst>
                <a:ext uri="{FF2B5EF4-FFF2-40B4-BE49-F238E27FC236}">
                  <a16:creationId xmlns:a16="http://schemas.microsoft.com/office/drawing/2014/main" id="{3B9047C0-6547-4E95-927B-AB6A89D0AC8C}"/>
                </a:ext>
              </a:extLst>
            </p:cNvPr>
            <p:cNvSpPr/>
            <p:nvPr/>
          </p:nvSpPr>
          <p:spPr>
            <a:xfrm>
              <a:off x="6254810" y="1717130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47" name="Hexagon 5246">
              <a:extLst>
                <a:ext uri="{FF2B5EF4-FFF2-40B4-BE49-F238E27FC236}">
                  <a16:creationId xmlns:a16="http://schemas.microsoft.com/office/drawing/2014/main" id="{22D6FC2C-80B0-4170-A7C4-B1AEB640426D}"/>
                </a:ext>
              </a:extLst>
            </p:cNvPr>
            <p:cNvSpPr/>
            <p:nvPr/>
          </p:nvSpPr>
          <p:spPr>
            <a:xfrm>
              <a:off x="5305485" y="993230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48" name="Hexagon 5247">
              <a:extLst>
                <a:ext uri="{FF2B5EF4-FFF2-40B4-BE49-F238E27FC236}">
                  <a16:creationId xmlns:a16="http://schemas.microsoft.com/office/drawing/2014/main" id="{60E4ECC6-E650-4629-BA3C-8AAFDF4B646D}"/>
                </a:ext>
              </a:extLst>
            </p:cNvPr>
            <p:cNvSpPr/>
            <p:nvPr/>
          </p:nvSpPr>
          <p:spPr>
            <a:xfrm>
              <a:off x="5315010" y="2082255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49" name="Hexagon 5248">
              <a:extLst>
                <a:ext uri="{FF2B5EF4-FFF2-40B4-BE49-F238E27FC236}">
                  <a16:creationId xmlns:a16="http://schemas.microsoft.com/office/drawing/2014/main" id="{791318C1-9467-43E0-B33F-E7E640468BE9}"/>
                </a:ext>
              </a:extLst>
            </p:cNvPr>
            <p:cNvSpPr/>
            <p:nvPr/>
          </p:nvSpPr>
          <p:spPr>
            <a:xfrm>
              <a:off x="7661335" y="2444205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50" name="Hexagon 5249">
              <a:extLst>
                <a:ext uri="{FF2B5EF4-FFF2-40B4-BE49-F238E27FC236}">
                  <a16:creationId xmlns:a16="http://schemas.microsoft.com/office/drawing/2014/main" id="{C081BA5C-88B9-46A2-9D9D-C5A90C8F515F}"/>
                </a:ext>
              </a:extLst>
            </p:cNvPr>
            <p:cNvSpPr/>
            <p:nvPr/>
          </p:nvSpPr>
          <p:spPr>
            <a:xfrm>
              <a:off x="7181910" y="2806155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51" name="Hexagon 5250">
              <a:extLst>
                <a:ext uri="{FF2B5EF4-FFF2-40B4-BE49-F238E27FC236}">
                  <a16:creationId xmlns:a16="http://schemas.microsoft.com/office/drawing/2014/main" id="{CCB7D058-5273-443A-AECA-7500B165242C}"/>
                </a:ext>
              </a:extLst>
            </p:cNvPr>
            <p:cNvSpPr/>
            <p:nvPr/>
          </p:nvSpPr>
          <p:spPr>
            <a:xfrm>
              <a:off x="7651810" y="3526880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52" name="Hexagon 5251">
              <a:extLst>
                <a:ext uri="{FF2B5EF4-FFF2-40B4-BE49-F238E27FC236}">
                  <a16:creationId xmlns:a16="http://schemas.microsoft.com/office/drawing/2014/main" id="{E51C547E-5BAB-4659-8052-EB1015AC566E}"/>
                </a:ext>
              </a:extLst>
            </p:cNvPr>
            <p:cNvSpPr/>
            <p:nvPr/>
          </p:nvSpPr>
          <p:spPr>
            <a:xfrm>
              <a:off x="8578910" y="3520530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53" name="Hexagon 5252">
              <a:extLst>
                <a:ext uri="{FF2B5EF4-FFF2-40B4-BE49-F238E27FC236}">
                  <a16:creationId xmlns:a16="http://schemas.microsoft.com/office/drawing/2014/main" id="{5398F518-680D-4892-97EC-5FDCFD862F0B}"/>
                </a:ext>
              </a:extLst>
            </p:cNvPr>
            <p:cNvSpPr/>
            <p:nvPr/>
          </p:nvSpPr>
          <p:spPr>
            <a:xfrm>
              <a:off x="6486686" y="3631655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54" name="Hexagon 5253">
              <a:extLst>
                <a:ext uri="{FF2B5EF4-FFF2-40B4-BE49-F238E27FC236}">
                  <a16:creationId xmlns:a16="http://schemas.microsoft.com/office/drawing/2014/main" id="{C989AA20-F68B-412A-8944-E783233A3326}"/>
                </a:ext>
              </a:extLst>
            </p:cNvPr>
            <p:cNvSpPr/>
            <p:nvPr/>
          </p:nvSpPr>
          <p:spPr>
            <a:xfrm>
              <a:off x="5794536" y="2625180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55" name="Hexagon 5254">
              <a:extLst>
                <a:ext uri="{FF2B5EF4-FFF2-40B4-BE49-F238E27FC236}">
                  <a16:creationId xmlns:a16="http://schemas.microsoft.com/office/drawing/2014/main" id="{1D143A66-D6A1-4731-8128-7186E5545034}"/>
                </a:ext>
              </a:extLst>
            </p:cNvPr>
            <p:cNvSpPr/>
            <p:nvPr/>
          </p:nvSpPr>
          <p:spPr>
            <a:xfrm>
              <a:off x="4857911" y="2612480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56" name="Hexagon 5255">
              <a:extLst>
                <a:ext uri="{FF2B5EF4-FFF2-40B4-BE49-F238E27FC236}">
                  <a16:creationId xmlns:a16="http://schemas.microsoft.com/office/drawing/2014/main" id="{8766680F-F713-4960-8056-31905071E393}"/>
                </a:ext>
              </a:extLst>
            </p:cNvPr>
            <p:cNvSpPr/>
            <p:nvPr/>
          </p:nvSpPr>
          <p:spPr>
            <a:xfrm>
              <a:off x="5559586" y="3987255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57" name="Hexagon 5256">
              <a:extLst>
                <a:ext uri="{FF2B5EF4-FFF2-40B4-BE49-F238E27FC236}">
                  <a16:creationId xmlns:a16="http://schemas.microsoft.com/office/drawing/2014/main" id="{0CCB1DC0-AF45-4B03-A137-1BCE6AAEC298}"/>
                </a:ext>
              </a:extLst>
            </p:cNvPr>
            <p:cNvSpPr/>
            <p:nvPr/>
          </p:nvSpPr>
          <p:spPr>
            <a:xfrm>
              <a:off x="7883686" y="4168230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58" name="Hexagon 5257">
              <a:extLst>
                <a:ext uri="{FF2B5EF4-FFF2-40B4-BE49-F238E27FC236}">
                  <a16:creationId xmlns:a16="http://schemas.microsoft.com/office/drawing/2014/main" id="{1C797777-3C93-42B4-8202-9DCAC35422C4}"/>
                </a:ext>
              </a:extLst>
            </p:cNvPr>
            <p:cNvSpPr/>
            <p:nvPr/>
          </p:nvSpPr>
          <p:spPr>
            <a:xfrm>
              <a:off x="9747310" y="2891880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59" name="Hexagon 5258">
              <a:extLst>
                <a:ext uri="{FF2B5EF4-FFF2-40B4-BE49-F238E27FC236}">
                  <a16:creationId xmlns:a16="http://schemas.microsoft.com/office/drawing/2014/main" id="{178F429A-5CCD-4087-A52D-5F337195C09B}"/>
                </a:ext>
              </a:extLst>
            </p:cNvPr>
            <p:cNvSpPr/>
            <p:nvPr/>
          </p:nvSpPr>
          <p:spPr>
            <a:xfrm>
              <a:off x="3933986" y="3707855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60" name="Hexagon 5259">
              <a:extLst>
                <a:ext uri="{FF2B5EF4-FFF2-40B4-BE49-F238E27FC236}">
                  <a16:creationId xmlns:a16="http://schemas.microsoft.com/office/drawing/2014/main" id="{10D00169-615B-4F90-890E-C7D4808EFA7C}"/>
                </a:ext>
              </a:extLst>
            </p:cNvPr>
            <p:cNvSpPr/>
            <p:nvPr/>
          </p:nvSpPr>
          <p:spPr>
            <a:xfrm>
              <a:off x="2762411" y="3253830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61" name="Hexagon 5260">
              <a:extLst>
                <a:ext uri="{FF2B5EF4-FFF2-40B4-BE49-F238E27FC236}">
                  <a16:creationId xmlns:a16="http://schemas.microsoft.com/office/drawing/2014/main" id="{5574C7A8-FF67-42E6-BF5C-45A8E80D91C6}"/>
                </a:ext>
              </a:extLst>
            </p:cNvPr>
            <p:cNvSpPr/>
            <p:nvPr/>
          </p:nvSpPr>
          <p:spPr>
            <a:xfrm>
              <a:off x="1597186" y="3342730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62" name="Hexagon 5261">
              <a:extLst>
                <a:ext uri="{FF2B5EF4-FFF2-40B4-BE49-F238E27FC236}">
                  <a16:creationId xmlns:a16="http://schemas.microsoft.com/office/drawing/2014/main" id="{597052EB-FE67-4D51-BB89-6EDE01E2E1E3}"/>
                </a:ext>
              </a:extLst>
            </p:cNvPr>
            <p:cNvSpPr/>
            <p:nvPr/>
          </p:nvSpPr>
          <p:spPr>
            <a:xfrm>
              <a:off x="3232311" y="4523830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63" name="Hexagon 5262">
              <a:extLst>
                <a:ext uri="{FF2B5EF4-FFF2-40B4-BE49-F238E27FC236}">
                  <a16:creationId xmlns:a16="http://schemas.microsoft.com/office/drawing/2014/main" id="{BC0CC8BF-C988-403A-8EEF-DCC7F1FE5CDA}"/>
                </a:ext>
              </a:extLst>
            </p:cNvPr>
            <p:cNvSpPr/>
            <p:nvPr/>
          </p:nvSpPr>
          <p:spPr>
            <a:xfrm>
              <a:off x="892336" y="4161880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64" name="Hexagon 5263">
              <a:extLst>
                <a:ext uri="{FF2B5EF4-FFF2-40B4-BE49-F238E27FC236}">
                  <a16:creationId xmlns:a16="http://schemas.microsoft.com/office/drawing/2014/main" id="{DE70D656-3EFA-469A-81A0-5D3FBE74A0C6}"/>
                </a:ext>
              </a:extLst>
            </p:cNvPr>
            <p:cNvSpPr/>
            <p:nvPr/>
          </p:nvSpPr>
          <p:spPr>
            <a:xfrm>
              <a:off x="1825786" y="4892130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65" name="Hexagon 5264">
              <a:extLst>
                <a:ext uri="{FF2B5EF4-FFF2-40B4-BE49-F238E27FC236}">
                  <a16:creationId xmlns:a16="http://schemas.microsoft.com/office/drawing/2014/main" id="{45037B38-2983-4939-8EE1-8338C80A871B}"/>
                </a:ext>
              </a:extLst>
            </p:cNvPr>
            <p:cNvSpPr/>
            <p:nvPr/>
          </p:nvSpPr>
          <p:spPr>
            <a:xfrm>
              <a:off x="3457736" y="5168615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66" name="Hexagon 5265">
              <a:extLst>
                <a:ext uri="{FF2B5EF4-FFF2-40B4-BE49-F238E27FC236}">
                  <a16:creationId xmlns:a16="http://schemas.microsoft.com/office/drawing/2014/main" id="{93AFE290-35F0-4FF3-ACC3-4D4397706D6D}"/>
                </a:ext>
              </a:extLst>
            </p:cNvPr>
            <p:cNvSpPr/>
            <p:nvPr/>
          </p:nvSpPr>
          <p:spPr>
            <a:xfrm>
              <a:off x="9039285" y="4260305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67" name="Hexagon 5266">
              <a:extLst>
                <a:ext uri="{FF2B5EF4-FFF2-40B4-BE49-F238E27FC236}">
                  <a16:creationId xmlns:a16="http://schemas.microsoft.com/office/drawing/2014/main" id="{F6CB19CB-2549-4F93-8D3C-3F2211CB9790}"/>
                </a:ext>
              </a:extLst>
            </p:cNvPr>
            <p:cNvSpPr/>
            <p:nvPr/>
          </p:nvSpPr>
          <p:spPr>
            <a:xfrm>
              <a:off x="9975910" y="3898355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68" name="Hexagon 5267">
              <a:extLst>
                <a:ext uri="{FF2B5EF4-FFF2-40B4-BE49-F238E27FC236}">
                  <a16:creationId xmlns:a16="http://schemas.microsoft.com/office/drawing/2014/main" id="{14737FD3-93BD-4668-B0F5-E32C4691CC0B}"/>
                </a:ext>
              </a:extLst>
            </p:cNvPr>
            <p:cNvSpPr/>
            <p:nvPr/>
          </p:nvSpPr>
          <p:spPr>
            <a:xfrm>
              <a:off x="10918885" y="3339555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69" name="Hexagon 5268">
              <a:extLst>
                <a:ext uri="{FF2B5EF4-FFF2-40B4-BE49-F238E27FC236}">
                  <a16:creationId xmlns:a16="http://schemas.microsoft.com/office/drawing/2014/main" id="{2BC68E82-1A29-437A-9BD5-FCBB9F6707AC}"/>
                </a:ext>
              </a:extLst>
            </p:cNvPr>
            <p:cNvSpPr/>
            <p:nvPr/>
          </p:nvSpPr>
          <p:spPr>
            <a:xfrm>
              <a:off x="12312710" y="3901530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70" name="Hexagon 5269">
              <a:extLst>
                <a:ext uri="{FF2B5EF4-FFF2-40B4-BE49-F238E27FC236}">
                  <a16:creationId xmlns:a16="http://schemas.microsoft.com/office/drawing/2014/main" id="{FE685F21-67CE-4290-9DA2-91FDEC4185E7}"/>
                </a:ext>
              </a:extLst>
            </p:cNvPr>
            <p:cNvSpPr/>
            <p:nvPr/>
          </p:nvSpPr>
          <p:spPr>
            <a:xfrm>
              <a:off x="11376085" y="4260305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71" name="Hexagon 5270">
              <a:extLst>
                <a:ext uri="{FF2B5EF4-FFF2-40B4-BE49-F238E27FC236}">
                  <a16:creationId xmlns:a16="http://schemas.microsoft.com/office/drawing/2014/main" id="{1428CBD5-34C3-4BCC-AB5A-469DC89BCBE3}"/>
                </a:ext>
              </a:extLst>
            </p:cNvPr>
            <p:cNvSpPr/>
            <p:nvPr/>
          </p:nvSpPr>
          <p:spPr>
            <a:xfrm>
              <a:off x="8794810" y="4892130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72" name="Hexagon 5271">
              <a:extLst>
                <a:ext uri="{FF2B5EF4-FFF2-40B4-BE49-F238E27FC236}">
                  <a16:creationId xmlns:a16="http://schemas.microsoft.com/office/drawing/2014/main" id="{16306237-3FF3-4BAB-B974-483638ACCF4A}"/>
                </a:ext>
              </a:extLst>
            </p:cNvPr>
            <p:cNvSpPr/>
            <p:nvPr/>
          </p:nvSpPr>
          <p:spPr>
            <a:xfrm>
              <a:off x="9982260" y="5338624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73" name="Hexagon 5272">
              <a:extLst>
                <a:ext uri="{FF2B5EF4-FFF2-40B4-BE49-F238E27FC236}">
                  <a16:creationId xmlns:a16="http://schemas.microsoft.com/office/drawing/2014/main" id="{C5C2A151-15CA-46A5-ADF9-5309F764DAF1}"/>
                </a:ext>
              </a:extLst>
            </p:cNvPr>
            <p:cNvSpPr/>
            <p:nvPr/>
          </p:nvSpPr>
          <p:spPr>
            <a:xfrm>
              <a:off x="9512360" y="6253024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74" name="Hexagon 5273">
              <a:extLst>
                <a:ext uri="{FF2B5EF4-FFF2-40B4-BE49-F238E27FC236}">
                  <a16:creationId xmlns:a16="http://schemas.microsoft.com/office/drawing/2014/main" id="{7C17170D-B031-4D3E-B553-BE022579CA5B}"/>
                </a:ext>
              </a:extLst>
            </p:cNvPr>
            <p:cNvSpPr/>
            <p:nvPr/>
          </p:nvSpPr>
          <p:spPr>
            <a:xfrm>
              <a:off x="10693460" y="8697774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75" name="Hexagon 5274">
              <a:extLst>
                <a:ext uri="{FF2B5EF4-FFF2-40B4-BE49-F238E27FC236}">
                  <a16:creationId xmlns:a16="http://schemas.microsoft.com/office/drawing/2014/main" id="{784265E2-8F35-4808-BC6E-6A25D8DC91FE}"/>
                </a:ext>
              </a:extLst>
            </p:cNvPr>
            <p:cNvSpPr/>
            <p:nvPr/>
          </p:nvSpPr>
          <p:spPr>
            <a:xfrm>
              <a:off x="7185186" y="5351324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76" name="Hexagon 5275">
              <a:extLst>
                <a:ext uri="{FF2B5EF4-FFF2-40B4-BE49-F238E27FC236}">
                  <a16:creationId xmlns:a16="http://schemas.microsoft.com/office/drawing/2014/main" id="{8CDFD062-17BD-4DF9-BC6D-D506812A8F18}"/>
                </a:ext>
              </a:extLst>
            </p:cNvPr>
            <p:cNvSpPr/>
            <p:nvPr/>
          </p:nvSpPr>
          <p:spPr>
            <a:xfrm>
              <a:off x="6242211" y="6430824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77" name="Hexagon 5276">
              <a:extLst>
                <a:ext uri="{FF2B5EF4-FFF2-40B4-BE49-F238E27FC236}">
                  <a16:creationId xmlns:a16="http://schemas.microsoft.com/office/drawing/2014/main" id="{128CF8B9-A536-4A19-938F-D1E8D3D23188}"/>
                </a:ext>
              </a:extLst>
            </p:cNvPr>
            <p:cNvSpPr/>
            <p:nvPr/>
          </p:nvSpPr>
          <p:spPr>
            <a:xfrm>
              <a:off x="5073811" y="5792649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78" name="Hexagon 5277">
              <a:extLst>
                <a:ext uri="{FF2B5EF4-FFF2-40B4-BE49-F238E27FC236}">
                  <a16:creationId xmlns:a16="http://schemas.microsoft.com/office/drawing/2014/main" id="{5833C669-2260-4F62-80DF-CFD38D4B4CE8}"/>
                </a:ext>
              </a:extLst>
            </p:cNvPr>
            <p:cNvSpPr/>
            <p:nvPr/>
          </p:nvSpPr>
          <p:spPr>
            <a:xfrm>
              <a:off x="3689511" y="5983149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79" name="Hexagon 5278">
              <a:extLst>
                <a:ext uri="{FF2B5EF4-FFF2-40B4-BE49-F238E27FC236}">
                  <a16:creationId xmlns:a16="http://schemas.microsoft.com/office/drawing/2014/main" id="{CEB8A888-E667-42C8-841D-1B632AA44CE3}"/>
                </a:ext>
              </a:extLst>
            </p:cNvPr>
            <p:cNvSpPr/>
            <p:nvPr/>
          </p:nvSpPr>
          <p:spPr>
            <a:xfrm>
              <a:off x="3213261" y="6878499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80" name="Hexagon 5279">
              <a:extLst>
                <a:ext uri="{FF2B5EF4-FFF2-40B4-BE49-F238E27FC236}">
                  <a16:creationId xmlns:a16="http://schemas.microsoft.com/office/drawing/2014/main" id="{211D9958-181B-4C81-92E5-19B8EE01582A}"/>
                </a:ext>
              </a:extLst>
            </p:cNvPr>
            <p:cNvSpPr/>
            <p:nvPr/>
          </p:nvSpPr>
          <p:spPr>
            <a:xfrm>
              <a:off x="2282986" y="5611674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81" name="Hexagon 5280">
              <a:extLst>
                <a:ext uri="{FF2B5EF4-FFF2-40B4-BE49-F238E27FC236}">
                  <a16:creationId xmlns:a16="http://schemas.microsoft.com/office/drawing/2014/main" id="{86757D91-A83B-4569-BCE1-1986CBF58D27}"/>
                </a:ext>
              </a:extLst>
            </p:cNvPr>
            <p:cNvSpPr/>
            <p:nvPr/>
          </p:nvSpPr>
          <p:spPr>
            <a:xfrm>
              <a:off x="4153061" y="8529499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82" name="Hexagon 5281">
              <a:extLst>
                <a:ext uri="{FF2B5EF4-FFF2-40B4-BE49-F238E27FC236}">
                  <a16:creationId xmlns:a16="http://schemas.microsoft.com/office/drawing/2014/main" id="{BDA0D752-8AAE-402C-A335-FC1D3D114DCE}"/>
                </a:ext>
              </a:extLst>
            </p:cNvPr>
            <p:cNvSpPr/>
            <p:nvPr/>
          </p:nvSpPr>
          <p:spPr>
            <a:xfrm>
              <a:off x="6264436" y="7697649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83" name="Hexagon 5282">
              <a:extLst>
                <a:ext uri="{FF2B5EF4-FFF2-40B4-BE49-F238E27FC236}">
                  <a16:creationId xmlns:a16="http://schemas.microsoft.com/office/drawing/2014/main" id="{2D402C34-ADAC-409A-9B6F-E251B02FB1E2}"/>
                </a:ext>
              </a:extLst>
            </p:cNvPr>
            <p:cNvSpPr/>
            <p:nvPr/>
          </p:nvSpPr>
          <p:spPr>
            <a:xfrm>
              <a:off x="7655086" y="8431074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84" name="Hexagon 5283">
              <a:extLst>
                <a:ext uri="{FF2B5EF4-FFF2-40B4-BE49-F238E27FC236}">
                  <a16:creationId xmlns:a16="http://schemas.microsoft.com/office/drawing/2014/main" id="{668E62BD-7602-46B1-957E-1C70E42C6694}"/>
                </a:ext>
              </a:extLst>
            </p:cNvPr>
            <p:cNvSpPr/>
            <p:nvPr/>
          </p:nvSpPr>
          <p:spPr>
            <a:xfrm>
              <a:off x="9290211" y="8148499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25" name="帐篷">
            <a:extLst>
              <a:ext uri="{FF2B5EF4-FFF2-40B4-BE49-F238E27FC236}">
                <a16:creationId xmlns:a16="http://schemas.microsoft.com/office/drawing/2014/main" id="{0B6632BF-CCBF-47B9-B6C5-5C32BE060B1B}"/>
              </a:ext>
            </a:extLst>
          </p:cNvPr>
          <p:cNvGrpSpPr/>
          <p:nvPr/>
        </p:nvGrpSpPr>
        <p:grpSpPr>
          <a:xfrm>
            <a:off x="2055179" y="2166156"/>
            <a:ext cx="9640636" cy="7156133"/>
            <a:chOff x="2055179" y="2166156"/>
            <a:chExt cx="9640636" cy="7156133"/>
          </a:xfrm>
        </p:grpSpPr>
        <p:sp>
          <p:nvSpPr>
            <p:cNvPr id="5285" name="Hexagon 5284">
              <a:extLst>
                <a:ext uri="{FF2B5EF4-FFF2-40B4-BE49-F238E27FC236}">
                  <a16:creationId xmlns:a16="http://schemas.microsoft.com/office/drawing/2014/main" id="{0EAFC934-792D-4BD7-8F45-AD1656F3B188}"/>
                </a:ext>
              </a:extLst>
            </p:cNvPr>
            <p:cNvSpPr/>
            <p:nvPr/>
          </p:nvSpPr>
          <p:spPr>
            <a:xfrm>
              <a:off x="6019961" y="216615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86" name="Hexagon 5285">
              <a:extLst>
                <a:ext uri="{FF2B5EF4-FFF2-40B4-BE49-F238E27FC236}">
                  <a16:creationId xmlns:a16="http://schemas.microsoft.com/office/drawing/2014/main" id="{989A3A92-B433-4CBF-A409-B0189419320D}"/>
                </a:ext>
              </a:extLst>
            </p:cNvPr>
            <p:cNvSpPr/>
            <p:nvPr/>
          </p:nvSpPr>
          <p:spPr>
            <a:xfrm>
              <a:off x="5096036" y="3247243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87" name="Hexagon 5286">
              <a:extLst>
                <a:ext uri="{FF2B5EF4-FFF2-40B4-BE49-F238E27FC236}">
                  <a16:creationId xmlns:a16="http://schemas.microsoft.com/office/drawing/2014/main" id="{5F13AADD-3DD9-42E5-B498-92D6A89305F0}"/>
                </a:ext>
              </a:extLst>
            </p:cNvPr>
            <p:cNvSpPr/>
            <p:nvPr/>
          </p:nvSpPr>
          <p:spPr>
            <a:xfrm>
              <a:off x="6948649" y="361395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88" name="Hexagon 5287">
              <a:extLst>
                <a:ext uri="{FF2B5EF4-FFF2-40B4-BE49-F238E27FC236}">
                  <a16:creationId xmlns:a16="http://schemas.microsoft.com/office/drawing/2014/main" id="{C08853F4-EAE1-4713-B9A2-2F2540A68F31}"/>
                </a:ext>
              </a:extLst>
            </p:cNvPr>
            <p:cNvSpPr/>
            <p:nvPr/>
          </p:nvSpPr>
          <p:spPr>
            <a:xfrm>
              <a:off x="10201437" y="4709330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89" name="Hexagon 5288">
              <a:extLst>
                <a:ext uri="{FF2B5EF4-FFF2-40B4-BE49-F238E27FC236}">
                  <a16:creationId xmlns:a16="http://schemas.microsoft.com/office/drawing/2014/main" id="{84F89BA9-28CF-4438-B8D0-670BF386F4D7}"/>
                </a:ext>
              </a:extLst>
            </p:cNvPr>
            <p:cNvSpPr/>
            <p:nvPr/>
          </p:nvSpPr>
          <p:spPr>
            <a:xfrm>
              <a:off x="2533811" y="424260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90" name="Hexagon 5289">
              <a:extLst>
                <a:ext uri="{FF2B5EF4-FFF2-40B4-BE49-F238E27FC236}">
                  <a16:creationId xmlns:a16="http://schemas.microsoft.com/office/drawing/2014/main" id="{1C063297-B7DF-4591-95E8-A478E664C16E}"/>
                </a:ext>
              </a:extLst>
            </p:cNvPr>
            <p:cNvSpPr/>
            <p:nvPr/>
          </p:nvSpPr>
          <p:spPr>
            <a:xfrm>
              <a:off x="6019961" y="596663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91" name="Hexagon 5290">
              <a:extLst>
                <a:ext uri="{FF2B5EF4-FFF2-40B4-BE49-F238E27FC236}">
                  <a16:creationId xmlns:a16="http://schemas.microsoft.com/office/drawing/2014/main" id="{7A9C8D75-481B-466C-ACB6-76DE5B3F0FB7}"/>
                </a:ext>
              </a:extLst>
            </p:cNvPr>
            <p:cNvSpPr/>
            <p:nvPr/>
          </p:nvSpPr>
          <p:spPr>
            <a:xfrm>
              <a:off x="3686336" y="632858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92" name="Hexagon 5291">
              <a:extLst>
                <a:ext uri="{FF2B5EF4-FFF2-40B4-BE49-F238E27FC236}">
                  <a16:creationId xmlns:a16="http://schemas.microsoft.com/office/drawing/2014/main" id="{833418A4-A710-44CF-AA84-D696E7616BF6}"/>
                </a:ext>
              </a:extLst>
            </p:cNvPr>
            <p:cNvSpPr/>
            <p:nvPr/>
          </p:nvSpPr>
          <p:spPr>
            <a:xfrm>
              <a:off x="7653499" y="5875362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93" name="Hexagon 5292">
              <a:extLst>
                <a:ext uri="{FF2B5EF4-FFF2-40B4-BE49-F238E27FC236}">
                  <a16:creationId xmlns:a16="http://schemas.microsoft.com/office/drawing/2014/main" id="{41E0FBC5-434F-4CD4-99A2-428A592532B7}"/>
                </a:ext>
              </a:extLst>
            </p:cNvPr>
            <p:cNvSpPr/>
            <p:nvPr/>
          </p:nvSpPr>
          <p:spPr>
            <a:xfrm>
              <a:off x="9051293" y="7150590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94" name="Hexagon 5293">
              <a:extLst>
                <a:ext uri="{FF2B5EF4-FFF2-40B4-BE49-F238E27FC236}">
                  <a16:creationId xmlns:a16="http://schemas.microsoft.com/office/drawing/2014/main" id="{F3BC4B0E-E083-444D-B1F2-F1EBD62E8CAF}"/>
                </a:ext>
              </a:extLst>
            </p:cNvPr>
            <p:cNvSpPr/>
            <p:nvPr/>
          </p:nvSpPr>
          <p:spPr>
            <a:xfrm>
              <a:off x="7179630" y="786972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95" name="Hexagon 5294">
              <a:extLst>
                <a:ext uri="{FF2B5EF4-FFF2-40B4-BE49-F238E27FC236}">
                  <a16:creationId xmlns:a16="http://schemas.microsoft.com/office/drawing/2014/main" id="{E9C93F00-F7E1-4148-8AC7-D50D64396DC3}"/>
                </a:ext>
              </a:extLst>
            </p:cNvPr>
            <p:cNvSpPr/>
            <p:nvPr/>
          </p:nvSpPr>
          <p:spPr>
            <a:xfrm>
              <a:off x="5327017" y="7517302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96" name="Hexagon 5295">
              <a:extLst>
                <a:ext uri="{FF2B5EF4-FFF2-40B4-BE49-F238E27FC236}">
                  <a16:creationId xmlns:a16="http://schemas.microsoft.com/office/drawing/2014/main" id="{FDCB229E-7DD5-44A9-9F4F-1EA1E06A40AA}"/>
                </a:ext>
              </a:extLst>
            </p:cNvPr>
            <p:cNvSpPr/>
            <p:nvPr/>
          </p:nvSpPr>
          <p:spPr>
            <a:xfrm>
              <a:off x="2055179" y="768684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97" name="Hexagon 5296">
              <a:extLst>
                <a:ext uri="{FF2B5EF4-FFF2-40B4-BE49-F238E27FC236}">
                  <a16:creationId xmlns:a16="http://schemas.microsoft.com/office/drawing/2014/main" id="{3B8F071C-01D8-4FAD-9D92-11EF2C667F5B}"/>
                </a:ext>
              </a:extLst>
            </p:cNvPr>
            <p:cNvSpPr/>
            <p:nvPr/>
          </p:nvSpPr>
          <p:spPr>
            <a:xfrm>
              <a:off x="2533811" y="913940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98" name="Hexagon 5297">
              <a:extLst>
                <a:ext uri="{FF2B5EF4-FFF2-40B4-BE49-F238E27FC236}">
                  <a16:creationId xmlns:a16="http://schemas.microsoft.com/office/drawing/2014/main" id="{45F3526C-056C-4BED-B6BD-BDAB7A2F6899}"/>
                </a:ext>
              </a:extLst>
            </p:cNvPr>
            <p:cNvSpPr/>
            <p:nvPr/>
          </p:nvSpPr>
          <p:spPr>
            <a:xfrm>
              <a:off x="9284656" y="904796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99" name="Hexagon 5298">
              <a:extLst>
                <a:ext uri="{FF2B5EF4-FFF2-40B4-BE49-F238E27FC236}">
                  <a16:creationId xmlns:a16="http://schemas.microsoft.com/office/drawing/2014/main" id="{8D24D7CF-7B24-4A8C-8E58-FF93E571CE94}"/>
                </a:ext>
              </a:extLst>
            </p:cNvPr>
            <p:cNvSpPr/>
            <p:nvPr/>
          </p:nvSpPr>
          <p:spPr>
            <a:xfrm>
              <a:off x="11384919" y="8600294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30" name="历练">
            <a:extLst>
              <a:ext uri="{FF2B5EF4-FFF2-40B4-BE49-F238E27FC236}">
                <a16:creationId xmlns:a16="http://schemas.microsoft.com/office/drawing/2014/main" id="{A4327504-D8B7-4F68-ADAA-022A1F8A15C1}"/>
              </a:ext>
            </a:extLst>
          </p:cNvPr>
          <p:cNvGrpSpPr/>
          <p:nvPr/>
        </p:nvGrpSpPr>
        <p:grpSpPr>
          <a:xfrm>
            <a:off x="4624690" y="3981312"/>
            <a:ext cx="4267056" cy="4796091"/>
            <a:chOff x="4624690" y="3981312"/>
            <a:chExt cx="4267056" cy="4796091"/>
          </a:xfrm>
        </p:grpSpPr>
        <p:sp>
          <p:nvSpPr>
            <p:cNvPr id="5323" name="Hexagon 5322">
              <a:extLst>
                <a:ext uri="{FF2B5EF4-FFF2-40B4-BE49-F238E27FC236}">
                  <a16:creationId xmlns:a16="http://schemas.microsoft.com/office/drawing/2014/main" id="{A304ACCD-3392-433D-91AC-B2CAA14E09F7}"/>
                </a:ext>
              </a:extLst>
            </p:cNvPr>
            <p:cNvSpPr/>
            <p:nvPr/>
          </p:nvSpPr>
          <p:spPr>
            <a:xfrm>
              <a:off x="6024866" y="398131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pattFill prst="solidDmnd">
              <a:fgClr>
                <a:schemeClr val="accent1">
                  <a:lumMod val="40000"/>
                  <a:lumOff val="60000"/>
                </a:schemeClr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5324" name="Hexagon 5323">
              <a:extLst>
                <a:ext uri="{FF2B5EF4-FFF2-40B4-BE49-F238E27FC236}">
                  <a16:creationId xmlns:a16="http://schemas.microsoft.com/office/drawing/2014/main" id="{B477F781-D098-4197-A545-BF48236FAB3D}"/>
                </a:ext>
              </a:extLst>
            </p:cNvPr>
            <p:cNvSpPr/>
            <p:nvPr/>
          </p:nvSpPr>
          <p:spPr>
            <a:xfrm>
              <a:off x="4624690" y="724603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pattFill prst="solidDmnd">
              <a:fgClr>
                <a:schemeClr val="accent1">
                  <a:lumMod val="40000"/>
                  <a:lumOff val="60000"/>
                </a:schemeClr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5325" name="Hexagon 5324">
              <a:extLst>
                <a:ext uri="{FF2B5EF4-FFF2-40B4-BE49-F238E27FC236}">
                  <a16:creationId xmlns:a16="http://schemas.microsoft.com/office/drawing/2014/main" id="{F46B18B2-84DF-4E03-A9B2-C9EA21DA503A}"/>
                </a:ext>
              </a:extLst>
            </p:cNvPr>
            <p:cNvSpPr/>
            <p:nvPr/>
          </p:nvSpPr>
          <p:spPr>
            <a:xfrm>
              <a:off x="8587566" y="860096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pattFill prst="solidDmnd">
              <a:fgClr>
                <a:schemeClr val="accent1">
                  <a:lumMod val="40000"/>
                  <a:lumOff val="60000"/>
                </a:schemeClr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</p:grpSp>
      <p:sp>
        <p:nvSpPr>
          <p:cNvPr id="5326" name="start">
            <a:extLst>
              <a:ext uri="{FF2B5EF4-FFF2-40B4-BE49-F238E27FC236}">
                <a16:creationId xmlns:a16="http://schemas.microsoft.com/office/drawing/2014/main" id="{E7E16DE6-F79D-4739-9F2C-76E2B2C0794A}"/>
              </a:ext>
            </a:extLst>
          </p:cNvPr>
          <p:cNvSpPr/>
          <p:nvPr/>
        </p:nvSpPr>
        <p:spPr>
          <a:xfrm>
            <a:off x="6488114" y="708625"/>
            <a:ext cx="305279" cy="177633"/>
          </a:xfrm>
          <a:prstGeom prst="hexagon">
            <a:avLst>
              <a:gd name="adj" fmla="val 39558"/>
              <a:gd name="vf" fmla="val 115470"/>
            </a:avLst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34111" tIns="67056" rIns="134111" bIns="67056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1615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C71112E7-70DE-4FA8-A7B9-C2FA3D5D4FA1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750" y="187171"/>
            <a:ext cx="12738100" cy="10251175"/>
          </a:xfrm>
          <a:prstGeom prst="rect">
            <a:avLst/>
          </a:prstGeom>
        </p:spPr>
      </p:pic>
      <p:pic>
        <p:nvPicPr>
          <p:cNvPr id="19" name="Picture 18" descr="A map of the world&#10;&#10;Description automatically generated with medium confidence" hidden="1">
            <a:extLst>
              <a:ext uri="{FF2B5EF4-FFF2-40B4-BE49-F238E27FC236}">
                <a16:creationId xmlns:a16="http://schemas.microsoft.com/office/drawing/2014/main" id="{884D105F-46D6-44EF-B6C0-16FC485DC73B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322" y="180699"/>
            <a:ext cx="12775878" cy="10315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40211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team1">
            <a:extLst>
              <a:ext uri="{FF2B5EF4-FFF2-40B4-BE49-F238E27FC236}">
                <a16:creationId xmlns:a16="http://schemas.microsoft.com/office/drawing/2014/main" id="{A367528E-F917-4819-A6D3-81B8C9F702FB}"/>
              </a:ext>
            </a:extLst>
          </p:cNvPr>
          <p:cNvGrpSpPr/>
          <p:nvPr/>
        </p:nvGrpSpPr>
        <p:grpSpPr>
          <a:xfrm>
            <a:off x="3856102" y="793751"/>
            <a:ext cx="7469120" cy="5643626"/>
            <a:chOff x="3856102" y="793751"/>
            <a:chExt cx="7469120" cy="5643626"/>
          </a:xfrm>
        </p:grpSpPr>
        <p:cxnSp>
          <p:nvCxnSpPr>
            <p:cNvPr id="5" name="Straight Connector 452">
              <a:extLst>
                <a:ext uri="{FF2B5EF4-FFF2-40B4-BE49-F238E27FC236}">
                  <a16:creationId xmlns:a16="http://schemas.microsoft.com/office/drawing/2014/main" id="{93EE25D1-FD17-4CDA-A7FD-280059FD1C0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03975" y="793751"/>
              <a:ext cx="244475" cy="1079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452">
              <a:extLst>
                <a:ext uri="{FF2B5EF4-FFF2-40B4-BE49-F238E27FC236}">
                  <a16:creationId xmlns:a16="http://schemas.microsoft.com/office/drawing/2014/main" id="{A389FF8F-7219-4F33-82B4-B4FA94E2B45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03975" y="901701"/>
              <a:ext cx="0" cy="88899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452">
              <a:extLst>
                <a:ext uri="{FF2B5EF4-FFF2-40B4-BE49-F238E27FC236}">
                  <a16:creationId xmlns:a16="http://schemas.microsoft.com/office/drawing/2014/main" id="{3DE7C9EB-8665-40C3-B013-9B598800F6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151732" y="4002899"/>
              <a:ext cx="935367" cy="346851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452">
              <a:extLst>
                <a:ext uri="{FF2B5EF4-FFF2-40B4-BE49-F238E27FC236}">
                  <a16:creationId xmlns:a16="http://schemas.microsoft.com/office/drawing/2014/main" id="{F44FA54D-955B-4FFE-A7EC-E0A6A9051C4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84374" y="2714626"/>
              <a:ext cx="12248" cy="1286700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452">
              <a:extLst>
                <a:ext uri="{FF2B5EF4-FFF2-40B4-BE49-F238E27FC236}">
                  <a16:creationId xmlns:a16="http://schemas.microsoft.com/office/drawing/2014/main" id="{1AACC9A3-64B5-4302-BA60-9633F5414B4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96622" y="2630488"/>
              <a:ext cx="228600" cy="79375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52">
              <a:extLst>
                <a:ext uri="{FF2B5EF4-FFF2-40B4-BE49-F238E27FC236}">
                  <a16:creationId xmlns:a16="http://schemas.microsoft.com/office/drawing/2014/main" id="{5F029CC6-03ED-48A8-85D7-B763465DCA2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08845" y="4615259"/>
              <a:ext cx="0" cy="194676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452">
              <a:extLst>
                <a:ext uri="{FF2B5EF4-FFF2-40B4-BE49-F238E27FC236}">
                  <a16:creationId xmlns:a16="http://schemas.microsoft.com/office/drawing/2014/main" id="{BD7DF835-3756-4276-BC4C-2D7229055A9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67872" y="4791075"/>
              <a:ext cx="242891" cy="90490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452">
              <a:extLst>
                <a:ext uri="{FF2B5EF4-FFF2-40B4-BE49-F238E27FC236}">
                  <a16:creationId xmlns:a16="http://schemas.microsoft.com/office/drawing/2014/main" id="{746BD5F5-F56E-4455-BBE8-46EE8A4DCDA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05497" y="4525168"/>
              <a:ext cx="246235" cy="104078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452">
              <a:extLst>
                <a:ext uri="{FF2B5EF4-FFF2-40B4-BE49-F238E27FC236}">
                  <a16:creationId xmlns:a16="http://schemas.microsoft.com/office/drawing/2014/main" id="{422FEA54-C7D6-4D1F-8CC5-17F4235EC44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142206" y="4349300"/>
              <a:ext cx="0" cy="194676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452">
              <a:extLst>
                <a:ext uri="{FF2B5EF4-FFF2-40B4-BE49-F238E27FC236}">
                  <a16:creationId xmlns:a16="http://schemas.microsoft.com/office/drawing/2014/main" id="{17E44245-D562-4BC0-9BF9-578E0B7A9FE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62232" y="4996052"/>
              <a:ext cx="0" cy="11121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452">
              <a:extLst>
                <a:ext uri="{FF2B5EF4-FFF2-40B4-BE49-F238E27FC236}">
                  <a16:creationId xmlns:a16="http://schemas.microsoft.com/office/drawing/2014/main" id="{BDDA425B-843D-4BE8-AFBF-40DECD36552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856102" y="6108193"/>
              <a:ext cx="918867" cy="32918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452">
              <a:extLst>
                <a:ext uri="{FF2B5EF4-FFF2-40B4-BE49-F238E27FC236}">
                  <a16:creationId xmlns:a16="http://schemas.microsoft.com/office/drawing/2014/main" id="{B20F9A7D-BBAD-4904-BEA2-9F605D11C82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211401" y="6240715"/>
              <a:ext cx="516908" cy="19666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452">
              <a:extLst>
                <a:ext uri="{FF2B5EF4-FFF2-40B4-BE49-F238E27FC236}">
                  <a16:creationId xmlns:a16="http://schemas.microsoft.com/office/drawing/2014/main" id="{CBEFAF70-0E0B-421A-ACA4-673A5B8D124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15242" y="6151810"/>
              <a:ext cx="688733" cy="28556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team2">
            <a:extLst>
              <a:ext uri="{FF2B5EF4-FFF2-40B4-BE49-F238E27FC236}">
                <a16:creationId xmlns:a16="http://schemas.microsoft.com/office/drawing/2014/main" id="{3BE981CA-EDDA-459B-9EE7-B0BDFD22246F}"/>
              </a:ext>
            </a:extLst>
          </p:cNvPr>
          <p:cNvGrpSpPr/>
          <p:nvPr/>
        </p:nvGrpSpPr>
        <p:grpSpPr>
          <a:xfrm>
            <a:off x="1289199" y="1790700"/>
            <a:ext cx="5114776" cy="3214877"/>
            <a:chOff x="1289199" y="1790700"/>
            <a:chExt cx="5114776" cy="3214877"/>
          </a:xfrm>
        </p:grpSpPr>
        <p:cxnSp>
          <p:nvCxnSpPr>
            <p:cNvPr id="4" name="Straight Connector 452">
              <a:extLst>
                <a:ext uri="{FF2B5EF4-FFF2-40B4-BE49-F238E27FC236}">
                  <a16:creationId xmlns:a16="http://schemas.microsoft.com/office/drawing/2014/main" id="{A31ABA35-B6F8-4289-8FF3-3B02A951221C}"/>
                </a:ext>
              </a:extLst>
            </p:cNvPr>
            <p:cNvCxnSpPr>
              <a:cxnSpLocks/>
            </p:cNvCxnSpPr>
            <p:nvPr/>
          </p:nvCxnSpPr>
          <p:spPr>
            <a:xfrm>
              <a:off x="6403975" y="1790700"/>
              <a:ext cx="0" cy="3810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452">
              <a:extLst>
                <a:ext uri="{FF2B5EF4-FFF2-40B4-BE49-F238E27FC236}">
                  <a16:creationId xmlns:a16="http://schemas.microsoft.com/office/drawing/2014/main" id="{64B6597A-7BD2-4295-94CE-258884C312F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88075" y="2146300"/>
              <a:ext cx="215900" cy="14287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452">
              <a:extLst>
                <a:ext uri="{FF2B5EF4-FFF2-40B4-BE49-F238E27FC236}">
                  <a16:creationId xmlns:a16="http://schemas.microsoft.com/office/drawing/2014/main" id="{2E634530-C013-4EE9-8D46-967850369BDA}"/>
                </a:ext>
              </a:extLst>
            </p:cNvPr>
            <p:cNvCxnSpPr>
              <a:cxnSpLocks/>
            </p:cNvCxnSpPr>
            <p:nvPr/>
          </p:nvCxnSpPr>
          <p:spPr>
            <a:xfrm>
              <a:off x="6176961" y="2289175"/>
              <a:ext cx="4631" cy="34131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452">
              <a:extLst>
                <a:ext uri="{FF2B5EF4-FFF2-40B4-BE49-F238E27FC236}">
                  <a16:creationId xmlns:a16="http://schemas.microsoft.com/office/drawing/2014/main" id="{D8E389B3-2768-496A-9B3B-8A0F680A603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88796" y="4577207"/>
              <a:ext cx="3663" cy="30435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52">
              <a:extLst>
                <a:ext uri="{FF2B5EF4-FFF2-40B4-BE49-F238E27FC236}">
                  <a16:creationId xmlns:a16="http://schemas.microsoft.com/office/drawing/2014/main" id="{71CCBCC4-6B2D-459D-9D56-4BFE6558723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505331" y="4460032"/>
              <a:ext cx="715518" cy="27816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52">
              <a:extLst>
                <a:ext uri="{FF2B5EF4-FFF2-40B4-BE49-F238E27FC236}">
                  <a16:creationId xmlns:a16="http://schemas.microsoft.com/office/drawing/2014/main" id="{DE68BC7D-2002-4705-8F08-835E55AE51E0}"/>
                </a:ext>
              </a:extLst>
            </p:cNvPr>
            <p:cNvCxnSpPr>
              <a:cxnSpLocks/>
            </p:cNvCxnSpPr>
            <p:nvPr/>
          </p:nvCxnSpPr>
          <p:spPr>
            <a:xfrm>
              <a:off x="1505331" y="2991595"/>
              <a:ext cx="0" cy="146843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452">
              <a:extLst>
                <a:ext uri="{FF2B5EF4-FFF2-40B4-BE49-F238E27FC236}">
                  <a16:creationId xmlns:a16="http://schemas.microsoft.com/office/drawing/2014/main" id="{9217F176-8B66-4912-8293-27211762162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684906" y="4534693"/>
              <a:ext cx="1171196" cy="46135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452">
              <a:extLst>
                <a:ext uri="{FF2B5EF4-FFF2-40B4-BE49-F238E27FC236}">
                  <a16:creationId xmlns:a16="http://schemas.microsoft.com/office/drawing/2014/main" id="{452DC84A-1608-4561-900A-E66EFB73C4A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16814" y="4525168"/>
              <a:ext cx="487940" cy="18018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52">
              <a:extLst>
                <a:ext uri="{FF2B5EF4-FFF2-40B4-BE49-F238E27FC236}">
                  <a16:creationId xmlns:a16="http://schemas.microsoft.com/office/drawing/2014/main" id="{97C4FEF2-8F64-40EB-B6B1-DC7CC74F171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76874" y="2612633"/>
              <a:ext cx="683552" cy="26868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452">
              <a:extLst>
                <a:ext uri="{FF2B5EF4-FFF2-40B4-BE49-F238E27FC236}">
                  <a16:creationId xmlns:a16="http://schemas.microsoft.com/office/drawing/2014/main" id="{E0594F2C-7147-4C74-A29C-7EE7B2C563D5}"/>
                </a:ext>
              </a:extLst>
            </p:cNvPr>
            <p:cNvCxnSpPr>
              <a:cxnSpLocks/>
            </p:cNvCxnSpPr>
            <p:nvPr/>
          </p:nvCxnSpPr>
          <p:spPr>
            <a:xfrm>
              <a:off x="5476874" y="2862691"/>
              <a:ext cx="0" cy="43982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452">
              <a:extLst>
                <a:ext uri="{FF2B5EF4-FFF2-40B4-BE49-F238E27FC236}">
                  <a16:creationId xmlns:a16="http://schemas.microsoft.com/office/drawing/2014/main" id="{FF5A44D0-9201-4AA8-AB27-CC9E5D8CD82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91075" y="3254116"/>
              <a:ext cx="702807" cy="29846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452">
              <a:extLst>
                <a:ext uri="{FF2B5EF4-FFF2-40B4-BE49-F238E27FC236}">
                  <a16:creationId xmlns:a16="http://schemas.microsoft.com/office/drawing/2014/main" id="{7E2755C7-2984-4B9A-B9D0-B63339049415}"/>
                </a:ext>
              </a:extLst>
            </p:cNvPr>
            <p:cNvCxnSpPr>
              <a:cxnSpLocks/>
            </p:cNvCxnSpPr>
            <p:nvPr/>
          </p:nvCxnSpPr>
          <p:spPr>
            <a:xfrm>
              <a:off x="4791075" y="3540184"/>
              <a:ext cx="0" cy="70771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452">
              <a:extLst>
                <a:ext uri="{FF2B5EF4-FFF2-40B4-BE49-F238E27FC236}">
                  <a16:creationId xmlns:a16="http://schemas.microsoft.com/office/drawing/2014/main" id="{13B37D90-BD68-483B-8DD4-6E1F0C7B2BF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72162" y="4247901"/>
              <a:ext cx="702807" cy="29846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452">
              <a:extLst>
                <a:ext uri="{FF2B5EF4-FFF2-40B4-BE49-F238E27FC236}">
                  <a16:creationId xmlns:a16="http://schemas.microsoft.com/office/drawing/2014/main" id="{05E8F25A-3DC7-439D-8E0B-02C1ACA1028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46883" y="4881563"/>
              <a:ext cx="256438" cy="12401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452">
              <a:extLst>
                <a:ext uri="{FF2B5EF4-FFF2-40B4-BE49-F238E27FC236}">
                  <a16:creationId xmlns:a16="http://schemas.microsoft.com/office/drawing/2014/main" id="{8CEF6A64-8C73-46BF-A65E-FA20A6B35B3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89199" y="2859548"/>
              <a:ext cx="236279" cy="13904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8" name="TextBox 57">
            <a:extLst>
              <a:ext uri="{FF2B5EF4-FFF2-40B4-BE49-F238E27FC236}">
                <a16:creationId xmlns:a16="http://schemas.microsoft.com/office/drawing/2014/main" id="{647D581B-E2E7-4258-B860-2A47B52DDA9A}"/>
              </a:ext>
            </a:extLst>
          </p:cNvPr>
          <p:cNvSpPr txBox="1"/>
          <p:nvPr/>
        </p:nvSpPr>
        <p:spPr>
          <a:xfrm>
            <a:off x="109728" y="124581"/>
            <a:ext cx="6511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7.0.4</a:t>
            </a:r>
          </a:p>
        </p:txBody>
      </p:sp>
      <p:grpSp>
        <p:nvGrpSpPr>
          <p:cNvPr id="79" name="team3">
            <a:extLst>
              <a:ext uri="{FF2B5EF4-FFF2-40B4-BE49-F238E27FC236}">
                <a16:creationId xmlns:a16="http://schemas.microsoft.com/office/drawing/2014/main" id="{B6DD5914-5783-45F4-8C9C-E08DB59A0856}"/>
              </a:ext>
            </a:extLst>
          </p:cNvPr>
          <p:cNvGrpSpPr/>
          <p:nvPr/>
        </p:nvGrpSpPr>
        <p:grpSpPr>
          <a:xfrm>
            <a:off x="5728309" y="2784415"/>
            <a:ext cx="3934302" cy="3456299"/>
            <a:chOff x="5735686" y="2802714"/>
            <a:chExt cx="3934302" cy="3456299"/>
          </a:xfrm>
        </p:grpSpPr>
        <p:cxnSp>
          <p:nvCxnSpPr>
            <p:cNvPr id="64" name="Straight Connector 452">
              <a:extLst>
                <a:ext uri="{FF2B5EF4-FFF2-40B4-BE49-F238E27FC236}">
                  <a16:creationId xmlns:a16="http://schemas.microsoft.com/office/drawing/2014/main" id="{50CFEF5D-70BC-4044-A262-87BB4F24301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735686" y="2802714"/>
              <a:ext cx="1404669" cy="573561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452">
              <a:extLst>
                <a:ext uri="{FF2B5EF4-FFF2-40B4-BE49-F238E27FC236}">
                  <a16:creationId xmlns:a16="http://schemas.microsoft.com/office/drawing/2014/main" id="{369E7231-241D-4916-BAD1-FCB84BAAD6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25141" y="3359665"/>
              <a:ext cx="15214" cy="384448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452">
              <a:extLst>
                <a:ext uri="{FF2B5EF4-FFF2-40B4-BE49-F238E27FC236}">
                  <a16:creationId xmlns:a16="http://schemas.microsoft.com/office/drawing/2014/main" id="{7B6380AB-855D-4E36-B2AE-A27F017382F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086377" y="3721099"/>
              <a:ext cx="1010075" cy="405571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452">
              <a:extLst>
                <a:ext uri="{FF2B5EF4-FFF2-40B4-BE49-F238E27FC236}">
                  <a16:creationId xmlns:a16="http://schemas.microsoft.com/office/drawing/2014/main" id="{385BBFE3-98A0-4872-8919-0737B5BCCE3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95452" y="5554769"/>
              <a:ext cx="458382" cy="16692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452">
              <a:extLst>
                <a:ext uri="{FF2B5EF4-FFF2-40B4-BE49-F238E27FC236}">
                  <a16:creationId xmlns:a16="http://schemas.microsoft.com/office/drawing/2014/main" id="{D28335D0-93D5-4E3D-89B0-5AC3ED6F410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95452" y="5721697"/>
              <a:ext cx="0" cy="36085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452">
              <a:extLst>
                <a:ext uri="{FF2B5EF4-FFF2-40B4-BE49-F238E27FC236}">
                  <a16:creationId xmlns:a16="http://schemas.microsoft.com/office/drawing/2014/main" id="{2B572533-4762-4329-BF71-32B1FEF4074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88969" y="6081205"/>
              <a:ext cx="464864" cy="17780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452">
              <a:extLst>
                <a:ext uri="{FF2B5EF4-FFF2-40B4-BE49-F238E27FC236}">
                  <a16:creationId xmlns:a16="http://schemas.microsoft.com/office/drawing/2014/main" id="{6516D6A0-0697-4576-9BDA-DF399002B4F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57078" y="4104729"/>
              <a:ext cx="0" cy="192224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452">
              <a:extLst>
                <a:ext uri="{FF2B5EF4-FFF2-40B4-BE49-F238E27FC236}">
                  <a16:creationId xmlns:a16="http://schemas.microsoft.com/office/drawing/2014/main" id="{184B7A55-E018-40A7-9817-CC4BCEBF4AD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066605" y="4262152"/>
              <a:ext cx="1603383" cy="637710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" name="Picture 2" descr="A screenshot of a video game&#10;&#10;Description automatically generated" hidden="1">
            <a:extLst>
              <a:ext uri="{FF2B5EF4-FFF2-40B4-BE49-F238E27FC236}">
                <a16:creationId xmlns:a16="http://schemas.microsoft.com/office/drawing/2014/main" id="{BA003F0F-97C5-4B0B-9E76-D6F46E3E3A0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868" y="601979"/>
            <a:ext cx="11928973" cy="6021197"/>
          </a:xfrm>
          <a:prstGeom prst="rect">
            <a:avLst/>
          </a:prstGeom>
        </p:spPr>
      </p:pic>
      <p:grpSp>
        <p:nvGrpSpPr>
          <p:cNvPr id="65" name="箭头2">
            <a:extLst>
              <a:ext uri="{FF2B5EF4-FFF2-40B4-BE49-F238E27FC236}">
                <a16:creationId xmlns:a16="http://schemas.microsoft.com/office/drawing/2014/main" id="{9254618C-CF32-4703-9CBD-DD7A3CEC799E}"/>
              </a:ext>
            </a:extLst>
          </p:cNvPr>
          <p:cNvGrpSpPr/>
          <p:nvPr/>
        </p:nvGrpSpPr>
        <p:grpSpPr>
          <a:xfrm rot="4193022">
            <a:off x="10870562" y="2049273"/>
            <a:ext cx="909320" cy="440456"/>
            <a:chOff x="1365670" y="869445"/>
            <a:chExt cx="909320" cy="440456"/>
          </a:xfrm>
        </p:grpSpPr>
        <p:sp>
          <p:nvSpPr>
            <p:cNvPr id="72" name="Arrow: Down 71">
              <a:extLst>
                <a:ext uri="{FF2B5EF4-FFF2-40B4-BE49-F238E27FC236}">
                  <a16:creationId xmlns:a16="http://schemas.microsoft.com/office/drawing/2014/main" id="{BF2688E1-CF3A-4121-ABAE-AB826EA733B4}"/>
                </a:ext>
              </a:extLst>
            </p:cNvPr>
            <p:cNvSpPr/>
            <p:nvPr/>
          </p:nvSpPr>
          <p:spPr>
            <a:xfrm rot="18167711">
              <a:off x="1658564" y="576551"/>
              <a:ext cx="323531" cy="909320"/>
            </a:xfrm>
            <a:prstGeom prst="downArrow">
              <a:avLst>
                <a:gd name="adj1" fmla="val 50000"/>
                <a:gd name="adj2" fmla="val 142525"/>
              </a:avLst>
            </a:prstGeom>
            <a:solidFill>
              <a:schemeClr val="accent1">
                <a:lumMod val="60000"/>
                <a:lumOff val="40000"/>
                <a:alpha val="38039"/>
              </a:schemeClr>
            </a:solidFill>
            <a:effectLst>
              <a:glow rad="228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C4EACEA6-C7BB-4CF1-8A01-E0DD7DF96FE9}"/>
                </a:ext>
              </a:extLst>
            </p:cNvPr>
            <p:cNvSpPr/>
            <p:nvPr/>
          </p:nvSpPr>
          <p:spPr>
            <a:xfrm>
              <a:off x="2183289" y="1264182"/>
              <a:ext cx="45719" cy="45719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>
              <a:glow rad="2286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grpSp>
        <p:nvGrpSpPr>
          <p:cNvPr id="66" name="箭头1">
            <a:extLst>
              <a:ext uri="{FF2B5EF4-FFF2-40B4-BE49-F238E27FC236}">
                <a16:creationId xmlns:a16="http://schemas.microsoft.com/office/drawing/2014/main" id="{85797B6E-A679-452A-BFC1-EE262541FD7A}"/>
              </a:ext>
            </a:extLst>
          </p:cNvPr>
          <p:cNvGrpSpPr/>
          <p:nvPr/>
        </p:nvGrpSpPr>
        <p:grpSpPr>
          <a:xfrm rot="5011035">
            <a:off x="1627338" y="2453878"/>
            <a:ext cx="471503" cy="909320"/>
            <a:chOff x="6115510" y="444784"/>
            <a:chExt cx="471503" cy="909320"/>
          </a:xfrm>
        </p:grpSpPr>
        <p:sp>
          <p:nvSpPr>
            <p:cNvPr id="70" name="Arrow: Down 69">
              <a:extLst>
                <a:ext uri="{FF2B5EF4-FFF2-40B4-BE49-F238E27FC236}">
                  <a16:creationId xmlns:a16="http://schemas.microsoft.com/office/drawing/2014/main" id="{BCC44E8D-C63C-48BF-99BE-F745E72EBA80}"/>
                </a:ext>
              </a:extLst>
            </p:cNvPr>
            <p:cNvSpPr/>
            <p:nvPr/>
          </p:nvSpPr>
          <p:spPr>
            <a:xfrm rot="19166643">
              <a:off x="6115510" y="444784"/>
              <a:ext cx="323531" cy="909320"/>
            </a:xfrm>
            <a:prstGeom prst="downArrow">
              <a:avLst>
                <a:gd name="adj1" fmla="val 50000"/>
                <a:gd name="adj2" fmla="val 142525"/>
              </a:avLst>
            </a:prstGeom>
            <a:solidFill>
              <a:srgbClr val="FF99CC">
                <a:alpha val="34118"/>
              </a:srgbClr>
            </a:solidFill>
            <a:ln>
              <a:solidFill>
                <a:srgbClr val="41719C"/>
              </a:solidFill>
            </a:ln>
            <a:effectLst>
              <a:glow rad="2286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57673B4D-5321-458D-89AA-997031AAA04E}"/>
                </a:ext>
              </a:extLst>
            </p:cNvPr>
            <p:cNvSpPr/>
            <p:nvPr/>
          </p:nvSpPr>
          <p:spPr>
            <a:xfrm>
              <a:off x="6541294" y="1216819"/>
              <a:ext cx="45719" cy="45719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>
              <a:glow rad="2286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grpSp>
        <p:nvGrpSpPr>
          <p:cNvPr id="67" name="箭头3">
            <a:extLst>
              <a:ext uri="{FF2B5EF4-FFF2-40B4-BE49-F238E27FC236}">
                <a16:creationId xmlns:a16="http://schemas.microsoft.com/office/drawing/2014/main" id="{23EF46EC-4D04-4128-BF19-1D4A12A3A202}"/>
              </a:ext>
            </a:extLst>
          </p:cNvPr>
          <p:cNvGrpSpPr/>
          <p:nvPr/>
        </p:nvGrpSpPr>
        <p:grpSpPr>
          <a:xfrm rot="473139">
            <a:off x="5517270" y="5501744"/>
            <a:ext cx="482240" cy="909320"/>
            <a:chOff x="6104773" y="431293"/>
            <a:chExt cx="482240" cy="909320"/>
          </a:xfrm>
          <a:solidFill>
            <a:srgbClr val="99FFCC">
              <a:alpha val="45882"/>
            </a:srgbClr>
          </a:solidFill>
        </p:grpSpPr>
        <p:sp>
          <p:nvSpPr>
            <p:cNvPr id="68" name="Arrow: Down 67">
              <a:extLst>
                <a:ext uri="{FF2B5EF4-FFF2-40B4-BE49-F238E27FC236}">
                  <a16:creationId xmlns:a16="http://schemas.microsoft.com/office/drawing/2014/main" id="{EBDFC653-D8B5-4DB9-A0E1-91518281712F}"/>
                </a:ext>
              </a:extLst>
            </p:cNvPr>
            <p:cNvSpPr/>
            <p:nvPr/>
          </p:nvSpPr>
          <p:spPr>
            <a:xfrm rot="19166643">
              <a:off x="6104773" y="431293"/>
              <a:ext cx="323531" cy="909320"/>
            </a:xfrm>
            <a:prstGeom prst="downArrow">
              <a:avLst>
                <a:gd name="adj1" fmla="val 50000"/>
                <a:gd name="adj2" fmla="val 142525"/>
              </a:avLst>
            </a:prstGeom>
            <a:solidFill>
              <a:srgbClr val="FFFF00"/>
            </a:solidFill>
            <a:ln>
              <a:solidFill>
                <a:srgbClr val="41719C"/>
              </a:solidFill>
            </a:ln>
            <a:effectLst>
              <a:glow rad="2286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11A2FE0A-8895-4CB1-8FFF-77855B3D7738}"/>
                </a:ext>
              </a:extLst>
            </p:cNvPr>
            <p:cNvSpPr/>
            <p:nvPr/>
          </p:nvSpPr>
          <p:spPr>
            <a:xfrm>
              <a:off x="6541294" y="1216819"/>
              <a:ext cx="45719" cy="45719"/>
            </a:xfrm>
            <a:prstGeom prst="ellipse">
              <a:avLst/>
            </a:prstGeom>
            <a:grpFill/>
            <a:ln>
              <a:noFill/>
            </a:ln>
            <a:effectLst>
              <a:glow rad="2286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8007454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team1">
            <a:extLst>
              <a:ext uri="{FF2B5EF4-FFF2-40B4-BE49-F238E27FC236}">
                <a16:creationId xmlns:a16="http://schemas.microsoft.com/office/drawing/2014/main" id="{A367528E-F917-4819-A6D3-81B8C9F702FB}"/>
              </a:ext>
            </a:extLst>
          </p:cNvPr>
          <p:cNvGrpSpPr/>
          <p:nvPr/>
        </p:nvGrpSpPr>
        <p:grpSpPr>
          <a:xfrm>
            <a:off x="6403975" y="793751"/>
            <a:ext cx="4921247" cy="4087814"/>
            <a:chOff x="6403975" y="793751"/>
            <a:chExt cx="4921247" cy="4087814"/>
          </a:xfrm>
        </p:grpSpPr>
        <p:cxnSp>
          <p:nvCxnSpPr>
            <p:cNvPr id="5" name="Straight Connector 452">
              <a:extLst>
                <a:ext uri="{FF2B5EF4-FFF2-40B4-BE49-F238E27FC236}">
                  <a16:creationId xmlns:a16="http://schemas.microsoft.com/office/drawing/2014/main" id="{93EE25D1-FD17-4CDA-A7FD-280059FD1C0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03975" y="793751"/>
              <a:ext cx="244475" cy="1079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452">
              <a:extLst>
                <a:ext uri="{FF2B5EF4-FFF2-40B4-BE49-F238E27FC236}">
                  <a16:creationId xmlns:a16="http://schemas.microsoft.com/office/drawing/2014/main" id="{A389FF8F-7219-4F33-82B4-B4FA94E2B45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03975" y="901701"/>
              <a:ext cx="0" cy="88899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52">
              <a:extLst>
                <a:ext uri="{FF2B5EF4-FFF2-40B4-BE49-F238E27FC236}">
                  <a16:creationId xmlns:a16="http://schemas.microsoft.com/office/drawing/2014/main" id="{D92FFC48-C27D-4785-AD2D-6D0F148A000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77527" y="3989231"/>
              <a:ext cx="761477" cy="30021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52">
              <a:extLst>
                <a:ext uri="{FF2B5EF4-FFF2-40B4-BE49-F238E27FC236}">
                  <a16:creationId xmlns:a16="http://schemas.microsoft.com/office/drawing/2014/main" id="{5FC5B232-023F-4112-AA93-6D42618EC931}"/>
                </a:ext>
              </a:extLst>
            </p:cNvPr>
            <p:cNvCxnSpPr>
              <a:cxnSpLocks/>
            </p:cNvCxnSpPr>
            <p:nvPr/>
          </p:nvCxnSpPr>
          <p:spPr>
            <a:xfrm>
              <a:off x="7339004" y="4001326"/>
              <a:ext cx="2328868" cy="88023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452">
              <a:extLst>
                <a:ext uri="{FF2B5EF4-FFF2-40B4-BE49-F238E27FC236}">
                  <a16:creationId xmlns:a16="http://schemas.microsoft.com/office/drawing/2014/main" id="{3DE7C9EB-8665-40C3-B013-9B598800F6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151732" y="4002899"/>
              <a:ext cx="935367" cy="34685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452">
              <a:extLst>
                <a:ext uri="{FF2B5EF4-FFF2-40B4-BE49-F238E27FC236}">
                  <a16:creationId xmlns:a16="http://schemas.microsoft.com/office/drawing/2014/main" id="{F44FA54D-955B-4FFE-A7EC-E0A6A9051C4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84374" y="2714626"/>
              <a:ext cx="12248" cy="12867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452">
              <a:extLst>
                <a:ext uri="{FF2B5EF4-FFF2-40B4-BE49-F238E27FC236}">
                  <a16:creationId xmlns:a16="http://schemas.microsoft.com/office/drawing/2014/main" id="{1AACC9A3-64B5-4302-BA60-9633F5414B4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96622" y="2630488"/>
              <a:ext cx="228600" cy="7937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52">
              <a:extLst>
                <a:ext uri="{FF2B5EF4-FFF2-40B4-BE49-F238E27FC236}">
                  <a16:creationId xmlns:a16="http://schemas.microsoft.com/office/drawing/2014/main" id="{5F029CC6-03ED-48A8-85D7-B763465DCA2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08845" y="4615259"/>
              <a:ext cx="0" cy="19467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452">
              <a:extLst>
                <a:ext uri="{FF2B5EF4-FFF2-40B4-BE49-F238E27FC236}">
                  <a16:creationId xmlns:a16="http://schemas.microsoft.com/office/drawing/2014/main" id="{BD7DF835-3756-4276-BC4C-2D7229055A9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67872" y="4791075"/>
              <a:ext cx="242891" cy="9049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452">
              <a:extLst>
                <a:ext uri="{FF2B5EF4-FFF2-40B4-BE49-F238E27FC236}">
                  <a16:creationId xmlns:a16="http://schemas.microsoft.com/office/drawing/2014/main" id="{746BD5F5-F56E-4455-BBE8-46EE8A4DCDA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05497" y="4525168"/>
              <a:ext cx="246235" cy="10407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452">
              <a:extLst>
                <a:ext uri="{FF2B5EF4-FFF2-40B4-BE49-F238E27FC236}">
                  <a16:creationId xmlns:a16="http://schemas.microsoft.com/office/drawing/2014/main" id="{422FEA54-C7D6-4D1F-8CC5-17F4235EC44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142206" y="4349300"/>
              <a:ext cx="0" cy="19467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team2">
            <a:extLst>
              <a:ext uri="{FF2B5EF4-FFF2-40B4-BE49-F238E27FC236}">
                <a16:creationId xmlns:a16="http://schemas.microsoft.com/office/drawing/2014/main" id="{3BE981CA-EDDA-459B-9EE7-B0BDFD22246F}"/>
              </a:ext>
            </a:extLst>
          </p:cNvPr>
          <p:cNvGrpSpPr/>
          <p:nvPr/>
        </p:nvGrpSpPr>
        <p:grpSpPr>
          <a:xfrm>
            <a:off x="1263034" y="1790700"/>
            <a:ext cx="5140941" cy="3205352"/>
            <a:chOff x="1263034" y="1790700"/>
            <a:chExt cx="5140941" cy="3205352"/>
          </a:xfrm>
        </p:grpSpPr>
        <p:cxnSp>
          <p:nvCxnSpPr>
            <p:cNvPr id="4" name="Straight Connector 452">
              <a:extLst>
                <a:ext uri="{FF2B5EF4-FFF2-40B4-BE49-F238E27FC236}">
                  <a16:creationId xmlns:a16="http://schemas.microsoft.com/office/drawing/2014/main" id="{A31ABA35-B6F8-4289-8FF3-3B02A951221C}"/>
                </a:ext>
              </a:extLst>
            </p:cNvPr>
            <p:cNvCxnSpPr>
              <a:cxnSpLocks/>
            </p:cNvCxnSpPr>
            <p:nvPr/>
          </p:nvCxnSpPr>
          <p:spPr>
            <a:xfrm>
              <a:off x="6403975" y="1790700"/>
              <a:ext cx="0" cy="3810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452">
              <a:extLst>
                <a:ext uri="{FF2B5EF4-FFF2-40B4-BE49-F238E27FC236}">
                  <a16:creationId xmlns:a16="http://schemas.microsoft.com/office/drawing/2014/main" id="{64B6597A-7BD2-4295-94CE-258884C312F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88075" y="2146300"/>
              <a:ext cx="215900" cy="14287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452">
              <a:extLst>
                <a:ext uri="{FF2B5EF4-FFF2-40B4-BE49-F238E27FC236}">
                  <a16:creationId xmlns:a16="http://schemas.microsoft.com/office/drawing/2014/main" id="{2E634530-C013-4EE9-8D46-967850369BDA}"/>
                </a:ext>
              </a:extLst>
            </p:cNvPr>
            <p:cNvCxnSpPr>
              <a:cxnSpLocks/>
            </p:cNvCxnSpPr>
            <p:nvPr/>
          </p:nvCxnSpPr>
          <p:spPr>
            <a:xfrm>
              <a:off x="6176961" y="2289175"/>
              <a:ext cx="0" cy="34131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452">
              <a:extLst>
                <a:ext uri="{FF2B5EF4-FFF2-40B4-BE49-F238E27FC236}">
                  <a16:creationId xmlns:a16="http://schemas.microsoft.com/office/drawing/2014/main" id="{12DBEF74-521F-48AC-8E67-BC57130C183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103868" y="4525169"/>
              <a:ext cx="1" cy="35639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452">
              <a:extLst>
                <a:ext uri="{FF2B5EF4-FFF2-40B4-BE49-F238E27FC236}">
                  <a16:creationId xmlns:a16="http://schemas.microsoft.com/office/drawing/2014/main" id="{D8E389B3-2768-496A-9B3B-8A0F680A603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48031" y="4881563"/>
              <a:ext cx="286174" cy="11448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52">
              <a:extLst>
                <a:ext uri="{FF2B5EF4-FFF2-40B4-BE49-F238E27FC236}">
                  <a16:creationId xmlns:a16="http://schemas.microsoft.com/office/drawing/2014/main" id="{71CCBCC4-6B2D-459D-9D56-4BFE6558723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517523" y="4429126"/>
              <a:ext cx="703326" cy="30907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52">
              <a:extLst>
                <a:ext uri="{FF2B5EF4-FFF2-40B4-BE49-F238E27FC236}">
                  <a16:creationId xmlns:a16="http://schemas.microsoft.com/office/drawing/2014/main" id="{DE68BC7D-2002-4705-8F08-835E55AE51E0}"/>
                </a:ext>
              </a:extLst>
            </p:cNvPr>
            <p:cNvCxnSpPr>
              <a:cxnSpLocks/>
            </p:cNvCxnSpPr>
            <p:nvPr/>
          </p:nvCxnSpPr>
          <p:spPr>
            <a:xfrm>
              <a:off x="1517523" y="2960689"/>
              <a:ext cx="0" cy="146843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452">
              <a:extLst>
                <a:ext uri="{FF2B5EF4-FFF2-40B4-BE49-F238E27FC236}">
                  <a16:creationId xmlns:a16="http://schemas.microsoft.com/office/drawing/2014/main" id="{9217F176-8B66-4912-8293-27211762162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684906" y="4534693"/>
              <a:ext cx="1171196" cy="46135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452">
              <a:extLst>
                <a:ext uri="{FF2B5EF4-FFF2-40B4-BE49-F238E27FC236}">
                  <a16:creationId xmlns:a16="http://schemas.microsoft.com/office/drawing/2014/main" id="{452DC84A-1608-4561-900A-E66EFB73C4A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16814" y="4525168"/>
              <a:ext cx="487940" cy="18018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52">
              <a:extLst>
                <a:ext uri="{FF2B5EF4-FFF2-40B4-BE49-F238E27FC236}">
                  <a16:creationId xmlns:a16="http://schemas.microsoft.com/office/drawing/2014/main" id="{444E2C02-BB54-4958-A027-436852EE29B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63034" y="2883551"/>
              <a:ext cx="231775" cy="8572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452">
              <a:extLst>
                <a:ext uri="{FF2B5EF4-FFF2-40B4-BE49-F238E27FC236}">
                  <a16:creationId xmlns:a16="http://schemas.microsoft.com/office/drawing/2014/main" id="{01129AE1-0C93-4264-88D6-DB22FA11ACD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76874" y="2585666"/>
              <a:ext cx="687884" cy="29788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452">
              <a:extLst>
                <a:ext uri="{FF2B5EF4-FFF2-40B4-BE49-F238E27FC236}">
                  <a16:creationId xmlns:a16="http://schemas.microsoft.com/office/drawing/2014/main" id="{29B00EA3-6ABE-4C93-8DB6-98A7CE9D41E9}"/>
                </a:ext>
              </a:extLst>
            </p:cNvPr>
            <p:cNvCxnSpPr>
              <a:cxnSpLocks/>
            </p:cNvCxnSpPr>
            <p:nvPr/>
          </p:nvCxnSpPr>
          <p:spPr>
            <a:xfrm>
              <a:off x="5476874" y="2854754"/>
              <a:ext cx="0" cy="37827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452">
              <a:extLst>
                <a:ext uri="{FF2B5EF4-FFF2-40B4-BE49-F238E27FC236}">
                  <a16:creationId xmlns:a16="http://schemas.microsoft.com/office/drawing/2014/main" id="{2666D806-102C-4E3B-80B8-7F2EBE7AA1E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02026" y="3233032"/>
              <a:ext cx="207947" cy="12494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452">
              <a:extLst>
                <a:ext uri="{FF2B5EF4-FFF2-40B4-BE49-F238E27FC236}">
                  <a16:creationId xmlns:a16="http://schemas.microsoft.com/office/drawing/2014/main" id="{6CF34A17-2C4E-4FF0-88D1-44905083859A}"/>
                </a:ext>
              </a:extLst>
            </p:cNvPr>
            <p:cNvCxnSpPr>
              <a:cxnSpLocks/>
            </p:cNvCxnSpPr>
            <p:nvPr/>
          </p:nvCxnSpPr>
          <p:spPr>
            <a:xfrm>
              <a:off x="5281360" y="3331653"/>
              <a:ext cx="0" cy="3706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452">
              <a:extLst>
                <a:ext uri="{FF2B5EF4-FFF2-40B4-BE49-F238E27FC236}">
                  <a16:creationId xmlns:a16="http://schemas.microsoft.com/office/drawing/2014/main" id="{24768A7E-3456-4251-94BF-2AC61106B48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60000" y="3677564"/>
              <a:ext cx="687884" cy="29788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452">
              <a:extLst>
                <a:ext uri="{FF2B5EF4-FFF2-40B4-BE49-F238E27FC236}">
                  <a16:creationId xmlns:a16="http://schemas.microsoft.com/office/drawing/2014/main" id="{4ABDA6F5-B3CD-4601-BE95-24ACF2148AA8}"/>
                </a:ext>
              </a:extLst>
            </p:cNvPr>
            <p:cNvCxnSpPr>
              <a:cxnSpLocks/>
            </p:cNvCxnSpPr>
            <p:nvPr/>
          </p:nvCxnSpPr>
          <p:spPr>
            <a:xfrm>
              <a:off x="4560000" y="3967371"/>
              <a:ext cx="0" cy="3706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452">
              <a:extLst>
                <a:ext uri="{FF2B5EF4-FFF2-40B4-BE49-F238E27FC236}">
                  <a16:creationId xmlns:a16="http://schemas.microsoft.com/office/drawing/2014/main" id="{914375F8-23AD-4717-841F-0458AC15AA7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103868" y="4338011"/>
              <a:ext cx="456132" cy="18053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8" name="TextBox 57">
            <a:extLst>
              <a:ext uri="{FF2B5EF4-FFF2-40B4-BE49-F238E27FC236}">
                <a16:creationId xmlns:a16="http://schemas.microsoft.com/office/drawing/2014/main" id="{647D581B-E2E7-4258-B860-2A47B52DDA9A}"/>
              </a:ext>
            </a:extLst>
          </p:cNvPr>
          <p:cNvSpPr txBox="1"/>
          <p:nvPr/>
        </p:nvSpPr>
        <p:spPr>
          <a:xfrm>
            <a:off x="109728" y="124581"/>
            <a:ext cx="6511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7.0.5</a:t>
            </a:r>
          </a:p>
        </p:txBody>
      </p:sp>
      <p:grpSp>
        <p:nvGrpSpPr>
          <p:cNvPr id="67" name="箭头3">
            <a:extLst>
              <a:ext uri="{FF2B5EF4-FFF2-40B4-BE49-F238E27FC236}">
                <a16:creationId xmlns:a16="http://schemas.microsoft.com/office/drawing/2014/main" id="{23EF46EC-4D04-4128-BF19-1D4A12A3A202}"/>
              </a:ext>
            </a:extLst>
          </p:cNvPr>
          <p:cNvGrpSpPr/>
          <p:nvPr/>
        </p:nvGrpSpPr>
        <p:grpSpPr>
          <a:xfrm rot="5011035">
            <a:off x="9542648" y="4056918"/>
            <a:ext cx="482240" cy="909320"/>
            <a:chOff x="6104773" y="431293"/>
            <a:chExt cx="482240" cy="909320"/>
          </a:xfrm>
          <a:solidFill>
            <a:srgbClr val="99FFCC">
              <a:alpha val="45882"/>
            </a:srgbClr>
          </a:solidFill>
        </p:grpSpPr>
        <p:sp>
          <p:nvSpPr>
            <p:cNvPr id="68" name="Arrow: Down 67">
              <a:extLst>
                <a:ext uri="{FF2B5EF4-FFF2-40B4-BE49-F238E27FC236}">
                  <a16:creationId xmlns:a16="http://schemas.microsoft.com/office/drawing/2014/main" id="{EBDFC653-D8B5-4DB9-A0E1-91518281712F}"/>
                </a:ext>
              </a:extLst>
            </p:cNvPr>
            <p:cNvSpPr/>
            <p:nvPr/>
          </p:nvSpPr>
          <p:spPr>
            <a:xfrm rot="19166643">
              <a:off x="6104773" y="431293"/>
              <a:ext cx="323531" cy="909320"/>
            </a:xfrm>
            <a:prstGeom prst="downArrow">
              <a:avLst>
                <a:gd name="adj1" fmla="val 50000"/>
                <a:gd name="adj2" fmla="val 142525"/>
              </a:avLst>
            </a:prstGeom>
            <a:solidFill>
              <a:srgbClr val="FFFF00"/>
            </a:solidFill>
            <a:ln>
              <a:solidFill>
                <a:srgbClr val="41719C"/>
              </a:solidFill>
            </a:ln>
            <a:effectLst>
              <a:glow rad="2286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11A2FE0A-8895-4CB1-8FFF-77855B3D7738}"/>
                </a:ext>
              </a:extLst>
            </p:cNvPr>
            <p:cNvSpPr/>
            <p:nvPr/>
          </p:nvSpPr>
          <p:spPr>
            <a:xfrm>
              <a:off x="6541294" y="1216819"/>
              <a:ext cx="45719" cy="45719"/>
            </a:xfrm>
            <a:prstGeom prst="ellipse">
              <a:avLst/>
            </a:prstGeom>
            <a:grpFill/>
            <a:ln>
              <a:noFill/>
            </a:ln>
            <a:effectLst>
              <a:glow rad="2286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grpSp>
        <p:nvGrpSpPr>
          <p:cNvPr id="79" name="team3">
            <a:extLst>
              <a:ext uri="{FF2B5EF4-FFF2-40B4-BE49-F238E27FC236}">
                <a16:creationId xmlns:a16="http://schemas.microsoft.com/office/drawing/2014/main" id="{B6DD5914-5783-45F4-8C9C-E08DB59A0856}"/>
              </a:ext>
            </a:extLst>
          </p:cNvPr>
          <p:cNvGrpSpPr/>
          <p:nvPr/>
        </p:nvGrpSpPr>
        <p:grpSpPr>
          <a:xfrm>
            <a:off x="5240649" y="3697289"/>
            <a:ext cx="1422089" cy="2543425"/>
            <a:chOff x="5248026" y="3715588"/>
            <a:chExt cx="1422089" cy="2543425"/>
          </a:xfrm>
        </p:grpSpPr>
        <p:cxnSp>
          <p:nvCxnSpPr>
            <p:cNvPr id="78" name="Straight Connector 452">
              <a:extLst>
                <a:ext uri="{FF2B5EF4-FFF2-40B4-BE49-F238E27FC236}">
                  <a16:creationId xmlns:a16="http://schemas.microsoft.com/office/drawing/2014/main" id="{369E7231-241D-4916-BAD1-FCB84BAAD67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248026" y="3715588"/>
              <a:ext cx="1417980" cy="583884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452">
              <a:extLst>
                <a:ext uri="{FF2B5EF4-FFF2-40B4-BE49-F238E27FC236}">
                  <a16:creationId xmlns:a16="http://schemas.microsoft.com/office/drawing/2014/main" id="{7B6380AB-855D-4E36-B2AE-A27F017382F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48178" y="4314831"/>
              <a:ext cx="1" cy="718570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452">
              <a:extLst>
                <a:ext uri="{FF2B5EF4-FFF2-40B4-BE49-F238E27FC236}">
                  <a16:creationId xmlns:a16="http://schemas.microsoft.com/office/drawing/2014/main" id="{E2C885CE-5682-4CCE-BB68-A77AD288539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11352" y="5014350"/>
              <a:ext cx="242481" cy="79135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452">
              <a:extLst>
                <a:ext uri="{FF2B5EF4-FFF2-40B4-BE49-F238E27FC236}">
                  <a16:creationId xmlns:a16="http://schemas.microsoft.com/office/drawing/2014/main" id="{9843C77D-2B54-4376-89C2-5A3ED2E78B9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18460" y="5084139"/>
              <a:ext cx="0" cy="220712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452">
              <a:extLst>
                <a:ext uri="{FF2B5EF4-FFF2-40B4-BE49-F238E27FC236}">
                  <a16:creationId xmlns:a16="http://schemas.microsoft.com/office/drawing/2014/main" id="{0F7E1505-CAE6-4B54-8B4E-FFAB9889E51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415330" y="5292664"/>
              <a:ext cx="254785" cy="81976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452">
              <a:extLst>
                <a:ext uri="{FF2B5EF4-FFF2-40B4-BE49-F238E27FC236}">
                  <a16:creationId xmlns:a16="http://schemas.microsoft.com/office/drawing/2014/main" id="{DC06FEFC-2D84-4436-A416-5CE15B16E60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57766" y="5374640"/>
              <a:ext cx="0" cy="220712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452">
              <a:extLst>
                <a:ext uri="{FF2B5EF4-FFF2-40B4-BE49-F238E27FC236}">
                  <a16:creationId xmlns:a16="http://schemas.microsoft.com/office/drawing/2014/main" id="{385BBFE3-98A0-4872-8919-0737B5BCCE3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95452" y="5554769"/>
              <a:ext cx="458382" cy="166928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452">
              <a:extLst>
                <a:ext uri="{FF2B5EF4-FFF2-40B4-BE49-F238E27FC236}">
                  <a16:creationId xmlns:a16="http://schemas.microsoft.com/office/drawing/2014/main" id="{D28335D0-93D5-4E3D-89B0-5AC3ED6F410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95452" y="5721697"/>
              <a:ext cx="0" cy="360851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452">
              <a:extLst>
                <a:ext uri="{FF2B5EF4-FFF2-40B4-BE49-F238E27FC236}">
                  <a16:creationId xmlns:a16="http://schemas.microsoft.com/office/drawing/2014/main" id="{2B572533-4762-4329-BF71-32B1FEF4074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88969" y="6081205"/>
              <a:ext cx="464864" cy="177808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" name="Picture 2" descr="A screenshot of a video game&#10;&#10;Description automatically generated" hidden="1">
            <a:extLst>
              <a:ext uri="{FF2B5EF4-FFF2-40B4-BE49-F238E27FC236}">
                <a16:creationId xmlns:a16="http://schemas.microsoft.com/office/drawing/2014/main" id="{BA003F0F-97C5-4B0B-9E76-D6F46E3E3A0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868" y="601979"/>
            <a:ext cx="11928973" cy="6021197"/>
          </a:xfrm>
          <a:prstGeom prst="rect">
            <a:avLst/>
          </a:prstGeom>
        </p:spPr>
      </p:pic>
      <p:grpSp>
        <p:nvGrpSpPr>
          <p:cNvPr id="54" name="箭头2">
            <a:extLst>
              <a:ext uri="{FF2B5EF4-FFF2-40B4-BE49-F238E27FC236}">
                <a16:creationId xmlns:a16="http://schemas.microsoft.com/office/drawing/2014/main" id="{435690C3-9C11-4894-8155-DC6B36DD0129}"/>
              </a:ext>
            </a:extLst>
          </p:cNvPr>
          <p:cNvGrpSpPr/>
          <p:nvPr/>
        </p:nvGrpSpPr>
        <p:grpSpPr>
          <a:xfrm rot="3399549">
            <a:off x="6155355" y="3610651"/>
            <a:ext cx="909320" cy="440456"/>
            <a:chOff x="1365670" y="869445"/>
            <a:chExt cx="909320" cy="440456"/>
          </a:xfrm>
        </p:grpSpPr>
        <p:sp>
          <p:nvSpPr>
            <p:cNvPr id="57" name="Arrow: Down 56">
              <a:extLst>
                <a:ext uri="{FF2B5EF4-FFF2-40B4-BE49-F238E27FC236}">
                  <a16:creationId xmlns:a16="http://schemas.microsoft.com/office/drawing/2014/main" id="{2FE6EFE0-830D-4273-B5CC-CEB535D53075}"/>
                </a:ext>
              </a:extLst>
            </p:cNvPr>
            <p:cNvSpPr/>
            <p:nvPr/>
          </p:nvSpPr>
          <p:spPr>
            <a:xfrm rot="18167711">
              <a:off x="1658564" y="576551"/>
              <a:ext cx="323531" cy="909320"/>
            </a:xfrm>
            <a:prstGeom prst="downArrow">
              <a:avLst>
                <a:gd name="adj1" fmla="val 50000"/>
                <a:gd name="adj2" fmla="val 142525"/>
              </a:avLst>
            </a:prstGeom>
            <a:solidFill>
              <a:schemeClr val="accent1">
                <a:lumMod val="60000"/>
                <a:lumOff val="40000"/>
                <a:alpha val="38039"/>
              </a:schemeClr>
            </a:solidFill>
            <a:effectLst>
              <a:glow rad="228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FA12DB38-A224-4194-A526-1CC2827A624C}"/>
                </a:ext>
              </a:extLst>
            </p:cNvPr>
            <p:cNvSpPr/>
            <p:nvPr/>
          </p:nvSpPr>
          <p:spPr>
            <a:xfrm>
              <a:off x="2183289" y="1264182"/>
              <a:ext cx="45719" cy="45719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>
              <a:glow rad="2286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grpSp>
        <p:nvGrpSpPr>
          <p:cNvPr id="65" name="箭头1">
            <a:extLst>
              <a:ext uri="{FF2B5EF4-FFF2-40B4-BE49-F238E27FC236}">
                <a16:creationId xmlns:a16="http://schemas.microsoft.com/office/drawing/2014/main" id="{3613C91B-6D9D-4239-B58A-AD3976A8A78C}"/>
              </a:ext>
            </a:extLst>
          </p:cNvPr>
          <p:cNvGrpSpPr/>
          <p:nvPr/>
        </p:nvGrpSpPr>
        <p:grpSpPr>
          <a:xfrm rot="3170380">
            <a:off x="3985797" y="4009184"/>
            <a:ext cx="471503" cy="909320"/>
            <a:chOff x="6115510" y="444784"/>
            <a:chExt cx="471503" cy="909320"/>
          </a:xfrm>
        </p:grpSpPr>
        <p:sp>
          <p:nvSpPr>
            <p:cNvPr id="66" name="Arrow: Down 65">
              <a:extLst>
                <a:ext uri="{FF2B5EF4-FFF2-40B4-BE49-F238E27FC236}">
                  <a16:creationId xmlns:a16="http://schemas.microsoft.com/office/drawing/2014/main" id="{1C1A8F09-232C-40C6-AC62-6BC9E30573F9}"/>
                </a:ext>
              </a:extLst>
            </p:cNvPr>
            <p:cNvSpPr/>
            <p:nvPr/>
          </p:nvSpPr>
          <p:spPr>
            <a:xfrm rot="19166643">
              <a:off x="6115510" y="444784"/>
              <a:ext cx="323531" cy="909320"/>
            </a:xfrm>
            <a:prstGeom prst="downArrow">
              <a:avLst>
                <a:gd name="adj1" fmla="val 50000"/>
                <a:gd name="adj2" fmla="val 142525"/>
              </a:avLst>
            </a:prstGeom>
            <a:solidFill>
              <a:srgbClr val="FF99CC">
                <a:alpha val="34118"/>
              </a:srgbClr>
            </a:solidFill>
            <a:ln>
              <a:solidFill>
                <a:srgbClr val="41719C"/>
              </a:solidFill>
            </a:ln>
            <a:effectLst>
              <a:glow rad="2286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B685385D-E5A9-46C1-90BD-D7A8745CE076}"/>
                </a:ext>
              </a:extLst>
            </p:cNvPr>
            <p:cNvSpPr/>
            <p:nvPr/>
          </p:nvSpPr>
          <p:spPr>
            <a:xfrm>
              <a:off x="6541294" y="1216819"/>
              <a:ext cx="45719" cy="45719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>
              <a:glow rad="2286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0244996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team1">
            <a:extLst>
              <a:ext uri="{FF2B5EF4-FFF2-40B4-BE49-F238E27FC236}">
                <a16:creationId xmlns:a16="http://schemas.microsoft.com/office/drawing/2014/main" id="{A367528E-F917-4819-A6D3-81B8C9F702FB}"/>
              </a:ext>
            </a:extLst>
          </p:cNvPr>
          <p:cNvGrpSpPr/>
          <p:nvPr/>
        </p:nvGrpSpPr>
        <p:grpSpPr>
          <a:xfrm>
            <a:off x="6403975" y="793751"/>
            <a:ext cx="4921247" cy="4087814"/>
            <a:chOff x="6403975" y="793751"/>
            <a:chExt cx="4921247" cy="4087814"/>
          </a:xfrm>
        </p:grpSpPr>
        <p:cxnSp>
          <p:nvCxnSpPr>
            <p:cNvPr id="5" name="Straight Connector 452">
              <a:extLst>
                <a:ext uri="{FF2B5EF4-FFF2-40B4-BE49-F238E27FC236}">
                  <a16:creationId xmlns:a16="http://schemas.microsoft.com/office/drawing/2014/main" id="{93EE25D1-FD17-4CDA-A7FD-280059FD1C0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03975" y="793751"/>
              <a:ext cx="244475" cy="1079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452">
              <a:extLst>
                <a:ext uri="{FF2B5EF4-FFF2-40B4-BE49-F238E27FC236}">
                  <a16:creationId xmlns:a16="http://schemas.microsoft.com/office/drawing/2014/main" id="{A389FF8F-7219-4F33-82B4-B4FA94E2B45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03975" y="901701"/>
              <a:ext cx="0" cy="88899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52">
              <a:extLst>
                <a:ext uri="{FF2B5EF4-FFF2-40B4-BE49-F238E27FC236}">
                  <a16:creationId xmlns:a16="http://schemas.microsoft.com/office/drawing/2014/main" id="{5FC5B232-023F-4112-AA93-6D42618EC931}"/>
                </a:ext>
              </a:extLst>
            </p:cNvPr>
            <p:cNvCxnSpPr>
              <a:cxnSpLocks/>
            </p:cNvCxnSpPr>
            <p:nvPr/>
          </p:nvCxnSpPr>
          <p:spPr>
            <a:xfrm>
              <a:off x="7148741" y="3926213"/>
              <a:ext cx="2519131" cy="95535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452">
              <a:extLst>
                <a:ext uri="{FF2B5EF4-FFF2-40B4-BE49-F238E27FC236}">
                  <a16:creationId xmlns:a16="http://schemas.microsoft.com/office/drawing/2014/main" id="{3DE7C9EB-8665-40C3-B013-9B598800F6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151732" y="4002899"/>
              <a:ext cx="935367" cy="34685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452">
              <a:extLst>
                <a:ext uri="{FF2B5EF4-FFF2-40B4-BE49-F238E27FC236}">
                  <a16:creationId xmlns:a16="http://schemas.microsoft.com/office/drawing/2014/main" id="{F44FA54D-955B-4FFE-A7EC-E0A6A9051C4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84374" y="2714626"/>
              <a:ext cx="12248" cy="12867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452">
              <a:extLst>
                <a:ext uri="{FF2B5EF4-FFF2-40B4-BE49-F238E27FC236}">
                  <a16:creationId xmlns:a16="http://schemas.microsoft.com/office/drawing/2014/main" id="{1AACC9A3-64B5-4302-BA60-9633F5414B4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96622" y="2630488"/>
              <a:ext cx="228600" cy="7937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52">
              <a:extLst>
                <a:ext uri="{FF2B5EF4-FFF2-40B4-BE49-F238E27FC236}">
                  <a16:creationId xmlns:a16="http://schemas.microsoft.com/office/drawing/2014/main" id="{5F029CC6-03ED-48A8-85D7-B763465DCA2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08845" y="4615259"/>
              <a:ext cx="0" cy="19467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452">
              <a:extLst>
                <a:ext uri="{FF2B5EF4-FFF2-40B4-BE49-F238E27FC236}">
                  <a16:creationId xmlns:a16="http://schemas.microsoft.com/office/drawing/2014/main" id="{BD7DF835-3756-4276-BC4C-2D7229055A9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67872" y="4791075"/>
              <a:ext cx="242891" cy="9049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452">
              <a:extLst>
                <a:ext uri="{FF2B5EF4-FFF2-40B4-BE49-F238E27FC236}">
                  <a16:creationId xmlns:a16="http://schemas.microsoft.com/office/drawing/2014/main" id="{746BD5F5-F56E-4455-BBE8-46EE8A4DCDA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05497" y="4525168"/>
              <a:ext cx="246235" cy="10407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452">
              <a:extLst>
                <a:ext uri="{FF2B5EF4-FFF2-40B4-BE49-F238E27FC236}">
                  <a16:creationId xmlns:a16="http://schemas.microsoft.com/office/drawing/2014/main" id="{422FEA54-C7D6-4D1F-8CC5-17F4235EC44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142206" y="4349300"/>
              <a:ext cx="0" cy="19467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team2">
            <a:extLst>
              <a:ext uri="{FF2B5EF4-FFF2-40B4-BE49-F238E27FC236}">
                <a16:creationId xmlns:a16="http://schemas.microsoft.com/office/drawing/2014/main" id="{3BE981CA-EDDA-459B-9EE7-B0BDFD22246F}"/>
              </a:ext>
            </a:extLst>
          </p:cNvPr>
          <p:cNvGrpSpPr/>
          <p:nvPr/>
        </p:nvGrpSpPr>
        <p:grpSpPr>
          <a:xfrm>
            <a:off x="1263034" y="1790700"/>
            <a:ext cx="5140941" cy="3205352"/>
            <a:chOff x="1263034" y="1790700"/>
            <a:chExt cx="5140941" cy="3205352"/>
          </a:xfrm>
        </p:grpSpPr>
        <p:cxnSp>
          <p:nvCxnSpPr>
            <p:cNvPr id="4" name="Straight Connector 452">
              <a:extLst>
                <a:ext uri="{FF2B5EF4-FFF2-40B4-BE49-F238E27FC236}">
                  <a16:creationId xmlns:a16="http://schemas.microsoft.com/office/drawing/2014/main" id="{A31ABA35-B6F8-4289-8FF3-3B02A951221C}"/>
                </a:ext>
              </a:extLst>
            </p:cNvPr>
            <p:cNvCxnSpPr>
              <a:cxnSpLocks/>
            </p:cNvCxnSpPr>
            <p:nvPr/>
          </p:nvCxnSpPr>
          <p:spPr>
            <a:xfrm>
              <a:off x="6403975" y="1790700"/>
              <a:ext cx="0" cy="3810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452">
              <a:extLst>
                <a:ext uri="{FF2B5EF4-FFF2-40B4-BE49-F238E27FC236}">
                  <a16:creationId xmlns:a16="http://schemas.microsoft.com/office/drawing/2014/main" id="{64B6597A-7BD2-4295-94CE-258884C312F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88075" y="2146300"/>
              <a:ext cx="215900" cy="14287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452">
              <a:extLst>
                <a:ext uri="{FF2B5EF4-FFF2-40B4-BE49-F238E27FC236}">
                  <a16:creationId xmlns:a16="http://schemas.microsoft.com/office/drawing/2014/main" id="{2E634530-C013-4EE9-8D46-967850369BDA}"/>
                </a:ext>
              </a:extLst>
            </p:cNvPr>
            <p:cNvCxnSpPr>
              <a:cxnSpLocks/>
            </p:cNvCxnSpPr>
            <p:nvPr/>
          </p:nvCxnSpPr>
          <p:spPr>
            <a:xfrm>
              <a:off x="6176961" y="2289175"/>
              <a:ext cx="11114" cy="68010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452">
              <a:extLst>
                <a:ext uri="{FF2B5EF4-FFF2-40B4-BE49-F238E27FC236}">
                  <a16:creationId xmlns:a16="http://schemas.microsoft.com/office/drawing/2014/main" id="{12DBEF74-521F-48AC-8E67-BC57130C183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103868" y="4525169"/>
              <a:ext cx="1" cy="35639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452">
              <a:extLst>
                <a:ext uri="{FF2B5EF4-FFF2-40B4-BE49-F238E27FC236}">
                  <a16:creationId xmlns:a16="http://schemas.microsoft.com/office/drawing/2014/main" id="{D8E389B3-2768-496A-9B3B-8A0F680A603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48031" y="4881563"/>
              <a:ext cx="286174" cy="11448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52">
              <a:extLst>
                <a:ext uri="{FF2B5EF4-FFF2-40B4-BE49-F238E27FC236}">
                  <a16:creationId xmlns:a16="http://schemas.microsoft.com/office/drawing/2014/main" id="{71CCBCC4-6B2D-459D-9D56-4BFE6558723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517523" y="4429126"/>
              <a:ext cx="703326" cy="30907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52">
              <a:extLst>
                <a:ext uri="{FF2B5EF4-FFF2-40B4-BE49-F238E27FC236}">
                  <a16:creationId xmlns:a16="http://schemas.microsoft.com/office/drawing/2014/main" id="{DE68BC7D-2002-4705-8F08-835E55AE51E0}"/>
                </a:ext>
              </a:extLst>
            </p:cNvPr>
            <p:cNvCxnSpPr>
              <a:cxnSpLocks/>
            </p:cNvCxnSpPr>
            <p:nvPr/>
          </p:nvCxnSpPr>
          <p:spPr>
            <a:xfrm>
              <a:off x="1517523" y="2960689"/>
              <a:ext cx="0" cy="146843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452">
              <a:extLst>
                <a:ext uri="{FF2B5EF4-FFF2-40B4-BE49-F238E27FC236}">
                  <a16:creationId xmlns:a16="http://schemas.microsoft.com/office/drawing/2014/main" id="{9217F176-8B66-4912-8293-27211762162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684906" y="4534693"/>
              <a:ext cx="1171196" cy="46135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452">
              <a:extLst>
                <a:ext uri="{FF2B5EF4-FFF2-40B4-BE49-F238E27FC236}">
                  <a16:creationId xmlns:a16="http://schemas.microsoft.com/office/drawing/2014/main" id="{452DC84A-1608-4561-900A-E66EFB73C4A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16814" y="4525168"/>
              <a:ext cx="487940" cy="18018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52">
              <a:extLst>
                <a:ext uri="{FF2B5EF4-FFF2-40B4-BE49-F238E27FC236}">
                  <a16:creationId xmlns:a16="http://schemas.microsoft.com/office/drawing/2014/main" id="{444E2C02-BB54-4958-A027-436852EE29B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63034" y="2883551"/>
              <a:ext cx="231775" cy="8572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452">
              <a:extLst>
                <a:ext uri="{FF2B5EF4-FFF2-40B4-BE49-F238E27FC236}">
                  <a16:creationId xmlns:a16="http://schemas.microsoft.com/office/drawing/2014/main" id="{01129AE1-0C93-4264-88D6-DB22FA11ACD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99589" y="2935147"/>
              <a:ext cx="687884" cy="29788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452">
              <a:extLst>
                <a:ext uri="{FF2B5EF4-FFF2-40B4-BE49-F238E27FC236}">
                  <a16:creationId xmlns:a16="http://schemas.microsoft.com/office/drawing/2014/main" id="{2666D806-102C-4E3B-80B8-7F2EBE7AA1E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02026" y="3233032"/>
              <a:ext cx="207947" cy="12494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452">
              <a:extLst>
                <a:ext uri="{FF2B5EF4-FFF2-40B4-BE49-F238E27FC236}">
                  <a16:creationId xmlns:a16="http://schemas.microsoft.com/office/drawing/2014/main" id="{6CF34A17-2C4E-4FF0-88D1-44905083859A}"/>
                </a:ext>
              </a:extLst>
            </p:cNvPr>
            <p:cNvCxnSpPr>
              <a:cxnSpLocks/>
            </p:cNvCxnSpPr>
            <p:nvPr/>
          </p:nvCxnSpPr>
          <p:spPr>
            <a:xfrm>
              <a:off x="5281360" y="3331653"/>
              <a:ext cx="0" cy="3706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452">
              <a:extLst>
                <a:ext uri="{FF2B5EF4-FFF2-40B4-BE49-F238E27FC236}">
                  <a16:creationId xmlns:a16="http://schemas.microsoft.com/office/drawing/2014/main" id="{24768A7E-3456-4251-94BF-2AC61106B48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60000" y="3677564"/>
              <a:ext cx="687884" cy="29788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452">
              <a:extLst>
                <a:ext uri="{FF2B5EF4-FFF2-40B4-BE49-F238E27FC236}">
                  <a16:creationId xmlns:a16="http://schemas.microsoft.com/office/drawing/2014/main" id="{4ABDA6F5-B3CD-4601-BE95-24ACF2148AA8}"/>
                </a:ext>
              </a:extLst>
            </p:cNvPr>
            <p:cNvCxnSpPr>
              <a:cxnSpLocks/>
            </p:cNvCxnSpPr>
            <p:nvPr/>
          </p:nvCxnSpPr>
          <p:spPr>
            <a:xfrm>
              <a:off x="4560000" y="3967371"/>
              <a:ext cx="0" cy="22769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452">
              <a:extLst>
                <a:ext uri="{FF2B5EF4-FFF2-40B4-BE49-F238E27FC236}">
                  <a16:creationId xmlns:a16="http://schemas.microsoft.com/office/drawing/2014/main" id="{914375F8-23AD-4717-841F-0458AC15AA7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103868" y="4429126"/>
              <a:ext cx="197781" cy="894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452">
              <a:extLst>
                <a:ext uri="{FF2B5EF4-FFF2-40B4-BE49-F238E27FC236}">
                  <a16:creationId xmlns:a16="http://schemas.microsoft.com/office/drawing/2014/main" id="{85519CEA-C7A9-4405-9B34-4D99BAF0F8AF}"/>
                </a:ext>
              </a:extLst>
            </p:cNvPr>
            <p:cNvCxnSpPr>
              <a:cxnSpLocks/>
            </p:cNvCxnSpPr>
            <p:nvPr/>
          </p:nvCxnSpPr>
          <p:spPr>
            <a:xfrm>
              <a:off x="4347156" y="4224502"/>
              <a:ext cx="0" cy="22769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452">
              <a:extLst>
                <a:ext uri="{FF2B5EF4-FFF2-40B4-BE49-F238E27FC236}">
                  <a16:creationId xmlns:a16="http://schemas.microsoft.com/office/drawing/2014/main" id="{348026A4-336D-4776-AA05-71058159BF1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62396" y="4147375"/>
              <a:ext cx="197781" cy="894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8" name="TextBox 57">
            <a:extLst>
              <a:ext uri="{FF2B5EF4-FFF2-40B4-BE49-F238E27FC236}">
                <a16:creationId xmlns:a16="http://schemas.microsoft.com/office/drawing/2014/main" id="{647D581B-E2E7-4258-B860-2A47B52DDA9A}"/>
              </a:ext>
            </a:extLst>
          </p:cNvPr>
          <p:cNvSpPr txBox="1"/>
          <p:nvPr/>
        </p:nvSpPr>
        <p:spPr>
          <a:xfrm>
            <a:off x="109728" y="124581"/>
            <a:ext cx="6511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7.0.6</a:t>
            </a:r>
          </a:p>
        </p:txBody>
      </p:sp>
      <p:grpSp>
        <p:nvGrpSpPr>
          <p:cNvPr id="67" name="箭头3">
            <a:extLst>
              <a:ext uri="{FF2B5EF4-FFF2-40B4-BE49-F238E27FC236}">
                <a16:creationId xmlns:a16="http://schemas.microsoft.com/office/drawing/2014/main" id="{23EF46EC-4D04-4128-BF19-1D4A12A3A202}"/>
              </a:ext>
            </a:extLst>
          </p:cNvPr>
          <p:cNvGrpSpPr/>
          <p:nvPr/>
        </p:nvGrpSpPr>
        <p:grpSpPr>
          <a:xfrm rot="5011035">
            <a:off x="9787493" y="4135993"/>
            <a:ext cx="482240" cy="909320"/>
            <a:chOff x="6104773" y="431293"/>
            <a:chExt cx="482240" cy="909320"/>
          </a:xfrm>
          <a:solidFill>
            <a:srgbClr val="99FFCC">
              <a:alpha val="45882"/>
            </a:srgbClr>
          </a:solidFill>
        </p:grpSpPr>
        <p:sp>
          <p:nvSpPr>
            <p:cNvPr id="68" name="Arrow: Down 67">
              <a:extLst>
                <a:ext uri="{FF2B5EF4-FFF2-40B4-BE49-F238E27FC236}">
                  <a16:creationId xmlns:a16="http://schemas.microsoft.com/office/drawing/2014/main" id="{EBDFC653-D8B5-4DB9-A0E1-91518281712F}"/>
                </a:ext>
              </a:extLst>
            </p:cNvPr>
            <p:cNvSpPr/>
            <p:nvPr/>
          </p:nvSpPr>
          <p:spPr>
            <a:xfrm rot="19166643">
              <a:off x="6104773" y="431293"/>
              <a:ext cx="323531" cy="909320"/>
            </a:xfrm>
            <a:prstGeom prst="downArrow">
              <a:avLst>
                <a:gd name="adj1" fmla="val 50000"/>
                <a:gd name="adj2" fmla="val 142525"/>
              </a:avLst>
            </a:prstGeom>
            <a:solidFill>
              <a:srgbClr val="FFFF00"/>
            </a:solidFill>
            <a:ln>
              <a:solidFill>
                <a:srgbClr val="41719C"/>
              </a:solidFill>
            </a:ln>
            <a:effectLst>
              <a:glow rad="2286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11A2FE0A-8895-4CB1-8FFF-77855B3D7738}"/>
                </a:ext>
              </a:extLst>
            </p:cNvPr>
            <p:cNvSpPr/>
            <p:nvPr/>
          </p:nvSpPr>
          <p:spPr>
            <a:xfrm>
              <a:off x="6541294" y="1216819"/>
              <a:ext cx="45719" cy="45719"/>
            </a:xfrm>
            <a:prstGeom prst="ellipse">
              <a:avLst/>
            </a:prstGeom>
            <a:grpFill/>
            <a:ln>
              <a:noFill/>
            </a:ln>
            <a:effectLst>
              <a:glow rad="2286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grpSp>
        <p:nvGrpSpPr>
          <p:cNvPr id="79" name="team3">
            <a:extLst>
              <a:ext uri="{FF2B5EF4-FFF2-40B4-BE49-F238E27FC236}">
                <a16:creationId xmlns:a16="http://schemas.microsoft.com/office/drawing/2014/main" id="{B6DD5914-5783-45F4-8C9C-E08DB59A0856}"/>
              </a:ext>
            </a:extLst>
          </p:cNvPr>
          <p:cNvGrpSpPr/>
          <p:nvPr/>
        </p:nvGrpSpPr>
        <p:grpSpPr>
          <a:xfrm>
            <a:off x="6174910" y="2960164"/>
            <a:ext cx="973831" cy="3280550"/>
            <a:chOff x="6182287" y="2978463"/>
            <a:chExt cx="973831" cy="3280550"/>
          </a:xfrm>
        </p:grpSpPr>
        <p:cxnSp>
          <p:nvCxnSpPr>
            <p:cNvPr id="78" name="Straight Connector 452">
              <a:extLst>
                <a:ext uri="{FF2B5EF4-FFF2-40B4-BE49-F238E27FC236}">
                  <a16:creationId xmlns:a16="http://schemas.microsoft.com/office/drawing/2014/main" id="{369E7231-241D-4916-BAD1-FCB84BAAD67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82287" y="2978463"/>
              <a:ext cx="962490" cy="404130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452">
              <a:extLst>
                <a:ext uri="{FF2B5EF4-FFF2-40B4-BE49-F238E27FC236}">
                  <a16:creationId xmlns:a16="http://schemas.microsoft.com/office/drawing/2014/main" id="{7B6380AB-855D-4E36-B2AE-A27F017382F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48178" y="4314831"/>
              <a:ext cx="1" cy="718570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452">
              <a:extLst>
                <a:ext uri="{FF2B5EF4-FFF2-40B4-BE49-F238E27FC236}">
                  <a16:creationId xmlns:a16="http://schemas.microsoft.com/office/drawing/2014/main" id="{E2C885CE-5682-4CCE-BB68-A77AD288539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11352" y="5014350"/>
              <a:ext cx="242481" cy="79135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452">
              <a:extLst>
                <a:ext uri="{FF2B5EF4-FFF2-40B4-BE49-F238E27FC236}">
                  <a16:creationId xmlns:a16="http://schemas.microsoft.com/office/drawing/2014/main" id="{9843C77D-2B54-4376-89C2-5A3ED2E78B9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18460" y="5084139"/>
              <a:ext cx="0" cy="220712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452">
              <a:extLst>
                <a:ext uri="{FF2B5EF4-FFF2-40B4-BE49-F238E27FC236}">
                  <a16:creationId xmlns:a16="http://schemas.microsoft.com/office/drawing/2014/main" id="{0F7E1505-CAE6-4B54-8B4E-FFAB9889E51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415330" y="5292664"/>
              <a:ext cx="254785" cy="81976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452">
              <a:extLst>
                <a:ext uri="{FF2B5EF4-FFF2-40B4-BE49-F238E27FC236}">
                  <a16:creationId xmlns:a16="http://schemas.microsoft.com/office/drawing/2014/main" id="{DC06FEFC-2D84-4436-A416-5CE15B16E60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57766" y="5374640"/>
              <a:ext cx="0" cy="220712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452">
              <a:extLst>
                <a:ext uri="{FF2B5EF4-FFF2-40B4-BE49-F238E27FC236}">
                  <a16:creationId xmlns:a16="http://schemas.microsoft.com/office/drawing/2014/main" id="{385BBFE3-98A0-4872-8919-0737B5BCCE3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95452" y="5554769"/>
              <a:ext cx="458382" cy="166928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452">
              <a:extLst>
                <a:ext uri="{FF2B5EF4-FFF2-40B4-BE49-F238E27FC236}">
                  <a16:creationId xmlns:a16="http://schemas.microsoft.com/office/drawing/2014/main" id="{D28335D0-93D5-4E3D-89B0-5AC3ED6F410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95452" y="5721697"/>
              <a:ext cx="0" cy="360851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452">
              <a:extLst>
                <a:ext uri="{FF2B5EF4-FFF2-40B4-BE49-F238E27FC236}">
                  <a16:creationId xmlns:a16="http://schemas.microsoft.com/office/drawing/2014/main" id="{2B572533-4762-4329-BF71-32B1FEF4074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88969" y="6081205"/>
              <a:ext cx="464864" cy="177808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452">
              <a:extLst>
                <a:ext uri="{FF2B5EF4-FFF2-40B4-BE49-F238E27FC236}">
                  <a16:creationId xmlns:a16="http://schemas.microsoft.com/office/drawing/2014/main" id="{DA313DEE-3191-48A3-A516-DDBB21486AE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146592" y="3364303"/>
              <a:ext cx="1" cy="718570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452">
              <a:extLst>
                <a:ext uri="{FF2B5EF4-FFF2-40B4-BE49-F238E27FC236}">
                  <a16:creationId xmlns:a16="http://schemas.microsoft.com/office/drawing/2014/main" id="{13C5537A-211A-48B2-88F3-3D0AF6834BE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48178" y="4064549"/>
              <a:ext cx="507940" cy="297626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" name="Picture 2" descr="A screenshot of a video game&#10;&#10;Description automatically generated" hidden="1">
            <a:extLst>
              <a:ext uri="{FF2B5EF4-FFF2-40B4-BE49-F238E27FC236}">
                <a16:creationId xmlns:a16="http://schemas.microsoft.com/office/drawing/2014/main" id="{BA003F0F-97C5-4B0B-9E76-D6F46E3E3A0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868" y="601979"/>
            <a:ext cx="11928973" cy="6021197"/>
          </a:xfrm>
          <a:prstGeom prst="rect">
            <a:avLst/>
          </a:prstGeom>
        </p:spPr>
      </p:pic>
      <p:grpSp>
        <p:nvGrpSpPr>
          <p:cNvPr id="54" name="箭头2">
            <a:extLst>
              <a:ext uri="{FF2B5EF4-FFF2-40B4-BE49-F238E27FC236}">
                <a16:creationId xmlns:a16="http://schemas.microsoft.com/office/drawing/2014/main" id="{435690C3-9C11-4894-8155-DC6B36DD0129}"/>
              </a:ext>
            </a:extLst>
          </p:cNvPr>
          <p:cNvGrpSpPr/>
          <p:nvPr/>
        </p:nvGrpSpPr>
        <p:grpSpPr>
          <a:xfrm rot="5400000">
            <a:off x="6915885" y="3457336"/>
            <a:ext cx="909320" cy="440456"/>
            <a:chOff x="1365670" y="869445"/>
            <a:chExt cx="909320" cy="440456"/>
          </a:xfrm>
        </p:grpSpPr>
        <p:sp>
          <p:nvSpPr>
            <p:cNvPr id="57" name="Arrow: Down 56">
              <a:extLst>
                <a:ext uri="{FF2B5EF4-FFF2-40B4-BE49-F238E27FC236}">
                  <a16:creationId xmlns:a16="http://schemas.microsoft.com/office/drawing/2014/main" id="{2FE6EFE0-830D-4273-B5CC-CEB535D53075}"/>
                </a:ext>
              </a:extLst>
            </p:cNvPr>
            <p:cNvSpPr/>
            <p:nvPr/>
          </p:nvSpPr>
          <p:spPr>
            <a:xfrm rot="18167711">
              <a:off x="1658564" y="576551"/>
              <a:ext cx="323531" cy="909320"/>
            </a:xfrm>
            <a:prstGeom prst="downArrow">
              <a:avLst>
                <a:gd name="adj1" fmla="val 50000"/>
                <a:gd name="adj2" fmla="val 142525"/>
              </a:avLst>
            </a:prstGeom>
            <a:solidFill>
              <a:schemeClr val="accent1">
                <a:lumMod val="60000"/>
                <a:lumOff val="40000"/>
                <a:alpha val="38039"/>
              </a:schemeClr>
            </a:solidFill>
            <a:effectLst>
              <a:glow rad="228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FA12DB38-A224-4194-A526-1CC2827A624C}"/>
                </a:ext>
              </a:extLst>
            </p:cNvPr>
            <p:cNvSpPr/>
            <p:nvPr/>
          </p:nvSpPr>
          <p:spPr>
            <a:xfrm>
              <a:off x="2183289" y="1264182"/>
              <a:ext cx="45719" cy="45719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>
              <a:glow rad="2286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grpSp>
        <p:nvGrpSpPr>
          <p:cNvPr id="65" name="箭头1">
            <a:extLst>
              <a:ext uri="{FF2B5EF4-FFF2-40B4-BE49-F238E27FC236}">
                <a16:creationId xmlns:a16="http://schemas.microsoft.com/office/drawing/2014/main" id="{3613C91B-6D9D-4239-B58A-AD3976A8A78C}"/>
              </a:ext>
            </a:extLst>
          </p:cNvPr>
          <p:cNvGrpSpPr/>
          <p:nvPr/>
        </p:nvGrpSpPr>
        <p:grpSpPr>
          <a:xfrm rot="3170380">
            <a:off x="4476783" y="3107660"/>
            <a:ext cx="471503" cy="909320"/>
            <a:chOff x="6115510" y="444784"/>
            <a:chExt cx="471503" cy="909320"/>
          </a:xfrm>
        </p:grpSpPr>
        <p:sp>
          <p:nvSpPr>
            <p:cNvPr id="66" name="Arrow: Down 65">
              <a:extLst>
                <a:ext uri="{FF2B5EF4-FFF2-40B4-BE49-F238E27FC236}">
                  <a16:creationId xmlns:a16="http://schemas.microsoft.com/office/drawing/2014/main" id="{1C1A8F09-232C-40C6-AC62-6BC9E30573F9}"/>
                </a:ext>
              </a:extLst>
            </p:cNvPr>
            <p:cNvSpPr/>
            <p:nvPr/>
          </p:nvSpPr>
          <p:spPr>
            <a:xfrm rot="19166643">
              <a:off x="6115510" y="444784"/>
              <a:ext cx="323531" cy="909320"/>
            </a:xfrm>
            <a:prstGeom prst="downArrow">
              <a:avLst>
                <a:gd name="adj1" fmla="val 50000"/>
                <a:gd name="adj2" fmla="val 142525"/>
              </a:avLst>
            </a:prstGeom>
            <a:solidFill>
              <a:srgbClr val="FF99CC">
                <a:alpha val="34118"/>
              </a:srgbClr>
            </a:solidFill>
            <a:ln>
              <a:solidFill>
                <a:srgbClr val="41719C"/>
              </a:solidFill>
            </a:ln>
            <a:effectLst>
              <a:glow rad="2286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B685385D-E5A9-46C1-90BD-D7A8745CE076}"/>
                </a:ext>
              </a:extLst>
            </p:cNvPr>
            <p:cNvSpPr/>
            <p:nvPr/>
          </p:nvSpPr>
          <p:spPr>
            <a:xfrm>
              <a:off x="6541294" y="1216819"/>
              <a:ext cx="45719" cy="45719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>
              <a:glow rad="2286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6062309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90155</TotalTime>
  <Words>190</Words>
  <Application>Microsoft Office PowerPoint</Application>
  <PresentationFormat>Custom</PresentationFormat>
  <Paragraphs>29</Paragraphs>
  <Slides>10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Jiang, Ruoli</dc:creator>
  <cp:lastModifiedBy>Jiang, Ruoli</cp:lastModifiedBy>
  <cp:revision>1025</cp:revision>
  <cp:lastPrinted>2021-06-19T15:20:22Z</cp:lastPrinted>
  <dcterms:created xsi:type="dcterms:W3CDTF">2021-03-25T22:26:05Z</dcterms:created>
  <dcterms:modified xsi:type="dcterms:W3CDTF">2022-06-15T21:40:18Z</dcterms:modified>
</cp:coreProperties>
</file>