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87" autoAdjust="0"/>
    <p:restoredTop sz="94660"/>
  </p:normalViewPr>
  <p:slideViewPr>
    <p:cSldViewPr snapToGrid="0">
      <p:cViewPr>
        <p:scale>
          <a:sx n="100" d="100"/>
          <a:sy n="100" d="100"/>
        </p:scale>
        <p:origin x="-780" y="-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624E0-6350-4A7A-9875-2D69430C28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783040-C851-438A-8A8E-6E0B0F32A4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E7634-9FB8-4338-9390-5D475E322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A465-32AB-418D-8C33-2D01F5649069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F75D1-BEA2-4071-A7D9-9F4ADB4E6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AF505-2BD8-4BD2-9FFA-797176A30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4788-F287-4245-8A4D-F300966A4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932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2DFAC-3353-43F1-ABCE-EAFEF00B5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D0978-2396-404A-B192-E08C3A911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2E3C7-EFBF-4331-93E6-BB6871D57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A465-32AB-418D-8C33-2D01F5649069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43556-D1BE-4F8C-9BC5-2F0A19886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D00B8-3FD0-415F-B2BA-6613B8C1F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4788-F287-4245-8A4D-F300966A4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2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B86A8-10C5-4107-9AA6-DCCDE1B03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20C69-6E97-493C-B27F-EAF1FB1B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884B8-8AF7-4BC8-99BD-A39CA4CE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A465-32AB-418D-8C33-2D01F5649069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BBC8E-DFDF-4F80-8536-57CC9C99D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321D2-8F9A-424A-BBC0-213E514CF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4788-F287-4245-8A4D-F300966A4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75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3FB5E-7DA0-4B55-8902-BC8E5D62F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0D5CD-7A3F-49EA-8340-6BF5EEC16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61F8F6-0B8C-4F4D-A037-51126DE81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D05866-2127-4535-8DA2-03C2F9CA0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A465-32AB-418D-8C33-2D01F5649069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B55AB-23C1-4244-B4AF-997F1FD53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40D99-367C-4793-8D10-D995B57EE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4788-F287-4245-8A4D-F300966A4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00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525A-1FAF-4345-8B76-957DBB16E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CD922-A174-4554-A624-049BB6A2B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5DEFF-B9BD-43C5-8B36-D21DCDB0B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2C82BC-221E-4BC5-B558-5B80CF710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4CF0A9-7BCA-459B-B620-D3A38ED177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269D79-34B1-4472-9085-B5D7BF4E2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A465-32AB-418D-8C33-2D01F5649069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0C4FF3-2C46-4218-8B55-611F2DCF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3F0FD7-74C8-47D2-9845-6E3CE2627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4788-F287-4245-8A4D-F300966A4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257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6F524-FFAD-4F97-90F2-0646EF783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D8B710-642E-4FC3-841A-9370C1A09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A465-32AB-418D-8C33-2D01F5649069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654831-112A-4375-A728-9AC78BD76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8F0DE6-9809-480A-A41C-1FA15B735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4788-F287-4245-8A4D-F300966A4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6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094503-FDFB-4B4D-ADC8-8136DD251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A465-32AB-418D-8C33-2D01F5649069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76B26C-4D73-4ACD-8044-64A3F7389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EF2CE-9C4B-4A33-8CDA-8E2C22701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4788-F287-4245-8A4D-F300966A4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97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DCF28-2365-4943-BEF7-6FB39C24F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7AC2C-4267-4678-8A8F-7BAC673F6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C9C32C-6FAD-41D8-B4C5-E79B1BD6E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C7907-B619-419F-98DB-6C0F39595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A465-32AB-418D-8C33-2D01F5649069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27695-03EC-452B-9D7B-82F24A153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55E02-867C-4623-956A-F2211B926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4788-F287-4245-8A4D-F300966A4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009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2FD6F-9D6B-48B3-A4B5-3B05EDE04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9F591B-E51B-453C-8899-20B27CDE11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5EC522-218D-4D41-8B43-AAEFDA0EB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6C02E-42E8-4C44-86D7-CF79B30A7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A465-32AB-418D-8C33-2D01F5649069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2344C-6E8D-4372-897B-0201173D1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245A8-FE11-479D-B47E-65A91B28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4788-F287-4245-8A4D-F300966A4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443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FAB7D-C66D-4D29-A242-E4DA64844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FB9F62-113F-4791-AB74-FBBC8864F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8B687-5716-413A-9408-FC34FB2A2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A465-32AB-418D-8C33-2D01F5649069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BED09-D803-4F5E-B87D-10987977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D5738-73F3-4F2F-8D36-C9F9B85D8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4788-F287-4245-8A4D-F300966A4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825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E7DB1F-A3D8-4477-8E1C-AE9C73686E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44CF1A-D85E-4477-B887-FE30A3DB5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F79FE-D95C-4D7F-8DC1-648D87636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9A465-32AB-418D-8C33-2D01F5649069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1497A-350C-42F8-BFBD-6B83396E9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B38FA-8B4A-4DEB-AD8A-A159E7AF0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4788-F287-4245-8A4D-F300966A4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183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B5C9F-E0CF-4243-AB5D-F36A3E907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1B9D3-BF2B-4C62-B7F8-9B3CCF923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4FA2E-8331-44EC-AD3D-7F9F795A62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9A465-32AB-418D-8C33-2D01F5649069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160A3-417C-4CBB-A9F1-27C5FDEE7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69727-CB92-4853-BDC4-CBB24B4565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BD4788-F287-4245-8A4D-F300966A4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955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6.jpg"/><Relationship Id="rId7" Type="http://schemas.openxmlformats.org/officeDocument/2006/relationships/image" Target="../media/image27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795F0F01-C294-4B4C-BBA1-2B37D6823AC2}"/>
              </a:ext>
            </a:extLst>
          </p:cNvPr>
          <p:cNvGrpSpPr/>
          <p:nvPr/>
        </p:nvGrpSpPr>
        <p:grpSpPr>
          <a:xfrm>
            <a:off x="7620" y="612128"/>
            <a:ext cx="12192000" cy="5633744"/>
            <a:chOff x="7620" y="612128"/>
            <a:chExt cx="12192000" cy="5633744"/>
          </a:xfrm>
        </p:grpSpPr>
        <p:pic>
          <p:nvPicPr>
            <p:cNvPr id="5" name="Picture 4" descr="Graphical user interface, website&#10;&#10;Description automatically generated">
              <a:extLst>
                <a:ext uri="{FF2B5EF4-FFF2-40B4-BE49-F238E27FC236}">
                  <a16:creationId xmlns:a16="http://schemas.microsoft.com/office/drawing/2014/main" id="{8717AE17-EC6C-44C0-A8E2-499429818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0" y="612128"/>
              <a:ext cx="12192000" cy="563374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93AFF42-0273-47E8-8C83-64ABFC5AE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87602" y="1184910"/>
              <a:ext cx="641986" cy="20607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F19615C-514A-4777-BBB2-AE37B4436D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05501" y="3445832"/>
              <a:ext cx="4709160" cy="2709484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7F3F728-8386-4F88-BB09-B24D0DBA6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97881" y="2679450"/>
              <a:ext cx="4724400" cy="814027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03459D4-820F-401E-B15E-3D98C7C34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11240" y="3866477"/>
              <a:ext cx="4061460" cy="554180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9AD4F150-69CB-49D8-8B38-EE234EBF2EA6}"/>
              </a:ext>
            </a:extLst>
          </p:cNvPr>
          <p:cNvSpPr/>
          <p:nvPr/>
        </p:nvSpPr>
        <p:spPr>
          <a:xfrm>
            <a:off x="5897881" y="2305512"/>
            <a:ext cx="36471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第一次举报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03147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EB77E898-A421-4BA4-9C07-CAD3F24F21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2128"/>
            <a:ext cx="12192000" cy="563374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BFB30CD-DC4C-4D20-BDB8-962BF980FD94}"/>
              </a:ext>
            </a:extLst>
          </p:cNvPr>
          <p:cNvSpPr/>
          <p:nvPr/>
        </p:nvSpPr>
        <p:spPr>
          <a:xfrm>
            <a:off x="5897881" y="2305512"/>
            <a:ext cx="36471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第二次举报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28159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7C4B78C6-F467-4864-820C-FCB48A1575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2128"/>
            <a:ext cx="12192000" cy="563374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1D1207F-A841-41ED-8C7C-E8CE5C45650C}"/>
              </a:ext>
            </a:extLst>
          </p:cNvPr>
          <p:cNvSpPr/>
          <p:nvPr/>
        </p:nvSpPr>
        <p:spPr>
          <a:xfrm>
            <a:off x="5897881" y="2305512"/>
            <a:ext cx="36471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第三次举报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14544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986D19FF-1622-4671-8AA1-C0CFD8878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29"/>
            <a:ext cx="12192000" cy="563054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9082FD-4409-4AB7-8135-27AC253AFDF9}"/>
              </a:ext>
            </a:extLst>
          </p:cNvPr>
          <p:cNvSpPr/>
          <p:nvPr/>
        </p:nvSpPr>
        <p:spPr>
          <a:xfrm>
            <a:off x="5897881" y="2305512"/>
            <a:ext cx="36471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第四次举报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32366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220D0460-3154-4622-B281-6674C01DBB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3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8B37F21-4D7F-4572-A86C-F4A208F1B276}"/>
              </a:ext>
            </a:extLst>
          </p:cNvPr>
          <p:cNvSpPr/>
          <p:nvPr/>
        </p:nvSpPr>
        <p:spPr>
          <a:xfrm>
            <a:off x="6244130" y="2305512"/>
            <a:ext cx="29546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这次举报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21695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03144F-C2CA-46F6-8F8D-D7D957928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80" y="250664"/>
            <a:ext cx="5620820" cy="30682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EF4779-BD67-4C49-A147-45A7805A4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836" y="250663"/>
            <a:ext cx="5495796" cy="30682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D13E2F-40BF-44E1-81BF-EF7584569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00" y="3318932"/>
            <a:ext cx="5619200" cy="31293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B38960-868A-45A4-A0F5-419365D8C3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7174" y="3318933"/>
            <a:ext cx="5900458" cy="312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828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BB7E569-0666-4D5D-90C9-20B7A77A89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8010" y="4803004"/>
            <a:ext cx="3533775" cy="1343025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875287-2224-454C-9E1F-8E07D120F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84" y="2960759"/>
            <a:ext cx="4327559" cy="3334702"/>
          </a:xfrm>
          <a:prstGeom prst="rect">
            <a:avLst/>
          </a:prstGeom>
        </p:spPr>
      </p:pic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3DE055D3-3AE0-4921-B435-90560FED54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6554" y="237124"/>
            <a:ext cx="2797877" cy="60583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299695-8212-4A33-A4D8-901CD72CD754}"/>
              </a:ext>
            </a:extLst>
          </p:cNvPr>
          <p:cNvSpPr txBox="1"/>
          <p:nvPr/>
        </p:nvSpPr>
        <p:spPr>
          <a:xfrm>
            <a:off x="545284" y="419450"/>
            <a:ext cx="22910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18339160886</a:t>
            </a:r>
          </a:p>
          <a:p>
            <a:r>
              <a:rPr lang="en-US" dirty="0"/>
              <a:t>3168632140</a:t>
            </a:r>
          </a:p>
          <a:p>
            <a:r>
              <a:rPr lang="en-US" dirty="0"/>
              <a:t>411424199610061611</a:t>
            </a:r>
          </a:p>
        </p:txBody>
      </p:sp>
    </p:spTree>
    <p:extLst>
      <p:ext uri="{BB962C8B-B14F-4D97-AF65-F5344CB8AC3E}">
        <p14:creationId xmlns:p14="http://schemas.microsoft.com/office/powerpoint/2010/main" val="41653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F9D9BE-D446-4D7E-BB59-9AD38E480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61292"/>
            <a:ext cx="10382865" cy="67354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3A3059-330D-47B7-9E09-9748B1C2D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682" y="3206114"/>
            <a:ext cx="2743540" cy="27322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2857EC-3E06-429F-AAD2-9119CB4AF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788" y="2438618"/>
            <a:ext cx="1285875" cy="2190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6BF56A-77B9-448B-979E-B67BBF22C6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4610" y="2586255"/>
            <a:ext cx="666750" cy="142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F619AB-E126-4A62-8E36-663C9E58F1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1378" y="2509094"/>
            <a:ext cx="533400" cy="2095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D2B66A-D556-4EC0-8C20-5131095E3A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0680" y="2657692"/>
            <a:ext cx="604419" cy="3219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4AA634-06FF-4F88-A444-8A4A7FA9E3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4075" y="2557679"/>
            <a:ext cx="771525" cy="200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A124C8-2E8E-4B8F-8A8C-C717758233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4537" y="2876385"/>
            <a:ext cx="990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552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59573C-813D-4F59-BC1E-65BD9811AE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813" y="381000"/>
            <a:ext cx="6096000" cy="6096000"/>
          </a:xfrm>
          <a:prstGeom prst="rect">
            <a:avLst/>
          </a:prstGeom>
        </p:spPr>
      </p:pic>
      <p:pic>
        <p:nvPicPr>
          <p:cNvPr id="7" name="Picture 6" descr="Graphical user interface&#10;&#10;Description automatically generated">
            <a:extLst>
              <a:ext uri="{FF2B5EF4-FFF2-40B4-BE49-F238E27FC236}">
                <a16:creationId xmlns:a16="http://schemas.microsoft.com/office/drawing/2014/main" id="{5750714D-20DF-4C02-A1BA-63528D01A3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7813" y="381000"/>
            <a:ext cx="4433002" cy="46300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9F1398-9C04-4025-880A-DAD974925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233" y="3429000"/>
            <a:ext cx="1285875" cy="2190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D09B47-2CD9-456F-B9E1-53DD190226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4270" y="2092144"/>
            <a:ext cx="666750" cy="142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9A2B20-9144-422C-942A-2AC495A529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9326" y="2959216"/>
            <a:ext cx="438150" cy="2333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BF4DA82-9125-4896-9233-9ED7E3D458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8081" y="2115385"/>
            <a:ext cx="747713" cy="23926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27F4ED-7EE5-41AA-8830-EEDC589795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4130" y="2959216"/>
            <a:ext cx="731520" cy="21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835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2685</TotalTime>
  <Words>27</Words>
  <Application>Microsoft Office PowerPoint</Application>
  <PresentationFormat>Widescreen</PresentationFormat>
  <Paragraphs>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Ruoli</dc:creator>
  <cp:lastModifiedBy>Jiang, Ruoli</cp:lastModifiedBy>
  <cp:revision>19</cp:revision>
  <dcterms:created xsi:type="dcterms:W3CDTF">2022-01-13T20:28:26Z</dcterms:created>
  <dcterms:modified xsi:type="dcterms:W3CDTF">2022-06-30T21:12:39Z</dcterms:modified>
</cp:coreProperties>
</file>