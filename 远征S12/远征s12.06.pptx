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13"/>
  </p:notesMasterIdLst>
  <p:sldIdLst>
    <p:sldId id="289" r:id="rId2"/>
    <p:sldId id="288" r:id="rId3"/>
    <p:sldId id="281" r:id="rId4"/>
    <p:sldId id="286" r:id="rId5"/>
    <p:sldId id="285" r:id="rId6"/>
    <p:sldId id="284" r:id="rId7"/>
    <p:sldId id="283" r:id="rId8"/>
    <p:sldId id="282" r:id="rId9"/>
    <p:sldId id="280" r:id="rId10"/>
    <p:sldId id="265" r:id="rId11"/>
    <p:sldId id="287" r:id="rId12"/>
  </p:sldIdLst>
  <p:sldSz cx="19507200" cy="1463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000000"/>
    <a:srgbClr val="FFFF00"/>
    <a:srgbClr val="FFC000"/>
    <a:srgbClr val="99FFCC"/>
    <a:srgbClr val="41719C"/>
    <a:srgbClr val="5B9BD5"/>
    <a:srgbClr val="C0C0C0"/>
    <a:srgbClr val="6666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60" autoAdjust="0"/>
    <p:restoredTop sz="94360" autoAdjust="0"/>
  </p:normalViewPr>
  <p:slideViewPr>
    <p:cSldViewPr snapToGrid="0">
      <p:cViewPr>
        <p:scale>
          <a:sx n="100" d="100"/>
          <a:sy n="100" d="100"/>
        </p:scale>
        <p:origin x="58" y="-643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28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59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80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29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43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35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985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62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80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040" y="2394374"/>
            <a:ext cx="16581120" cy="5093547"/>
          </a:xfrm>
        </p:spPr>
        <p:txBody>
          <a:bodyPr anchor="b"/>
          <a:lstStyle>
            <a:lvl1pPr algn="ctr"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7684348"/>
            <a:ext cx="14630400" cy="3532292"/>
          </a:xfrm>
        </p:spPr>
        <p:txBody>
          <a:bodyPr/>
          <a:lstStyle>
            <a:lvl1pPr marL="0" indent="0" algn="ctr">
              <a:buNone/>
              <a:defRPr sz="5120"/>
            </a:lvl1pPr>
            <a:lvl2pPr marL="975345" indent="0" algn="ctr">
              <a:buNone/>
              <a:defRPr sz="4267"/>
            </a:lvl2pPr>
            <a:lvl3pPr marL="1950690" indent="0" algn="ctr">
              <a:buNone/>
              <a:defRPr sz="3840"/>
            </a:lvl3pPr>
            <a:lvl4pPr marL="2926034" indent="0" algn="ctr">
              <a:buNone/>
              <a:defRPr sz="3413"/>
            </a:lvl4pPr>
            <a:lvl5pPr marL="3901379" indent="0" algn="ctr">
              <a:buNone/>
              <a:defRPr sz="3413"/>
            </a:lvl5pPr>
            <a:lvl6pPr marL="4876724" indent="0" algn="ctr">
              <a:buNone/>
              <a:defRPr sz="3413"/>
            </a:lvl6pPr>
            <a:lvl7pPr marL="5852069" indent="0" algn="ctr">
              <a:buNone/>
              <a:defRPr sz="3413"/>
            </a:lvl7pPr>
            <a:lvl8pPr marL="6827413" indent="0" algn="ctr">
              <a:buNone/>
              <a:defRPr sz="3413"/>
            </a:lvl8pPr>
            <a:lvl9pPr marL="7802758" indent="0" algn="ctr">
              <a:buNone/>
              <a:defRPr sz="34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11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0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961" y="3647444"/>
            <a:ext cx="16824960" cy="6085839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0961" y="9790858"/>
            <a:ext cx="16824960" cy="3200399"/>
          </a:xfrm>
        </p:spPr>
        <p:txBody>
          <a:bodyPr/>
          <a:lstStyle>
            <a:lvl1pPr marL="0" indent="0">
              <a:buNone/>
              <a:defRPr sz="5120">
                <a:solidFill>
                  <a:schemeClr val="tx1"/>
                </a:solidFill>
              </a:defRPr>
            </a:lvl1pPr>
            <a:lvl2pPr marL="975345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2pPr>
            <a:lvl3pPr marL="195069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3pPr>
            <a:lvl4pPr marL="2926034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4pPr>
            <a:lvl5pPr marL="3901379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5pPr>
            <a:lvl6pPr marL="4876724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6pPr>
            <a:lvl7pPr marL="5852069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7pPr>
            <a:lvl8pPr marL="6827413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8pPr>
            <a:lvl9pPr marL="7802758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732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3894667"/>
            <a:ext cx="8290560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75520" y="3894667"/>
            <a:ext cx="8290560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1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778936"/>
            <a:ext cx="16824960" cy="28278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663" y="3586481"/>
            <a:ext cx="8252459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3663" y="5344160"/>
            <a:ext cx="8252459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75521" y="3586481"/>
            <a:ext cx="8293101" cy="1757679"/>
          </a:xfrm>
        </p:spPr>
        <p:txBody>
          <a:bodyPr anchor="b"/>
          <a:lstStyle>
            <a:lvl1pPr marL="0" indent="0">
              <a:buNone/>
              <a:defRPr sz="5120" b="1"/>
            </a:lvl1pPr>
            <a:lvl2pPr marL="975345" indent="0">
              <a:buNone/>
              <a:defRPr sz="4267" b="1"/>
            </a:lvl2pPr>
            <a:lvl3pPr marL="1950690" indent="0">
              <a:buNone/>
              <a:defRPr sz="3840" b="1"/>
            </a:lvl3pPr>
            <a:lvl4pPr marL="2926034" indent="0">
              <a:buNone/>
              <a:defRPr sz="3413" b="1"/>
            </a:lvl4pPr>
            <a:lvl5pPr marL="3901379" indent="0">
              <a:buNone/>
              <a:defRPr sz="3413" b="1"/>
            </a:lvl5pPr>
            <a:lvl6pPr marL="4876724" indent="0">
              <a:buNone/>
              <a:defRPr sz="3413" b="1"/>
            </a:lvl6pPr>
            <a:lvl7pPr marL="5852069" indent="0">
              <a:buNone/>
              <a:defRPr sz="3413" b="1"/>
            </a:lvl7pPr>
            <a:lvl8pPr marL="6827413" indent="0">
              <a:buNone/>
              <a:defRPr sz="3413" b="1"/>
            </a:lvl8pPr>
            <a:lvl9pPr marL="7802758" indent="0">
              <a:buNone/>
              <a:defRPr sz="34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75521" y="5344160"/>
            <a:ext cx="8293101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32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61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8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975360"/>
            <a:ext cx="6291580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3101" y="2106510"/>
            <a:ext cx="9875520" cy="10397067"/>
          </a:xfrm>
        </p:spPr>
        <p:txBody>
          <a:bodyPr/>
          <a:lstStyle>
            <a:lvl1pPr>
              <a:defRPr sz="6827"/>
            </a:lvl1pPr>
            <a:lvl2pPr>
              <a:defRPr sz="5973"/>
            </a:lvl2pPr>
            <a:lvl3pPr>
              <a:defRPr sz="5120"/>
            </a:lvl3pPr>
            <a:lvl4pPr>
              <a:defRPr sz="4267"/>
            </a:lvl4pPr>
            <a:lvl5pPr>
              <a:defRPr sz="4267"/>
            </a:lvl5pPr>
            <a:lvl6pPr>
              <a:defRPr sz="4267"/>
            </a:lvl6pPr>
            <a:lvl7pPr>
              <a:defRPr sz="4267"/>
            </a:lvl7pPr>
            <a:lvl8pPr>
              <a:defRPr sz="4267"/>
            </a:lvl8pPr>
            <a:lvl9pPr>
              <a:defRPr sz="4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61" y="4389120"/>
            <a:ext cx="6291580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96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975360"/>
            <a:ext cx="6291580" cy="3413760"/>
          </a:xfrm>
        </p:spPr>
        <p:txBody>
          <a:bodyPr anchor="b"/>
          <a:lstStyle>
            <a:lvl1pPr>
              <a:defRPr sz="68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93101" y="2106510"/>
            <a:ext cx="9875520" cy="10397067"/>
          </a:xfrm>
        </p:spPr>
        <p:txBody>
          <a:bodyPr anchor="t"/>
          <a:lstStyle>
            <a:lvl1pPr marL="0" indent="0">
              <a:buNone/>
              <a:defRPr sz="6827"/>
            </a:lvl1pPr>
            <a:lvl2pPr marL="975345" indent="0">
              <a:buNone/>
              <a:defRPr sz="5973"/>
            </a:lvl2pPr>
            <a:lvl3pPr marL="1950690" indent="0">
              <a:buNone/>
              <a:defRPr sz="5120"/>
            </a:lvl3pPr>
            <a:lvl4pPr marL="2926034" indent="0">
              <a:buNone/>
              <a:defRPr sz="4267"/>
            </a:lvl4pPr>
            <a:lvl5pPr marL="3901379" indent="0">
              <a:buNone/>
              <a:defRPr sz="4267"/>
            </a:lvl5pPr>
            <a:lvl6pPr marL="4876724" indent="0">
              <a:buNone/>
              <a:defRPr sz="4267"/>
            </a:lvl6pPr>
            <a:lvl7pPr marL="5852069" indent="0">
              <a:buNone/>
              <a:defRPr sz="4267"/>
            </a:lvl7pPr>
            <a:lvl8pPr marL="6827413" indent="0">
              <a:buNone/>
              <a:defRPr sz="4267"/>
            </a:lvl8pPr>
            <a:lvl9pPr marL="7802758" indent="0">
              <a:buNone/>
              <a:defRPr sz="4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61" y="4389120"/>
            <a:ext cx="6291580" cy="8131388"/>
          </a:xfrm>
        </p:spPr>
        <p:txBody>
          <a:bodyPr/>
          <a:lstStyle>
            <a:lvl1pPr marL="0" indent="0">
              <a:buNone/>
              <a:defRPr sz="3413"/>
            </a:lvl1pPr>
            <a:lvl2pPr marL="975345" indent="0">
              <a:buNone/>
              <a:defRPr sz="2987"/>
            </a:lvl2pPr>
            <a:lvl3pPr marL="1950690" indent="0">
              <a:buNone/>
              <a:defRPr sz="2560"/>
            </a:lvl3pPr>
            <a:lvl4pPr marL="2926034" indent="0">
              <a:buNone/>
              <a:defRPr sz="2133"/>
            </a:lvl4pPr>
            <a:lvl5pPr marL="3901379" indent="0">
              <a:buNone/>
              <a:defRPr sz="2133"/>
            </a:lvl5pPr>
            <a:lvl6pPr marL="4876724" indent="0">
              <a:buNone/>
              <a:defRPr sz="2133"/>
            </a:lvl6pPr>
            <a:lvl7pPr marL="5852069" indent="0">
              <a:buNone/>
              <a:defRPr sz="2133"/>
            </a:lvl7pPr>
            <a:lvl8pPr marL="6827413" indent="0">
              <a:buNone/>
              <a:defRPr sz="2133"/>
            </a:lvl8pPr>
            <a:lvl9pPr marL="7802758" indent="0">
              <a:buNone/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83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7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59841" y="778933"/>
            <a:ext cx="4206240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1121" y="778933"/>
            <a:ext cx="12374880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2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778936"/>
            <a:ext cx="16824960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3894667"/>
            <a:ext cx="16824960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41120" y="13560217"/>
            <a:ext cx="438912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61760" y="13560217"/>
            <a:ext cx="658368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76960" y="13560217"/>
            <a:ext cx="4389120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1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1950690" rtl="0" eaLnBrk="1" latinLnBrk="0" hangingPunct="1">
        <a:lnSpc>
          <a:spcPct val="90000"/>
        </a:lnSpc>
        <a:spcBef>
          <a:spcPct val="0"/>
        </a:spcBef>
        <a:buNone/>
        <a:defRPr sz="93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7672" indent="-487672" algn="l" defTabSz="1950690" rtl="0" eaLnBrk="1" latinLnBrk="0" hangingPunct="1">
        <a:lnSpc>
          <a:spcPct val="90000"/>
        </a:lnSpc>
        <a:spcBef>
          <a:spcPts val="2133"/>
        </a:spcBef>
        <a:buFont typeface="Arial" panose="020B0604020202020204" pitchFamily="34" charset="0"/>
        <a:buChar char="•"/>
        <a:defRPr sz="5973" kern="1200">
          <a:solidFill>
            <a:schemeClr val="tx1"/>
          </a:solidFill>
          <a:latin typeface="+mn-lt"/>
          <a:ea typeface="+mn-ea"/>
          <a:cs typeface="+mn-cs"/>
        </a:defRPr>
      </a:lvl1pPr>
      <a:lvl2pPr marL="146301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5120" kern="1200">
          <a:solidFill>
            <a:schemeClr val="tx1"/>
          </a:solidFill>
          <a:latin typeface="+mn-lt"/>
          <a:ea typeface="+mn-ea"/>
          <a:cs typeface="+mn-cs"/>
        </a:defRPr>
      </a:lvl2pPr>
      <a:lvl3pPr marL="2438362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3413707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438905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536439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6339741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7315086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8290430" indent="-487672" algn="l" defTabSz="19506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950690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3pPr>
      <a:lvl4pPr marL="292603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4pPr>
      <a:lvl5pPr marL="390137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5pPr>
      <a:lvl6pPr marL="4876724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6pPr>
      <a:lvl7pPr marL="5852069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7pPr>
      <a:lvl8pPr marL="6827413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8pPr>
      <a:lvl9pPr marL="7802758" algn="l" defTabSz="1950690" rtl="0" eaLnBrk="1" latinLnBrk="0" hangingPunct="1">
        <a:defRPr sz="3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726" y="-1586070"/>
            <a:ext cx="19667926" cy="15461528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5153832" y="-4241406"/>
            <a:ext cx="27771175" cy="2408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1446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1446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9316387" y="2249451"/>
            <a:ext cx="1460887" cy="75197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2464470" y="2820604"/>
            <a:ext cx="10870074" cy="8765324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10396985" y="1559667"/>
            <a:ext cx="6220969" cy="10194641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8335426" y="2881943"/>
            <a:ext cx="4517658" cy="2851825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802738" y="713310"/>
            <a:ext cx="2837081" cy="4773089"/>
            <a:chOff x="1152373" y="3422189"/>
            <a:chExt cx="1883077" cy="3168078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373" y="3422189"/>
              <a:ext cx="0" cy="613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5573" y="3859964"/>
              <a:ext cx="228439" cy="11295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5" name="Straight Connector 2324">
              <a:extLst>
                <a:ext uri="{FF2B5EF4-FFF2-40B4-BE49-F238E27FC236}">
                  <a16:creationId xmlns:a16="http://schemas.microsoft.com/office/drawing/2014/main" id="{3DB96C58-07CA-A0EC-69B3-C1F5A8DAD6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9827" y="4852112"/>
              <a:ext cx="705623" cy="25749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7" name="Straight Connector 2326">
              <a:extLst>
                <a:ext uri="{FF2B5EF4-FFF2-40B4-BE49-F238E27FC236}">
                  <a16:creationId xmlns:a16="http://schemas.microsoft.com/office/drawing/2014/main" id="{B6D735A5-09FB-94B8-644A-D24A3F8265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7564" y="5217665"/>
              <a:ext cx="0" cy="137260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9231091" y="345737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12.07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57FE842-F463-668E-3456-1B6DA55CD103}"/>
              </a:ext>
            </a:extLst>
          </p:cNvPr>
          <p:cNvGrpSpPr/>
          <p:nvPr/>
        </p:nvGrpSpPr>
        <p:grpSpPr>
          <a:xfrm>
            <a:off x="806450" y="654050"/>
            <a:ext cx="18319750" cy="13696950"/>
            <a:chOff x="806450" y="1073150"/>
            <a:chExt cx="18319750" cy="13696950"/>
          </a:xfrm>
        </p:grpSpPr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E0187159-4FA6-31EC-D777-41679F520C88}"/>
                </a:ext>
              </a:extLst>
            </p:cNvPr>
            <p:cNvCxnSpPr>
              <a:cxnSpLocks/>
            </p:cNvCxnSpPr>
            <p:nvPr/>
          </p:nvCxnSpPr>
          <p:spPr>
            <a:xfrm>
              <a:off x="3276600" y="6050280"/>
              <a:ext cx="2174240" cy="9245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3EBFAE12-F682-57A3-5FE6-E476F5F4820A}"/>
                </a:ext>
              </a:extLst>
            </p:cNvPr>
            <p:cNvCxnSpPr>
              <a:cxnSpLocks/>
            </p:cNvCxnSpPr>
            <p:nvPr/>
          </p:nvCxnSpPr>
          <p:spPr>
            <a:xfrm>
              <a:off x="806450" y="3295650"/>
              <a:ext cx="2489200" cy="1003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27AA6D1-462F-6283-56AB-68040CEFBEB6}"/>
                </a:ext>
              </a:extLst>
            </p:cNvPr>
            <p:cNvCxnSpPr>
              <a:cxnSpLocks/>
            </p:cNvCxnSpPr>
            <p:nvPr/>
          </p:nvCxnSpPr>
          <p:spPr>
            <a:xfrm>
              <a:off x="3291368" y="4356100"/>
              <a:ext cx="0" cy="16789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E2E88BD-01F9-E577-2BFB-8C9E64C7B6F6}"/>
                </a:ext>
              </a:extLst>
            </p:cNvPr>
            <p:cNvCxnSpPr>
              <a:cxnSpLocks/>
            </p:cNvCxnSpPr>
            <p:nvPr/>
          </p:nvCxnSpPr>
          <p:spPr>
            <a:xfrm>
              <a:off x="5453543" y="6934200"/>
              <a:ext cx="0" cy="1720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00009C3-1CDF-391B-BC15-4D8D3A8BCA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1450" y="8608695"/>
              <a:ext cx="1518285" cy="6781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55F14D7-D514-4BDB-3641-7B62B7ECF5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6125" y="10115550"/>
              <a:ext cx="752475" cy="3409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267F859-A9EF-4C19-895D-60758D630E17}"/>
                </a:ext>
              </a:extLst>
            </p:cNvPr>
            <p:cNvCxnSpPr>
              <a:cxnSpLocks/>
            </p:cNvCxnSpPr>
            <p:nvPr/>
          </p:nvCxnSpPr>
          <p:spPr>
            <a:xfrm>
              <a:off x="4024793" y="9239250"/>
              <a:ext cx="0" cy="866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E71BA4C-6B2B-0DAE-F9E2-929F60D83886}"/>
                </a:ext>
              </a:extLst>
            </p:cNvPr>
            <p:cNvCxnSpPr>
              <a:cxnSpLocks/>
            </p:cNvCxnSpPr>
            <p:nvPr/>
          </p:nvCxnSpPr>
          <p:spPr>
            <a:xfrm>
              <a:off x="3281843" y="104394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E4B49EBC-6582-10BD-E730-F7F52A1D16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00" y="10706100"/>
              <a:ext cx="1371600" cy="6000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BE679FDF-B0FC-D2DE-9EDB-3E264EBA42BC}"/>
                </a:ext>
              </a:extLst>
            </p:cNvPr>
            <p:cNvCxnSpPr>
              <a:cxnSpLocks/>
            </p:cNvCxnSpPr>
            <p:nvPr/>
          </p:nvCxnSpPr>
          <p:spPr>
            <a:xfrm>
              <a:off x="1853093" y="113157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9A7D6DED-FD4F-5A8E-1698-2E35C40C0D06}"/>
                </a:ext>
              </a:extLst>
            </p:cNvPr>
            <p:cNvCxnSpPr>
              <a:cxnSpLocks/>
            </p:cNvCxnSpPr>
            <p:nvPr/>
          </p:nvCxnSpPr>
          <p:spPr>
            <a:xfrm>
              <a:off x="1822450" y="11620500"/>
              <a:ext cx="1482725" cy="628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0F9D858D-F27B-692C-0230-6497317A37F6}"/>
                </a:ext>
              </a:extLst>
            </p:cNvPr>
            <p:cNvCxnSpPr>
              <a:cxnSpLocks/>
            </p:cNvCxnSpPr>
            <p:nvPr/>
          </p:nvCxnSpPr>
          <p:spPr>
            <a:xfrm>
              <a:off x="5441950" y="11896725"/>
              <a:ext cx="3587750" cy="15049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C0295BF7-7B19-FC58-B44A-486A8B8091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1975" y="11896725"/>
              <a:ext cx="1028700" cy="5048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51B25757-6DEF-CEEF-83AA-9FF56255DF3D}"/>
                </a:ext>
              </a:extLst>
            </p:cNvPr>
            <p:cNvCxnSpPr>
              <a:cxnSpLocks/>
            </p:cNvCxnSpPr>
            <p:nvPr/>
          </p:nvCxnSpPr>
          <p:spPr>
            <a:xfrm>
              <a:off x="3629025" y="12068175"/>
              <a:ext cx="742950" cy="3143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4FBED2AC-8864-5478-5D9C-9DF474E298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4700" y="12030075"/>
              <a:ext cx="371475" cy="2286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ADAD954-D08B-B533-BAE2-5038466E9F18}"/>
                </a:ext>
              </a:extLst>
            </p:cNvPr>
            <p:cNvCxnSpPr>
              <a:cxnSpLocks/>
            </p:cNvCxnSpPr>
            <p:nvPr/>
          </p:nvCxnSpPr>
          <p:spPr>
            <a:xfrm>
              <a:off x="9067800" y="133921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05B288-A565-8CFB-343B-84198B4A9471}"/>
                </a:ext>
              </a:extLst>
            </p:cNvPr>
            <p:cNvCxnSpPr>
              <a:cxnSpLocks/>
            </p:cNvCxnSpPr>
            <p:nvPr/>
          </p:nvCxnSpPr>
          <p:spPr>
            <a:xfrm>
              <a:off x="7239000" y="12944475"/>
              <a:ext cx="1800225" cy="762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64DCBBE-C2CF-5308-B615-FACF5D887FA9}"/>
                </a:ext>
              </a:extLst>
            </p:cNvPr>
            <p:cNvCxnSpPr>
              <a:cxnSpLocks/>
            </p:cNvCxnSpPr>
            <p:nvPr/>
          </p:nvCxnSpPr>
          <p:spPr>
            <a:xfrm>
              <a:off x="7229475" y="12963525"/>
              <a:ext cx="0" cy="6191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FE4CA3A-4E59-DF01-BBFE-5104F42E10FB}"/>
                </a:ext>
              </a:extLst>
            </p:cNvPr>
            <p:cNvCxnSpPr>
              <a:cxnSpLocks/>
            </p:cNvCxnSpPr>
            <p:nvPr/>
          </p:nvCxnSpPr>
          <p:spPr>
            <a:xfrm>
              <a:off x="7210425" y="13554075"/>
              <a:ext cx="390525" cy="171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238BD886-0C73-65D9-0650-63C484178645}"/>
                </a:ext>
              </a:extLst>
            </p:cNvPr>
            <p:cNvCxnSpPr>
              <a:cxnSpLocks/>
            </p:cNvCxnSpPr>
            <p:nvPr/>
          </p:nvCxnSpPr>
          <p:spPr>
            <a:xfrm>
              <a:off x="7577618" y="13401675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46F4A8A-99EB-217A-F29B-0053F360B301}"/>
                </a:ext>
              </a:extLst>
            </p:cNvPr>
            <p:cNvCxnSpPr>
              <a:cxnSpLocks/>
            </p:cNvCxnSpPr>
            <p:nvPr/>
          </p:nvCxnSpPr>
          <p:spPr>
            <a:xfrm>
              <a:off x="7591425" y="13373100"/>
              <a:ext cx="390525" cy="171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D84BCC54-4B9C-6D68-CB50-A4DB258DB913}"/>
                </a:ext>
              </a:extLst>
            </p:cNvPr>
            <p:cNvCxnSpPr>
              <a:cxnSpLocks/>
            </p:cNvCxnSpPr>
            <p:nvPr/>
          </p:nvCxnSpPr>
          <p:spPr>
            <a:xfrm>
              <a:off x="7958618" y="135445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B8B83547-45BE-CD20-3ED6-5364846225FE}"/>
                </a:ext>
              </a:extLst>
            </p:cNvPr>
            <p:cNvCxnSpPr>
              <a:cxnSpLocks/>
            </p:cNvCxnSpPr>
            <p:nvPr/>
          </p:nvCxnSpPr>
          <p:spPr>
            <a:xfrm>
              <a:off x="7943850" y="13839825"/>
              <a:ext cx="390525" cy="171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CD35441-31C3-2FD4-4B7C-937E89EA178A}"/>
                </a:ext>
              </a:extLst>
            </p:cNvPr>
            <p:cNvCxnSpPr>
              <a:cxnSpLocks/>
            </p:cNvCxnSpPr>
            <p:nvPr/>
          </p:nvCxnSpPr>
          <p:spPr>
            <a:xfrm>
              <a:off x="8301518" y="136969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8982670F-A7B7-1887-80F0-5092BD1127EF}"/>
                </a:ext>
              </a:extLst>
            </p:cNvPr>
            <p:cNvCxnSpPr>
              <a:cxnSpLocks/>
            </p:cNvCxnSpPr>
            <p:nvPr/>
          </p:nvCxnSpPr>
          <p:spPr>
            <a:xfrm>
              <a:off x="8305800" y="13687425"/>
              <a:ext cx="2552700" cy="10445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938">
              <a:extLst>
                <a:ext uri="{FF2B5EF4-FFF2-40B4-BE49-F238E27FC236}">
                  <a16:creationId xmlns:a16="http://schemas.microsoft.com/office/drawing/2014/main" id="{43D0EFB2-DE78-1A4A-84E4-7390C11CAE8A}"/>
                </a:ext>
              </a:extLst>
            </p:cNvPr>
            <p:cNvCxnSpPr>
              <a:cxnSpLocks/>
            </p:cNvCxnSpPr>
            <p:nvPr/>
          </p:nvCxnSpPr>
          <p:spPr>
            <a:xfrm>
              <a:off x="10847868" y="144462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258C3372-A860-CF58-0F5A-A9B2096BFB1B}"/>
                </a:ext>
              </a:extLst>
            </p:cNvPr>
            <p:cNvCxnSpPr>
              <a:cxnSpLocks/>
            </p:cNvCxnSpPr>
            <p:nvPr/>
          </p:nvCxnSpPr>
          <p:spPr>
            <a:xfrm>
              <a:off x="9359900" y="13836650"/>
              <a:ext cx="1482725" cy="612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FE1E0095-58EC-1BE8-81D4-AFC9549FB6D9}"/>
                </a:ext>
              </a:extLst>
            </p:cNvPr>
            <p:cNvCxnSpPr>
              <a:cxnSpLocks/>
            </p:cNvCxnSpPr>
            <p:nvPr/>
          </p:nvCxnSpPr>
          <p:spPr>
            <a:xfrm>
              <a:off x="9381018" y="135255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4390945A-3025-B311-CA32-E27596848225}"/>
                </a:ext>
              </a:extLst>
            </p:cNvPr>
            <p:cNvCxnSpPr>
              <a:cxnSpLocks/>
            </p:cNvCxnSpPr>
            <p:nvPr/>
          </p:nvCxnSpPr>
          <p:spPr>
            <a:xfrm>
              <a:off x="9391650" y="13531850"/>
              <a:ext cx="181610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>
              <a:extLst>
                <a:ext uri="{FF2B5EF4-FFF2-40B4-BE49-F238E27FC236}">
                  <a16:creationId xmlns:a16="http://schemas.microsoft.com/office/drawing/2014/main" id="{F585E202-5513-97FC-FB61-00C43A31E63C}"/>
                </a:ext>
              </a:extLst>
            </p:cNvPr>
            <p:cNvCxnSpPr>
              <a:cxnSpLocks/>
            </p:cNvCxnSpPr>
            <p:nvPr/>
          </p:nvCxnSpPr>
          <p:spPr>
            <a:xfrm>
              <a:off x="11203468" y="139763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68556F63-3D2A-BCB0-B895-8FEC4B9D844A}"/>
                </a:ext>
              </a:extLst>
            </p:cNvPr>
            <p:cNvCxnSpPr>
              <a:cxnSpLocks/>
            </p:cNvCxnSpPr>
            <p:nvPr/>
          </p:nvCxnSpPr>
          <p:spPr>
            <a:xfrm>
              <a:off x="9410700" y="13258800"/>
              <a:ext cx="181610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7A4CA15F-2979-0AF0-D81B-10A75958BE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55150" y="13093700"/>
              <a:ext cx="304800" cy="1619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Straight Connector 954">
              <a:extLst>
                <a:ext uri="{FF2B5EF4-FFF2-40B4-BE49-F238E27FC236}">
                  <a16:creationId xmlns:a16="http://schemas.microsoft.com/office/drawing/2014/main" id="{15C939B3-F027-5DC5-3E66-AB10219081DF}"/>
                </a:ext>
              </a:extLst>
            </p:cNvPr>
            <p:cNvCxnSpPr>
              <a:cxnSpLocks/>
            </p:cNvCxnSpPr>
            <p:nvPr/>
          </p:nvCxnSpPr>
          <p:spPr>
            <a:xfrm>
              <a:off x="9740900" y="13100050"/>
              <a:ext cx="1479550" cy="622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AB93BCC0-23F0-07DE-6618-E3AC5FF6D9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07750" y="13569950"/>
              <a:ext cx="3619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C5F25611-BE9A-8A2B-3A69-DCF426D9BA33}"/>
                </a:ext>
              </a:extLst>
            </p:cNvPr>
            <p:cNvCxnSpPr>
              <a:cxnSpLocks/>
            </p:cNvCxnSpPr>
            <p:nvPr/>
          </p:nvCxnSpPr>
          <p:spPr>
            <a:xfrm>
              <a:off x="11559068" y="132397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07FD47F-E599-70D1-6E0D-94A06A96D0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50650" y="13119100"/>
              <a:ext cx="3619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C4D1607B-E006-CB48-BAB5-7004B7535F0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018" y="12522200"/>
              <a:ext cx="0" cy="584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28E9A648-ED85-B910-AEA5-ABB5D87C0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06250" y="12395200"/>
              <a:ext cx="349250" cy="1428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F048B7DA-C552-3DCE-92E8-F50478ADF17F}"/>
                </a:ext>
              </a:extLst>
            </p:cNvPr>
            <p:cNvCxnSpPr>
              <a:cxnSpLocks/>
            </p:cNvCxnSpPr>
            <p:nvPr/>
          </p:nvCxnSpPr>
          <p:spPr>
            <a:xfrm>
              <a:off x="12255500" y="12360275"/>
              <a:ext cx="742950" cy="2889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650B3DAB-02CB-0010-58B7-B574C7947895}"/>
                </a:ext>
              </a:extLst>
            </p:cNvPr>
            <p:cNvCxnSpPr>
              <a:cxnSpLocks/>
            </p:cNvCxnSpPr>
            <p:nvPr/>
          </p:nvCxnSpPr>
          <p:spPr>
            <a:xfrm>
              <a:off x="12987818" y="126746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7DF3B115-E2A8-44E5-B09E-3A35D1F510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85750" y="12642850"/>
              <a:ext cx="736600" cy="3397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773F9ABD-8DDA-14A0-5301-548C22C63C9A}"/>
                </a:ext>
              </a:extLst>
            </p:cNvPr>
            <p:cNvCxnSpPr>
              <a:cxnSpLocks/>
            </p:cNvCxnSpPr>
            <p:nvPr/>
          </p:nvCxnSpPr>
          <p:spPr>
            <a:xfrm>
              <a:off x="12668250" y="12230100"/>
              <a:ext cx="1041400" cy="406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62295736-72BD-6F4D-6B53-6A96DC0D0E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30150" y="12065000"/>
              <a:ext cx="3619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363B319F-BAF9-1526-FE47-FD0AB87F0362}"/>
                </a:ext>
              </a:extLst>
            </p:cNvPr>
            <p:cNvCxnSpPr>
              <a:cxnSpLocks/>
            </p:cNvCxnSpPr>
            <p:nvPr/>
          </p:nvCxnSpPr>
          <p:spPr>
            <a:xfrm>
              <a:off x="12979400" y="12080875"/>
              <a:ext cx="742950" cy="2889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818E4499-C953-B076-A4F0-801A41BD5B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09650" y="12236450"/>
              <a:ext cx="3619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B532989D-D29E-CD81-FD1F-AEF5171FA617}"/>
                </a:ext>
              </a:extLst>
            </p:cNvPr>
            <p:cNvCxnSpPr>
              <a:cxnSpLocks/>
            </p:cNvCxnSpPr>
            <p:nvPr/>
          </p:nvCxnSpPr>
          <p:spPr>
            <a:xfrm>
              <a:off x="13366750" y="11950700"/>
              <a:ext cx="685800" cy="273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F5F05FEF-5391-F0A7-F095-F2963A4E1AEF}"/>
                </a:ext>
              </a:extLst>
            </p:cNvPr>
            <p:cNvCxnSpPr>
              <a:cxnSpLocks/>
            </p:cNvCxnSpPr>
            <p:nvPr/>
          </p:nvCxnSpPr>
          <p:spPr>
            <a:xfrm>
              <a:off x="13356118" y="116078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FCE0A47D-FB0D-984A-5004-A7418547E0FB}"/>
                </a:ext>
              </a:extLst>
            </p:cNvPr>
            <p:cNvCxnSpPr>
              <a:cxnSpLocks/>
            </p:cNvCxnSpPr>
            <p:nvPr/>
          </p:nvCxnSpPr>
          <p:spPr>
            <a:xfrm>
              <a:off x="13328650" y="11636375"/>
              <a:ext cx="1104900" cy="434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BFC383DF-8F5B-7105-BA54-0F63DD4DDA18}"/>
                </a:ext>
              </a:extLst>
            </p:cNvPr>
            <p:cNvCxnSpPr>
              <a:cxnSpLocks/>
            </p:cNvCxnSpPr>
            <p:nvPr/>
          </p:nvCxnSpPr>
          <p:spPr>
            <a:xfrm>
              <a:off x="14429268" y="117665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B3E240E9-D951-2077-B719-B6DCCFAE595B}"/>
                </a:ext>
              </a:extLst>
            </p:cNvPr>
            <p:cNvCxnSpPr>
              <a:cxnSpLocks/>
            </p:cNvCxnSpPr>
            <p:nvPr/>
          </p:nvCxnSpPr>
          <p:spPr>
            <a:xfrm>
              <a:off x="13309600" y="11337925"/>
              <a:ext cx="1104900" cy="434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965">
              <a:extLst>
                <a:ext uri="{FF2B5EF4-FFF2-40B4-BE49-F238E27FC236}">
                  <a16:creationId xmlns:a16="http://schemas.microsoft.com/office/drawing/2014/main" id="{A6D57E01-D263-BAA4-CC32-A3BF27B4DFE5}"/>
                </a:ext>
              </a:extLst>
            </p:cNvPr>
            <p:cNvCxnSpPr>
              <a:cxnSpLocks/>
            </p:cNvCxnSpPr>
            <p:nvPr/>
          </p:nvCxnSpPr>
          <p:spPr>
            <a:xfrm>
              <a:off x="13322300" y="11080750"/>
              <a:ext cx="0" cy="2889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06658602-CD29-FE30-FE1D-9CD56451F547}"/>
                </a:ext>
              </a:extLst>
            </p:cNvPr>
            <p:cNvCxnSpPr>
              <a:cxnSpLocks/>
            </p:cNvCxnSpPr>
            <p:nvPr/>
          </p:nvCxnSpPr>
          <p:spPr>
            <a:xfrm>
              <a:off x="13709650" y="11204575"/>
              <a:ext cx="793750" cy="3206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3CA07C4A-5D31-B7EB-4F22-B111B8186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71650" y="113601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8622BEFA-1F6D-74F0-69AC-1D4F079772F9}"/>
                </a:ext>
              </a:extLst>
            </p:cNvPr>
            <p:cNvCxnSpPr>
              <a:cxnSpLocks/>
            </p:cNvCxnSpPr>
            <p:nvPr/>
          </p:nvCxnSpPr>
          <p:spPr>
            <a:xfrm>
              <a:off x="14090650" y="11055350"/>
              <a:ext cx="673100" cy="285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96A0F7AD-A9B4-D025-7D2E-4A8B1EA203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84300" y="10452100"/>
              <a:ext cx="349250" cy="152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Straight Connector 976">
              <a:extLst>
                <a:ext uri="{FF2B5EF4-FFF2-40B4-BE49-F238E27FC236}">
                  <a16:creationId xmlns:a16="http://schemas.microsoft.com/office/drawing/2014/main" id="{741921F1-50A0-A724-1EEF-3C322D8D3892}"/>
                </a:ext>
              </a:extLst>
            </p:cNvPr>
            <p:cNvCxnSpPr>
              <a:cxnSpLocks/>
            </p:cNvCxnSpPr>
            <p:nvPr/>
          </p:nvCxnSpPr>
          <p:spPr>
            <a:xfrm>
              <a:off x="14435618" y="105981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6A7FC16A-5D10-FED4-BD5C-3C18594CC327}"/>
                </a:ext>
              </a:extLst>
            </p:cNvPr>
            <p:cNvCxnSpPr>
              <a:cxnSpLocks/>
            </p:cNvCxnSpPr>
            <p:nvPr/>
          </p:nvCxnSpPr>
          <p:spPr>
            <a:xfrm>
              <a:off x="14420850" y="1090612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278D4429-3966-D542-C909-21A92A6EB168}"/>
                </a:ext>
              </a:extLst>
            </p:cNvPr>
            <p:cNvCxnSpPr>
              <a:cxnSpLocks/>
            </p:cNvCxnSpPr>
            <p:nvPr/>
          </p:nvCxnSpPr>
          <p:spPr>
            <a:xfrm>
              <a:off x="14797568" y="107505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96F3DA99-C8D2-307D-D3C3-BA6C76400963}"/>
                </a:ext>
              </a:extLst>
            </p:cNvPr>
            <p:cNvCxnSpPr>
              <a:cxnSpLocks/>
            </p:cNvCxnSpPr>
            <p:nvPr/>
          </p:nvCxnSpPr>
          <p:spPr>
            <a:xfrm>
              <a:off x="14801850" y="1072197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1B19B716-ED28-8116-2060-3156E5FECED9}"/>
                </a:ext>
              </a:extLst>
            </p:cNvPr>
            <p:cNvCxnSpPr>
              <a:cxnSpLocks/>
            </p:cNvCxnSpPr>
            <p:nvPr/>
          </p:nvCxnSpPr>
          <p:spPr>
            <a:xfrm>
              <a:off x="15159518" y="105791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CD92C951-8BB6-F791-B0C6-D14A88DEBE14}"/>
                </a:ext>
              </a:extLst>
            </p:cNvPr>
            <p:cNvCxnSpPr>
              <a:cxnSpLocks/>
            </p:cNvCxnSpPr>
            <p:nvPr/>
          </p:nvCxnSpPr>
          <p:spPr>
            <a:xfrm>
              <a:off x="14109700" y="10217150"/>
              <a:ext cx="105410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C64671AE-DA42-B742-891F-E78A9E43AC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97000" y="100584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9A98C024-9C4E-F87D-F321-E3F01686CAE7}"/>
                </a:ext>
              </a:extLst>
            </p:cNvPr>
            <p:cNvCxnSpPr>
              <a:cxnSpLocks/>
            </p:cNvCxnSpPr>
            <p:nvPr/>
          </p:nvCxnSpPr>
          <p:spPr>
            <a:xfrm>
              <a:off x="14427200" y="10058400"/>
              <a:ext cx="730250" cy="279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DF20DD7B-ED6A-0527-AA61-F891E0CA7E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750" y="101854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F5745BC6-284E-5E6E-73E9-EABA2CD19423}"/>
                </a:ext>
              </a:extLst>
            </p:cNvPr>
            <p:cNvCxnSpPr>
              <a:cxnSpLocks/>
            </p:cNvCxnSpPr>
            <p:nvPr/>
          </p:nvCxnSpPr>
          <p:spPr>
            <a:xfrm>
              <a:off x="14433550" y="9766300"/>
              <a:ext cx="1028700" cy="400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8542BDE0-22CF-4B80-C74C-F2EEE8DB0126}"/>
                </a:ext>
              </a:extLst>
            </p:cNvPr>
            <p:cNvCxnSpPr>
              <a:cxnSpLocks/>
            </p:cNvCxnSpPr>
            <p:nvPr/>
          </p:nvCxnSpPr>
          <p:spPr>
            <a:xfrm>
              <a:off x="14435618" y="94424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A12AE7A1-31E1-7EBA-C4D9-D7B5F1012792}"/>
                </a:ext>
              </a:extLst>
            </p:cNvPr>
            <p:cNvCxnSpPr>
              <a:cxnSpLocks/>
            </p:cNvCxnSpPr>
            <p:nvPr/>
          </p:nvCxnSpPr>
          <p:spPr>
            <a:xfrm>
              <a:off x="14465300" y="9448800"/>
              <a:ext cx="1022350" cy="425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982FE248-73BA-14D6-3F9F-362916C628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00350" y="97409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C8D42024-6DB0-F3C1-791B-C770365271F5}"/>
                </a:ext>
              </a:extLst>
            </p:cNvPr>
            <p:cNvCxnSpPr>
              <a:cxnSpLocks/>
            </p:cNvCxnSpPr>
            <p:nvPr/>
          </p:nvCxnSpPr>
          <p:spPr>
            <a:xfrm>
              <a:off x="15851668" y="94234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622D6DF6-979B-7DA2-204E-20B6ED3934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00350" y="94551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BF441B25-5EBB-832E-5542-BD23A2475D5F}"/>
                </a:ext>
              </a:extLst>
            </p:cNvPr>
            <p:cNvCxnSpPr>
              <a:cxnSpLocks/>
            </p:cNvCxnSpPr>
            <p:nvPr/>
          </p:nvCxnSpPr>
          <p:spPr>
            <a:xfrm>
              <a:off x="15515118" y="92773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B1542C0A-999A-1BFD-5791-D6B3881ECF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63800" y="93091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84C79979-2268-DACB-AA82-BAF1B809D360}"/>
                </a:ext>
              </a:extLst>
            </p:cNvPr>
            <p:cNvCxnSpPr>
              <a:cxnSpLocks/>
            </p:cNvCxnSpPr>
            <p:nvPr/>
          </p:nvCxnSpPr>
          <p:spPr>
            <a:xfrm>
              <a:off x="15146818" y="91313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4C082F2-4BE9-8B6A-1F44-97B33416DE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95500" y="91630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00ED631B-0C85-007B-31FF-EC5CD32385F0}"/>
                </a:ext>
              </a:extLst>
            </p:cNvPr>
            <p:cNvCxnSpPr>
              <a:cxnSpLocks/>
            </p:cNvCxnSpPr>
            <p:nvPr/>
          </p:nvCxnSpPr>
          <p:spPr>
            <a:xfrm>
              <a:off x="14784868" y="8401050"/>
              <a:ext cx="0" cy="3175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C58EBB38-A796-C8C7-EE2E-B455E699F7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08200" y="82423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6009DFAE-BCFB-033F-91ED-61E7F345ABF0}"/>
                </a:ext>
              </a:extLst>
            </p:cNvPr>
            <p:cNvCxnSpPr>
              <a:cxnSpLocks/>
            </p:cNvCxnSpPr>
            <p:nvPr/>
          </p:nvCxnSpPr>
          <p:spPr>
            <a:xfrm>
              <a:off x="14782800" y="809942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BAE87BA6-EBF2-FF41-D833-46870C9651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08200" y="79438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FF298465-3764-83AB-9A73-1C3FB5896910}"/>
                </a:ext>
              </a:extLst>
            </p:cNvPr>
            <p:cNvCxnSpPr>
              <a:cxnSpLocks/>
            </p:cNvCxnSpPr>
            <p:nvPr/>
          </p:nvCxnSpPr>
          <p:spPr>
            <a:xfrm>
              <a:off x="14782800" y="780097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6A8120DA-642B-A159-532A-E9C11C35479F}"/>
                </a:ext>
              </a:extLst>
            </p:cNvPr>
            <p:cNvCxnSpPr>
              <a:cxnSpLocks/>
            </p:cNvCxnSpPr>
            <p:nvPr/>
          </p:nvCxnSpPr>
          <p:spPr>
            <a:xfrm>
              <a:off x="14784868" y="75057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0ED099CF-96BD-A7F6-F816-B645C74507F0}"/>
                </a:ext>
              </a:extLst>
            </p:cNvPr>
            <p:cNvCxnSpPr>
              <a:cxnSpLocks/>
            </p:cNvCxnSpPr>
            <p:nvPr/>
          </p:nvCxnSpPr>
          <p:spPr>
            <a:xfrm>
              <a:off x="14751050" y="7496175"/>
              <a:ext cx="1866900" cy="7778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B519958A-6CC2-DDA3-40C5-F2A76D58DB77}"/>
                </a:ext>
              </a:extLst>
            </p:cNvPr>
            <p:cNvCxnSpPr>
              <a:cxnSpLocks/>
            </p:cNvCxnSpPr>
            <p:nvPr/>
          </p:nvCxnSpPr>
          <p:spPr>
            <a:xfrm>
              <a:off x="16594618" y="8293100"/>
              <a:ext cx="0" cy="850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33F72565-F631-DDC7-0BA2-C60688E342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43300" y="91313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32D753C5-6D20-FD3A-B862-5856FE4EDAA2}"/>
                </a:ext>
              </a:extLst>
            </p:cNvPr>
            <p:cNvCxnSpPr>
              <a:cxnSpLocks/>
            </p:cNvCxnSpPr>
            <p:nvPr/>
          </p:nvCxnSpPr>
          <p:spPr>
            <a:xfrm>
              <a:off x="16211550" y="926782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00B55D4A-ADDB-F0DA-06A2-A1D8D9B71AF2}"/>
                </a:ext>
              </a:extLst>
            </p:cNvPr>
            <p:cNvCxnSpPr>
              <a:cxnSpLocks/>
            </p:cNvCxnSpPr>
            <p:nvPr/>
          </p:nvCxnSpPr>
          <p:spPr>
            <a:xfrm>
              <a:off x="16600968" y="9429750"/>
              <a:ext cx="0" cy="11493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A61318D5-795D-1ADB-CBFC-EA4AD3CC47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43300" y="105854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E81F738B-0E1D-0C54-4EDD-BB435078084B}"/>
                </a:ext>
              </a:extLst>
            </p:cNvPr>
            <p:cNvCxnSpPr>
              <a:cxnSpLocks/>
            </p:cNvCxnSpPr>
            <p:nvPr/>
          </p:nvCxnSpPr>
          <p:spPr>
            <a:xfrm>
              <a:off x="16226318" y="10763250"/>
              <a:ext cx="0" cy="622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9F3FB20C-940C-F51E-443D-89062A43AF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68650" y="113728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8183599F-5779-E1BA-EF53-40E2B2CE7D5B}"/>
                </a:ext>
              </a:extLst>
            </p:cNvPr>
            <p:cNvCxnSpPr>
              <a:cxnSpLocks/>
            </p:cNvCxnSpPr>
            <p:nvPr/>
          </p:nvCxnSpPr>
          <p:spPr>
            <a:xfrm>
              <a:off x="15877068" y="115062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1983">
              <a:extLst>
                <a:ext uri="{FF2B5EF4-FFF2-40B4-BE49-F238E27FC236}">
                  <a16:creationId xmlns:a16="http://schemas.microsoft.com/office/drawing/2014/main" id="{9B7CAB47-4556-D465-463C-29ADF4CB9C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19400" y="117983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5" name="Straight Connector 1984">
              <a:extLst>
                <a:ext uri="{FF2B5EF4-FFF2-40B4-BE49-F238E27FC236}">
                  <a16:creationId xmlns:a16="http://schemas.microsoft.com/office/drawing/2014/main" id="{AEEF280B-DBCC-4894-E752-EA7941F0E81A}"/>
                </a:ext>
              </a:extLst>
            </p:cNvPr>
            <p:cNvCxnSpPr>
              <a:cxnSpLocks/>
            </p:cNvCxnSpPr>
            <p:nvPr/>
          </p:nvCxnSpPr>
          <p:spPr>
            <a:xfrm>
              <a:off x="15534168" y="119380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1985">
              <a:extLst>
                <a:ext uri="{FF2B5EF4-FFF2-40B4-BE49-F238E27FC236}">
                  <a16:creationId xmlns:a16="http://schemas.microsoft.com/office/drawing/2014/main" id="{DCDB2EEF-8906-3220-9443-A0330C8D3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25750" y="120777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7" name="Straight Connector 1986">
              <a:extLst>
                <a:ext uri="{FF2B5EF4-FFF2-40B4-BE49-F238E27FC236}">
                  <a16:creationId xmlns:a16="http://schemas.microsoft.com/office/drawing/2014/main" id="{724FCF30-AB67-4C41-0AEC-EA51EAEB87CE}"/>
                </a:ext>
              </a:extLst>
            </p:cNvPr>
            <p:cNvCxnSpPr>
              <a:cxnSpLocks/>
            </p:cNvCxnSpPr>
            <p:nvPr/>
          </p:nvCxnSpPr>
          <p:spPr>
            <a:xfrm>
              <a:off x="15870718" y="12090400"/>
              <a:ext cx="0" cy="5651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1988">
              <a:extLst>
                <a:ext uri="{FF2B5EF4-FFF2-40B4-BE49-F238E27FC236}">
                  <a16:creationId xmlns:a16="http://schemas.microsoft.com/office/drawing/2014/main" id="{10C0560B-DE5B-23D8-C542-F5E90D6DB0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55950" y="12344400"/>
              <a:ext cx="730250" cy="3270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1990">
              <a:extLst>
                <a:ext uri="{FF2B5EF4-FFF2-40B4-BE49-F238E27FC236}">
                  <a16:creationId xmlns:a16="http://schemas.microsoft.com/office/drawing/2014/main" id="{643E6AB1-4A6E-8B60-B1C5-038FE089C788}"/>
                </a:ext>
              </a:extLst>
            </p:cNvPr>
            <p:cNvCxnSpPr>
              <a:cxnSpLocks/>
            </p:cNvCxnSpPr>
            <p:nvPr/>
          </p:nvCxnSpPr>
          <p:spPr>
            <a:xfrm>
              <a:off x="16581918" y="120269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2" name="Straight Connector 1991">
              <a:extLst>
                <a:ext uri="{FF2B5EF4-FFF2-40B4-BE49-F238E27FC236}">
                  <a16:creationId xmlns:a16="http://schemas.microsoft.com/office/drawing/2014/main" id="{EC39DC54-C74C-8E90-7660-100C9CA403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36950" y="120523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1992">
              <a:extLst>
                <a:ext uri="{FF2B5EF4-FFF2-40B4-BE49-F238E27FC236}">
                  <a16:creationId xmlns:a16="http://schemas.microsoft.com/office/drawing/2014/main" id="{E3CD0A23-826B-1D31-F3E4-327275059CF0}"/>
                </a:ext>
              </a:extLst>
            </p:cNvPr>
            <p:cNvCxnSpPr>
              <a:cxnSpLocks/>
            </p:cNvCxnSpPr>
            <p:nvPr/>
          </p:nvCxnSpPr>
          <p:spPr>
            <a:xfrm>
              <a:off x="16239018" y="11652250"/>
              <a:ext cx="0" cy="5461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1994">
              <a:extLst>
                <a:ext uri="{FF2B5EF4-FFF2-40B4-BE49-F238E27FC236}">
                  <a16:creationId xmlns:a16="http://schemas.microsoft.com/office/drawing/2014/main" id="{25CE9C10-E71A-0175-EF00-95D8A058E025}"/>
                </a:ext>
              </a:extLst>
            </p:cNvPr>
            <p:cNvCxnSpPr>
              <a:cxnSpLocks/>
            </p:cNvCxnSpPr>
            <p:nvPr/>
          </p:nvCxnSpPr>
          <p:spPr>
            <a:xfrm>
              <a:off x="16243300" y="1164907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6" name="Straight Connector 1995">
              <a:extLst>
                <a:ext uri="{FF2B5EF4-FFF2-40B4-BE49-F238E27FC236}">
                  <a16:creationId xmlns:a16="http://schemas.microsoft.com/office/drawing/2014/main" id="{5188D7D1-5759-6D5A-91FA-0F2AEA01AB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24300" y="116649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1996">
              <a:extLst>
                <a:ext uri="{FF2B5EF4-FFF2-40B4-BE49-F238E27FC236}">
                  <a16:creationId xmlns:a16="http://schemas.microsoft.com/office/drawing/2014/main" id="{CF1CDB6A-1DA3-A524-6FDB-AE38722B8D36}"/>
                </a:ext>
              </a:extLst>
            </p:cNvPr>
            <p:cNvCxnSpPr>
              <a:cxnSpLocks/>
            </p:cNvCxnSpPr>
            <p:nvPr/>
          </p:nvCxnSpPr>
          <p:spPr>
            <a:xfrm>
              <a:off x="16573500" y="1146492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8" name="Straight Connector 1997">
              <a:extLst>
                <a:ext uri="{FF2B5EF4-FFF2-40B4-BE49-F238E27FC236}">
                  <a16:creationId xmlns:a16="http://schemas.microsoft.com/office/drawing/2014/main" id="{8C49E35B-5BAB-40D9-F936-AABC9D11728A}"/>
                </a:ext>
              </a:extLst>
            </p:cNvPr>
            <p:cNvCxnSpPr>
              <a:cxnSpLocks/>
            </p:cNvCxnSpPr>
            <p:nvPr/>
          </p:nvCxnSpPr>
          <p:spPr>
            <a:xfrm>
              <a:off x="16588268" y="11182350"/>
              <a:ext cx="0" cy="266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1998">
              <a:extLst>
                <a:ext uri="{FF2B5EF4-FFF2-40B4-BE49-F238E27FC236}">
                  <a16:creationId xmlns:a16="http://schemas.microsoft.com/office/drawing/2014/main" id="{508E40FF-A7E4-D64E-ABDB-F90B9EBF5BA6}"/>
                </a:ext>
              </a:extLst>
            </p:cNvPr>
            <p:cNvCxnSpPr>
              <a:cxnSpLocks/>
            </p:cNvCxnSpPr>
            <p:nvPr/>
          </p:nvCxnSpPr>
          <p:spPr>
            <a:xfrm>
              <a:off x="16592550" y="11172825"/>
              <a:ext cx="723900" cy="3270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2" name="Straight Connector 2001">
              <a:extLst>
                <a:ext uri="{FF2B5EF4-FFF2-40B4-BE49-F238E27FC236}">
                  <a16:creationId xmlns:a16="http://schemas.microsoft.com/office/drawing/2014/main" id="{99BBE127-0FEF-3215-B1CD-1388D89612A6}"/>
                </a:ext>
              </a:extLst>
            </p:cNvPr>
            <p:cNvCxnSpPr>
              <a:cxnSpLocks/>
            </p:cNvCxnSpPr>
            <p:nvPr/>
          </p:nvCxnSpPr>
          <p:spPr>
            <a:xfrm>
              <a:off x="17324868" y="11220450"/>
              <a:ext cx="0" cy="266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2003">
              <a:extLst>
                <a:ext uri="{FF2B5EF4-FFF2-40B4-BE49-F238E27FC236}">
                  <a16:creationId xmlns:a16="http://schemas.microsoft.com/office/drawing/2014/main" id="{FB5D0EB3-0983-CEED-AEA5-12ACED17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6598900" y="10899775"/>
              <a:ext cx="723900" cy="3270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5" name="Straight Connector 2004">
              <a:extLst>
                <a:ext uri="{FF2B5EF4-FFF2-40B4-BE49-F238E27FC236}">
                  <a16:creationId xmlns:a16="http://schemas.microsoft.com/office/drawing/2014/main" id="{6AEE1E2E-AFB3-DCF6-3618-5E4B8C3256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24300" y="107442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4DA96501-1D63-99F2-2034-FECC33247E62}"/>
                </a:ext>
              </a:extLst>
            </p:cNvPr>
            <p:cNvCxnSpPr>
              <a:cxnSpLocks/>
            </p:cNvCxnSpPr>
            <p:nvPr/>
          </p:nvCxnSpPr>
          <p:spPr>
            <a:xfrm>
              <a:off x="16950218" y="9588500"/>
              <a:ext cx="0" cy="1143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" name="Straight Connector 2007">
              <a:extLst>
                <a:ext uri="{FF2B5EF4-FFF2-40B4-BE49-F238E27FC236}">
                  <a16:creationId xmlns:a16="http://schemas.microsoft.com/office/drawing/2014/main" id="{308B7EB4-4BEC-7CBA-16DD-10DBCB139AB8}"/>
                </a:ext>
              </a:extLst>
            </p:cNvPr>
            <p:cNvCxnSpPr>
              <a:cxnSpLocks/>
            </p:cNvCxnSpPr>
            <p:nvPr/>
          </p:nvCxnSpPr>
          <p:spPr>
            <a:xfrm>
              <a:off x="16973550" y="9585325"/>
              <a:ext cx="34925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2008">
              <a:extLst>
                <a:ext uri="{FF2B5EF4-FFF2-40B4-BE49-F238E27FC236}">
                  <a16:creationId xmlns:a16="http://schemas.microsoft.com/office/drawing/2014/main" id="{6185CA42-D596-FA1D-D6FD-3407FB585B76}"/>
                </a:ext>
              </a:extLst>
            </p:cNvPr>
            <p:cNvCxnSpPr>
              <a:cxnSpLocks/>
            </p:cNvCxnSpPr>
            <p:nvPr/>
          </p:nvCxnSpPr>
          <p:spPr>
            <a:xfrm>
              <a:off x="17312168" y="9753600"/>
              <a:ext cx="0" cy="908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2" name="Straight Connector 2011">
              <a:extLst>
                <a:ext uri="{FF2B5EF4-FFF2-40B4-BE49-F238E27FC236}">
                  <a16:creationId xmlns:a16="http://schemas.microsoft.com/office/drawing/2014/main" id="{AE9CF565-5D9F-F456-3D51-F578517C8766}"/>
                </a:ext>
              </a:extLst>
            </p:cNvPr>
            <p:cNvCxnSpPr>
              <a:cxnSpLocks/>
            </p:cNvCxnSpPr>
            <p:nvPr/>
          </p:nvCxnSpPr>
          <p:spPr>
            <a:xfrm>
              <a:off x="17316450" y="10633075"/>
              <a:ext cx="368300" cy="1111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Straight Connector 2012">
              <a:extLst>
                <a:ext uri="{FF2B5EF4-FFF2-40B4-BE49-F238E27FC236}">
                  <a16:creationId xmlns:a16="http://schemas.microsoft.com/office/drawing/2014/main" id="{B80976B6-8D06-B0BA-36B4-B724992963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74118" y="10598150"/>
              <a:ext cx="353532" cy="177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B05791D9-8FB2-1521-E117-736571EEB17F}"/>
                </a:ext>
              </a:extLst>
            </p:cNvPr>
            <p:cNvCxnSpPr>
              <a:cxnSpLocks/>
            </p:cNvCxnSpPr>
            <p:nvPr/>
          </p:nvCxnSpPr>
          <p:spPr>
            <a:xfrm>
              <a:off x="17640300" y="10499725"/>
              <a:ext cx="368300" cy="1111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84D7157E-B865-BD99-A90A-DBB11A089B7D}"/>
                </a:ext>
              </a:extLst>
            </p:cNvPr>
            <p:cNvCxnSpPr>
              <a:cxnSpLocks/>
            </p:cNvCxnSpPr>
            <p:nvPr/>
          </p:nvCxnSpPr>
          <p:spPr>
            <a:xfrm>
              <a:off x="17661418" y="9588500"/>
              <a:ext cx="0" cy="908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08405346-4B52-D6C5-1D51-E1B697FCF7E2}"/>
                </a:ext>
              </a:extLst>
            </p:cNvPr>
            <p:cNvCxnSpPr>
              <a:cxnSpLocks/>
            </p:cNvCxnSpPr>
            <p:nvPr/>
          </p:nvCxnSpPr>
          <p:spPr>
            <a:xfrm>
              <a:off x="17659350" y="9572625"/>
              <a:ext cx="393700" cy="1555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04F968B-0E1F-77C4-5492-AF4B60E84113}"/>
                </a:ext>
              </a:extLst>
            </p:cNvPr>
            <p:cNvCxnSpPr>
              <a:cxnSpLocks/>
            </p:cNvCxnSpPr>
            <p:nvPr/>
          </p:nvCxnSpPr>
          <p:spPr>
            <a:xfrm>
              <a:off x="18042418" y="9728200"/>
              <a:ext cx="0" cy="6096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A05D5908-8272-9189-DE51-82946787C5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42418" y="9848850"/>
              <a:ext cx="1052032" cy="4762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C8F5DC37-9225-BD35-B39C-3188F976E4F0}"/>
                </a:ext>
              </a:extLst>
            </p:cNvPr>
            <p:cNvCxnSpPr>
              <a:cxnSpLocks/>
            </p:cNvCxnSpPr>
            <p:nvPr/>
          </p:nvCxnSpPr>
          <p:spPr>
            <a:xfrm>
              <a:off x="19096518" y="9563100"/>
              <a:ext cx="0" cy="266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CC2C96D2-389C-970D-DFA9-A1129AF3D9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08650" y="9556750"/>
              <a:ext cx="692150" cy="304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D06149D0-31F5-5634-2E48-D6BCECA4C617}"/>
                </a:ext>
              </a:extLst>
            </p:cNvPr>
            <p:cNvCxnSpPr>
              <a:cxnSpLocks/>
            </p:cNvCxnSpPr>
            <p:nvPr/>
          </p:nvCxnSpPr>
          <p:spPr>
            <a:xfrm>
              <a:off x="18404368" y="9626600"/>
              <a:ext cx="0" cy="266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C770F35D-ABCE-23F5-7CCA-386A94EB0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02300" y="9315450"/>
              <a:ext cx="692150" cy="304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EC4088A4-FE88-2F02-D704-C18E389FF354}"/>
                </a:ext>
              </a:extLst>
            </p:cNvPr>
            <p:cNvCxnSpPr>
              <a:cxnSpLocks/>
            </p:cNvCxnSpPr>
            <p:nvPr/>
          </p:nvCxnSpPr>
          <p:spPr>
            <a:xfrm>
              <a:off x="18751550" y="9150350"/>
              <a:ext cx="349250" cy="158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49BC432E-85F2-406B-07A8-B7AD4CE1CD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21300" y="9169400"/>
              <a:ext cx="736600" cy="285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D0EBDB5A-B8C9-5505-D2BB-3A46049D3B15}"/>
                </a:ext>
              </a:extLst>
            </p:cNvPr>
            <p:cNvCxnSpPr>
              <a:cxnSpLocks/>
            </p:cNvCxnSpPr>
            <p:nvPr/>
          </p:nvCxnSpPr>
          <p:spPr>
            <a:xfrm>
              <a:off x="18029718" y="9175750"/>
              <a:ext cx="0" cy="266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2AA98A69-98D1-F49C-51FC-37193FC1D7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14950" y="8864600"/>
              <a:ext cx="736600" cy="285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7097A7CB-38DA-5116-5E96-9B5446B26222}"/>
                </a:ext>
              </a:extLst>
            </p:cNvPr>
            <p:cNvCxnSpPr>
              <a:cxnSpLocks/>
            </p:cNvCxnSpPr>
            <p:nvPr/>
          </p:nvCxnSpPr>
          <p:spPr>
            <a:xfrm>
              <a:off x="18389600" y="8699500"/>
              <a:ext cx="349250" cy="158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DF96F26D-C15F-E27B-9306-8C405DFF3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02250" y="870585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081E4FDD-8CC7-B821-E6B6-9E6661A38BB5}"/>
                </a:ext>
              </a:extLst>
            </p:cNvPr>
            <p:cNvCxnSpPr>
              <a:cxnSpLocks/>
            </p:cNvCxnSpPr>
            <p:nvPr/>
          </p:nvCxnSpPr>
          <p:spPr>
            <a:xfrm>
              <a:off x="17646650" y="8686800"/>
              <a:ext cx="349250" cy="158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4C7A297F-3FB7-D79C-0FD3-30C303A2FF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65700" y="855980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1A008964-3901-0533-58D3-25862F2DEFFC}"/>
                </a:ext>
              </a:extLst>
            </p:cNvPr>
            <p:cNvCxnSpPr>
              <a:cxnSpLocks/>
            </p:cNvCxnSpPr>
            <p:nvPr/>
          </p:nvCxnSpPr>
          <p:spPr>
            <a:xfrm>
              <a:off x="17710150" y="8407400"/>
              <a:ext cx="349250" cy="158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87075F73-6FE0-1247-7B41-922B5C1468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29150" y="842645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EEA181A6-1976-86D4-A32B-A89CDD2CAC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986250" y="826770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A9D15B2D-A0CB-B477-B782-E0A78F354283}"/>
                </a:ext>
              </a:extLst>
            </p:cNvPr>
            <p:cNvCxnSpPr>
              <a:cxnSpLocks/>
            </p:cNvCxnSpPr>
            <p:nvPr/>
          </p:nvCxnSpPr>
          <p:spPr>
            <a:xfrm>
              <a:off x="17043400" y="8413750"/>
              <a:ext cx="349250" cy="158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0A69566E-5E46-E591-8C55-D7DDEAEE08BD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700" y="7543800"/>
              <a:ext cx="1860550" cy="723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2016">
              <a:extLst>
                <a:ext uri="{FF2B5EF4-FFF2-40B4-BE49-F238E27FC236}">
                  <a16:creationId xmlns:a16="http://schemas.microsoft.com/office/drawing/2014/main" id="{5C2E26EC-2AD0-1FE8-8710-1688E22961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00350" y="740410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8" name="Straight Connector 2017">
              <a:extLst>
                <a:ext uri="{FF2B5EF4-FFF2-40B4-BE49-F238E27FC236}">
                  <a16:creationId xmlns:a16="http://schemas.microsoft.com/office/drawing/2014/main" id="{C511C1FC-8DD6-0F09-FDE8-BD6FEF1905E8}"/>
                </a:ext>
              </a:extLst>
            </p:cNvPr>
            <p:cNvCxnSpPr>
              <a:cxnSpLocks/>
            </p:cNvCxnSpPr>
            <p:nvPr/>
          </p:nvCxnSpPr>
          <p:spPr>
            <a:xfrm>
              <a:off x="15887700" y="7410450"/>
              <a:ext cx="2870200" cy="1155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2019">
              <a:extLst>
                <a:ext uri="{FF2B5EF4-FFF2-40B4-BE49-F238E27FC236}">
                  <a16:creationId xmlns:a16="http://schemas.microsoft.com/office/drawing/2014/main" id="{647CFA3A-D679-3345-D896-764DC2A8ED7A}"/>
                </a:ext>
              </a:extLst>
            </p:cNvPr>
            <p:cNvCxnSpPr>
              <a:cxnSpLocks/>
            </p:cNvCxnSpPr>
            <p:nvPr/>
          </p:nvCxnSpPr>
          <p:spPr>
            <a:xfrm>
              <a:off x="18753618" y="8312150"/>
              <a:ext cx="0" cy="266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1" name="Straight Connector 2020">
              <a:extLst>
                <a:ext uri="{FF2B5EF4-FFF2-40B4-BE49-F238E27FC236}">
                  <a16:creationId xmlns:a16="http://schemas.microsoft.com/office/drawing/2014/main" id="{FD23490F-FA8A-8424-A9A2-657923840107}"/>
                </a:ext>
              </a:extLst>
            </p:cNvPr>
            <p:cNvCxnSpPr>
              <a:cxnSpLocks/>
            </p:cNvCxnSpPr>
            <p:nvPr/>
          </p:nvCxnSpPr>
          <p:spPr>
            <a:xfrm>
              <a:off x="16217900" y="7264400"/>
              <a:ext cx="2546350" cy="1003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3" name="Straight Connector 2022">
              <a:extLst>
                <a:ext uri="{FF2B5EF4-FFF2-40B4-BE49-F238E27FC236}">
                  <a16:creationId xmlns:a16="http://schemas.microsoft.com/office/drawing/2014/main" id="{507E07A3-31E3-F705-02F3-4776B2C047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30600" y="711835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4" name="Straight Connector 2023">
              <a:extLst>
                <a:ext uri="{FF2B5EF4-FFF2-40B4-BE49-F238E27FC236}">
                  <a16:creationId xmlns:a16="http://schemas.microsoft.com/office/drawing/2014/main" id="{46049A4E-083C-E2EB-483F-2274D2FE4545}"/>
                </a:ext>
              </a:extLst>
            </p:cNvPr>
            <p:cNvCxnSpPr>
              <a:cxnSpLocks/>
            </p:cNvCxnSpPr>
            <p:nvPr/>
          </p:nvCxnSpPr>
          <p:spPr>
            <a:xfrm>
              <a:off x="16592550" y="7105650"/>
              <a:ext cx="2184400" cy="882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6" name="Straight Connector 2025">
              <a:extLst>
                <a:ext uri="{FF2B5EF4-FFF2-40B4-BE49-F238E27FC236}">
                  <a16:creationId xmlns:a16="http://schemas.microsoft.com/office/drawing/2014/main" id="{591C7FDB-A199-B7EC-5DBD-28D6725735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38850" y="7829550"/>
              <a:ext cx="355600" cy="171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8" name="Straight Connector 2027">
              <a:extLst>
                <a:ext uri="{FF2B5EF4-FFF2-40B4-BE49-F238E27FC236}">
                  <a16:creationId xmlns:a16="http://schemas.microsoft.com/office/drawing/2014/main" id="{8B96EA10-B7F7-143E-AE1C-3C69AFF4E554}"/>
                </a:ext>
              </a:extLst>
            </p:cNvPr>
            <p:cNvCxnSpPr>
              <a:cxnSpLocks/>
            </p:cNvCxnSpPr>
            <p:nvPr/>
          </p:nvCxnSpPr>
          <p:spPr>
            <a:xfrm>
              <a:off x="16598900" y="6819900"/>
              <a:ext cx="2489200" cy="1016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2029">
              <a:extLst>
                <a:ext uri="{FF2B5EF4-FFF2-40B4-BE49-F238E27FC236}">
                  <a16:creationId xmlns:a16="http://schemas.microsoft.com/office/drawing/2014/main" id="{B3677270-B9BF-9C79-A427-92894B3E26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86200" y="666115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1" name="Straight Connector 2030">
              <a:extLst>
                <a:ext uri="{FF2B5EF4-FFF2-40B4-BE49-F238E27FC236}">
                  <a16:creationId xmlns:a16="http://schemas.microsoft.com/office/drawing/2014/main" id="{5FE5EDB4-1ED0-4783-A6A2-B853B31674A4}"/>
                </a:ext>
              </a:extLst>
            </p:cNvPr>
            <p:cNvCxnSpPr>
              <a:cxnSpLocks/>
            </p:cNvCxnSpPr>
            <p:nvPr/>
          </p:nvCxnSpPr>
          <p:spPr>
            <a:xfrm>
              <a:off x="16954500" y="6680200"/>
              <a:ext cx="2171700" cy="8636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2032">
              <a:extLst>
                <a:ext uri="{FF2B5EF4-FFF2-40B4-BE49-F238E27FC236}">
                  <a16:creationId xmlns:a16="http://schemas.microsoft.com/office/drawing/2014/main" id="{EEF1C087-D235-926A-A756-BD88ACB6717F}"/>
                </a:ext>
              </a:extLst>
            </p:cNvPr>
            <p:cNvCxnSpPr>
              <a:cxnSpLocks/>
            </p:cNvCxnSpPr>
            <p:nvPr/>
          </p:nvCxnSpPr>
          <p:spPr>
            <a:xfrm>
              <a:off x="19115568" y="6985000"/>
              <a:ext cx="0" cy="558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2034">
              <a:extLst>
                <a:ext uri="{FF2B5EF4-FFF2-40B4-BE49-F238E27FC236}">
                  <a16:creationId xmlns:a16="http://schemas.microsoft.com/office/drawing/2014/main" id="{CCC9A1D1-4EB1-0799-7D0D-36C132D32E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57900" y="6946900"/>
              <a:ext cx="336550" cy="114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2036">
              <a:extLst>
                <a:ext uri="{FF2B5EF4-FFF2-40B4-BE49-F238E27FC236}">
                  <a16:creationId xmlns:a16="http://schemas.microsoft.com/office/drawing/2014/main" id="{A0F39542-3EBF-74F1-8353-412F80745046}"/>
                </a:ext>
              </a:extLst>
            </p:cNvPr>
            <p:cNvCxnSpPr>
              <a:cxnSpLocks/>
            </p:cNvCxnSpPr>
            <p:nvPr/>
          </p:nvCxnSpPr>
          <p:spPr>
            <a:xfrm>
              <a:off x="17303750" y="6496050"/>
              <a:ext cx="1447800" cy="5715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9" name="Straight Connector 2038">
              <a:extLst>
                <a:ext uri="{FF2B5EF4-FFF2-40B4-BE49-F238E27FC236}">
                  <a16:creationId xmlns:a16="http://schemas.microsoft.com/office/drawing/2014/main" id="{F6E31776-A762-CDD5-893B-A71F676C6F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35500" y="636270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2039">
              <a:extLst>
                <a:ext uri="{FF2B5EF4-FFF2-40B4-BE49-F238E27FC236}">
                  <a16:creationId xmlns:a16="http://schemas.microsoft.com/office/drawing/2014/main" id="{2C2868E3-5B26-3B48-EDA0-2AD0967CF7F3}"/>
                </a:ext>
              </a:extLst>
            </p:cNvPr>
            <p:cNvCxnSpPr>
              <a:cxnSpLocks/>
            </p:cNvCxnSpPr>
            <p:nvPr/>
          </p:nvCxnSpPr>
          <p:spPr>
            <a:xfrm>
              <a:off x="17646650" y="6350000"/>
              <a:ext cx="1136650" cy="457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2041">
              <a:extLst>
                <a:ext uri="{FF2B5EF4-FFF2-40B4-BE49-F238E27FC236}">
                  <a16:creationId xmlns:a16="http://schemas.microsoft.com/office/drawing/2014/main" id="{8C3FCD85-91BA-6677-F838-390D1C694BAF}"/>
                </a:ext>
              </a:extLst>
            </p:cNvPr>
            <p:cNvCxnSpPr>
              <a:cxnSpLocks/>
            </p:cNvCxnSpPr>
            <p:nvPr/>
          </p:nvCxnSpPr>
          <p:spPr>
            <a:xfrm>
              <a:off x="18747268" y="6521450"/>
              <a:ext cx="0" cy="304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2043">
              <a:extLst>
                <a:ext uri="{FF2B5EF4-FFF2-40B4-BE49-F238E27FC236}">
                  <a16:creationId xmlns:a16="http://schemas.microsoft.com/office/drawing/2014/main" id="{01B54381-D043-C9DB-E3CE-E2C4BBACD660}"/>
                </a:ext>
              </a:extLst>
            </p:cNvPr>
            <p:cNvCxnSpPr>
              <a:cxnSpLocks/>
            </p:cNvCxnSpPr>
            <p:nvPr/>
          </p:nvCxnSpPr>
          <p:spPr>
            <a:xfrm>
              <a:off x="17665700" y="6102350"/>
              <a:ext cx="1079500" cy="431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6" name="Straight Connector 2045">
              <a:extLst>
                <a:ext uri="{FF2B5EF4-FFF2-40B4-BE49-F238E27FC236}">
                  <a16:creationId xmlns:a16="http://schemas.microsoft.com/office/drawing/2014/main" id="{9DF407C4-8585-884D-0FE2-11077A1BB2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65700" y="595630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7" name="Straight Connector 2046">
              <a:extLst>
                <a:ext uri="{FF2B5EF4-FFF2-40B4-BE49-F238E27FC236}">
                  <a16:creationId xmlns:a16="http://schemas.microsoft.com/office/drawing/2014/main" id="{5E0F8BA1-3851-B5B7-7EBF-EA14D203BE5D}"/>
                </a:ext>
              </a:extLst>
            </p:cNvPr>
            <p:cNvCxnSpPr>
              <a:cxnSpLocks/>
            </p:cNvCxnSpPr>
            <p:nvPr/>
          </p:nvCxnSpPr>
          <p:spPr>
            <a:xfrm>
              <a:off x="18021300" y="5937250"/>
              <a:ext cx="736600" cy="298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1" name="Straight Connector 2050">
              <a:extLst>
                <a:ext uri="{FF2B5EF4-FFF2-40B4-BE49-F238E27FC236}">
                  <a16:creationId xmlns:a16="http://schemas.microsoft.com/office/drawing/2014/main" id="{321B07AE-EDFF-6F16-0BEA-25A8E92A3295}"/>
                </a:ext>
              </a:extLst>
            </p:cNvPr>
            <p:cNvCxnSpPr>
              <a:cxnSpLocks/>
            </p:cNvCxnSpPr>
            <p:nvPr/>
          </p:nvCxnSpPr>
          <p:spPr>
            <a:xfrm>
              <a:off x="18772668" y="5937250"/>
              <a:ext cx="0" cy="304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2051">
              <a:extLst>
                <a:ext uri="{FF2B5EF4-FFF2-40B4-BE49-F238E27FC236}">
                  <a16:creationId xmlns:a16="http://schemas.microsoft.com/office/drawing/2014/main" id="{257171C5-42EA-74D5-C65C-B5E80D5BC998}"/>
                </a:ext>
              </a:extLst>
            </p:cNvPr>
            <p:cNvCxnSpPr>
              <a:cxnSpLocks/>
            </p:cNvCxnSpPr>
            <p:nvPr/>
          </p:nvCxnSpPr>
          <p:spPr>
            <a:xfrm>
              <a:off x="18040350" y="5638800"/>
              <a:ext cx="736600" cy="298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3" name="Straight Connector 2052">
              <a:extLst>
                <a:ext uri="{FF2B5EF4-FFF2-40B4-BE49-F238E27FC236}">
                  <a16:creationId xmlns:a16="http://schemas.microsoft.com/office/drawing/2014/main" id="{BA91101A-8545-8C4B-6D82-4ABFD3C34E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40350" y="550545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2053">
              <a:extLst>
                <a:ext uri="{FF2B5EF4-FFF2-40B4-BE49-F238E27FC236}">
                  <a16:creationId xmlns:a16="http://schemas.microsoft.com/office/drawing/2014/main" id="{2776ACCF-AF1E-032C-1315-5A6A571B7864}"/>
                </a:ext>
              </a:extLst>
            </p:cNvPr>
            <p:cNvCxnSpPr>
              <a:cxnSpLocks/>
            </p:cNvCxnSpPr>
            <p:nvPr/>
          </p:nvCxnSpPr>
          <p:spPr>
            <a:xfrm>
              <a:off x="18376900" y="5486400"/>
              <a:ext cx="736600" cy="298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5" name="Straight Connector 2054">
              <a:extLst>
                <a:ext uri="{FF2B5EF4-FFF2-40B4-BE49-F238E27FC236}">
                  <a16:creationId xmlns:a16="http://schemas.microsoft.com/office/drawing/2014/main" id="{155FCD30-5C08-25FA-7A1B-255064D9089B}"/>
                </a:ext>
              </a:extLst>
            </p:cNvPr>
            <p:cNvCxnSpPr>
              <a:cxnSpLocks/>
            </p:cNvCxnSpPr>
            <p:nvPr/>
          </p:nvCxnSpPr>
          <p:spPr>
            <a:xfrm>
              <a:off x="19121918" y="5511800"/>
              <a:ext cx="0" cy="247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27795B3D-E4AD-65B0-3C05-1019009B4A47}"/>
                </a:ext>
              </a:extLst>
            </p:cNvPr>
            <p:cNvCxnSpPr>
              <a:cxnSpLocks/>
            </p:cNvCxnSpPr>
            <p:nvPr/>
          </p:nvCxnSpPr>
          <p:spPr>
            <a:xfrm>
              <a:off x="18719800" y="5321300"/>
              <a:ext cx="393700" cy="177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9" name="Straight Connector 2058">
              <a:extLst>
                <a:ext uri="{FF2B5EF4-FFF2-40B4-BE49-F238E27FC236}">
                  <a16:creationId xmlns:a16="http://schemas.microsoft.com/office/drawing/2014/main" id="{BEFBF26F-F5A9-915A-F6D6-7162DDBD8F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45200" y="519430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0" name="Straight Connector 2059">
              <a:extLst>
                <a:ext uri="{FF2B5EF4-FFF2-40B4-BE49-F238E27FC236}">
                  <a16:creationId xmlns:a16="http://schemas.microsoft.com/office/drawing/2014/main" id="{56EAF806-60FD-66D2-DF06-1BDADB4214ED}"/>
                </a:ext>
              </a:extLst>
            </p:cNvPr>
            <p:cNvCxnSpPr>
              <a:cxnSpLocks/>
            </p:cNvCxnSpPr>
            <p:nvPr/>
          </p:nvCxnSpPr>
          <p:spPr>
            <a:xfrm>
              <a:off x="18751550" y="503555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2" name="Straight Connector 2061">
              <a:extLst>
                <a:ext uri="{FF2B5EF4-FFF2-40B4-BE49-F238E27FC236}">
                  <a16:creationId xmlns:a16="http://schemas.microsoft.com/office/drawing/2014/main" id="{0B692216-BF70-B373-CBA8-5066101141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57900" y="490220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2062">
              <a:extLst>
                <a:ext uri="{FF2B5EF4-FFF2-40B4-BE49-F238E27FC236}">
                  <a16:creationId xmlns:a16="http://schemas.microsoft.com/office/drawing/2014/main" id="{6C506339-E929-2DBB-0453-F1553A5DB4AC}"/>
                </a:ext>
              </a:extLst>
            </p:cNvPr>
            <p:cNvCxnSpPr>
              <a:cxnSpLocks/>
            </p:cNvCxnSpPr>
            <p:nvPr/>
          </p:nvCxnSpPr>
          <p:spPr>
            <a:xfrm>
              <a:off x="18776950" y="476250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19C15CE4-0F22-EEBD-922E-1D338BD356D7}"/>
                </a:ext>
              </a:extLst>
            </p:cNvPr>
            <p:cNvCxnSpPr>
              <a:cxnSpLocks/>
            </p:cNvCxnSpPr>
            <p:nvPr/>
          </p:nvCxnSpPr>
          <p:spPr>
            <a:xfrm>
              <a:off x="18753618" y="3575050"/>
              <a:ext cx="0" cy="1168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0524970B-7A5C-4EA0-BC3A-BB765FE286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45200" y="344170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Straight Connector 2066">
              <a:extLst>
                <a:ext uri="{FF2B5EF4-FFF2-40B4-BE49-F238E27FC236}">
                  <a16:creationId xmlns:a16="http://schemas.microsoft.com/office/drawing/2014/main" id="{58B2AA89-FC4A-92D9-7DED-D2CA784903F6}"/>
                </a:ext>
              </a:extLst>
            </p:cNvPr>
            <p:cNvCxnSpPr>
              <a:cxnSpLocks/>
            </p:cNvCxnSpPr>
            <p:nvPr/>
          </p:nvCxnSpPr>
          <p:spPr>
            <a:xfrm>
              <a:off x="19121918" y="1993900"/>
              <a:ext cx="0" cy="1422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Straight Connector 2068">
              <a:extLst>
                <a:ext uri="{FF2B5EF4-FFF2-40B4-BE49-F238E27FC236}">
                  <a16:creationId xmlns:a16="http://schemas.microsoft.com/office/drawing/2014/main" id="{FF1FD972-9910-06C5-987E-E663E20CD178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0" y="183515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F6105B89-06B4-DF37-069E-3114246254C3}"/>
                </a:ext>
              </a:extLst>
            </p:cNvPr>
            <p:cNvCxnSpPr>
              <a:cxnSpLocks/>
            </p:cNvCxnSpPr>
            <p:nvPr/>
          </p:nvCxnSpPr>
          <p:spPr>
            <a:xfrm>
              <a:off x="18740918" y="1231900"/>
              <a:ext cx="0" cy="6096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2071">
              <a:extLst>
                <a:ext uri="{FF2B5EF4-FFF2-40B4-BE49-F238E27FC236}">
                  <a16:creationId xmlns:a16="http://schemas.microsoft.com/office/drawing/2014/main" id="{ED58A4B7-A0BE-F63F-8CA4-CBE93AC5136E}"/>
                </a:ext>
              </a:extLst>
            </p:cNvPr>
            <p:cNvCxnSpPr>
              <a:cxnSpLocks/>
            </p:cNvCxnSpPr>
            <p:nvPr/>
          </p:nvCxnSpPr>
          <p:spPr>
            <a:xfrm>
              <a:off x="18395950" y="107950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Straight Connector 2072">
              <a:extLst>
                <a:ext uri="{FF2B5EF4-FFF2-40B4-BE49-F238E27FC236}">
                  <a16:creationId xmlns:a16="http://schemas.microsoft.com/office/drawing/2014/main" id="{828BEBFC-AF81-94BD-723E-539C3ADEB21F}"/>
                </a:ext>
              </a:extLst>
            </p:cNvPr>
            <p:cNvCxnSpPr>
              <a:cxnSpLocks/>
            </p:cNvCxnSpPr>
            <p:nvPr/>
          </p:nvCxnSpPr>
          <p:spPr>
            <a:xfrm>
              <a:off x="18398018" y="1073150"/>
              <a:ext cx="0" cy="8699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E4BD4A0B-7F71-85C4-42FB-ADA1DE961B5C}"/>
                </a:ext>
              </a:extLst>
            </p:cNvPr>
            <p:cNvCxnSpPr>
              <a:cxnSpLocks/>
            </p:cNvCxnSpPr>
            <p:nvPr/>
          </p:nvCxnSpPr>
          <p:spPr>
            <a:xfrm>
              <a:off x="18389600" y="194310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2075">
              <a:extLst>
                <a:ext uri="{FF2B5EF4-FFF2-40B4-BE49-F238E27FC236}">
                  <a16:creationId xmlns:a16="http://schemas.microsoft.com/office/drawing/2014/main" id="{F1B68CA5-05B1-14E9-8B9F-1C7A65F769ED}"/>
                </a:ext>
              </a:extLst>
            </p:cNvPr>
            <p:cNvCxnSpPr>
              <a:cxnSpLocks/>
            </p:cNvCxnSpPr>
            <p:nvPr/>
          </p:nvCxnSpPr>
          <p:spPr>
            <a:xfrm>
              <a:off x="18734568" y="206375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2077">
              <a:extLst>
                <a:ext uri="{FF2B5EF4-FFF2-40B4-BE49-F238E27FC236}">
                  <a16:creationId xmlns:a16="http://schemas.microsoft.com/office/drawing/2014/main" id="{0C7BD877-2C4F-9E29-8927-A02328DB8144}"/>
                </a:ext>
              </a:extLst>
            </p:cNvPr>
            <p:cNvCxnSpPr>
              <a:cxnSpLocks/>
            </p:cNvCxnSpPr>
            <p:nvPr/>
          </p:nvCxnSpPr>
          <p:spPr>
            <a:xfrm>
              <a:off x="18383250" y="224155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C3768E41-9A66-03BC-7360-E84453F58CC2}"/>
                </a:ext>
              </a:extLst>
            </p:cNvPr>
            <p:cNvCxnSpPr>
              <a:cxnSpLocks/>
            </p:cNvCxnSpPr>
            <p:nvPr/>
          </p:nvCxnSpPr>
          <p:spPr>
            <a:xfrm>
              <a:off x="18366268" y="224155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0" name="Straight Connector 2079">
              <a:extLst>
                <a:ext uri="{FF2B5EF4-FFF2-40B4-BE49-F238E27FC236}">
                  <a16:creationId xmlns:a16="http://schemas.microsoft.com/office/drawing/2014/main" id="{92741ED3-1936-C96F-31D9-4235E2DBC702}"/>
                </a:ext>
              </a:extLst>
            </p:cNvPr>
            <p:cNvCxnSpPr>
              <a:cxnSpLocks/>
            </p:cNvCxnSpPr>
            <p:nvPr/>
          </p:nvCxnSpPr>
          <p:spPr>
            <a:xfrm>
              <a:off x="18721868" y="266700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2080">
              <a:extLst>
                <a:ext uri="{FF2B5EF4-FFF2-40B4-BE49-F238E27FC236}">
                  <a16:creationId xmlns:a16="http://schemas.microsoft.com/office/drawing/2014/main" id="{CB71E530-EFBD-F35C-D951-D11ED9CCE7E4}"/>
                </a:ext>
              </a:extLst>
            </p:cNvPr>
            <p:cNvCxnSpPr>
              <a:cxnSpLocks/>
            </p:cNvCxnSpPr>
            <p:nvPr/>
          </p:nvCxnSpPr>
          <p:spPr>
            <a:xfrm>
              <a:off x="18370550" y="284480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2" name="Straight Connector 2081">
              <a:extLst>
                <a:ext uri="{FF2B5EF4-FFF2-40B4-BE49-F238E27FC236}">
                  <a16:creationId xmlns:a16="http://schemas.microsoft.com/office/drawing/2014/main" id="{B5EED1C7-2417-AC31-EB12-A1C93A05D63F}"/>
                </a:ext>
              </a:extLst>
            </p:cNvPr>
            <p:cNvCxnSpPr>
              <a:cxnSpLocks/>
            </p:cNvCxnSpPr>
            <p:nvPr/>
          </p:nvCxnSpPr>
          <p:spPr>
            <a:xfrm>
              <a:off x="18353568" y="284480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2082">
              <a:extLst>
                <a:ext uri="{FF2B5EF4-FFF2-40B4-BE49-F238E27FC236}">
                  <a16:creationId xmlns:a16="http://schemas.microsoft.com/office/drawing/2014/main" id="{11AD5E88-9CD9-C7B8-B1BF-908F689FAEED}"/>
                </a:ext>
              </a:extLst>
            </p:cNvPr>
            <p:cNvCxnSpPr>
              <a:cxnSpLocks/>
            </p:cNvCxnSpPr>
            <p:nvPr/>
          </p:nvCxnSpPr>
          <p:spPr>
            <a:xfrm>
              <a:off x="18364200" y="255905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C3769DC1-2DE8-3D00-1FF9-98C4EBEA378A}"/>
                </a:ext>
              </a:extLst>
            </p:cNvPr>
            <p:cNvCxnSpPr>
              <a:cxnSpLocks/>
            </p:cNvCxnSpPr>
            <p:nvPr/>
          </p:nvCxnSpPr>
          <p:spPr>
            <a:xfrm>
              <a:off x="18376900" y="313055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2A106702-5284-F8AB-EED1-A181BFBB56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64200" y="330200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2085">
              <a:extLst>
                <a:ext uri="{FF2B5EF4-FFF2-40B4-BE49-F238E27FC236}">
                  <a16:creationId xmlns:a16="http://schemas.microsoft.com/office/drawing/2014/main" id="{772E3C0E-EE1E-CF93-C02B-9B9F9B3D7511}"/>
                </a:ext>
              </a:extLst>
            </p:cNvPr>
            <p:cNvCxnSpPr>
              <a:cxnSpLocks/>
            </p:cNvCxnSpPr>
            <p:nvPr/>
          </p:nvCxnSpPr>
          <p:spPr>
            <a:xfrm>
              <a:off x="18378968" y="3435350"/>
              <a:ext cx="0" cy="141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0FFB8550-23FC-D607-A662-7F61C2166C0E}"/>
                </a:ext>
              </a:extLst>
            </p:cNvPr>
            <p:cNvCxnSpPr>
              <a:cxnSpLocks/>
            </p:cNvCxnSpPr>
            <p:nvPr/>
          </p:nvCxnSpPr>
          <p:spPr>
            <a:xfrm>
              <a:off x="18059400" y="472440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Straight Connector 2089">
              <a:extLst>
                <a:ext uri="{FF2B5EF4-FFF2-40B4-BE49-F238E27FC236}">
                  <a16:creationId xmlns:a16="http://schemas.microsoft.com/office/drawing/2014/main" id="{672BFB5B-51C8-E9D5-A2C6-B44230099768}"/>
                </a:ext>
              </a:extLst>
            </p:cNvPr>
            <p:cNvCxnSpPr>
              <a:cxnSpLocks/>
            </p:cNvCxnSpPr>
            <p:nvPr/>
          </p:nvCxnSpPr>
          <p:spPr>
            <a:xfrm>
              <a:off x="18036068" y="1211580"/>
              <a:ext cx="0" cy="35331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7757207F-8844-A145-3419-F8E422A08E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12640" y="1236980"/>
              <a:ext cx="699770" cy="3022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Straight Connector 2093">
              <a:extLst>
                <a:ext uri="{FF2B5EF4-FFF2-40B4-BE49-F238E27FC236}">
                  <a16:creationId xmlns:a16="http://schemas.microsoft.com/office/drawing/2014/main" id="{630EEA6C-D105-695C-EC66-50A7E7B756F7}"/>
                </a:ext>
              </a:extLst>
            </p:cNvPr>
            <p:cNvCxnSpPr>
              <a:cxnSpLocks/>
            </p:cNvCxnSpPr>
            <p:nvPr/>
          </p:nvCxnSpPr>
          <p:spPr>
            <a:xfrm>
              <a:off x="16965930" y="138049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Straight Connector 2094">
              <a:extLst>
                <a:ext uri="{FF2B5EF4-FFF2-40B4-BE49-F238E27FC236}">
                  <a16:creationId xmlns:a16="http://schemas.microsoft.com/office/drawing/2014/main" id="{E37800EA-B276-8C05-B8EE-5A47B2B6A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64840" y="1374140"/>
              <a:ext cx="1080770" cy="447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2096">
              <a:extLst>
                <a:ext uri="{FF2B5EF4-FFF2-40B4-BE49-F238E27FC236}">
                  <a16:creationId xmlns:a16="http://schemas.microsoft.com/office/drawing/2014/main" id="{B1656327-2E55-0A1E-1F6A-1E25FDFDEF3B}"/>
                </a:ext>
              </a:extLst>
            </p:cNvPr>
            <p:cNvCxnSpPr>
              <a:cxnSpLocks/>
            </p:cNvCxnSpPr>
            <p:nvPr/>
          </p:nvCxnSpPr>
          <p:spPr>
            <a:xfrm>
              <a:off x="15518130" y="167005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2097">
              <a:extLst>
                <a:ext uri="{FF2B5EF4-FFF2-40B4-BE49-F238E27FC236}">
                  <a16:creationId xmlns:a16="http://schemas.microsoft.com/office/drawing/2014/main" id="{2457BAA9-D937-5C06-DED9-13DE358EEB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36040" y="1648460"/>
              <a:ext cx="1438910" cy="5765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0" name="Straight Connector 2099">
              <a:extLst>
                <a:ext uri="{FF2B5EF4-FFF2-40B4-BE49-F238E27FC236}">
                  <a16:creationId xmlns:a16="http://schemas.microsoft.com/office/drawing/2014/main" id="{E70B94D9-D67F-0CAA-8D7D-EEBE03ED121C}"/>
                </a:ext>
              </a:extLst>
            </p:cNvPr>
            <p:cNvCxnSpPr>
              <a:cxnSpLocks/>
            </p:cNvCxnSpPr>
            <p:nvPr/>
          </p:nvCxnSpPr>
          <p:spPr>
            <a:xfrm>
              <a:off x="14055888" y="223139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2100">
              <a:extLst>
                <a:ext uri="{FF2B5EF4-FFF2-40B4-BE49-F238E27FC236}">
                  <a16:creationId xmlns:a16="http://schemas.microsoft.com/office/drawing/2014/main" id="{2040D632-DD6E-EA42-3211-395207347A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39445" y="2555875"/>
              <a:ext cx="699770" cy="3022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Straight Connector 2101">
              <a:extLst>
                <a:ext uri="{FF2B5EF4-FFF2-40B4-BE49-F238E27FC236}">
                  <a16:creationId xmlns:a16="http://schemas.microsoft.com/office/drawing/2014/main" id="{C100276F-6A3E-4C83-5062-74698144A912}"/>
                </a:ext>
              </a:extLst>
            </p:cNvPr>
            <p:cNvCxnSpPr>
              <a:cxnSpLocks/>
            </p:cNvCxnSpPr>
            <p:nvPr/>
          </p:nvCxnSpPr>
          <p:spPr>
            <a:xfrm>
              <a:off x="13343418" y="2820035"/>
              <a:ext cx="417032" cy="16446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2102">
              <a:extLst>
                <a:ext uri="{FF2B5EF4-FFF2-40B4-BE49-F238E27FC236}">
                  <a16:creationId xmlns:a16="http://schemas.microsoft.com/office/drawing/2014/main" id="{187103E6-54D3-64DF-0060-39F3F3834AD1}"/>
                </a:ext>
              </a:extLst>
            </p:cNvPr>
            <p:cNvCxnSpPr>
              <a:cxnSpLocks/>
            </p:cNvCxnSpPr>
            <p:nvPr/>
          </p:nvCxnSpPr>
          <p:spPr>
            <a:xfrm>
              <a:off x="13328015" y="3152775"/>
              <a:ext cx="0" cy="2825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Straight Connector 2103">
              <a:extLst>
                <a:ext uri="{FF2B5EF4-FFF2-40B4-BE49-F238E27FC236}">
                  <a16:creationId xmlns:a16="http://schemas.microsoft.com/office/drawing/2014/main" id="{902C88D5-FC7C-C339-A157-5FF38ED26CAF}"/>
                </a:ext>
              </a:extLst>
            </p:cNvPr>
            <p:cNvCxnSpPr>
              <a:cxnSpLocks/>
            </p:cNvCxnSpPr>
            <p:nvPr/>
          </p:nvCxnSpPr>
          <p:spPr>
            <a:xfrm>
              <a:off x="12282488" y="3281363"/>
              <a:ext cx="363700" cy="16763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Straight Connector 2105">
              <a:extLst>
                <a:ext uri="{FF2B5EF4-FFF2-40B4-BE49-F238E27FC236}">
                  <a16:creationId xmlns:a16="http://schemas.microsoft.com/office/drawing/2014/main" id="{62B03371-D30A-A37D-325B-5ABE4FB09E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06163" y="3262312"/>
              <a:ext cx="1078865" cy="43815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Straight Connector 2107">
              <a:extLst>
                <a:ext uri="{FF2B5EF4-FFF2-40B4-BE49-F238E27FC236}">
                  <a16:creationId xmlns:a16="http://schemas.microsoft.com/office/drawing/2014/main" id="{F2848E76-1973-9525-2A8D-DE43455D742E}"/>
                </a:ext>
              </a:extLst>
            </p:cNvPr>
            <p:cNvCxnSpPr>
              <a:cxnSpLocks/>
            </p:cNvCxnSpPr>
            <p:nvPr/>
          </p:nvCxnSpPr>
          <p:spPr>
            <a:xfrm>
              <a:off x="11239501" y="370522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0" name="Straight Connector 2109">
              <a:extLst>
                <a:ext uri="{FF2B5EF4-FFF2-40B4-BE49-F238E27FC236}">
                  <a16:creationId xmlns:a16="http://schemas.microsoft.com/office/drawing/2014/main" id="{F3D324DE-63D5-901E-7001-B65D5E958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5420" y="3724275"/>
              <a:ext cx="309880" cy="12922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2" name="Straight Connector 2111">
              <a:extLst>
                <a:ext uri="{FF2B5EF4-FFF2-40B4-BE49-F238E27FC236}">
                  <a16:creationId xmlns:a16="http://schemas.microsoft.com/office/drawing/2014/main" id="{F25A3BDB-3E05-55EE-89EF-7399BA26EA1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5301" y="3720466"/>
              <a:ext cx="0" cy="88201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8" name="Straight Connector 2257">
              <a:extLst>
                <a:ext uri="{FF2B5EF4-FFF2-40B4-BE49-F238E27FC236}">
                  <a16:creationId xmlns:a16="http://schemas.microsoft.com/office/drawing/2014/main" id="{331F1496-ED60-A573-595B-62C0BE8698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51920" y="459295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2" name="Straight Connector 2281">
              <a:extLst>
                <a:ext uri="{FF2B5EF4-FFF2-40B4-BE49-F238E27FC236}">
                  <a16:creationId xmlns:a16="http://schemas.microsoft.com/office/drawing/2014/main" id="{70466F9A-A080-3106-CEF6-C50CAA046CC6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001" y="475297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3" name="Straight Connector 2282">
              <a:extLst>
                <a:ext uri="{FF2B5EF4-FFF2-40B4-BE49-F238E27FC236}">
                  <a16:creationId xmlns:a16="http://schemas.microsoft.com/office/drawing/2014/main" id="{5B537899-B026-FFC5-5B43-D4C1206041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32870" y="489140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4" name="Straight Connector 2283">
              <a:extLst>
                <a:ext uri="{FF2B5EF4-FFF2-40B4-BE49-F238E27FC236}">
                  <a16:creationId xmlns:a16="http://schemas.microsoft.com/office/drawing/2014/main" id="{EB09F645-98B3-3487-4805-DB76911EF6B8}"/>
                </a:ext>
              </a:extLst>
            </p:cNvPr>
            <p:cNvCxnSpPr>
              <a:cxnSpLocks/>
            </p:cNvCxnSpPr>
            <p:nvPr/>
          </p:nvCxnSpPr>
          <p:spPr>
            <a:xfrm>
              <a:off x="11569701" y="504507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5" name="Straight Connector 2284">
              <a:extLst>
                <a:ext uri="{FF2B5EF4-FFF2-40B4-BE49-F238E27FC236}">
                  <a16:creationId xmlns:a16="http://schemas.microsoft.com/office/drawing/2014/main" id="{534FA97E-2D60-05D0-DF7C-284BDA697B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32870" y="519620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6" name="Straight Connector 2285">
              <a:extLst>
                <a:ext uri="{FF2B5EF4-FFF2-40B4-BE49-F238E27FC236}">
                  <a16:creationId xmlns:a16="http://schemas.microsoft.com/office/drawing/2014/main" id="{B4AB514F-9859-EAC5-115D-97D16C956297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001" y="5320666"/>
              <a:ext cx="0" cy="88201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7" name="Straight Connector 2286">
              <a:extLst>
                <a:ext uri="{FF2B5EF4-FFF2-40B4-BE49-F238E27FC236}">
                  <a16:creationId xmlns:a16="http://schemas.microsoft.com/office/drawing/2014/main" id="{56B567C5-7675-E3CF-85A3-0C329E995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7270" y="618680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8" name="Straight Connector 2287">
              <a:extLst>
                <a:ext uri="{FF2B5EF4-FFF2-40B4-BE49-F238E27FC236}">
                  <a16:creationId xmlns:a16="http://schemas.microsoft.com/office/drawing/2014/main" id="{A098C75E-31D0-29F4-3EE6-3323731A5326}"/>
                </a:ext>
              </a:extLst>
            </p:cNvPr>
            <p:cNvCxnSpPr>
              <a:cxnSpLocks/>
            </p:cNvCxnSpPr>
            <p:nvPr/>
          </p:nvCxnSpPr>
          <p:spPr>
            <a:xfrm>
              <a:off x="11201401" y="6330316"/>
              <a:ext cx="0" cy="205803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0" name="Straight Connector 2289">
              <a:extLst>
                <a:ext uri="{FF2B5EF4-FFF2-40B4-BE49-F238E27FC236}">
                  <a16:creationId xmlns:a16="http://schemas.microsoft.com/office/drawing/2014/main" id="{E130414A-C184-EF25-76FE-F31733411611}"/>
                </a:ext>
              </a:extLst>
            </p:cNvPr>
            <p:cNvCxnSpPr>
              <a:cxnSpLocks/>
            </p:cNvCxnSpPr>
            <p:nvPr/>
          </p:nvCxnSpPr>
          <p:spPr>
            <a:xfrm>
              <a:off x="10814051" y="825817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1" name="Straight Connector 2290">
              <a:extLst>
                <a:ext uri="{FF2B5EF4-FFF2-40B4-BE49-F238E27FC236}">
                  <a16:creationId xmlns:a16="http://schemas.microsoft.com/office/drawing/2014/main" id="{8D063D32-DF66-10CF-4DAB-A77911052D0E}"/>
                </a:ext>
              </a:extLst>
            </p:cNvPr>
            <p:cNvCxnSpPr>
              <a:cxnSpLocks/>
            </p:cNvCxnSpPr>
            <p:nvPr/>
          </p:nvCxnSpPr>
          <p:spPr>
            <a:xfrm>
              <a:off x="10845801" y="6171566"/>
              <a:ext cx="0" cy="205803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2" name="Straight Connector 2291">
              <a:extLst>
                <a:ext uri="{FF2B5EF4-FFF2-40B4-BE49-F238E27FC236}">
                  <a16:creationId xmlns:a16="http://schemas.microsoft.com/office/drawing/2014/main" id="{6D35AD67-236D-2997-2069-78698269FC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53420" y="601535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3" name="Straight Connector 2292">
              <a:extLst>
                <a:ext uri="{FF2B5EF4-FFF2-40B4-BE49-F238E27FC236}">
                  <a16:creationId xmlns:a16="http://schemas.microsoft.com/office/drawing/2014/main" id="{9936382A-26A2-C0E7-C733-BB790D2782E0}"/>
                </a:ext>
              </a:extLst>
            </p:cNvPr>
            <p:cNvCxnSpPr>
              <a:cxnSpLocks/>
            </p:cNvCxnSpPr>
            <p:nvPr/>
          </p:nvCxnSpPr>
          <p:spPr>
            <a:xfrm>
              <a:off x="11220451" y="4584700"/>
              <a:ext cx="0" cy="14846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5" name="Straight Connector 2294">
              <a:extLst>
                <a:ext uri="{FF2B5EF4-FFF2-40B4-BE49-F238E27FC236}">
                  <a16:creationId xmlns:a16="http://schemas.microsoft.com/office/drawing/2014/main" id="{151B857C-5D4C-121F-60FA-21278B644C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0720" y="458660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6" name="Straight Connector 2295">
              <a:extLst>
                <a:ext uri="{FF2B5EF4-FFF2-40B4-BE49-F238E27FC236}">
                  <a16:creationId xmlns:a16="http://schemas.microsoft.com/office/drawing/2014/main" id="{08ABF23F-2C21-D3CA-D48F-03025F32FD7D}"/>
                </a:ext>
              </a:extLst>
            </p:cNvPr>
            <p:cNvCxnSpPr>
              <a:cxnSpLocks/>
            </p:cNvCxnSpPr>
            <p:nvPr/>
          </p:nvCxnSpPr>
          <p:spPr>
            <a:xfrm>
              <a:off x="10858501" y="4692016"/>
              <a:ext cx="0" cy="5911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8" name="Straight Connector 2297">
              <a:extLst>
                <a:ext uri="{FF2B5EF4-FFF2-40B4-BE49-F238E27FC236}">
                  <a16:creationId xmlns:a16="http://schemas.microsoft.com/office/drawing/2014/main" id="{ACF5B4DA-F743-B9E9-C8C4-7B4921625A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2420" y="529145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9" name="Straight Connector 2298">
              <a:extLst>
                <a:ext uri="{FF2B5EF4-FFF2-40B4-BE49-F238E27FC236}">
                  <a16:creationId xmlns:a16="http://schemas.microsoft.com/office/drawing/2014/main" id="{2C5A3DB7-3722-2073-2D5D-BC0766E113B7}"/>
                </a:ext>
              </a:extLst>
            </p:cNvPr>
            <p:cNvCxnSpPr>
              <a:cxnSpLocks/>
            </p:cNvCxnSpPr>
            <p:nvPr/>
          </p:nvCxnSpPr>
          <p:spPr>
            <a:xfrm>
              <a:off x="10464801" y="546417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0" name="Straight Connector 2299">
              <a:extLst>
                <a:ext uri="{FF2B5EF4-FFF2-40B4-BE49-F238E27FC236}">
                  <a16:creationId xmlns:a16="http://schemas.microsoft.com/office/drawing/2014/main" id="{F77C764D-72CE-79CB-BFA4-AEC9313ED538}"/>
                </a:ext>
              </a:extLst>
            </p:cNvPr>
            <p:cNvCxnSpPr>
              <a:cxnSpLocks/>
            </p:cNvCxnSpPr>
            <p:nvPr/>
          </p:nvCxnSpPr>
          <p:spPr>
            <a:xfrm>
              <a:off x="10833101" y="5619116"/>
              <a:ext cx="0" cy="2990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2" name="Straight Connector 2301">
              <a:extLst>
                <a:ext uri="{FF2B5EF4-FFF2-40B4-BE49-F238E27FC236}">
                  <a16:creationId xmlns:a16="http://schemas.microsoft.com/office/drawing/2014/main" id="{AC99B694-72C0-8F2F-3365-9DD84C732389}"/>
                </a:ext>
              </a:extLst>
            </p:cNvPr>
            <p:cNvCxnSpPr>
              <a:cxnSpLocks/>
            </p:cNvCxnSpPr>
            <p:nvPr/>
          </p:nvCxnSpPr>
          <p:spPr>
            <a:xfrm>
              <a:off x="10477501" y="572452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3" name="Straight Connector 2302">
              <a:extLst>
                <a:ext uri="{FF2B5EF4-FFF2-40B4-BE49-F238E27FC236}">
                  <a16:creationId xmlns:a16="http://schemas.microsoft.com/office/drawing/2014/main" id="{FB33AAF9-5135-908B-360F-AC84060E70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7770" y="572960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4" name="Straight Connector 2303">
              <a:extLst>
                <a:ext uri="{FF2B5EF4-FFF2-40B4-BE49-F238E27FC236}">
                  <a16:creationId xmlns:a16="http://schemas.microsoft.com/office/drawing/2014/main" id="{2EF6C53B-6F31-D816-6EA6-A16F661578D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51" y="590232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5" name="Straight Connector 2304">
              <a:extLst>
                <a:ext uri="{FF2B5EF4-FFF2-40B4-BE49-F238E27FC236}">
                  <a16:creationId xmlns:a16="http://schemas.microsoft.com/office/drawing/2014/main" id="{F2AD6CD0-93D1-B417-A5BC-BEA6D62CA14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1151" y="6654800"/>
              <a:ext cx="0" cy="14541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7" name="Straight Connector 2306">
              <a:extLst>
                <a:ext uri="{FF2B5EF4-FFF2-40B4-BE49-F238E27FC236}">
                  <a16:creationId xmlns:a16="http://schemas.microsoft.com/office/drawing/2014/main" id="{5EC6DB5F-1BA8-9D05-D3EF-C7FC412C288B}"/>
                </a:ext>
              </a:extLst>
            </p:cNvPr>
            <p:cNvCxnSpPr>
              <a:cxnSpLocks/>
            </p:cNvCxnSpPr>
            <p:nvPr/>
          </p:nvCxnSpPr>
          <p:spPr>
            <a:xfrm>
              <a:off x="9759950" y="7829550"/>
              <a:ext cx="722313" cy="2698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9" name="Straight Connector 2308">
              <a:extLst>
                <a:ext uri="{FF2B5EF4-FFF2-40B4-BE49-F238E27FC236}">
                  <a16:creationId xmlns:a16="http://schemas.microsoft.com/office/drawing/2014/main" id="{868E67EF-1294-AC8A-AABE-DC4AD88F47D6}"/>
                </a:ext>
              </a:extLst>
            </p:cNvPr>
            <p:cNvCxnSpPr>
              <a:cxnSpLocks/>
            </p:cNvCxnSpPr>
            <p:nvPr/>
          </p:nvCxnSpPr>
          <p:spPr>
            <a:xfrm>
              <a:off x="9753601" y="7536816"/>
              <a:ext cx="0" cy="3117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2" name="Straight Connector 2311">
              <a:extLst>
                <a:ext uri="{FF2B5EF4-FFF2-40B4-BE49-F238E27FC236}">
                  <a16:creationId xmlns:a16="http://schemas.microsoft.com/office/drawing/2014/main" id="{2CEBC518-D8F8-2675-7FA8-D490FB4AE06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1151" y="6069966"/>
              <a:ext cx="0" cy="2990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3" name="Straight Connector 2312">
              <a:extLst>
                <a:ext uri="{FF2B5EF4-FFF2-40B4-BE49-F238E27FC236}">
                  <a16:creationId xmlns:a16="http://schemas.microsoft.com/office/drawing/2014/main" id="{9369EA02-116A-E9D1-5C44-6A8EE16D0A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85070" y="633920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4" name="Straight Connector 2313">
              <a:extLst>
                <a:ext uri="{FF2B5EF4-FFF2-40B4-BE49-F238E27FC236}">
                  <a16:creationId xmlns:a16="http://schemas.microsoft.com/office/drawing/2014/main" id="{9CF6EE78-673C-DDB9-5CE9-6ED94DC2E4FA}"/>
                </a:ext>
              </a:extLst>
            </p:cNvPr>
            <p:cNvCxnSpPr>
              <a:cxnSpLocks/>
            </p:cNvCxnSpPr>
            <p:nvPr/>
          </p:nvCxnSpPr>
          <p:spPr>
            <a:xfrm>
              <a:off x="10109201" y="650557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5" name="Straight Connector 2314">
              <a:extLst>
                <a:ext uri="{FF2B5EF4-FFF2-40B4-BE49-F238E27FC236}">
                  <a16:creationId xmlns:a16="http://schemas.microsoft.com/office/drawing/2014/main" id="{232D2639-1634-F0CF-257C-8260FB9DFFB2}"/>
                </a:ext>
              </a:extLst>
            </p:cNvPr>
            <p:cNvCxnSpPr>
              <a:cxnSpLocks/>
            </p:cNvCxnSpPr>
            <p:nvPr/>
          </p:nvCxnSpPr>
          <p:spPr>
            <a:xfrm>
              <a:off x="9766301" y="755332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6" name="Straight Connector 2315">
              <a:extLst>
                <a:ext uri="{FF2B5EF4-FFF2-40B4-BE49-F238E27FC236}">
                  <a16:creationId xmlns:a16="http://schemas.microsoft.com/office/drawing/2014/main" id="{7D07EFE5-20AF-2EE0-45A1-0713C64726BB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601" y="6800850"/>
              <a:ext cx="0" cy="914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8" name="Straight Connector 2317">
              <a:extLst>
                <a:ext uri="{FF2B5EF4-FFF2-40B4-BE49-F238E27FC236}">
                  <a16:creationId xmlns:a16="http://schemas.microsoft.com/office/drawing/2014/main" id="{6AE05301-B995-B181-E0AE-59E3C377D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61220" y="679005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9" name="Straight Connector 2318">
              <a:extLst>
                <a:ext uri="{FF2B5EF4-FFF2-40B4-BE49-F238E27FC236}">
                  <a16:creationId xmlns:a16="http://schemas.microsoft.com/office/drawing/2014/main" id="{E4735266-1DE9-3152-BA08-6F08A9430310}"/>
                </a:ext>
              </a:extLst>
            </p:cNvPr>
            <p:cNvCxnSpPr>
              <a:cxnSpLocks/>
            </p:cNvCxnSpPr>
            <p:nvPr/>
          </p:nvCxnSpPr>
          <p:spPr>
            <a:xfrm>
              <a:off x="9772651" y="6952616"/>
              <a:ext cx="0" cy="2990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0" name="Straight Connector 2319">
              <a:extLst>
                <a:ext uri="{FF2B5EF4-FFF2-40B4-BE49-F238E27FC236}">
                  <a16:creationId xmlns:a16="http://schemas.microsoft.com/office/drawing/2014/main" id="{8E0D887D-494B-1283-6307-32EE260BE1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9750" y="7080250"/>
              <a:ext cx="331470" cy="1670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9" name="Straight Connector 2328">
              <a:extLst>
                <a:ext uri="{FF2B5EF4-FFF2-40B4-BE49-F238E27FC236}">
                  <a16:creationId xmlns:a16="http://schemas.microsoft.com/office/drawing/2014/main" id="{8170B8F2-BF75-BF9A-8B8A-48F510000FAA}"/>
                </a:ext>
              </a:extLst>
            </p:cNvPr>
            <p:cNvCxnSpPr>
              <a:cxnSpLocks/>
            </p:cNvCxnSpPr>
            <p:nvPr/>
          </p:nvCxnSpPr>
          <p:spPr>
            <a:xfrm>
              <a:off x="6520181" y="475297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0" name="Straight Connector 2329">
              <a:extLst>
                <a:ext uri="{FF2B5EF4-FFF2-40B4-BE49-F238E27FC236}">
                  <a16:creationId xmlns:a16="http://schemas.microsoft.com/office/drawing/2014/main" id="{532A9081-AC9A-8A29-9716-637D589A5922}"/>
                </a:ext>
              </a:extLst>
            </p:cNvPr>
            <p:cNvCxnSpPr>
              <a:cxnSpLocks/>
            </p:cNvCxnSpPr>
            <p:nvPr/>
          </p:nvCxnSpPr>
          <p:spPr>
            <a:xfrm>
              <a:off x="6539231" y="4462146"/>
              <a:ext cx="0" cy="2990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1" name="Straight Connector 2330">
              <a:extLst>
                <a:ext uri="{FF2B5EF4-FFF2-40B4-BE49-F238E27FC236}">
                  <a16:creationId xmlns:a16="http://schemas.microsoft.com/office/drawing/2014/main" id="{7D12B96C-1446-A991-C5D7-618946C88A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6960" y="4282440"/>
              <a:ext cx="36449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2" name="Straight Connector 2331">
              <a:extLst>
                <a:ext uri="{FF2B5EF4-FFF2-40B4-BE49-F238E27FC236}">
                  <a16:creationId xmlns:a16="http://schemas.microsoft.com/office/drawing/2014/main" id="{DF0471A1-B068-31EC-7433-B8149CE40E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8820" y="4282440"/>
              <a:ext cx="358140" cy="152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0" name="Straight Connector 2339">
              <a:extLst>
                <a:ext uri="{FF2B5EF4-FFF2-40B4-BE49-F238E27FC236}">
                  <a16:creationId xmlns:a16="http://schemas.microsoft.com/office/drawing/2014/main" id="{0C678A77-E27A-A628-84BB-23553BABD6FD}"/>
                </a:ext>
              </a:extLst>
            </p:cNvPr>
            <p:cNvCxnSpPr>
              <a:cxnSpLocks/>
            </p:cNvCxnSpPr>
            <p:nvPr/>
          </p:nvCxnSpPr>
          <p:spPr>
            <a:xfrm>
              <a:off x="5806440" y="2994660"/>
              <a:ext cx="1097280" cy="434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2" name="Straight Connector 2341">
              <a:extLst>
                <a:ext uri="{FF2B5EF4-FFF2-40B4-BE49-F238E27FC236}">
                  <a16:creationId xmlns:a16="http://schemas.microsoft.com/office/drawing/2014/main" id="{7A7B0764-74D4-A34E-042E-B42A736350C7}"/>
                </a:ext>
              </a:extLst>
            </p:cNvPr>
            <p:cNvCxnSpPr>
              <a:cxnSpLocks/>
            </p:cNvCxnSpPr>
            <p:nvPr/>
          </p:nvCxnSpPr>
          <p:spPr>
            <a:xfrm>
              <a:off x="6173471" y="4004946"/>
              <a:ext cx="0" cy="2990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3" name="Straight Connector 2342">
              <a:extLst>
                <a:ext uri="{FF2B5EF4-FFF2-40B4-BE49-F238E27FC236}">
                  <a16:creationId xmlns:a16="http://schemas.microsoft.com/office/drawing/2014/main" id="{E0F49B93-EDA3-FF1F-FA62-866EC33E57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2200" y="3413760"/>
              <a:ext cx="1402080" cy="586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7" name="Straight Connector 2346">
              <a:extLst>
                <a:ext uri="{FF2B5EF4-FFF2-40B4-BE49-F238E27FC236}">
                  <a16:creationId xmlns:a16="http://schemas.microsoft.com/office/drawing/2014/main" id="{2DC36902-B670-262F-8580-1ACA58DEC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1160" y="2994660"/>
              <a:ext cx="358140" cy="152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8" name="Straight Connector 2347">
              <a:extLst>
                <a:ext uri="{FF2B5EF4-FFF2-40B4-BE49-F238E27FC236}">
                  <a16:creationId xmlns:a16="http://schemas.microsoft.com/office/drawing/2014/main" id="{0DABAA5B-E836-2621-2C2F-E632F0813F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2540" y="2994660"/>
              <a:ext cx="36449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9" name="Straight Connector 2348">
              <a:extLst>
                <a:ext uri="{FF2B5EF4-FFF2-40B4-BE49-F238E27FC236}">
                  <a16:creationId xmlns:a16="http://schemas.microsoft.com/office/drawing/2014/main" id="{11FBC424-DB8E-0AAA-E94A-4AF1E01758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7300" y="2423160"/>
              <a:ext cx="0" cy="5638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8" name="Straight Connector 2367">
              <a:extLst>
                <a:ext uri="{FF2B5EF4-FFF2-40B4-BE49-F238E27FC236}">
                  <a16:creationId xmlns:a16="http://schemas.microsoft.com/office/drawing/2014/main" id="{236C9C0E-1907-0E68-4235-1E707B461DC4}"/>
                </a:ext>
              </a:extLst>
            </p:cNvPr>
            <p:cNvCxnSpPr>
              <a:cxnSpLocks/>
            </p:cNvCxnSpPr>
            <p:nvPr/>
          </p:nvCxnSpPr>
          <p:spPr>
            <a:xfrm>
              <a:off x="9410701" y="6229350"/>
              <a:ext cx="0" cy="831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0" name="Straight Connector 2369">
              <a:extLst>
                <a:ext uri="{FF2B5EF4-FFF2-40B4-BE49-F238E27FC236}">
                  <a16:creationId xmlns:a16="http://schemas.microsoft.com/office/drawing/2014/main" id="{04B85FBD-8A75-079A-FF21-2891000E5832}"/>
                </a:ext>
              </a:extLst>
            </p:cNvPr>
            <p:cNvCxnSpPr>
              <a:cxnSpLocks/>
            </p:cNvCxnSpPr>
            <p:nvPr/>
          </p:nvCxnSpPr>
          <p:spPr>
            <a:xfrm>
              <a:off x="8299450" y="5765800"/>
              <a:ext cx="1147763" cy="4540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8" name="Straight Connector 2377">
              <a:extLst>
                <a:ext uri="{FF2B5EF4-FFF2-40B4-BE49-F238E27FC236}">
                  <a16:creationId xmlns:a16="http://schemas.microsoft.com/office/drawing/2014/main" id="{9381A14E-D3CF-1750-A753-8DD966E0D9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4760" y="5748655"/>
              <a:ext cx="702310" cy="3321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6" name="Straight Connector 2395">
              <a:extLst>
                <a:ext uri="{FF2B5EF4-FFF2-40B4-BE49-F238E27FC236}">
                  <a16:creationId xmlns:a16="http://schemas.microsoft.com/office/drawing/2014/main" id="{951BFC15-979D-1232-50C1-B8885BAC8189}"/>
                </a:ext>
              </a:extLst>
            </p:cNvPr>
            <p:cNvCxnSpPr>
              <a:cxnSpLocks/>
            </p:cNvCxnSpPr>
            <p:nvPr/>
          </p:nvCxnSpPr>
          <p:spPr>
            <a:xfrm>
              <a:off x="6903720" y="5768340"/>
              <a:ext cx="661670" cy="2819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9" name="Straight Connector 2398">
              <a:extLst>
                <a:ext uri="{FF2B5EF4-FFF2-40B4-BE49-F238E27FC236}">
                  <a16:creationId xmlns:a16="http://schemas.microsoft.com/office/drawing/2014/main" id="{6E5AF89E-5ED3-D8BB-7FD8-E7735F0F167A}"/>
                </a:ext>
              </a:extLst>
            </p:cNvPr>
            <p:cNvCxnSpPr>
              <a:cxnSpLocks/>
            </p:cNvCxnSpPr>
            <p:nvPr/>
          </p:nvCxnSpPr>
          <p:spPr>
            <a:xfrm>
              <a:off x="6883401" y="4921250"/>
              <a:ext cx="0" cy="8623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9" name="Straight Connector 2518">
              <a:extLst>
                <a:ext uri="{FF2B5EF4-FFF2-40B4-BE49-F238E27FC236}">
                  <a16:creationId xmlns:a16="http://schemas.microsoft.com/office/drawing/2014/main" id="{4DDAD355-8739-B33A-386E-E60894CB2C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77595" y="2670175"/>
              <a:ext cx="699770" cy="3022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0" name="Straight Connector 2519">
              <a:extLst>
                <a:ext uri="{FF2B5EF4-FFF2-40B4-BE49-F238E27FC236}">
                  <a16:creationId xmlns:a16="http://schemas.microsoft.com/office/drawing/2014/main" id="{34BF5EBE-BD42-B6A9-09EA-A09196F92A34}"/>
                </a:ext>
              </a:extLst>
            </p:cNvPr>
            <p:cNvCxnSpPr>
              <a:cxnSpLocks/>
            </p:cNvCxnSpPr>
            <p:nvPr/>
          </p:nvCxnSpPr>
          <p:spPr>
            <a:xfrm>
              <a:off x="14449588" y="236474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1" name="Straight Connector 2520">
              <a:extLst>
                <a:ext uri="{FF2B5EF4-FFF2-40B4-BE49-F238E27FC236}">
                  <a16:creationId xmlns:a16="http://schemas.microsoft.com/office/drawing/2014/main" id="{46A6A585-8E37-3819-19E3-ABB6FD674E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27200" y="225425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2" name="Straight Connector 2521">
              <a:extLst>
                <a:ext uri="{FF2B5EF4-FFF2-40B4-BE49-F238E27FC236}">
                  <a16:creationId xmlns:a16="http://schemas.microsoft.com/office/drawing/2014/main" id="{316A42E7-EEA2-00D6-ECFA-20D36A6358E4}"/>
                </a:ext>
              </a:extLst>
            </p:cNvPr>
            <p:cNvCxnSpPr>
              <a:cxnSpLocks/>
            </p:cNvCxnSpPr>
            <p:nvPr/>
          </p:nvCxnSpPr>
          <p:spPr>
            <a:xfrm>
              <a:off x="14760738" y="223139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3" name="Straight Connector 2522">
              <a:extLst>
                <a:ext uri="{FF2B5EF4-FFF2-40B4-BE49-F238E27FC236}">
                  <a16:creationId xmlns:a16="http://schemas.microsoft.com/office/drawing/2014/main" id="{C2134C18-C88C-2FCA-5141-861CDBBD43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63750" y="241935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4" name="Straight Connector 2523">
              <a:extLst>
                <a:ext uri="{FF2B5EF4-FFF2-40B4-BE49-F238E27FC236}">
                  <a16:creationId xmlns:a16="http://schemas.microsoft.com/office/drawing/2014/main" id="{1715DD33-548B-F4B9-D0BE-92A8E7403924}"/>
                </a:ext>
              </a:extLst>
            </p:cNvPr>
            <p:cNvCxnSpPr>
              <a:cxnSpLocks/>
            </p:cNvCxnSpPr>
            <p:nvPr/>
          </p:nvCxnSpPr>
          <p:spPr>
            <a:xfrm>
              <a:off x="15129038" y="209804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5" name="Straight Connector 2524">
              <a:extLst>
                <a:ext uri="{FF2B5EF4-FFF2-40B4-BE49-F238E27FC236}">
                  <a16:creationId xmlns:a16="http://schemas.microsoft.com/office/drawing/2014/main" id="{1B943BBC-ADC4-3BC3-E435-9474487B6A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32050" y="196215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6" name="Straight Connector 2525">
              <a:extLst>
                <a:ext uri="{FF2B5EF4-FFF2-40B4-BE49-F238E27FC236}">
                  <a16:creationId xmlns:a16="http://schemas.microsoft.com/office/drawing/2014/main" id="{0A1C0823-53F6-6007-4B50-F563F811D2D5}"/>
                </a:ext>
              </a:extLst>
            </p:cNvPr>
            <p:cNvCxnSpPr>
              <a:cxnSpLocks/>
            </p:cNvCxnSpPr>
            <p:nvPr/>
          </p:nvCxnSpPr>
          <p:spPr>
            <a:xfrm>
              <a:off x="15490988" y="192024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7" name="Straight Connector 2526">
              <a:extLst>
                <a:ext uri="{FF2B5EF4-FFF2-40B4-BE49-F238E27FC236}">
                  <a16:creationId xmlns:a16="http://schemas.microsoft.com/office/drawing/2014/main" id="{77A10B4C-237D-093E-FBDF-CAF2FE1216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19400" y="1657350"/>
              <a:ext cx="1409700" cy="558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9" name="Straight Connector 2528">
              <a:extLst>
                <a:ext uri="{FF2B5EF4-FFF2-40B4-BE49-F238E27FC236}">
                  <a16:creationId xmlns:a16="http://schemas.microsoft.com/office/drawing/2014/main" id="{B3BA232B-B838-F7DD-3578-A6696510D97E}"/>
                </a:ext>
              </a:extLst>
            </p:cNvPr>
            <p:cNvCxnSpPr>
              <a:cxnSpLocks/>
            </p:cNvCxnSpPr>
            <p:nvPr/>
          </p:nvCxnSpPr>
          <p:spPr>
            <a:xfrm>
              <a:off x="16938788" y="165354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0" name="Straight Connector 2529">
              <a:extLst>
                <a:ext uri="{FF2B5EF4-FFF2-40B4-BE49-F238E27FC236}">
                  <a16:creationId xmlns:a16="http://schemas.microsoft.com/office/drawing/2014/main" id="{B32F110B-FD59-115D-8252-A620967DB6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35050" y="1955800"/>
              <a:ext cx="3219450" cy="1320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2" name="Straight Connector 2531">
              <a:extLst>
                <a:ext uri="{FF2B5EF4-FFF2-40B4-BE49-F238E27FC236}">
                  <a16:creationId xmlns:a16="http://schemas.microsoft.com/office/drawing/2014/main" id="{B3B271E1-2014-63DE-72A5-B0BBE3C8F411}"/>
                </a:ext>
              </a:extLst>
            </p:cNvPr>
            <p:cNvCxnSpPr>
              <a:cxnSpLocks/>
            </p:cNvCxnSpPr>
            <p:nvPr/>
          </p:nvCxnSpPr>
          <p:spPr>
            <a:xfrm>
              <a:off x="13324368" y="3131185"/>
              <a:ext cx="417032" cy="16446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7" name="Straight Connector 2556">
              <a:extLst>
                <a:ext uri="{FF2B5EF4-FFF2-40B4-BE49-F238E27FC236}">
                  <a16:creationId xmlns:a16="http://schemas.microsoft.com/office/drawing/2014/main" id="{ADB8ABFD-7401-95D2-A09C-9CA101797687}"/>
                </a:ext>
              </a:extLst>
            </p:cNvPr>
            <p:cNvCxnSpPr>
              <a:cxnSpLocks/>
            </p:cNvCxnSpPr>
            <p:nvPr/>
          </p:nvCxnSpPr>
          <p:spPr>
            <a:xfrm>
              <a:off x="12947650" y="1089342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8" name="Straight Connector 2557">
              <a:extLst>
                <a:ext uri="{FF2B5EF4-FFF2-40B4-BE49-F238E27FC236}">
                  <a16:creationId xmlns:a16="http://schemas.microsoft.com/office/drawing/2014/main" id="{359891D7-4221-92DC-949D-ABA888B9AF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47650" y="10598150"/>
              <a:ext cx="781050" cy="2921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2" name="Straight Connector 2561">
              <a:extLst>
                <a:ext uri="{FF2B5EF4-FFF2-40B4-BE49-F238E27FC236}">
                  <a16:creationId xmlns:a16="http://schemas.microsoft.com/office/drawing/2014/main" id="{EDD774DE-ACAF-CDDC-E776-12A552ED17BC}"/>
                </a:ext>
              </a:extLst>
            </p:cNvPr>
            <p:cNvCxnSpPr>
              <a:cxnSpLocks/>
            </p:cNvCxnSpPr>
            <p:nvPr/>
          </p:nvCxnSpPr>
          <p:spPr>
            <a:xfrm>
              <a:off x="13711718" y="10604500"/>
              <a:ext cx="0" cy="6159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4" name="Straight Connector 2563">
              <a:extLst>
                <a:ext uri="{FF2B5EF4-FFF2-40B4-BE49-F238E27FC236}">
                  <a16:creationId xmlns:a16="http://schemas.microsoft.com/office/drawing/2014/main" id="{2F63D0ED-86C9-BEDB-E4B0-2F45B844E611}"/>
                </a:ext>
              </a:extLst>
            </p:cNvPr>
            <p:cNvCxnSpPr>
              <a:cxnSpLocks/>
            </p:cNvCxnSpPr>
            <p:nvPr/>
          </p:nvCxnSpPr>
          <p:spPr>
            <a:xfrm>
              <a:off x="14073668" y="10464800"/>
              <a:ext cx="0" cy="6159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3" name="Straight Connector 2572">
              <a:extLst>
                <a:ext uri="{FF2B5EF4-FFF2-40B4-BE49-F238E27FC236}">
                  <a16:creationId xmlns:a16="http://schemas.microsoft.com/office/drawing/2014/main" id="{252FA351-A312-F52F-6202-20C73A9882FD}"/>
                </a:ext>
              </a:extLst>
            </p:cNvPr>
            <p:cNvCxnSpPr>
              <a:cxnSpLocks/>
            </p:cNvCxnSpPr>
            <p:nvPr/>
          </p:nvCxnSpPr>
          <p:spPr>
            <a:xfrm>
              <a:off x="14389100" y="912812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4" name="Straight Connector 2573">
              <a:extLst>
                <a:ext uri="{FF2B5EF4-FFF2-40B4-BE49-F238E27FC236}">
                  <a16:creationId xmlns:a16="http://schemas.microsoft.com/office/drawing/2014/main" id="{26B6AB7D-82FD-CADC-405B-31DEC38355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27200" y="89852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5" name="Straight Connector 2574">
              <a:extLst>
                <a:ext uri="{FF2B5EF4-FFF2-40B4-BE49-F238E27FC236}">
                  <a16:creationId xmlns:a16="http://schemas.microsoft.com/office/drawing/2014/main" id="{71CB89B7-12AD-2D6D-2A08-E3F06E00E67A}"/>
                </a:ext>
              </a:extLst>
            </p:cNvPr>
            <p:cNvCxnSpPr>
              <a:cxnSpLocks/>
            </p:cNvCxnSpPr>
            <p:nvPr/>
          </p:nvCxnSpPr>
          <p:spPr>
            <a:xfrm>
              <a:off x="14446250" y="8839200"/>
              <a:ext cx="336550" cy="152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6" name="Straight Connector 2575">
              <a:extLst>
                <a:ext uri="{FF2B5EF4-FFF2-40B4-BE49-F238E27FC236}">
                  <a16:creationId xmlns:a16="http://schemas.microsoft.com/office/drawing/2014/main" id="{AC26D322-29E7-53F9-FA8F-2DC0EB3F3D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71650" y="86741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9" name="Straight Connector 2618">
              <a:extLst>
                <a:ext uri="{FF2B5EF4-FFF2-40B4-BE49-F238E27FC236}">
                  <a16:creationId xmlns:a16="http://schemas.microsoft.com/office/drawing/2014/main" id="{28A57557-6DB3-4107-FA9A-183B4D3EF23B}"/>
                </a:ext>
              </a:extLst>
            </p:cNvPr>
            <p:cNvCxnSpPr>
              <a:cxnSpLocks/>
            </p:cNvCxnSpPr>
            <p:nvPr/>
          </p:nvCxnSpPr>
          <p:spPr>
            <a:xfrm>
              <a:off x="12978765" y="3270250"/>
              <a:ext cx="0" cy="3111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1" name="Straight Connector 2620">
              <a:extLst>
                <a:ext uri="{FF2B5EF4-FFF2-40B4-BE49-F238E27FC236}">
                  <a16:creationId xmlns:a16="http://schemas.microsoft.com/office/drawing/2014/main" id="{25A87AD3-DAE4-7F1A-A90C-D1F15FA0D6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56820" y="3292475"/>
              <a:ext cx="309880" cy="12922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1" name="Straight Connector 2670">
              <a:extLst>
                <a:ext uri="{FF2B5EF4-FFF2-40B4-BE49-F238E27FC236}">
                  <a16:creationId xmlns:a16="http://schemas.microsoft.com/office/drawing/2014/main" id="{BD70C679-56F9-3508-306D-C8764D6EC0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60350" y="344805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E00A828-8F9A-0EF6-7E9C-31802B917F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1380" y="3238500"/>
              <a:ext cx="36449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6112347-C7C8-CF45-FBB1-AB348C1AE4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6100" y="3268980"/>
              <a:ext cx="358140" cy="152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F8DBA5E-4623-F570-6889-6A64EB520B08}"/>
              </a:ext>
            </a:extLst>
          </p:cNvPr>
          <p:cNvGrpSpPr/>
          <p:nvPr/>
        </p:nvGrpSpPr>
        <p:grpSpPr>
          <a:xfrm>
            <a:off x="742950" y="1245870"/>
            <a:ext cx="17293590" cy="10730230"/>
            <a:chOff x="768350" y="1626870"/>
            <a:chExt cx="17293590" cy="10730230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grpSpPr>
        <p:cxnSp>
          <p:nvCxnSpPr>
            <p:cNvPr id="954" name="Straight Connector 953">
              <a:extLst>
                <a:ext uri="{FF2B5EF4-FFF2-40B4-BE49-F238E27FC236}">
                  <a16:creationId xmlns:a16="http://schemas.microsoft.com/office/drawing/2014/main" id="{475A0BD0-1BA7-20B8-84D2-0F1175BD05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0000" y="6294120"/>
              <a:ext cx="1383030" cy="6096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EE671654-43B0-400C-4622-EAF778A8FB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7660" y="8081772"/>
              <a:ext cx="1085088" cy="460248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8AA00092-35D5-D10E-60F8-45C99CA694F8}"/>
                </a:ext>
              </a:extLst>
            </p:cNvPr>
            <p:cNvCxnSpPr>
              <a:cxnSpLocks/>
            </p:cNvCxnSpPr>
            <p:nvPr/>
          </p:nvCxnSpPr>
          <p:spPr>
            <a:xfrm>
              <a:off x="7949093" y="8580120"/>
              <a:ext cx="0" cy="112903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C7F09C29-7378-E39C-2C7D-78EC633865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38135" y="9654540"/>
              <a:ext cx="2186940" cy="92773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A06BC6F0-8D35-E72A-64FE-DF7AE0FEED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42601" y="10586085"/>
              <a:ext cx="0" cy="3390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44DC4D00-D0BB-6623-CFCB-426D288AEA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2750" y="6457950"/>
              <a:ext cx="1016000" cy="4508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E0DC497A-921A-499A-20E6-105007218C88}"/>
                </a:ext>
              </a:extLst>
            </p:cNvPr>
            <p:cNvCxnSpPr>
              <a:cxnSpLocks/>
            </p:cNvCxnSpPr>
            <p:nvPr/>
          </p:nvCxnSpPr>
          <p:spPr>
            <a:xfrm>
              <a:off x="6494308" y="6446486"/>
              <a:ext cx="1140932" cy="472474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833155B3-1177-18E4-C9FF-21FE5AA75F5D}"/>
                </a:ext>
              </a:extLst>
            </p:cNvPr>
            <p:cNvCxnSpPr>
              <a:cxnSpLocks/>
            </p:cNvCxnSpPr>
            <p:nvPr/>
          </p:nvCxnSpPr>
          <p:spPr>
            <a:xfrm>
              <a:off x="8314182" y="7176770"/>
              <a:ext cx="0" cy="59258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99DDAD7-E3B7-140F-594B-C36F5AC148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88655" y="7763764"/>
              <a:ext cx="1493520" cy="608711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D83A574D-A1EB-FD50-6F01-219E9F2330F0}"/>
                </a:ext>
              </a:extLst>
            </p:cNvPr>
            <p:cNvCxnSpPr>
              <a:cxnSpLocks/>
            </p:cNvCxnSpPr>
            <p:nvPr/>
          </p:nvCxnSpPr>
          <p:spPr>
            <a:xfrm>
              <a:off x="7964968" y="7025606"/>
              <a:ext cx="378932" cy="198154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4851413C-B6C9-5A85-DF8C-BB1C7B252575}"/>
                </a:ext>
              </a:extLst>
            </p:cNvPr>
            <p:cNvCxnSpPr>
              <a:cxnSpLocks/>
            </p:cNvCxnSpPr>
            <p:nvPr/>
          </p:nvCxnSpPr>
          <p:spPr>
            <a:xfrm>
              <a:off x="7963662" y="673481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F78A310-D02F-2D25-4C1D-7D96B0330F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7473" y="10908676"/>
              <a:ext cx="1059561" cy="426339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88F06ADD-7E88-6F05-6832-A71AC9F3E3C9}"/>
                </a:ext>
              </a:extLst>
            </p:cNvPr>
            <p:cNvCxnSpPr>
              <a:cxnSpLocks/>
            </p:cNvCxnSpPr>
            <p:nvPr/>
          </p:nvCxnSpPr>
          <p:spPr>
            <a:xfrm>
              <a:off x="11225276" y="11306810"/>
              <a:ext cx="0" cy="3390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3C805A1B-31E6-779F-3290-1656493BF4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07923" y="11600826"/>
              <a:ext cx="374477" cy="153024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F65A9D4-62FA-1AA2-C693-2BF034EF272A}"/>
                </a:ext>
              </a:extLst>
            </p:cNvPr>
            <p:cNvCxnSpPr>
              <a:cxnSpLocks/>
            </p:cNvCxnSpPr>
            <p:nvPr/>
          </p:nvCxnSpPr>
          <p:spPr>
            <a:xfrm>
              <a:off x="13009626" y="11173460"/>
              <a:ext cx="0" cy="5740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C1C9F9B1-8603-6DAB-9034-A0A3B25589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82573" y="11734800"/>
              <a:ext cx="1415877" cy="596276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975E8C0C-A565-19A7-FAB8-E125859FF2AF}"/>
                </a:ext>
              </a:extLst>
            </p:cNvPr>
            <p:cNvCxnSpPr>
              <a:cxnSpLocks/>
            </p:cNvCxnSpPr>
            <p:nvPr/>
          </p:nvCxnSpPr>
          <p:spPr>
            <a:xfrm>
              <a:off x="11593576" y="11783060"/>
              <a:ext cx="0" cy="5740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D4C3977A-2718-9270-9148-0558B1E022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28700" y="8953500"/>
              <a:ext cx="361950" cy="1841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32651781-C05A-B5AB-40F6-5B011E0420B8}"/>
                </a:ext>
              </a:extLst>
            </p:cNvPr>
            <p:cNvCxnSpPr>
              <a:cxnSpLocks/>
            </p:cNvCxnSpPr>
            <p:nvPr/>
          </p:nvCxnSpPr>
          <p:spPr>
            <a:xfrm>
              <a:off x="13030200" y="8826500"/>
              <a:ext cx="709676" cy="3143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4FCE8F44-E4BE-289A-F7D0-29E064AA5367}"/>
                </a:ext>
              </a:extLst>
            </p:cNvPr>
            <p:cNvCxnSpPr>
              <a:cxnSpLocks/>
            </p:cNvCxnSpPr>
            <p:nvPr/>
          </p:nvCxnSpPr>
          <p:spPr>
            <a:xfrm>
              <a:off x="13004800" y="8845550"/>
              <a:ext cx="0" cy="2857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73D0788E-382D-452E-7E8A-F40D7D196BB3}"/>
                </a:ext>
              </a:extLst>
            </p:cNvPr>
            <p:cNvCxnSpPr>
              <a:cxnSpLocks/>
            </p:cNvCxnSpPr>
            <p:nvPr/>
          </p:nvCxnSpPr>
          <p:spPr>
            <a:xfrm>
              <a:off x="12682601" y="8947150"/>
              <a:ext cx="0" cy="5969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59D5E7BB-AC0F-94A6-578A-8F8D0E3AA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74600" y="9553575"/>
              <a:ext cx="355600" cy="1746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DBAFD32C-523F-A2D8-38FA-D55671F200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27198" y="9553575"/>
              <a:ext cx="342727" cy="145426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23A2CB68-9320-946E-9C4B-F1954A516C3A}"/>
                </a:ext>
              </a:extLst>
            </p:cNvPr>
            <p:cNvCxnSpPr>
              <a:cxnSpLocks/>
            </p:cNvCxnSpPr>
            <p:nvPr/>
          </p:nvCxnSpPr>
          <p:spPr>
            <a:xfrm>
              <a:off x="13368401" y="9573260"/>
              <a:ext cx="0" cy="5422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42C19913-22C8-39D9-5C7B-404471348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12700" y="10280650"/>
              <a:ext cx="311150" cy="1397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97957517-D9A2-7C8F-C11D-738FE60441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84298" y="11022976"/>
              <a:ext cx="320502" cy="178424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F1B7784F-4F50-37B1-9400-89C5AA4250DB}"/>
                </a:ext>
              </a:extLst>
            </p:cNvPr>
            <p:cNvCxnSpPr>
              <a:cxnSpLocks/>
            </p:cNvCxnSpPr>
            <p:nvPr/>
          </p:nvCxnSpPr>
          <p:spPr>
            <a:xfrm>
              <a:off x="12682601" y="10699750"/>
              <a:ext cx="0" cy="3397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184FFDF6-6AEF-186E-21D6-D66CBAAFD0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98450" y="8522970"/>
              <a:ext cx="1073150" cy="43053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C2996E09-D0A0-3821-8840-F118D4D94C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58898" y="8537575"/>
              <a:ext cx="342727" cy="145426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E9E9CE18-CBC6-3B78-B615-A0C9932DE216}"/>
                </a:ext>
              </a:extLst>
            </p:cNvPr>
            <p:cNvCxnSpPr>
              <a:cxnSpLocks/>
            </p:cNvCxnSpPr>
            <p:nvPr/>
          </p:nvCxnSpPr>
          <p:spPr>
            <a:xfrm>
              <a:off x="12654026" y="8382000"/>
              <a:ext cx="0" cy="2889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1FB08ADA-CF2B-7F14-C347-7C8A8FFA77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38050" y="8223250"/>
              <a:ext cx="311150" cy="1460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F1557F65-8390-5F31-1CF7-3851DD9B88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22348" y="7918450"/>
              <a:ext cx="682452" cy="307351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2114">
              <a:extLst>
                <a:ext uri="{FF2B5EF4-FFF2-40B4-BE49-F238E27FC236}">
                  <a16:creationId xmlns:a16="http://schemas.microsoft.com/office/drawing/2014/main" id="{C7B81668-5A4C-0676-1C48-F4E0DAE997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16230" y="7926070"/>
              <a:ext cx="1471930" cy="5930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7" name="Straight Connector 2116">
              <a:extLst>
                <a:ext uri="{FF2B5EF4-FFF2-40B4-BE49-F238E27FC236}">
                  <a16:creationId xmlns:a16="http://schemas.microsoft.com/office/drawing/2014/main" id="{02BF130C-7083-FFDA-89F4-F216FE7C790A}"/>
                </a:ext>
              </a:extLst>
            </p:cNvPr>
            <p:cNvCxnSpPr>
              <a:cxnSpLocks/>
            </p:cNvCxnSpPr>
            <p:nvPr/>
          </p:nvCxnSpPr>
          <p:spPr>
            <a:xfrm>
              <a:off x="14471396" y="8207375"/>
              <a:ext cx="0" cy="3390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2117">
              <a:extLst>
                <a:ext uri="{FF2B5EF4-FFF2-40B4-BE49-F238E27FC236}">
                  <a16:creationId xmlns:a16="http://schemas.microsoft.com/office/drawing/2014/main" id="{C9D3FAC7-C936-4C6B-F6C9-E9523AD1A6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39090" y="7644130"/>
              <a:ext cx="1471930" cy="5930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9" name="Straight Connector 2118">
              <a:extLst>
                <a:ext uri="{FF2B5EF4-FFF2-40B4-BE49-F238E27FC236}">
                  <a16:creationId xmlns:a16="http://schemas.microsoft.com/office/drawing/2014/main" id="{F484FB5E-B1D2-C5EF-AE1D-D8BCDCB0E5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8360" y="7647305"/>
              <a:ext cx="752856" cy="31559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2120">
              <a:extLst>
                <a:ext uri="{FF2B5EF4-FFF2-40B4-BE49-F238E27FC236}">
                  <a16:creationId xmlns:a16="http://schemas.microsoft.com/office/drawing/2014/main" id="{BEBE7795-4CE7-102A-B7B9-23C5EB57745F}"/>
                </a:ext>
              </a:extLst>
            </p:cNvPr>
            <p:cNvCxnSpPr>
              <a:cxnSpLocks/>
            </p:cNvCxnSpPr>
            <p:nvPr/>
          </p:nvCxnSpPr>
          <p:spPr>
            <a:xfrm>
              <a:off x="12299696" y="7345680"/>
              <a:ext cx="0" cy="6064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2122">
              <a:extLst>
                <a:ext uri="{FF2B5EF4-FFF2-40B4-BE49-F238E27FC236}">
                  <a16:creationId xmlns:a16="http://schemas.microsoft.com/office/drawing/2014/main" id="{E8A38A28-480C-BF81-5846-A2840AB233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30430" y="7354570"/>
              <a:ext cx="311150" cy="1460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2123">
              <a:extLst>
                <a:ext uri="{FF2B5EF4-FFF2-40B4-BE49-F238E27FC236}">
                  <a16:creationId xmlns:a16="http://schemas.microsoft.com/office/drawing/2014/main" id="{ADA9C0C8-28D9-67E1-1C46-61234B6E1D26}"/>
                </a:ext>
              </a:extLst>
            </p:cNvPr>
            <p:cNvCxnSpPr>
              <a:cxnSpLocks/>
            </p:cNvCxnSpPr>
            <p:nvPr/>
          </p:nvCxnSpPr>
          <p:spPr>
            <a:xfrm>
              <a:off x="12646406" y="7223760"/>
              <a:ext cx="0" cy="2889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2124">
              <a:extLst>
                <a:ext uri="{FF2B5EF4-FFF2-40B4-BE49-F238E27FC236}">
                  <a16:creationId xmlns:a16="http://schemas.microsoft.com/office/drawing/2014/main" id="{A5507EBD-112A-A25D-757F-AFE73046E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42850" y="7225030"/>
              <a:ext cx="1837690" cy="72263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7" name="Straight Connector 2126">
              <a:extLst>
                <a:ext uri="{FF2B5EF4-FFF2-40B4-BE49-F238E27FC236}">
                  <a16:creationId xmlns:a16="http://schemas.microsoft.com/office/drawing/2014/main" id="{253AE115-6CC2-56BA-0757-23E30EA91E14}"/>
                </a:ext>
              </a:extLst>
            </p:cNvPr>
            <p:cNvCxnSpPr>
              <a:cxnSpLocks/>
            </p:cNvCxnSpPr>
            <p:nvPr/>
          </p:nvCxnSpPr>
          <p:spPr>
            <a:xfrm>
              <a:off x="14448536" y="7628255"/>
              <a:ext cx="0" cy="3390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2127">
              <a:extLst>
                <a:ext uri="{FF2B5EF4-FFF2-40B4-BE49-F238E27FC236}">
                  <a16:creationId xmlns:a16="http://schemas.microsoft.com/office/drawing/2014/main" id="{55BD5F48-12F6-2DA9-5D0F-A98012DA86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105890" y="7491730"/>
              <a:ext cx="311150" cy="1460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Straight Connector 2128">
              <a:extLst>
                <a:ext uri="{FF2B5EF4-FFF2-40B4-BE49-F238E27FC236}">
                  <a16:creationId xmlns:a16="http://schemas.microsoft.com/office/drawing/2014/main" id="{2C158190-5C6D-504E-D7EE-E0DE4100CB59}"/>
                </a:ext>
              </a:extLst>
            </p:cNvPr>
            <p:cNvCxnSpPr>
              <a:cxnSpLocks/>
            </p:cNvCxnSpPr>
            <p:nvPr/>
          </p:nvCxnSpPr>
          <p:spPr>
            <a:xfrm>
              <a:off x="14113256" y="7186295"/>
              <a:ext cx="0" cy="3390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Connector 2129">
              <a:extLst>
                <a:ext uri="{FF2B5EF4-FFF2-40B4-BE49-F238E27FC236}">
                  <a16:creationId xmlns:a16="http://schemas.microsoft.com/office/drawing/2014/main" id="{751AAC17-04E7-3332-50E7-BDC8637006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36860" y="6736080"/>
              <a:ext cx="1006620" cy="4515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2131">
              <a:extLst>
                <a:ext uri="{FF2B5EF4-FFF2-40B4-BE49-F238E27FC236}">
                  <a16:creationId xmlns:a16="http://schemas.microsoft.com/office/drawing/2014/main" id="{DD85EE29-A9EA-D6A4-3552-6E13BB7E91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65388" y="6751320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2133">
              <a:extLst>
                <a:ext uri="{FF2B5EF4-FFF2-40B4-BE49-F238E27FC236}">
                  <a16:creationId xmlns:a16="http://schemas.microsoft.com/office/drawing/2014/main" id="{A2BF8A94-5E90-8987-D3A9-D7728FD85E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82850" y="6880860"/>
              <a:ext cx="349250" cy="1612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DF57963C-1A5E-95E8-8B8B-DAA134E46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531148" y="6652260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1" name="Straight Connector 2140">
              <a:extLst>
                <a:ext uri="{FF2B5EF4-FFF2-40B4-BE49-F238E27FC236}">
                  <a16:creationId xmlns:a16="http://schemas.microsoft.com/office/drawing/2014/main" id="{17E5FEA6-6126-F238-6E2E-4828E14B78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44800" y="6438900"/>
              <a:ext cx="360680" cy="1587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2" name="Straight Connector 2141">
              <a:extLst>
                <a:ext uri="{FF2B5EF4-FFF2-40B4-BE49-F238E27FC236}">
                  <a16:creationId xmlns:a16="http://schemas.microsoft.com/office/drawing/2014/main" id="{CAAC620A-D278-1726-B0B5-C7BCE37A6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04528" y="6431280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Straight Connector 2142">
              <a:extLst>
                <a:ext uri="{FF2B5EF4-FFF2-40B4-BE49-F238E27FC236}">
                  <a16:creationId xmlns:a16="http://schemas.microsoft.com/office/drawing/2014/main" id="{73D34F8D-3EF3-27A5-15EF-AC66CE8733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95175" y="6583680"/>
              <a:ext cx="353205" cy="17432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Straight Connector 2145">
              <a:extLst>
                <a:ext uri="{FF2B5EF4-FFF2-40B4-BE49-F238E27FC236}">
                  <a16:creationId xmlns:a16="http://schemas.microsoft.com/office/drawing/2014/main" id="{2D4B789C-D742-094E-4D35-22EA67BEE0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39808" y="6286500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8" name="Straight Connector 2147">
              <a:extLst>
                <a:ext uri="{FF2B5EF4-FFF2-40B4-BE49-F238E27FC236}">
                  <a16:creationId xmlns:a16="http://schemas.microsoft.com/office/drawing/2014/main" id="{4D2DC45C-28F0-21FC-98E7-2425F56675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56000" y="5852160"/>
              <a:ext cx="1097280" cy="4572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1" name="Straight Connector 2150">
              <a:extLst>
                <a:ext uri="{FF2B5EF4-FFF2-40B4-BE49-F238E27FC236}">
                  <a16:creationId xmlns:a16="http://schemas.microsoft.com/office/drawing/2014/main" id="{75012544-A765-B62F-E32E-BDA2162457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44708" y="5562600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2" name="Straight Connector 2151">
              <a:extLst>
                <a:ext uri="{FF2B5EF4-FFF2-40B4-BE49-F238E27FC236}">
                  <a16:creationId xmlns:a16="http://schemas.microsoft.com/office/drawing/2014/main" id="{71E1B1F0-7B6B-CCE1-F466-DA9410BE9B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18540" y="5562600"/>
              <a:ext cx="3627120" cy="15163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5" name="Straight Connector 2154">
              <a:extLst>
                <a:ext uri="{FF2B5EF4-FFF2-40B4-BE49-F238E27FC236}">
                  <a16:creationId xmlns:a16="http://schemas.microsoft.com/office/drawing/2014/main" id="{850E369C-6FCC-4794-D156-4F4F8C21EA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383260" y="6918960"/>
              <a:ext cx="347980" cy="1549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Straight Connector 2156">
              <a:extLst>
                <a:ext uri="{FF2B5EF4-FFF2-40B4-BE49-F238E27FC236}">
                  <a16:creationId xmlns:a16="http://schemas.microsoft.com/office/drawing/2014/main" id="{6B9D679E-C890-A8C2-8B97-723998C15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83260" y="4991100"/>
              <a:ext cx="4678680" cy="19431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Straight Connector 2160">
              <a:extLst>
                <a:ext uri="{FF2B5EF4-FFF2-40B4-BE49-F238E27FC236}">
                  <a16:creationId xmlns:a16="http://schemas.microsoft.com/office/drawing/2014/main" id="{34B2DB83-0F5F-44AE-95AD-74997ACE8B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78400" y="4845050"/>
              <a:ext cx="373380" cy="1409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3" name="Straight Connector 2162">
              <a:extLst>
                <a:ext uri="{FF2B5EF4-FFF2-40B4-BE49-F238E27FC236}">
                  <a16:creationId xmlns:a16="http://schemas.microsoft.com/office/drawing/2014/main" id="{450F5835-FF2A-EFE6-3080-279BD828EB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42900" y="4838700"/>
              <a:ext cx="4676140" cy="19113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5" name="Straight Connector 2164">
              <a:extLst>
                <a:ext uri="{FF2B5EF4-FFF2-40B4-BE49-F238E27FC236}">
                  <a16:creationId xmlns:a16="http://schemas.microsoft.com/office/drawing/2014/main" id="{5DB44A64-24B1-11CD-7069-C1FC2D9D8A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35598" y="6490335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6" name="Straight Connector 2165">
              <a:extLst>
                <a:ext uri="{FF2B5EF4-FFF2-40B4-BE49-F238E27FC236}">
                  <a16:creationId xmlns:a16="http://schemas.microsoft.com/office/drawing/2014/main" id="{430880FA-BF95-32C5-E827-9BA783986D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23850" y="4562475"/>
              <a:ext cx="4676140" cy="19113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2166">
              <a:extLst>
                <a:ext uri="{FF2B5EF4-FFF2-40B4-BE49-F238E27FC236}">
                  <a16:creationId xmlns:a16="http://schemas.microsoft.com/office/drawing/2014/main" id="{40BE8CCE-BB10-72D7-E2AB-289209A9AC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92371" y="4248150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8" name="Straight Connector 2167">
              <a:extLst>
                <a:ext uri="{FF2B5EF4-FFF2-40B4-BE49-F238E27FC236}">
                  <a16:creationId xmlns:a16="http://schemas.microsoft.com/office/drawing/2014/main" id="{3ED9D697-A8B9-A1B3-1A76-DFC172CF1C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09562" y="4257675"/>
              <a:ext cx="4676140" cy="19113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9" name="Straight Connector 2168">
              <a:extLst>
                <a:ext uri="{FF2B5EF4-FFF2-40B4-BE49-F238E27FC236}">
                  <a16:creationId xmlns:a16="http://schemas.microsoft.com/office/drawing/2014/main" id="{2958287F-F669-2A6B-A50B-3DF84528C8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16548" y="5909310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0" name="Straight Connector 2169">
              <a:extLst>
                <a:ext uri="{FF2B5EF4-FFF2-40B4-BE49-F238E27FC236}">
                  <a16:creationId xmlns:a16="http://schemas.microsoft.com/office/drawing/2014/main" id="{DB58DA33-E839-0D38-2BA8-870616A9A2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04800" y="3986213"/>
              <a:ext cx="4676140" cy="19113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1" name="Straight Connector 2170">
              <a:extLst>
                <a:ext uri="{FF2B5EF4-FFF2-40B4-BE49-F238E27FC236}">
                  <a16:creationId xmlns:a16="http://schemas.microsoft.com/office/drawing/2014/main" id="{F4F41049-408C-416D-EAAF-364E1C883B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01896" y="3671888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2" name="Straight Connector 2171">
              <a:extLst>
                <a:ext uri="{FF2B5EF4-FFF2-40B4-BE49-F238E27FC236}">
                  <a16:creationId xmlns:a16="http://schemas.microsoft.com/office/drawing/2014/main" id="{76B9CBB7-0D31-0240-3AEF-CEE6CAE8DB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47662" y="3662363"/>
              <a:ext cx="4676140" cy="19113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3" name="Straight Connector 2172">
              <a:extLst>
                <a:ext uri="{FF2B5EF4-FFF2-40B4-BE49-F238E27FC236}">
                  <a16:creationId xmlns:a16="http://schemas.microsoft.com/office/drawing/2014/main" id="{A3BAF451-41B7-3FC0-CF20-DF1FC295E8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30836" y="5313998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4" name="Straight Connector 2173">
              <a:extLst>
                <a:ext uri="{FF2B5EF4-FFF2-40B4-BE49-F238E27FC236}">
                  <a16:creationId xmlns:a16="http://schemas.microsoft.com/office/drawing/2014/main" id="{6E13B1E1-04CA-A597-404D-3ABD2820A2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28612" y="3409950"/>
              <a:ext cx="4676140" cy="19113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5" name="Straight Connector 2174">
              <a:extLst>
                <a:ext uri="{FF2B5EF4-FFF2-40B4-BE49-F238E27FC236}">
                  <a16:creationId xmlns:a16="http://schemas.microsoft.com/office/drawing/2014/main" id="{C860233C-2D99-8A65-7378-283FDB3550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11421" y="3100388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6" name="Straight Connector 2175">
              <a:extLst>
                <a:ext uri="{FF2B5EF4-FFF2-40B4-BE49-F238E27FC236}">
                  <a16:creationId xmlns:a16="http://schemas.microsoft.com/office/drawing/2014/main" id="{D59BAD90-B9A5-4D79-0629-D5AF784A04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66980" y="3105150"/>
              <a:ext cx="5042534" cy="206121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8" name="Straight Connector 2177">
              <a:extLst>
                <a:ext uri="{FF2B5EF4-FFF2-40B4-BE49-F238E27FC236}">
                  <a16:creationId xmlns:a16="http://schemas.microsoft.com/office/drawing/2014/main" id="{D040166D-D944-9556-E6CF-9A4441FCAA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49836" y="4887278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9" name="Straight Connector 2178">
              <a:extLst>
                <a:ext uri="{FF2B5EF4-FFF2-40B4-BE49-F238E27FC236}">
                  <a16:creationId xmlns:a16="http://schemas.microsoft.com/office/drawing/2014/main" id="{B3B30BD7-170F-FA77-0344-ED70164B81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51740" y="2838450"/>
              <a:ext cx="5042534" cy="206121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0" name="Straight Connector 2179">
              <a:extLst>
                <a:ext uri="{FF2B5EF4-FFF2-40B4-BE49-F238E27FC236}">
                  <a16:creationId xmlns:a16="http://schemas.microsoft.com/office/drawing/2014/main" id="{917F3B9A-F61A-853F-E3E6-CEE3BB99E0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03801" y="2513648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1" name="Straight Connector 2180">
              <a:extLst>
                <a:ext uri="{FF2B5EF4-FFF2-40B4-BE49-F238E27FC236}">
                  <a16:creationId xmlns:a16="http://schemas.microsoft.com/office/drawing/2014/main" id="{39DA2A83-F546-EDFF-7C0F-37F107E5F2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16000" y="2518410"/>
              <a:ext cx="3985894" cy="15836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3" name="Straight Connector 2182">
              <a:extLst>
                <a:ext uri="{FF2B5EF4-FFF2-40B4-BE49-F238E27FC236}">
                  <a16:creationId xmlns:a16="http://schemas.microsoft.com/office/drawing/2014/main" id="{D47BDC57-B327-DD47-3B3F-AA0DAAD7B4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65076" y="4254500"/>
              <a:ext cx="0" cy="313691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1" name="Straight Connector 2220">
              <a:extLst>
                <a:ext uri="{FF2B5EF4-FFF2-40B4-BE49-F238E27FC236}">
                  <a16:creationId xmlns:a16="http://schemas.microsoft.com/office/drawing/2014/main" id="{5A11BA77-9F42-D76B-BDA1-169DBF73D5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9313" y="351948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3" name="Straight Connector 2222">
              <a:extLst>
                <a:ext uri="{FF2B5EF4-FFF2-40B4-BE49-F238E27FC236}">
                  <a16:creationId xmlns:a16="http://schemas.microsoft.com/office/drawing/2014/main" id="{24E89C76-CCEB-DEFD-DDF2-F3AF243E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1696" y="3529013"/>
              <a:ext cx="0" cy="17668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5" name="Straight Connector 2224">
              <a:extLst>
                <a:ext uri="{FF2B5EF4-FFF2-40B4-BE49-F238E27FC236}">
                  <a16:creationId xmlns:a16="http://schemas.microsoft.com/office/drawing/2014/main" id="{2E5C25F1-DEBC-1FA5-FB4E-A25D0DBEC6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20220" y="528955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6" name="Straight Connector 2225">
              <a:extLst>
                <a:ext uri="{FF2B5EF4-FFF2-40B4-BE49-F238E27FC236}">
                  <a16:creationId xmlns:a16="http://schemas.microsoft.com/office/drawing/2014/main" id="{B7E2C393-57CC-3DAD-5B40-81C0A61D46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26571" y="5449888"/>
              <a:ext cx="0" cy="58261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8" name="Straight Connector 2227">
              <a:extLst>
                <a:ext uri="{FF2B5EF4-FFF2-40B4-BE49-F238E27FC236}">
                  <a16:creationId xmlns:a16="http://schemas.microsoft.com/office/drawing/2014/main" id="{011CC52B-8FED-7E6F-7216-16D31AE1E8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39270" y="586740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9" name="Straight Connector 2228">
              <a:extLst>
                <a:ext uri="{FF2B5EF4-FFF2-40B4-BE49-F238E27FC236}">
                  <a16:creationId xmlns:a16="http://schemas.microsoft.com/office/drawing/2014/main" id="{73D9F80A-B4AE-1134-7AA8-63E6D823B7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8521" y="5888038"/>
              <a:ext cx="0" cy="55721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1" name="Straight Connector 2230">
              <a:extLst>
                <a:ext uri="{FF2B5EF4-FFF2-40B4-BE49-F238E27FC236}">
                  <a16:creationId xmlns:a16="http://schemas.microsoft.com/office/drawing/2014/main" id="{18F5BE74-916A-E58F-E06F-A4353DD294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91963" y="630078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2" name="Straight Connector 2231">
              <a:extLst>
                <a:ext uri="{FF2B5EF4-FFF2-40B4-BE49-F238E27FC236}">
                  <a16:creationId xmlns:a16="http://schemas.microsoft.com/office/drawing/2014/main" id="{C590E743-CFC1-4436-C02B-C9F375FE3E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39220" y="631190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3" name="Straight Connector 2232">
              <a:extLst>
                <a:ext uri="{FF2B5EF4-FFF2-40B4-BE49-F238E27FC236}">
                  <a16:creationId xmlns:a16="http://schemas.microsoft.com/office/drawing/2014/main" id="{A87DAF8C-9F6B-1BA2-D766-15A798E657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526" y="6436678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4" name="Straight Connector 2233">
              <a:extLst>
                <a:ext uri="{FF2B5EF4-FFF2-40B4-BE49-F238E27FC236}">
                  <a16:creationId xmlns:a16="http://schemas.microsoft.com/office/drawing/2014/main" id="{19A63FF8-D700-47A3-EDAB-93C7D1B1AF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68113" y="6732588"/>
              <a:ext cx="719137" cy="34131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6" name="Straight Connector 2235">
              <a:extLst>
                <a:ext uri="{FF2B5EF4-FFF2-40B4-BE49-F238E27FC236}">
                  <a16:creationId xmlns:a16="http://schemas.microsoft.com/office/drawing/2014/main" id="{57633C2E-4A2B-A366-F75B-294B47F5B4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32920" y="706120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7" name="Straight Connector 2236">
              <a:extLst>
                <a:ext uri="{FF2B5EF4-FFF2-40B4-BE49-F238E27FC236}">
                  <a16:creationId xmlns:a16="http://schemas.microsoft.com/office/drawing/2014/main" id="{5F42DAC7-7667-E3A8-6F86-CFD9E5D757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49063" y="705008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8" name="Straight Connector 2237">
              <a:extLst>
                <a:ext uri="{FF2B5EF4-FFF2-40B4-BE49-F238E27FC236}">
                  <a16:creationId xmlns:a16="http://schemas.microsoft.com/office/drawing/2014/main" id="{D6D9B80E-CF15-05F0-22E7-FEE7159C9F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3826" y="7046278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9" name="Straight Connector 2238">
              <a:extLst>
                <a:ext uri="{FF2B5EF4-FFF2-40B4-BE49-F238E27FC236}">
                  <a16:creationId xmlns:a16="http://schemas.microsoft.com/office/drawing/2014/main" id="{0E777FD8-5248-9415-B9E9-470AB2C72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49063" y="732948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0" name="Straight Connector 2239">
              <a:extLst>
                <a:ext uri="{FF2B5EF4-FFF2-40B4-BE49-F238E27FC236}">
                  <a16:creationId xmlns:a16="http://schemas.microsoft.com/office/drawing/2014/main" id="{1C2B4F39-BBF5-21FE-E5D5-698707EB67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53876" y="7516178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1" name="Straight Connector 2240">
              <a:extLst>
                <a:ext uri="{FF2B5EF4-FFF2-40B4-BE49-F238E27FC236}">
                  <a16:creationId xmlns:a16="http://schemas.microsoft.com/office/drawing/2014/main" id="{EECA6A8B-18D1-DD18-C416-B09A18B585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49063" y="762158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2" name="Straight Connector 2241">
              <a:extLst>
                <a:ext uri="{FF2B5EF4-FFF2-40B4-BE49-F238E27FC236}">
                  <a16:creationId xmlns:a16="http://schemas.microsoft.com/office/drawing/2014/main" id="{99A1BD0E-C1C5-5888-A227-A7333D2F9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3826" y="7655878"/>
              <a:ext cx="0" cy="115157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4" name="Straight Connector 2243">
              <a:extLst>
                <a:ext uri="{FF2B5EF4-FFF2-40B4-BE49-F238E27FC236}">
                  <a16:creationId xmlns:a16="http://schemas.microsoft.com/office/drawing/2014/main" id="{458C2297-BCFD-BB52-48B3-44AFA96A20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4463" y="8809038"/>
              <a:ext cx="725487" cy="29686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5" name="Straight Connector 2244">
              <a:extLst>
                <a:ext uri="{FF2B5EF4-FFF2-40B4-BE49-F238E27FC236}">
                  <a16:creationId xmlns:a16="http://schemas.microsoft.com/office/drawing/2014/main" id="{C7B898B5-55D5-2108-5CC9-65D5E4B8A4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4940" y="10005060"/>
              <a:ext cx="358140" cy="1447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5" name="Straight Connector 2254">
              <a:extLst>
                <a:ext uri="{FF2B5EF4-FFF2-40B4-BE49-F238E27FC236}">
                  <a16:creationId xmlns:a16="http://schemas.microsoft.com/office/drawing/2014/main" id="{8E297917-FCB5-508C-DCD2-B295B8E0CECE}"/>
                </a:ext>
              </a:extLst>
            </p:cNvPr>
            <p:cNvCxnSpPr>
              <a:cxnSpLocks/>
            </p:cNvCxnSpPr>
            <p:nvPr/>
          </p:nvCxnSpPr>
          <p:spPr>
            <a:xfrm>
              <a:off x="11949176" y="10109200"/>
              <a:ext cx="0" cy="3302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2" name="Straight Connector 2261">
              <a:extLst>
                <a:ext uri="{FF2B5EF4-FFF2-40B4-BE49-F238E27FC236}">
                  <a16:creationId xmlns:a16="http://schemas.microsoft.com/office/drawing/2014/main" id="{EB3515EF-DA4D-5126-E920-87657A22940F}"/>
                </a:ext>
              </a:extLst>
            </p:cNvPr>
            <p:cNvCxnSpPr>
              <a:cxnSpLocks/>
            </p:cNvCxnSpPr>
            <p:nvPr/>
          </p:nvCxnSpPr>
          <p:spPr>
            <a:xfrm>
              <a:off x="11589131" y="9147810"/>
              <a:ext cx="0" cy="8477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3" name="Straight Connector 2262">
              <a:extLst>
                <a:ext uri="{FF2B5EF4-FFF2-40B4-BE49-F238E27FC236}">
                  <a16:creationId xmlns:a16="http://schemas.microsoft.com/office/drawing/2014/main" id="{E4AF9B4C-03B9-FCCD-FD9E-95C37AF157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53420" y="8816340"/>
              <a:ext cx="746760" cy="3200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5" name="Straight Connector 2264">
              <a:extLst>
                <a:ext uri="{FF2B5EF4-FFF2-40B4-BE49-F238E27FC236}">
                  <a16:creationId xmlns:a16="http://schemas.microsoft.com/office/drawing/2014/main" id="{3BB94FF0-D104-41B1-06C3-050BAF52B3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3260" y="868426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6" name="Straight Connector 2265">
              <a:extLst>
                <a:ext uri="{FF2B5EF4-FFF2-40B4-BE49-F238E27FC236}">
                  <a16:creationId xmlns:a16="http://schemas.microsoft.com/office/drawing/2014/main" id="{007A8A44-908A-0981-2737-EBCDB8EC42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21900" y="8206740"/>
              <a:ext cx="1082040" cy="4495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8" name="Straight Connector 2267">
              <a:extLst>
                <a:ext uri="{FF2B5EF4-FFF2-40B4-BE49-F238E27FC236}">
                  <a16:creationId xmlns:a16="http://schemas.microsoft.com/office/drawing/2014/main" id="{2CF252F7-4CC1-C7D3-885C-A5257AB821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58020" y="8267700"/>
              <a:ext cx="411480" cy="2057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6" name="Straight Connector 2275">
              <a:extLst>
                <a:ext uri="{FF2B5EF4-FFF2-40B4-BE49-F238E27FC236}">
                  <a16:creationId xmlns:a16="http://schemas.microsoft.com/office/drawing/2014/main" id="{A674471F-ED01-1F6F-0DC9-294B134EB4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52243" y="837469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7" name="Straight Connector 2276">
              <a:extLst>
                <a:ext uri="{FF2B5EF4-FFF2-40B4-BE49-F238E27FC236}">
                  <a16:creationId xmlns:a16="http://schemas.microsoft.com/office/drawing/2014/main" id="{50B8A4BA-BFB7-C1BB-8E17-64B94B722E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46440" y="8374380"/>
              <a:ext cx="723900" cy="2819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9" name="Straight Connector 2278">
              <a:extLst>
                <a:ext uri="{FF2B5EF4-FFF2-40B4-BE49-F238E27FC236}">
                  <a16:creationId xmlns:a16="http://schemas.microsoft.com/office/drawing/2014/main" id="{224C8A6A-3C00-AECD-7F91-E67E05AEEB89}"/>
                </a:ext>
              </a:extLst>
            </p:cNvPr>
            <p:cNvCxnSpPr>
              <a:cxnSpLocks/>
            </p:cNvCxnSpPr>
            <p:nvPr/>
          </p:nvCxnSpPr>
          <p:spPr>
            <a:xfrm>
              <a:off x="8354060" y="8107680"/>
              <a:ext cx="0" cy="4191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1" name="Straight Connector 2350">
              <a:extLst>
                <a:ext uri="{FF2B5EF4-FFF2-40B4-BE49-F238E27FC236}">
                  <a16:creationId xmlns:a16="http://schemas.microsoft.com/office/drawing/2014/main" id="{1EE36451-ECAA-9367-2F3E-C86980F8CB7D}"/>
                </a:ext>
              </a:extLst>
            </p:cNvPr>
            <p:cNvCxnSpPr>
              <a:cxnSpLocks/>
            </p:cNvCxnSpPr>
            <p:nvPr/>
          </p:nvCxnSpPr>
          <p:spPr>
            <a:xfrm>
              <a:off x="777875" y="10277475"/>
              <a:ext cx="1381125" cy="5524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3" name="Straight Connector 2352">
              <a:extLst>
                <a:ext uri="{FF2B5EF4-FFF2-40B4-BE49-F238E27FC236}">
                  <a16:creationId xmlns:a16="http://schemas.microsoft.com/office/drawing/2014/main" id="{183A3621-7B8E-CD8A-45AE-70F2625775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8350" y="9982200"/>
              <a:ext cx="733425" cy="25717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5" name="Straight Connector 2354">
              <a:extLst>
                <a:ext uri="{FF2B5EF4-FFF2-40B4-BE49-F238E27FC236}">
                  <a16:creationId xmlns:a16="http://schemas.microsoft.com/office/drawing/2014/main" id="{D26053C2-6093-B52A-375E-56F4CC6E5E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5200" y="9134475"/>
              <a:ext cx="0" cy="2667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8" name="Straight Connector 2357">
              <a:extLst>
                <a:ext uri="{FF2B5EF4-FFF2-40B4-BE49-F238E27FC236}">
                  <a16:creationId xmlns:a16="http://schemas.microsoft.com/office/drawing/2014/main" id="{133B7A98-38DB-B4DA-F4DC-7B8D9DAD86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9875" y="8810625"/>
              <a:ext cx="695325" cy="3048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0" name="Straight Connector 2359">
              <a:extLst>
                <a:ext uri="{FF2B5EF4-FFF2-40B4-BE49-F238E27FC236}">
                  <a16:creationId xmlns:a16="http://schemas.microsoft.com/office/drawing/2014/main" id="{557D8A9E-DEDD-5161-3FC5-4D472A731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1775" y="8515350"/>
              <a:ext cx="0" cy="29527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1" name="Straight Connector 2360">
              <a:extLst>
                <a:ext uri="{FF2B5EF4-FFF2-40B4-BE49-F238E27FC236}">
                  <a16:creationId xmlns:a16="http://schemas.microsoft.com/office/drawing/2014/main" id="{BC1D55EE-670E-4936-F309-12BAD59945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6450" y="8220075"/>
              <a:ext cx="695325" cy="3048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0" name="Straight Connector 2399">
              <a:extLst>
                <a:ext uri="{FF2B5EF4-FFF2-40B4-BE49-F238E27FC236}">
                  <a16:creationId xmlns:a16="http://schemas.microsoft.com/office/drawing/2014/main" id="{5F4C3BA2-20EE-F9D5-ADD6-FBB684941C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37780" y="8090535"/>
              <a:ext cx="717868" cy="26098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3" name="Straight Connector 2402">
              <a:extLst>
                <a:ext uri="{FF2B5EF4-FFF2-40B4-BE49-F238E27FC236}">
                  <a16:creationId xmlns:a16="http://schemas.microsoft.com/office/drawing/2014/main" id="{68B53C3D-00BD-199B-BF3A-243136FF3197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8343900"/>
              <a:ext cx="0" cy="14401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5" name="Straight Connector 2404">
              <a:extLst>
                <a:ext uri="{FF2B5EF4-FFF2-40B4-BE49-F238E27FC236}">
                  <a16:creationId xmlns:a16="http://schemas.microsoft.com/office/drawing/2014/main" id="{AC548CE3-1EE2-9C08-C0DF-2C56D73EB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7260" y="9799320"/>
              <a:ext cx="388620" cy="1828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7" name="Straight Connector 2406">
              <a:extLst>
                <a:ext uri="{FF2B5EF4-FFF2-40B4-BE49-F238E27FC236}">
                  <a16:creationId xmlns:a16="http://schemas.microsoft.com/office/drawing/2014/main" id="{D791632E-C409-F623-9257-EA195D95BEA1}"/>
                </a:ext>
              </a:extLst>
            </p:cNvPr>
            <p:cNvCxnSpPr>
              <a:cxnSpLocks/>
            </p:cNvCxnSpPr>
            <p:nvPr/>
          </p:nvCxnSpPr>
          <p:spPr>
            <a:xfrm>
              <a:off x="7277862" y="8801100"/>
              <a:ext cx="0" cy="119329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9" name="Straight Connector 2408">
              <a:extLst>
                <a:ext uri="{FF2B5EF4-FFF2-40B4-BE49-F238E27FC236}">
                  <a16:creationId xmlns:a16="http://schemas.microsoft.com/office/drawing/2014/main" id="{4F410009-D6E5-7B3C-9BBC-34EB353129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6740" y="8776335"/>
              <a:ext cx="336868" cy="15430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0" name="Straight Connector 2409">
              <a:extLst>
                <a:ext uri="{FF2B5EF4-FFF2-40B4-BE49-F238E27FC236}">
                  <a16:creationId xmlns:a16="http://schemas.microsoft.com/office/drawing/2014/main" id="{570A6181-EC96-AC07-A959-A46639C7D4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7342" y="8944610"/>
              <a:ext cx="0" cy="59258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1" name="Straight Connector 2410">
              <a:extLst>
                <a:ext uri="{FF2B5EF4-FFF2-40B4-BE49-F238E27FC236}">
                  <a16:creationId xmlns:a16="http://schemas.microsoft.com/office/drawing/2014/main" id="{345E0766-DD08-A88A-C3EC-932AEDE4FF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9543" y="937291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3" name="Straight Connector 2412">
              <a:extLst>
                <a:ext uri="{FF2B5EF4-FFF2-40B4-BE49-F238E27FC236}">
                  <a16:creationId xmlns:a16="http://schemas.microsoft.com/office/drawing/2014/main" id="{B01DECCB-21AD-1568-2910-531B57165C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2880" y="8829675"/>
              <a:ext cx="0" cy="55054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5" name="Straight Connector 2414">
              <a:extLst>
                <a:ext uri="{FF2B5EF4-FFF2-40B4-BE49-F238E27FC236}">
                  <a16:creationId xmlns:a16="http://schemas.microsoft.com/office/drawing/2014/main" id="{4C1E9B4D-B64C-E91A-FFCF-427199CE6A02}"/>
                </a:ext>
              </a:extLst>
            </p:cNvPr>
            <p:cNvCxnSpPr>
              <a:cxnSpLocks/>
            </p:cNvCxnSpPr>
            <p:nvPr/>
          </p:nvCxnSpPr>
          <p:spPr>
            <a:xfrm>
              <a:off x="6172962" y="9277350"/>
              <a:ext cx="0" cy="11696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8" name="Straight Connector 2417">
              <a:extLst>
                <a:ext uri="{FF2B5EF4-FFF2-40B4-BE49-F238E27FC236}">
                  <a16:creationId xmlns:a16="http://schemas.microsoft.com/office/drawing/2014/main" id="{D8D14666-F670-476E-BDCF-96BEEF0733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9980" y="10134600"/>
              <a:ext cx="754380" cy="3352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9" name="Straight Connector 2418">
              <a:extLst>
                <a:ext uri="{FF2B5EF4-FFF2-40B4-BE49-F238E27FC236}">
                  <a16:creationId xmlns:a16="http://schemas.microsoft.com/office/drawing/2014/main" id="{EEEAA3D0-CAA3-1B7A-FDD0-2725E488E2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2923" y="1011967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0" name="Straight Connector 2419">
              <a:extLst>
                <a:ext uri="{FF2B5EF4-FFF2-40B4-BE49-F238E27FC236}">
                  <a16:creationId xmlns:a16="http://schemas.microsoft.com/office/drawing/2014/main" id="{E5A78F48-5223-E69E-133F-BDA8F798821C}"/>
                </a:ext>
              </a:extLst>
            </p:cNvPr>
            <p:cNvCxnSpPr>
              <a:cxnSpLocks/>
            </p:cNvCxnSpPr>
            <p:nvPr/>
          </p:nvCxnSpPr>
          <p:spPr>
            <a:xfrm>
              <a:off x="7262622" y="11172825"/>
              <a:ext cx="0" cy="25717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2" name="Straight Connector 2421">
              <a:extLst>
                <a:ext uri="{FF2B5EF4-FFF2-40B4-BE49-F238E27FC236}">
                  <a16:creationId xmlns:a16="http://schemas.microsoft.com/office/drawing/2014/main" id="{72EAC22E-5ABF-ADFE-D16A-25976C2D72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5780" y="11407140"/>
              <a:ext cx="388620" cy="1828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3" name="Straight Connector 2422">
              <a:extLst>
                <a:ext uri="{FF2B5EF4-FFF2-40B4-BE49-F238E27FC236}">
                  <a16:creationId xmlns:a16="http://schemas.microsoft.com/office/drawing/2014/main" id="{172F14C4-CC45-0405-FEE1-A2A4FC33E008}"/>
                </a:ext>
              </a:extLst>
            </p:cNvPr>
            <p:cNvCxnSpPr>
              <a:cxnSpLocks/>
            </p:cNvCxnSpPr>
            <p:nvPr/>
          </p:nvCxnSpPr>
          <p:spPr>
            <a:xfrm>
              <a:off x="6904482" y="10431780"/>
              <a:ext cx="0" cy="11963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5" name="Straight Connector 2424">
              <a:extLst>
                <a:ext uri="{FF2B5EF4-FFF2-40B4-BE49-F238E27FC236}">
                  <a16:creationId xmlns:a16="http://schemas.microsoft.com/office/drawing/2014/main" id="{318902B3-D053-C496-7D66-45DD4F7C53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8120" y="10416540"/>
              <a:ext cx="320040" cy="1828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7" name="Straight Connector 2426">
              <a:extLst>
                <a:ext uri="{FF2B5EF4-FFF2-40B4-BE49-F238E27FC236}">
                  <a16:creationId xmlns:a16="http://schemas.microsoft.com/office/drawing/2014/main" id="{4BF01AAB-AEE1-449B-4CD4-206C2AD1D3E2}"/>
                </a:ext>
              </a:extLst>
            </p:cNvPr>
            <p:cNvCxnSpPr>
              <a:cxnSpLocks/>
            </p:cNvCxnSpPr>
            <p:nvPr/>
          </p:nvCxnSpPr>
          <p:spPr>
            <a:xfrm>
              <a:off x="6546342" y="10591800"/>
              <a:ext cx="0" cy="14554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9" name="Straight Connector 2428">
              <a:extLst>
                <a:ext uri="{FF2B5EF4-FFF2-40B4-BE49-F238E27FC236}">
                  <a16:creationId xmlns:a16="http://schemas.microsoft.com/office/drawing/2014/main" id="{043A3290-BED6-CEA2-C52A-1338B8986C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28080" y="11932920"/>
              <a:ext cx="307658" cy="11366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0" name="Straight Connector 2429">
              <a:extLst>
                <a:ext uri="{FF2B5EF4-FFF2-40B4-BE49-F238E27FC236}">
                  <a16:creationId xmlns:a16="http://schemas.microsoft.com/office/drawing/2014/main" id="{7F6C6D52-7BA4-482C-AE5D-2B0D21BBBD84}"/>
                </a:ext>
              </a:extLst>
            </p:cNvPr>
            <p:cNvCxnSpPr>
              <a:cxnSpLocks/>
            </p:cNvCxnSpPr>
            <p:nvPr/>
          </p:nvCxnSpPr>
          <p:spPr>
            <a:xfrm>
              <a:off x="6195822" y="11344910"/>
              <a:ext cx="0" cy="5651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2" name="Straight Connector 2431">
              <a:extLst>
                <a:ext uri="{FF2B5EF4-FFF2-40B4-BE49-F238E27FC236}">
                  <a16:creationId xmlns:a16="http://schemas.microsoft.com/office/drawing/2014/main" id="{2569496E-08AD-5A6F-E9B1-2834424D6E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7560" y="11285220"/>
              <a:ext cx="320040" cy="1828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3" name="Straight Connector 2432">
              <a:extLst>
                <a:ext uri="{FF2B5EF4-FFF2-40B4-BE49-F238E27FC236}">
                  <a16:creationId xmlns:a16="http://schemas.microsoft.com/office/drawing/2014/main" id="{3C6B0681-83D1-FC08-B20A-E241C22EE34C}"/>
                </a:ext>
              </a:extLst>
            </p:cNvPr>
            <p:cNvCxnSpPr>
              <a:cxnSpLocks/>
            </p:cNvCxnSpPr>
            <p:nvPr/>
          </p:nvCxnSpPr>
          <p:spPr>
            <a:xfrm>
              <a:off x="5837682" y="1146683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5" name="Straight Connector 2434">
              <a:extLst>
                <a:ext uri="{FF2B5EF4-FFF2-40B4-BE49-F238E27FC236}">
                  <a16:creationId xmlns:a16="http://schemas.microsoft.com/office/drawing/2014/main" id="{B72B6266-A4A3-0F06-D126-D652703FC8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6560" y="11628120"/>
              <a:ext cx="307658" cy="11366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6" name="Straight Connector 2435">
              <a:extLst>
                <a:ext uri="{FF2B5EF4-FFF2-40B4-BE49-F238E27FC236}">
                  <a16:creationId xmlns:a16="http://schemas.microsoft.com/office/drawing/2014/main" id="{4941B344-13EA-B323-A759-1657B6992A23}"/>
                </a:ext>
              </a:extLst>
            </p:cNvPr>
            <p:cNvCxnSpPr>
              <a:cxnSpLocks/>
            </p:cNvCxnSpPr>
            <p:nvPr/>
          </p:nvCxnSpPr>
          <p:spPr>
            <a:xfrm>
              <a:off x="5471922" y="1133729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7" name="Straight Connector 2436">
              <a:extLst>
                <a:ext uri="{FF2B5EF4-FFF2-40B4-BE49-F238E27FC236}">
                  <a16:creationId xmlns:a16="http://schemas.microsoft.com/office/drawing/2014/main" id="{D508E4B5-6CAE-3485-2D18-A734EC4549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30800" y="11353800"/>
              <a:ext cx="320040" cy="1295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9" name="Straight Connector 2438">
              <a:extLst>
                <a:ext uri="{FF2B5EF4-FFF2-40B4-BE49-F238E27FC236}">
                  <a16:creationId xmlns:a16="http://schemas.microsoft.com/office/drawing/2014/main" id="{73625109-BD5D-DEBA-45FB-2425145C4814}"/>
                </a:ext>
              </a:extLst>
            </p:cNvPr>
            <p:cNvCxnSpPr>
              <a:cxnSpLocks/>
            </p:cNvCxnSpPr>
            <p:nvPr/>
          </p:nvCxnSpPr>
          <p:spPr>
            <a:xfrm>
              <a:off x="5136642" y="1148969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0" name="Straight Connector 2439">
              <a:extLst>
                <a:ext uri="{FF2B5EF4-FFF2-40B4-BE49-F238E27FC236}">
                  <a16:creationId xmlns:a16="http://schemas.microsoft.com/office/drawing/2014/main" id="{5998E826-3B9B-6CDE-736A-27FC4B1CE9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09620" y="11033760"/>
              <a:ext cx="1801178" cy="72326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4" name="Straight Connector 2443">
              <a:extLst>
                <a:ext uri="{FF2B5EF4-FFF2-40B4-BE49-F238E27FC236}">
                  <a16:creationId xmlns:a16="http://schemas.microsoft.com/office/drawing/2014/main" id="{B16CE470-E4D0-4FE8-3C5E-59B3FAC7C1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4860" y="10873740"/>
              <a:ext cx="320040" cy="1295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5" name="Straight Connector 2444">
              <a:extLst>
                <a:ext uri="{FF2B5EF4-FFF2-40B4-BE49-F238E27FC236}">
                  <a16:creationId xmlns:a16="http://schemas.microsoft.com/office/drawing/2014/main" id="{EFF6876C-3A39-4DBF-401B-B8525F3541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9660" y="10843260"/>
              <a:ext cx="1150620" cy="4572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7" name="Straight Connector 2446">
              <a:extLst>
                <a:ext uri="{FF2B5EF4-FFF2-40B4-BE49-F238E27FC236}">
                  <a16:creationId xmlns:a16="http://schemas.microsoft.com/office/drawing/2014/main" id="{2DCF94C5-41EC-A202-8686-E1091CDAB600}"/>
                </a:ext>
              </a:extLst>
            </p:cNvPr>
            <p:cNvCxnSpPr>
              <a:cxnSpLocks/>
            </p:cNvCxnSpPr>
            <p:nvPr/>
          </p:nvCxnSpPr>
          <p:spPr>
            <a:xfrm>
              <a:off x="4763262" y="1099439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8" name="Straight Connector 2447">
              <a:extLst>
                <a:ext uri="{FF2B5EF4-FFF2-40B4-BE49-F238E27FC236}">
                  <a16:creationId xmlns:a16="http://schemas.microsoft.com/office/drawing/2014/main" id="{659636AC-C09D-49AB-4ACF-12E153A2D5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75380" y="10576560"/>
              <a:ext cx="1046798" cy="41846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0" name="Straight Connector 2449">
              <a:extLst>
                <a:ext uri="{FF2B5EF4-FFF2-40B4-BE49-F238E27FC236}">
                  <a16:creationId xmlns:a16="http://schemas.microsoft.com/office/drawing/2014/main" id="{36F187FA-2369-418D-7D49-1653F463F6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8240" y="10287000"/>
              <a:ext cx="708660" cy="2438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1" name="Straight Connector 2450">
              <a:extLst>
                <a:ext uri="{FF2B5EF4-FFF2-40B4-BE49-F238E27FC236}">
                  <a16:creationId xmlns:a16="http://schemas.microsoft.com/office/drawing/2014/main" id="{C3AE423A-FA22-7019-0BBD-6CE41D2451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1660" y="10553700"/>
              <a:ext cx="403860" cy="1828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6" name="Straight Connector 2455">
              <a:extLst>
                <a:ext uri="{FF2B5EF4-FFF2-40B4-BE49-F238E27FC236}">
                  <a16:creationId xmlns:a16="http://schemas.microsoft.com/office/drawing/2014/main" id="{34881657-6706-BDDF-6F2C-46C7FFF9C7B2}"/>
                </a:ext>
              </a:extLst>
            </p:cNvPr>
            <p:cNvCxnSpPr>
              <a:cxnSpLocks/>
            </p:cNvCxnSpPr>
            <p:nvPr/>
          </p:nvCxnSpPr>
          <p:spPr>
            <a:xfrm>
              <a:off x="4389882" y="1025525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7" name="Straight Connector 2456">
              <a:extLst>
                <a:ext uri="{FF2B5EF4-FFF2-40B4-BE49-F238E27FC236}">
                  <a16:creationId xmlns:a16="http://schemas.microsoft.com/office/drawing/2014/main" id="{426701F4-077A-6AD9-B1AE-3F6FB814EE4F}"/>
                </a:ext>
              </a:extLst>
            </p:cNvPr>
            <p:cNvCxnSpPr>
              <a:cxnSpLocks/>
            </p:cNvCxnSpPr>
            <p:nvPr/>
          </p:nvCxnSpPr>
          <p:spPr>
            <a:xfrm>
              <a:off x="4763262" y="1040765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8" name="Straight Connector 2457">
              <a:extLst>
                <a:ext uri="{FF2B5EF4-FFF2-40B4-BE49-F238E27FC236}">
                  <a16:creationId xmlns:a16="http://schemas.microsoft.com/office/drawing/2014/main" id="{DE88F314-2C57-5638-2F4F-5B3D46F236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0280" y="10424160"/>
              <a:ext cx="1104900" cy="4267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0" name="Straight Connector 2459">
              <a:extLst>
                <a:ext uri="{FF2B5EF4-FFF2-40B4-BE49-F238E27FC236}">
                  <a16:creationId xmlns:a16="http://schemas.microsoft.com/office/drawing/2014/main" id="{8D1C0FB1-1313-1C88-F5DF-60332052E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5180" y="10721340"/>
              <a:ext cx="320040" cy="1295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1" name="Straight Connector 2460">
              <a:extLst>
                <a:ext uri="{FF2B5EF4-FFF2-40B4-BE49-F238E27FC236}">
                  <a16:creationId xmlns:a16="http://schemas.microsoft.com/office/drawing/2014/main" id="{CCCD056A-AEC9-7FC0-1A86-5E783254C8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84040" y="9989820"/>
              <a:ext cx="1108710" cy="4495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5" name="Straight Connector 2464">
              <a:extLst>
                <a:ext uri="{FF2B5EF4-FFF2-40B4-BE49-F238E27FC236}">
                  <a16:creationId xmlns:a16="http://schemas.microsoft.com/office/drawing/2014/main" id="{8E3ADC75-A684-F961-9163-F9BA1FB10F2C}"/>
                </a:ext>
              </a:extLst>
            </p:cNvPr>
            <p:cNvCxnSpPr>
              <a:cxnSpLocks/>
            </p:cNvCxnSpPr>
            <p:nvPr/>
          </p:nvCxnSpPr>
          <p:spPr>
            <a:xfrm>
              <a:off x="4382262" y="9395460"/>
              <a:ext cx="0" cy="5715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7" name="Straight Connector 2466">
              <a:extLst>
                <a:ext uri="{FF2B5EF4-FFF2-40B4-BE49-F238E27FC236}">
                  <a16:creationId xmlns:a16="http://schemas.microsoft.com/office/drawing/2014/main" id="{6921C729-6585-5F3A-A5F9-9C0F9D96FB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1180" y="8521700"/>
              <a:ext cx="2172970" cy="8890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9" name="Straight Connector 2468">
              <a:extLst>
                <a:ext uri="{FF2B5EF4-FFF2-40B4-BE49-F238E27FC236}">
                  <a16:creationId xmlns:a16="http://schemas.microsoft.com/office/drawing/2014/main" id="{D86DAE88-C7D9-2B2D-977F-5EB6E2E8EBAC}"/>
                </a:ext>
              </a:extLst>
            </p:cNvPr>
            <p:cNvCxnSpPr>
              <a:cxnSpLocks/>
            </p:cNvCxnSpPr>
            <p:nvPr/>
          </p:nvCxnSpPr>
          <p:spPr>
            <a:xfrm>
              <a:off x="6564122" y="7071360"/>
              <a:ext cx="0" cy="14351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0" name="Straight Connector 2469">
              <a:extLst>
                <a:ext uri="{FF2B5EF4-FFF2-40B4-BE49-F238E27FC236}">
                  <a16:creationId xmlns:a16="http://schemas.microsoft.com/office/drawing/2014/main" id="{D9422CDA-E963-4FFD-537A-51D748B989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24220" y="7955280"/>
              <a:ext cx="376238" cy="11874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2" name="Straight Connector 2471">
              <a:extLst>
                <a:ext uri="{FF2B5EF4-FFF2-40B4-BE49-F238E27FC236}">
                  <a16:creationId xmlns:a16="http://schemas.microsoft.com/office/drawing/2014/main" id="{6C612505-F029-8F71-E467-078BC55105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8240" y="7023100"/>
              <a:ext cx="1400810" cy="6311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4" name="Straight Connector 2473">
              <a:extLst>
                <a:ext uri="{FF2B5EF4-FFF2-40B4-BE49-F238E27FC236}">
                  <a16:creationId xmlns:a16="http://schemas.microsoft.com/office/drawing/2014/main" id="{C5777372-0A80-F9FF-5602-CC64086388D1}"/>
                </a:ext>
              </a:extLst>
            </p:cNvPr>
            <p:cNvCxnSpPr>
              <a:cxnSpLocks/>
            </p:cNvCxnSpPr>
            <p:nvPr/>
          </p:nvCxnSpPr>
          <p:spPr>
            <a:xfrm>
              <a:off x="3681222" y="7591425"/>
              <a:ext cx="0" cy="62293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6" name="Straight Connector 2475">
              <a:extLst>
                <a:ext uri="{FF2B5EF4-FFF2-40B4-BE49-F238E27FC236}">
                  <a16:creationId xmlns:a16="http://schemas.microsoft.com/office/drawing/2014/main" id="{83212B89-6579-3787-F9E9-43A958875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9100" y="9408795"/>
              <a:ext cx="723900" cy="26860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0" name="Straight Connector 2479">
              <a:extLst>
                <a:ext uri="{FF2B5EF4-FFF2-40B4-BE49-F238E27FC236}">
                  <a16:creationId xmlns:a16="http://schemas.microsoft.com/office/drawing/2014/main" id="{CB677159-B6DA-0B5F-2915-3643A857F0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7575" y="10582275"/>
              <a:ext cx="762000" cy="2857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2" name="Straight Connector 2481">
              <a:extLst>
                <a:ext uri="{FF2B5EF4-FFF2-40B4-BE49-F238E27FC236}">
                  <a16:creationId xmlns:a16="http://schemas.microsoft.com/office/drawing/2014/main" id="{9A0AF7F8-4B4E-F9BE-F13E-CDF969562C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1300" y="9991725"/>
              <a:ext cx="695325" cy="3048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3" name="Straight Connector 2482">
              <a:extLst>
                <a:ext uri="{FF2B5EF4-FFF2-40B4-BE49-F238E27FC236}">
                  <a16:creationId xmlns:a16="http://schemas.microsoft.com/office/drawing/2014/main" id="{5F0505FA-C20C-D1FA-6816-A76602821B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9485" y="10149840"/>
              <a:ext cx="320040" cy="1295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4" name="Straight Connector 2483">
              <a:extLst>
                <a:ext uri="{FF2B5EF4-FFF2-40B4-BE49-F238E27FC236}">
                  <a16:creationId xmlns:a16="http://schemas.microsoft.com/office/drawing/2014/main" id="{87AFF663-80C6-36EB-0E5F-AD851B4B9DCC}"/>
                </a:ext>
              </a:extLst>
            </p:cNvPr>
            <p:cNvCxnSpPr>
              <a:cxnSpLocks/>
            </p:cNvCxnSpPr>
            <p:nvPr/>
          </p:nvCxnSpPr>
          <p:spPr>
            <a:xfrm>
              <a:off x="2562987" y="9553575"/>
              <a:ext cx="0" cy="60007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6" name="Straight Connector 2485">
              <a:extLst>
                <a:ext uri="{FF2B5EF4-FFF2-40B4-BE49-F238E27FC236}">
                  <a16:creationId xmlns:a16="http://schemas.microsoft.com/office/drawing/2014/main" id="{FD171DAD-BA7E-88EE-71C0-410C51AC72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1860" y="9391650"/>
              <a:ext cx="403860" cy="1828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9" name="Straight Connector 2488">
              <a:extLst>
                <a:ext uri="{FF2B5EF4-FFF2-40B4-BE49-F238E27FC236}">
                  <a16:creationId xmlns:a16="http://schemas.microsoft.com/office/drawing/2014/main" id="{5A986ED9-5BD3-B07D-0654-FD13516643DD}"/>
                </a:ext>
              </a:extLst>
            </p:cNvPr>
            <p:cNvCxnSpPr>
              <a:cxnSpLocks/>
            </p:cNvCxnSpPr>
            <p:nvPr/>
          </p:nvCxnSpPr>
          <p:spPr>
            <a:xfrm>
              <a:off x="2972562" y="9667875"/>
              <a:ext cx="0" cy="9112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1" name="Straight Connector 2500">
              <a:extLst>
                <a:ext uri="{FF2B5EF4-FFF2-40B4-BE49-F238E27FC236}">
                  <a16:creationId xmlns:a16="http://schemas.microsoft.com/office/drawing/2014/main" id="{FA2F33A4-E979-B854-54A3-95D6C91F3DCC}"/>
                </a:ext>
              </a:extLst>
            </p:cNvPr>
            <p:cNvCxnSpPr>
              <a:cxnSpLocks/>
            </p:cNvCxnSpPr>
            <p:nvPr/>
          </p:nvCxnSpPr>
          <p:spPr>
            <a:xfrm>
              <a:off x="3667887" y="8564880"/>
              <a:ext cx="0" cy="8839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0" name="Straight Connector 2509">
              <a:extLst>
                <a:ext uri="{FF2B5EF4-FFF2-40B4-BE49-F238E27FC236}">
                  <a16:creationId xmlns:a16="http://schemas.microsoft.com/office/drawing/2014/main" id="{1A2EC46D-F54E-714B-3D8C-97E72AF84B6B}"/>
                </a:ext>
              </a:extLst>
            </p:cNvPr>
            <p:cNvCxnSpPr>
              <a:cxnSpLocks/>
            </p:cNvCxnSpPr>
            <p:nvPr/>
          </p:nvCxnSpPr>
          <p:spPr>
            <a:xfrm>
              <a:off x="5826760" y="5577840"/>
              <a:ext cx="0" cy="11201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2" name="Straight Connector 2511">
              <a:extLst>
                <a:ext uri="{FF2B5EF4-FFF2-40B4-BE49-F238E27FC236}">
                  <a16:creationId xmlns:a16="http://schemas.microsoft.com/office/drawing/2014/main" id="{0F4E8AEB-EFE4-C3B1-D2BC-DC729435C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30800" y="9677400"/>
              <a:ext cx="698500" cy="3143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3" name="Straight Connector 2512">
              <a:extLst>
                <a:ext uri="{FF2B5EF4-FFF2-40B4-BE49-F238E27FC236}">
                  <a16:creationId xmlns:a16="http://schemas.microsoft.com/office/drawing/2014/main" id="{7E3F71D6-54DF-F070-31B8-4B7785F9D4A3}"/>
                </a:ext>
              </a:extLst>
            </p:cNvPr>
            <p:cNvCxnSpPr>
              <a:cxnSpLocks/>
            </p:cNvCxnSpPr>
            <p:nvPr/>
          </p:nvCxnSpPr>
          <p:spPr>
            <a:xfrm>
              <a:off x="5460492" y="10163175"/>
              <a:ext cx="0" cy="26936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4" name="Straight Connector 2513">
              <a:extLst>
                <a:ext uri="{FF2B5EF4-FFF2-40B4-BE49-F238E27FC236}">
                  <a16:creationId xmlns:a16="http://schemas.microsoft.com/office/drawing/2014/main" id="{257BEDED-E667-FB06-468E-C9C04F79EFE0}"/>
                </a:ext>
              </a:extLst>
            </p:cNvPr>
            <p:cNvCxnSpPr>
              <a:cxnSpLocks/>
            </p:cNvCxnSpPr>
            <p:nvPr/>
          </p:nvCxnSpPr>
          <p:spPr>
            <a:xfrm>
              <a:off x="5831967" y="9734550"/>
              <a:ext cx="0" cy="86944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6" name="Straight Connector 2515">
              <a:extLst>
                <a:ext uri="{FF2B5EF4-FFF2-40B4-BE49-F238E27FC236}">
                  <a16:creationId xmlns:a16="http://schemas.microsoft.com/office/drawing/2014/main" id="{60ED7959-E39F-FDF2-2B1A-0CBE19A775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23268" y="10582593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0" name="Straight Connector 2539">
              <a:extLst>
                <a:ext uri="{FF2B5EF4-FFF2-40B4-BE49-F238E27FC236}">
                  <a16:creationId xmlns:a16="http://schemas.microsoft.com/office/drawing/2014/main" id="{C79298C5-244F-996C-0706-BB1686A4C5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84298" y="10563225"/>
              <a:ext cx="342727" cy="145426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1" name="Straight Connector 2540">
              <a:extLst>
                <a:ext uri="{FF2B5EF4-FFF2-40B4-BE49-F238E27FC236}">
                  <a16:creationId xmlns:a16="http://schemas.microsoft.com/office/drawing/2014/main" id="{A2213359-C520-B2F1-1E3A-8E66ADBD42B6}"/>
                </a:ext>
              </a:extLst>
            </p:cNvPr>
            <p:cNvCxnSpPr>
              <a:cxnSpLocks/>
            </p:cNvCxnSpPr>
            <p:nvPr/>
          </p:nvCxnSpPr>
          <p:spPr>
            <a:xfrm>
              <a:off x="12674600" y="10420350"/>
              <a:ext cx="357251" cy="1651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5" name="Straight Connector 2544">
              <a:extLst>
                <a:ext uri="{FF2B5EF4-FFF2-40B4-BE49-F238E27FC236}">
                  <a16:creationId xmlns:a16="http://schemas.microsoft.com/office/drawing/2014/main" id="{D5023CBE-3E23-337E-4F64-D005CEEFDE49}"/>
                </a:ext>
              </a:extLst>
            </p:cNvPr>
            <p:cNvCxnSpPr>
              <a:cxnSpLocks/>
            </p:cNvCxnSpPr>
            <p:nvPr/>
          </p:nvCxnSpPr>
          <p:spPr>
            <a:xfrm>
              <a:off x="12680950" y="8947150"/>
              <a:ext cx="328676" cy="1746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0" name="Straight Connector 2549">
              <a:extLst>
                <a:ext uri="{FF2B5EF4-FFF2-40B4-BE49-F238E27FC236}">
                  <a16:creationId xmlns:a16="http://schemas.microsoft.com/office/drawing/2014/main" id="{5FAA259A-5CF0-0310-DDE5-4EFD74FD7B6F}"/>
                </a:ext>
              </a:extLst>
            </p:cNvPr>
            <p:cNvCxnSpPr>
              <a:cxnSpLocks/>
            </p:cNvCxnSpPr>
            <p:nvPr/>
          </p:nvCxnSpPr>
          <p:spPr>
            <a:xfrm>
              <a:off x="12661900" y="10121900"/>
              <a:ext cx="357251" cy="1651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1" name="Straight Connector 2550">
              <a:extLst>
                <a:ext uri="{FF2B5EF4-FFF2-40B4-BE49-F238E27FC236}">
                  <a16:creationId xmlns:a16="http://schemas.microsoft.com/office/drawing/2014/main" id="{EB08E605-6061-460D-0307-C9DC39079EAC}"/>
                </a:ext>
              </a:extLst>
            </p:cNvPr>
            <p:cNvCxnSpPr>
              <a:cxnSpLocks/>
            </p:cNvCxnSpPr>
            <p:nvPr/>
          </p:nvCxnSpPr>
          <p:spPr>
            <a:xfrm>
              <a:off x="12674600" y="9861550"/>
              <a:ext cx="0" cy="2476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2" name="Straight Connector 2551">
              <a:extLst>
                <a:ext uri="{FF2B5EF4-FFF2-40B4-BE49-F238E27FC236}">
                  <a16:creationId xmlns:a16="http://schemas.microsoft.com/office/drawing/2014/main" id="{E558E52E-CE77-0398-6497-97AD74CFF9C6}"/>
                </a:ext>
              </a:extLst>
            </p:cNvPr>
            <p:cNvCxnSpPr>
              <a:cxnSpLocks/>
            </p:cNvCxnSpPr>
            <p:nvPr/>
          </p:nvCxnSpPr>
          <p:spPr>
            <a:xfrm>
              <a:off x="12680950" y="9861550"/>
              <a:ext cx="681101" cy="2794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4" name="Straight Connector 2583">
              <a:extLst>
                <a:ext uri="{FF2B5EF4-FFF2-40B4-BE49-F238E27FC236}">
                  <a16:creationId xmlns:a16="http://schemas.microsoft.com/office/drawing/2014/main" id="{3E111178-3A2B-2A4E-0668-215E58F70D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8375" y="8804910"/>
              <a:ext cx="1719898" cy="7391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6" name="Straight Connector 2585">
              <a:extLst>
                <a:ext uri="{FF2B5EF4-FFF2-40B4-BE49-F238E27FC236}">
                  <a16:creationId xmlns:a16="http://schemas.microsoft.com/office/drawing/2014/main" id="{FEF09921-4DCD-7760-71BB-B4EC775CC005}"/>
                </a:ext>
              </a:extLst>
            </p:cNvPr>
            <p:cNvCxnSpPr>
              <a:cxnSpLocks/>
            </p:cNvCxnSpPr>
            <p:nvPr/>
          </p:nvCxnSpPr>
          <p:spPr>
            <a:xfrm>
              <a:off x="4763135" y="9544050"/>
              <a:ext cx="0" cy="31623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1" name="Straight Connector 2590">
              <a:extLst>
                <a:ext uri="{FF2B5EF4-FFF2-40B4-BE49-F238E27FC236}">
                  <a16:creationId xmlns:a16="http://schemas.microsoft.com/office/drawing/2014/main" id="{92B06062-4925-EE01-3578-636DB38F94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9800" y="9248775"/>
              <a:ext cx="1428750" cy="6096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5" name="Straight Connector 2594">
              <a:extLst>
                <a:ext uri="{FF2B5EF4-FFF2-40B4-BE49-F238E27FC236}">
                  <a16:creationId xmlns:a16="http://schemas.microsoft.com/office/drawing/2014/main" id="{1FE73F11-2C12-3A9C-10BF-7B78FD44A18C}"/>
                </a:ext>
              </a:extLst>
            </p:cNvPr>
            <p:cNvCxnSpPr>
              <a:cxnSpLocks/>
            </p:cNvCxnSpPr>
            <p:nvPr/>
          </p:nvCxnSpPr>
          <p:spPr>
            <a:xfrm>
              <a:off x="7272147" y="10258425"/>
              <a:ext cx="0" cy="60007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7" name="Straight Connector 2596">
              <a:extLst>
                <a:ext uri="{FF2B5EF4-FFF2-40B4-BE49-F238E27FC236}">
                  <a16:creationId xmlns:a16="http://schemas.microsoft.com/office/drawing/2014/main" id="{B17074EB-3844-1395-F715-D9EA416C0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1545" y="11007090"/>
              <a:ext cx="320040" cy="1828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8" name="Straight Connector 2597">
              <a:extLst>
                <a:ext uri="{FF2B5EF4-FFF2-40B4-BE49-F238E27FC236}">
                  <a16:creationId xmlns:a16="http://schemas.microsoft.com/office/drawing/2014/main" id="{7D005775-4527-0D27-58CD-0EF5670578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1545" y="10706100"/>
              <a:ext cx="316230" cy="15049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0" name="Straight Connector 2599">
              <a:extLst>
                <a:ext uri="{FF2B5EF4-FFF2-40B4-BE49-F238E27FC236}">
                  <a16:creationId xmlns:a16="http://schemas.microsoft.com/office/drawing/2014/main" id="{8407229E-7802-F724-E434-3E9D6ECA21A4}"/>
                </a:ext>
              </a:extLst>
            </p:cNvPr>
            <p:cNvCxnSpPr>
              <a:cxnSpLocks/>
            </p:cNvCxnSpPr>
            <p:nvPr/>
          </p:nvCxnSpPr>
          <p:spPr>
            <a:xfrm>
              <a:off x="7595997" y="10753725"/>
              <a:ext cx="0" cy="25717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4" name="Straight Connector 2603">
              <a:extLst>
                <a:ext uri="{FF2B5EF4-FFF2-40B4-BE49-F238E27FC236}">
                  <a16:creationId xmlns:a16="http://schemas.microsoft.com/office/drawing/2014/main" id="{95364B4C-419E-0F00-69E9-D4F20C0220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9843" y="998632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4" name="Straight Connector 2643">
              <a:extLst>
                <a:ext uri="{FF2B5EF4-FFF2-40B4-BE49-F238E27FC236}">
                  <a16:creationId xmlns:a16="http://schemas.microsoft.com/office/drawing/2014/main" id="{B87D2165-6534-0FBC-3D42-F46DA61D3AAA}"/>
                </a:ext>
              </a:extLst>
            </p:cNvPr>
            <p:cNvCxnSpPr>
              <a:cxnSpLocks/>
            </p:cNvCxnSpPr>
            <p:nvPr/>
          </p:nvCxnSpPr>
          <p:spPr>
            <a:xfrm>
              <a:off x="5828792" y="6903720"/>
              <a:ext cx="0" cy="10591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0" name="Straight Connector 2659">
              <a:extLst>
                <a:ext uri="{FF2B5EF4-FFF2-40B4-BE49-F238E27FC236}">
                  <a16:creationId xmlns:a16="http://schemas.microsoft.com/office/drawing/2014/main" id="{D28390FF-9B05-40E4-D87E-1B520DDF6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16001" y="3834448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1" name="Straight Connector 2660">
              <a:extLst>
                <a:ext uri="{FF2B5EF4-FFF2-40B4-BE49-F238E27FC236}">
                  <a16:creationId xmlns:a16="http://schemas.microsoft.com/office/drawing/2014/main" id="{8DC2EFDA-7AE8-B541-1081-66028393D7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16000" y="2219960"/>
              <a:ext cx="3985894" cy="15836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2" name="Straight Connector 2661">
              <a:extLst>
                <a:ext uri="{FF2B5EF4-FFF2-40B4-BE49-F238E27FC236}">
                  <a16:creationId xmlns:a16="http://schemas.microsoft.com/office/drawing/2014/main" id="{74F58A59-90B3-40FC-EA44-00624C389B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03801" y="1644650"/>
              <a:ext cx="0" cy="586741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4" name="Straight Connector 2663">
              <a:extLst>
                <a:ext uri="{FF2B5EF4-FFF2-40B4-BE49-F238E27FC236}">
                  <a16:creationId xmlns:a16="http://schemas.microsoft.com/office/drawing/2014/main" id="{93F21185-CD09-EDAF-5ADA-16E288E79C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16450" y="1626870"/>
              <a:ext cx="386080" cy="12573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6" name="Straight Connector 2665">
              <a:extLst>
                <a:ext uri="{FF2B5EF4-FFF2-40B4-BE49-F238E27FC236}">
                  <a16:creationId xmlns:a16="http://schemas.microsoft.com/office/drawing/2014/main" id="{A4AA68D3-C946-E376-9915-2B42889AE9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41851" y="1726248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7" name="Straight Connector 2666">
              <a:extLst>
                <a:ext uri="{FF2B5EF4-FFF2-40B4-BE49-F238E27FC236}">
                  <a16:creationId xmlns:a16="http://schemas.microsoft.com/office/drawing/2014/main" id="{9C69DCB7-26A8-242D-EC0A-9931FD8683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47700" y="2054860"/>
              <a:ext cx="3985894" cy="15836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8" name="Straight Connector 2667">
              <a:extLst>
                <a:ext uri="{FF2B5EF4-FFF2-40B4-BE49-F238E27FC236}">
                  <a16:creationId xmlns:a16="http://schemas.microsoft.com/office/drawing/2014/main" id="{F3DEC18D-D718-7976-977E-BA9782D298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60401" y="3637598"/>
              <a:ext cx="0" cy="64865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2" name="Straight Connector 2671">
              <a:extLst>
                <a:ext uri="{FF2B5EF4-FFF2-40B4-BE49-F238E27FC236}">
                  <a16:creationId xmlns:a16="http://schemas.microsoft.com/office/drawing/2014/main" id="{429F206B-CE8D-56FB-A677-32DD075375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82220" y="4273550"/>
              <a:ext cx="678180" cy="2743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5" name="Straight Connector 2674">
              <a:extLst>
                <a:ext uri="{FF2B5EF4-FFF2-40B4-BE49-F238E27FC236}">
                  <a16:creationId xmlns:a16="http://schemas.microsoft.com/office/drawing/2014/main" id="{DF5E138E-63D0-5E1E-4AD0-2F07D7FC07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94920" y="409575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6" name="Straight Connector 2675">
              <a:extLst>
                <a:ext uri="{FF2B5EF4-FFF2-40B4-BE49-F238E27FC236}">
                  <a16:creationId xmlns:a16="http://schemas.microsoft.com/office/drawing/2014/main" id="{DA4737E8-78B3-75F9-E825-310B6617CB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82220" y="380365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7" name="Straight Connector 2676">
              <a:extLst>
                <a:ext uri="{FF2B5EF4-FFF2-40B4-BE49-F238E27FC236}">
                  <a16:creationId xmlns:a16="http://schemas.microsoft.com/office/drawing/2014/main" id="{CCC02537-5E5F-86C9-E846-A0D8A38C2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55601" y="3809048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8" name="Straight Connector 2677">
              <a:extLst>
                <a:ext uri="{FF2B5EF4-FFF2-40B4-BE49-F238E27FC236}">
                  <a16:creationId xmlns:a16="http://schemas.microsoft.com/office/drawing/2014/main" id="{D05FBD7E-4343-E301-9677-1913D0E7B8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74601" y="3675698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1" name="Straight Connector 2680">
              <a:extLst>
                <a:ext uri="{FF2B5EF4-FFF2-40B4-BE49-F238E27FC236}">
                  <a16:creationId xmlns:a16="http://schemas.microsoft.com/office/drawing/2014/main" id="{811FEF73-BDAB-23AD-5B35-D83E2AA7A2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03710" y="909701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2" name="Straight Connector 2681">
              <a:extLst>
                <a:ext uri="{FF2B5EF4-FFF2-40B4-BE49-F238E27FC236}">
                  <a16:creationId xmlns:a16="http://schemas.microsoft.com/office/drawing/2014/main" id="{6A84F564-356E-FA26-4F80-EDE9242DB7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40540" y="9243060"/>
              <a:ext cx="358140" cy="1447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3" name="Straight Connector 2682">
              <a:extLst>
                <a:ext uri="{FF2B5EF4-FFF2-40B4-BE49-F238E27FC236}">
                  <a16:creationId xmlns:a16="http://schemas.microsoft.com/office/drawing/2014/main" id="{F11752D7-9E87-B997-970D-2B4BFDA75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10060" y="939546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4" name="Straight Connector 2683">
              <a:extLst>
                <a:ext uri="{FF2B5EF4-FFF2-40B4-BE49-F238E27FC236}">
                  <a16:creationId xmlns:a16="http://schemas.microsoft.com/office/drawing/2014/main" id="{0BCF0B1E-1841-1211-4DB3-F74FEDBD32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40540" y="9573260"/>
              <a:ext cx="358140" cy="1447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5" name="Straight Connector 2684">
              <a:extLst>
                <a:ext uri="{FF2B5EF4-FFF2-40B4-BE49-F238E27FC236}">
                  <a16:creationId xmlns:a16="http://schemas.microsoft.com/office/drawing/2014/main" id="{1C6DDC6F-7710-A3EA-D49A-CA860A48C8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22760" y="971296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6" name="Straight Connector 2685">
              <a:extLst>
                <a:ext uri="{FF2B5EF4-FFF2-40B4-BE49-F238E27FC236}">
                  <a16:creationId xmlns:a16="http://schemas.microsoft.com/office/drawing/2014/main" id="{069F31EB-945E-F596-76BF-A89FB18529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46890" y="9897110"/>
              <a:ext cx="358140" cy="1447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7" name="Straight Connector 2686">
              <a:extLst>
                <a:ext uri="{FF2B5EF4-FFF2-40B4-BE49-F238E27FC236}">
                  <a16:creationId xmlns:a16="http://schemas.microsoft.com/office/drawing/2014/main" id="{8B89AE14-D226-D891-6706-1E8D64E95A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22760" y="1001776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846B4D3D-7556-1398-7A4A-66D9354581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1480" y="5449570"/>
              <a:ext cx="341948" cy="14795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24CDDC0C-FB91-83BF-6B99-1E9BE7B12D94}"/>
                </a:ext>
              </a:extLst>
            </p:cNvPr>
            <p:cNvCxnSpPr>
              <a:cxnSpLocks/>
            </p:cNvCxnSpPr>
            <p:nvPr/>
          </p:nvCxnSpPr>
          <p:spPr>
            <a:xfrm>
              <a:off x="5461000" y="5455920"/>
              <a:ext cx="0" cy="11506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195AB3F9-66C8-6AF1-802E-229F0F60DF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32705" y="6652260"/>
              <a:ext cx="287655" cy="31305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0" name="Straight Connector 1989">
              <a:extLst>
                <a:ext uri="{FF2B5EF4-FFF2-40B4-BE49-F238E27FC236}">
                  <a16:creationId xmlns:a16="http://schemas.microsoft.com/office/drawing/2014/main" id="{99F4B220-A7A1-926C-427B-C0CF2100A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2360" y="7056120"/>
              <a:ext cx="365760" cy="1447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4" name="Straight Connector 1993">
              <a:extLst>
                <a:ext uri="{FF2B5EF4-FFF2-40B4-BE49-F238E27FC236}">
                  <a16:creationId xmlns:a16="http://schemas.microsoft.com/office/drawing/2014/main" id="{BBF9534D-9DFE-9F8E-5407-CE7D23B7097F}"/>
                </a:ext>
              </a:extLst>
            </p:cNvPr>
            <p:cNvCxnSpPr>
              <a:cxnSpLocks/>
            </p:cNvCxnSpPr>
            <p:nvPr/>
          </p:nvCxnSpPr>
          <p:spPr>
            <a:xfrm>
              <a:off x="6188202" y="7223760"/>
              <a:ext cx="0" cy="86106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2009">
              <a:extLst>
                <a:ext uri="{FF2B5EF4-FFF2-40B4-BE49-F238E27FC236}">
                  <a16:creationId xmlns:a16="http://schemas.microsoft.com/office/drawing/2014/main" id="{A81D6E7D-F853-2AA8-F433-966F955CE2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5380" y="7787640"/>
              <a:ext cx="1082040" cy="4381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4" name="Straight Connector 2013">
              <a:extLst>
                <a:ext uri="{FF2B5EF4-FFF2-40B4-BE49-F238E27FC236}">
                  <a16:creationId xmlns:a16="http://schemas.microsoft.com/office/drawing/2014/main" id="{DFF571F4-783C-3874-F68B-C82D39F905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5380" y="8084820"/>
              <a:ext cx="1082040" cy="4381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5" name="Straight Connector 2014">
              <a:extLst>
                <a:ext uri="{FF2B5EF4-FFF2-40B4-BE49-F238E27FC236}">
                  <a16:creationId xmlns:a16="http://schemas.microsoft.com/office/drawing/2014/main" id="{39B56A3C-424D-1703-ECA7-A1E10B585CD9}"/>
                </a:ext>
              </a:extLst>
            </p:cNvPr>
            <p:cNvCxnSpPr>
              <a:cxnSpLocks/>
            </p:cNvCxnSpPr>
            <p:nvPr/>
          </p:nvCxnSpPr>
          <p:spPr>
            <a:xfrm>
              <a:off x="4755642" y="780161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Arrow: Right 8">
            <a:extLst>
              <a:ext uri="{FF2B5EF4-FFF2-40B4-BE49-F238E27FC236}">
                <a16:creationId xmlns:a16="http://schemas.microsoft.com/office/drawing/2014/main" id="{49A94196-1A23-996E-A77D-460A942D577C}"/>
              </a:ext>
            </a:extLst>
          </p:cNvPr>
          <p:cNvSpPr/>
          <p:nvPr/>
        </p:nvSpPr>
        <p:spPr>
          <a:xfrm rot="2890481">
            <a:off x="2737570" y="2294574"/>
            <a:ext cx="1028700" cy="392733"/>
          </a:xfrm>
          <a:prstGeom prst="rightArrow">
            <a:avLst>
              <a:gd name="adj1" fmla="val 50000"/>
              <a:gd name="adj2" fmla="val 8314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615BA08B-4EFC-7224-A3C6-E57E4B63D48F}"/>
              </a:ext>
            </a:extLst>
          </p:cNvPr>
          <p:cNvCxnSpPr>
            <a:cxnSpLocks/>
          </p:cNvCxnSpPr>
          <p:nvPr/>
        </p:nvCxnSpPr>
        <p:spPr>
          <a:xfrm>
            <a:off x="778869" y="1955800"/>
            <a:ext cx="0" cy="615950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1030D77-69A1-7C65-7466-27FEEBBDFE5C}"/>
              </a:ext>
            </a:extLst>
          </p:cNvPr>
          <p:cNvSpPr/>
          <p:nvPr/>
        </p:nvSpPr>
        <p:spPr>
          <a:xfrm rot="7663652">
            <a:off x="2346672" y="8908210"/>
            <a:ext cx="1028700" cy="374003"/>
          </a:xfrm>
          <a:prstGeom prst="rightArrow">
            <a:avLst>
              <a:gd name="adj1" fmla="val 50000"/>
              <a:gd name="adj2" fmla="val 83143"/>
            </a:avLst>
          </a:prstGeom>
          <a:solidFill>
            <a:srgbClr val="FFFF00">
              <a:alpha val="61176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A036069-B209-1E0F-E306-55A377DBEFA6}"/>
              </a:ext>
            </a:extLst>
          </p:cNvPr>
          <p:cNvSpPr/>
          <p:nvPr/>
        </p:nvSpPr>
        <p:spPr>
          <a:xfrm rot="2554333">
            <a:off x="5640806" y="2284652"/>
            <a:ext cx="1028700" cy="392733"/>
          </a:xfrm>
          <a:prstGeom prst="rightArrow">
            <a:avLst>
              <a:gd name="adj1" fmla="val 50000"/>
              <a:gd name="adj2" fmla="val 83143"/>
            </a:avLst>
          </a:prstGeom>
          <a:solidFill>
            <a:srgbClr val="FF99CC">
              <a:alpha val="56863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7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726" y="-1586070"/>
            <a:ext cx="19667926" cy="15461528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5153832" y="-4241406"/>
            <a:ext cx="27771175" cy="2408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1446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1446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9316387" y="2249451"/>
            <a:ext cx="1460887" cy="75197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2464470" y="2820604"/>
            <a:ext cx="10870074" cy="8765324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10396985" y="1559667"/>
            <a:ext cx="6220969" cy="10194641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8335426" y="2881943"/>
            <a:ext cx="4517658" cy="2851825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802738" y="713309"/>
            <a:ext cx="2873912" cy="4106341"/>
            <a:chOff x="1152373" y="3422189"/>
            <a:chExt cx="1907523" cy="2725533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373" y="3422189"/>
              <a:ext cx="0" cy="613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5573" y="3859964"/>
              <a:ext cx="228439" cy="11295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5" name="Straight Connector 2324">
              <a:extLst>
                <a:ext uri="{FF2B5EF4-FFF2-40B4-BE49-F238E27FC236}">
                  <a16:creationId xmlns:a16="http://schemas.microsoft.com/office/drawing/2014/main" id="{3DB96C58-07CA-A0EC-69B3-C1F5A8DAD6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44899" y="5635632"/>
              <a:ext cx="1314997" cy="51209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2" name="Straight Connector 2701">
              <a:extLst>
                <a:ext uri="{FF2B5EF4-FFF2-40B4-BE49-F238E27FC236}">
                  <a16:creationId xmlns:a16="http://schemas.microsoft.com/office/drawing/2014/main" id="{7218C1DA-6D4F-AC35-2D0F-47048C5D08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2681" y="4845369"/>
              <a:ext cx="0" cy="79026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9231091" y="345737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12.09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57FE842-F463-668E-3456-1B6DA55CD103}"/>
              </a:ext>
            </a:extLst>
          </p:cNvPr>
          <p:cNvGrpSpPr/>
          <p:nvPr/>
        </p:nvGrpSpPr>
        <p:grpSpPr>
          <a:xfrm>
            <a:off x="806450" y="654050"/>
            <a:ext cx="18319750" cy="13696950"/>
            <a:chOff x="806450" y="1073150"/>
            <a:chExt cx="18319750" cy="13696950"/>
          </a:xfrm>
        </p:grpSpPr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E0187159-4FA6-31EC-D777-41679F520C88}"/>
                </a:ext>
              </a:extLst>
            </p:cNvPr>
            <p:cNvCxnSpPr>
              <a:cxnSpLocks/>
            </p:cNvCxnSpPr>
            <p:nvPr/>
          </p:nvCxnSpPr>
          <p:spPr>
            <a:xfrm>
              <a:off x="1511300" y="5935980"/>
              <a:ext cx="2496820" cy="10134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3EBFAE12-F682-57A3-5FE6-E476F5F4820A}"/>
                </a:ext>
              </a:extLst>
            </p:cNvPr>
            <p:cNvCxnSpPr>
              <a:cxnSpLocks/>
            </p:cNvCxnSpPr>
            <p:nvPr/>
          </p:nvCxnSpPr>
          <p:spPr>
            <a:xfrm>
              <a:off x="806450" y="3295650"/>
              <a:ext cx="704850" cy="273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27AA6D1-462F-6283-56AB-68040CEFBEB6}"/>
                </a:ext>
              </a:extLst>
            </p:cNvPr>
            <p:cNvCxnSpPr>
              <a:cxnSpLocks/>
            </p:cNvCxnSpPr>
            <p:nvPr/>
          </p:nvCxnSpPr>
          <p:spPr>
            <a:xfrm>
              <a:off x="1500668" y="3556000"/>
              <a:ext cx="0" cy="23495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E2E88BD-01F9-E577-2BFB-8C9E64C7B6F6}"/>
                </a:ext>
              </a:extLst>
            </p:cNvPr>
            <p:cNvCxnSpPr>
              <a:cxnSpLocks/>
            </p:cNvCxnSpPr>
            <p:nvPr/>
          </p:nvCxnSpPr>
          <p:spPr>
            <a:xfrm>
              <a:off x="3998123" y="6949440"/>
              <a:ext cx="0" cy="3200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55F14D7-D514-4BDB-3641-7B62B7ECF5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6125" y="10115550"/>
              <a:ext cx="752475" cy="3409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E71BA4C-6B2B-0DAE-F9E2-929F60D83886}"/>
                </a:ext>
              </a:extLst>
            </p:cNvPr>
            <p:cNvCxnSpPr>
              <a:cxnSpLocks/>
            </p:cNvCxnSpPr>
            <p:nvPr/>
          </p:nvCxnSpPr>
          <p:spPr>
            <a:xfrm>
              <a:off x="3281843" y="104394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E4B49EBC-6582-10BD-E730-F7F52A1D16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5000" y="10706100"/>
              <a:ext cx="1371600" cy="6000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BE679FDF-B0FC-D2DE-9EDB-3E264EBA42BC}"/>
                </a:ext>
              </a:extLst>
            </p:cNvPr>
            <p:cNvCxnSpPr>
              <a:cxnSpLocks/>
            </p:cNvCxnSpPr>
            <p:nvPr/>
          </p:nvCxnSpPr>
          <p:spPr>
            <a:xfrm>
              <a:off x="1853093" y="113157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9A7D6DED-FD4F-5A8E-1698-2E35C40C0D06}"/>
                </a:ext>
              </a:extLst>
            </p:cNvPr>
            <p:cNvCxnSpPr>
              <a:cxnSpLocks/>
            </p:cNvCxnSpPr>
            <p:nvPr/>
          </p:nvCxnSpPr>
          <p:spPr>
            <a:xfrm>
              <a:off x="1822450" y="11620500"/>
              <a:ext cx="1482725" cy="628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0F9D858D-F27B-692C-0230-6497317A37F6}"/>
                </a:ext>
              </a:extLst>
            </p:cNvPr>
            <p:cNvCxnSpPr>
              <a:cxnSpLocks/>
            </p:cNvCxnSpPr>
            <p:nvPr/>
          </p:nvCxnSpPr>
          <p:spPr>
            <a:xfrm>
              <a:off x="5441950" y="11896725"/>
              <a:ext cx="3587750" cy="15049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C0295BF7-7B19-FC58-B44A-486A8B8091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1975" y="11896725"/>
              <a:ext cx="1028700" cy="5048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51B25757-6DEF-CEEF-83AA-9FF56255DF3D}"/>
                </a:ext>
              </a:extLst>
            </p:cNvPr>
            <p:cNvCxnSpPr>
              <a:cxnSpLocks/>
            </p:cNvCxnSpPr>
            <p:nvPr/>
          </p:nvCxnSpPr>
          <p:spPr>
            <a:xfrm>
              <a:off x="3629025" y="12068175"/>
              <a:ext cx="742950" cy="3143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4FBED2AC-8864-5478-5D9C-9DF474E298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4700" y="12030075"/>
              <a:ext cx="371475" cy="2286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ADAD954-D08B-B533-BAE2-5038466E9F18}"/>
                </a:ext>
              </a:extLst>
            </p:cNvPr>
            <p:cNvCxnSpPr>
              <a:cxnSpLocks/>
            </p:cNvCxnSpPr>
            <p:nvPr/>
          </p:nvCxnSpPr>
          <p:spPr>
            <a:xfrm>
              <a:off x="9067800" y="133921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05B288-A565-8CFB-343B-84198B4A9471}"/>
                </a:ext>
              </a:extLst>
            </p:cNvPr>
            <p:cNvCxnSpPr>
              <a:cxnSpLocks/>
            </p:cNvCxnSpPr>
            <p:nvPr/>
          </p:nvCxnSpPr>
          <p:spPr>
            <a:xfrm>
              <a:off x="7239000" y="12944475"/>
              <a:ext cx="1800225" cy="762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64DCBBE-C2CF-5308-B615-FACF5D887FA9}"/>
                </a:ext>
              </a:extLst>
            </p:cNvPr>
            <p:cNvCxnSpPr>
              <a:cxnSpLocks/>
            </p:cNvCxnSpPr>
            <p:nvPr/>
          </p:nvCxnSpPr>
          <p:spPr>
            <a:xfrm>
              <a:off x="7229475" y="12963525"/>
              <a:ext cx="0" cy="6191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FE4CA3A-4E59-DF01-BBFE-5104F42E10FB}"/>
                </a:ext>
              </a:extLst>
            </p:cNvPr>
            <p:cNvCxnSpPr>
              <a:cxnSpLocks/>
            </p:cNvCxnSpPr>
            <p:nvPr/>
          </p:nvCxnSpPr>
          <p:spPr>
            <a:xfrm>
              <a:off x="7210425" y="13554075"/>
              <a:ext cx="390525" cy="171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238BD886-0C73-65D9-0650-63C484178645}"/>
                </a:ext>
              </a:extLst>
            </p:cNvPr>
            <p:cNvCxnSpPr>
              <a:cxnSpLocks/>
            </p:cNvCxnSpPr>
            <p:nvPr/>
          </p:nvCxnSpPr>
          <p:spPr>
            <a:xfrm>
              <a:off x="7577618" y="13401675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46F4A8A-99EB-217A-F29B-0053F360B301}"/>
                </a:ext>
              </a:extLst>
            </p:cNvPr>
            <p:cNvCxnSpPr>
              <a:cxnSpLocks/>
            </p:cNvCxnSpPr>
            <p:nvPr/>
          </p:nvCxnSpPr>
          <p:spPr>
            <a:xfrm>
              <a:off x="7591425" y="13373100"/>
              <a:ext cx="390525" cy="171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D84BCC54-4B9C-6D68-CB50-A4DB258DB913}"/>
                </a:ext>
              </a:extLst>
            </p:cNvPr>
            <p:cNvCxnSpPr>
              <a:cxnSpLocks/>
            </p:cNvCxnSpPr>
            <p:nvPr/>
          </p:nvCxnSpPr>
          <p:spPr>
            <a:xfrm>
              <a:off x="7958618" y="135445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B8B83547-45BE-CD20-3ED6-5364846225FE}"/>
                </a:ext>
              </a:extLst>
            </p:cNvPr>
            <p:cNvCxnSpPr>
              <a:cxnSpLocks/>
            </p:cNvCxnSpPr>
            <p:nvPr/>
          </p:nvCxnSpPr>
          <p:spPr>
            <a:xfrm>
              <a:off x="7943850" y="13839825"/>
              <a:ext cx="390525" cy="171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CD35441-31C3-2FD4-4B7C-937E89EA178A}"/>
                </a:ext>
              </a:extLst>
            </p:cNvPr>
            <p:cNvCxnSpPr>
              <a:cxnSpLocks/>
            </p:cNvCxnSpPr>
            <p:nvPr/>
          </p:nvCxnSpPr>
          <p:spPr>
            <a:xfrm>
              <a:off x="8301518" y="136969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8982670F-A7B7-1887-80F0-5092BD1127EF}"/>
                </a:ext>
              </a:extLst>
            </p:cNvPr>
            <p:cNvCxnSpPr>
              <a:cxnSpLocks/>
            </p:cNvCxnSpPr>
            <p:nvPr/>
          </p:nvCxnSpPr>
          <p:spPr>
            <a:xfrm>
              <a:off x="8305800" y="13687425"/>
              <a:ext cx="2552700" cy="10445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938">
              <a:extLst>
                <a:ext uri="{FF2B5EF4-FFF2-40B4-BE49-F238E27FC236}">
                  <a16:creationId xmlns:a16="http://schemas.microsoft.com/office/drawing/2014/main" id="{43D0EFB2-DE78-1A4A-84E4-7390C11CAE8A}"/>
                </a:ext>
              </a:extLst>
            </p:cNvPr>
            <p:cNvCxnSpPr>
              <a:cxnSpLocks/>
            </p:cNvCxnSpPr>
            <p:nvPr/>
          </p:nvCxnSpPr>
          <p:spPr>
            <a:xfrm>
              <a:off x="10847868" y="144462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258C3372-A860-CF58-0F5A-A9B2096BFB1B}"/>
                </a:ext>
              </a:extLst>
            </p:cNvPr>
            <p:cNvCxnSpPr>
              <a:cxnSpLocks/>
            </p:cNvCxnSpPr>
            <p:nvPr/>
          </p:nvCxnSpPr>
          <p:spPr>
            <a:xfrm>
              <a:off x="9359900" y="13836650"/>
              <a:ext cx="1482725" cy="612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FE1E0095-58EC-1BE8-81D4-AFC9549FB6D9}"/>
                </a:ext>
              </a:extLst>
            </p:cNvPr>
            <p:cNvCxnSpPr>
              <a:cxnSpLocks/>
            </p:cNvCxnSpPr>
            <p:nvPr/>
          </p:nvCxnSpPr>
          <p:spPr>
            <a:xfrm>
              <a:off x="9381018" y="135255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4390945A-3025-B311-CA32-E27596848225}"/>
                </a:ext>
              </a:extLst>
            </p:cNvPr>
            <p:cNvCxnSpPr>
              <a:cxnSpLocks/>
            </p:cNvCxnSpPr>
            <p:nvPr/>
          </p:nvCxnSpPr>
          <p:spPr>
            <a:xfrm>
              <a:off x="9391650" y="13531850"/>
              <a:ext cx="181610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>
              <a:extLst>
                <a:ext uri="{FF2B5EF4-FFF2-40B4-BE49-F238E27FC236}">
                  <a16:creationId xmlns:a16="http://schemas.microsoft.com/office/drawing/2014/main" id="{F585E202-5513-97FC-FB61-00C43A31E63C}"/>
                </a:ext>
              </a:extLst>
            </p:cNvPr>
            <p:cNvCxnSpPr>
              <a:cxnSpLocks/>
            </p:cNvCxnSpPr>
            <p:nvPr/>
          </p:nvCxnSpPr>
          <p:spPr>
            <a:xfrm>
              <a:off x="11203468" y="139763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68556F63-3D2A-BCB0-B895-8FEC4B9D844A}"/>
                </a:ext>
              </a:extLst>
            </p:cNvPr>
            <p:cNvCxnSpPr>
              <a:cxnSpLocks/>
            </p:cNvCxnSpPr>
            <p:nvPr/>
          </p:nvCxnSpPr>
          <p:spPr>
            <a:xfrm>
              <a:off x="9410700" y="13258800"/>
              <a:ext cx="181610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7A4CA15F-2979-0AF0-D81B-10A75958BE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55150" y="13093700"/>
              <a:ext cx="304800" cy="1619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Straight Connector 954">
              <a:extLst>
                <a:ext uri="{FF2B5EF4-FFF2-40B4-BE49-F238E27FC236}">
                  <a16:creationId xmlns:a16="http://schemas.microsoft.com/office/drawing/2014/main" id="{15C939B3-F027-5DC5-3E66-AB10219081DF}"/>
                </a:ext>
              </a:extLst>
            </p:cNvPr>
            <p:cNvCxnSpPr>
              <a:cxnSpLocks/>
            </p:cNvCxnSpPr>
            <p:nvPr/>
          </p:nvCxnSpPr>
          <p:spPr>
            <a:xfrm>
              <a:off x="9740900" y="13100050"/>
              <a:ext cx="1479550" cy="622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AB93BCC0-23F0-07DE-6618-E3AC5FF6D9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07750" y="13569950"/>
              <a:ext cx="3619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C5F25611-BE9A-8A2B-3A69-DCF426D9BA33}"/>
                </a:ext>
              </a:extLst>
            </p:cNvPr>
            <p:cNvCxnSpPr>
              <a:cxnSpLocks/>
            </p:cNvCxnSpPr>
            <p:nvPr/>
          </p:nvCxnSpPr>
          <p:spPr>
            <a:xfrm>
              <a:off x="11559068" y="132397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E07FD47F-E599-70D1-6E0D-94A06A96D0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50650" y="13119100"/>
              <a:ext cx="3619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C4D1607B-E006-CB48-BAB5-7004B7535F0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018" y="12522200"/>
              <a:ext cx="0" cy="584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28E9A648-ED85-B910-AEA5-ABB5D87C0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06250" y="12395200"/>
              <a:ext cx="349250" cy="1428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F048B7DA-C552-3DCE-92E8-F50478ADF17F}"/>
                </a:ext>
              </a:extLst>
            </p:cNvPr>
            <p:cNvCxnSpPr>
              <a:cxnSpLocks/>
            </p:cNvCxnSpPr>
            <p:nvPr/>
          </p:nvCxnSpPr>
          <p:spPr>
            <a:xfrm>
              <a:off x="12255500" y="12360275"/>
              <a:ext cx="742950" cy="2889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650B3DAB-02CB-0010-58B7-B574C7947895}"/>
                </a:ext>
              </a:extLst>
            </p:cNvPr>
            <p:cNvCxnSpPr>
              <a:cxnSpLocks/>
            </p:cNvCxnSpPr>
            <p:nvPr/>
          </p:nvCxnSpPr>
          <p:spPr>
            <a:xfrm>
              <a:off x="12987818" y="126746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7DF3B115-E2A8-44E5-B09E-3A35D1F510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85750" y="12642850"/>
              <a:ext cx="736600" cy="3397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773F9ABD-8DDA-14A0-5301-548C22C63C9A}"/>
                </a:ext>
              </a:extLst>
            </p:cNvPr>
            <p:cNvCxnSpPr>
              <a:cxnSpLocks/>
            </p:cNvCxnSpPr>
            <p:nvPr/>
          </p:nvCxnSpPr>
          <p:spPr>
            <a:xfrm>
              <a:off x="12668250" y="12230100"/>
              <a:ext cx="1041400" cy="406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62295736-72BD-6F4D-6B53-6A96DC0D0E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30150" y="12065000"/>
              <a:ext cx="3619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363B319F-BAF9-1526-FE47-FD0AB87F0362}"/>
                </a:ext>
              </a:extLst>
            </p:cNvPr>
            <p:cNvCxnSpPr>
              <a:cxnSpLocks/>
            </p:cNvCxnSpPr>
            <p:nvPr/>
          </p:nvCxnSpPr>
          <p:spPr>
            <a:xfrm>
              <a:off x="12979400" y="12080875"/>
              <a:ext cx="742950" cy="2889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818E4499-C953-B076-A4F0-801A41BD5B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09650" y="12236450"/>
              <a:ext cx="3619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B532989D-D29E-CD81-FD1F-AEF5171FA617}"/>
                </a:ext>
              </a:extLst>
            </p:cNvPr>
            <p:cNvCxnSpPr>
              <a:cxnSpLocks/>
            </p:cNvCxnSpPr>
            <p:nvPr/>
          </p:nvCxnSpPr>
          <p:spPr>
            <a:xfrm>
              <a:off x="13366750" y="11950700"/>
              <a:ext cx="685800" cy="273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F5F05FEF-5391-F0A7-F095-F2963A4E1AEF}"/>
                </a:ext>
              </a:extLst>
            </p:cNvPr>
            <p:cNvCxnSpPr>
              <a:cxnSpLocks/>
            </p:cNvCxnSpPr>
            <p:nvPr/>
          </p:nvCxnSpPr>
          <p:spPr>
            <a:xfrm>
              <a:off x="13356118" y="116078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FCE0A47D-FB0D-984A-5004-A7418547E0FB}"/>
                </a:ext>
              </a:extLst>
            </p:cNvPr>
            <p:cNvCxnSpPr>
              <a:cxnSpLocks/>
            </p:cNvCxnSpPr>
            <p:nvPr/>
          </p:nvCxnSpPr>
          <p:spPr>
            <a:xfrm>
              <a:off x="13328650" y="11636375"/>
              <a:ext cx="1104900" cy="434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BFC383DF-8F5B-7105-BA54-0F63DD4DDA18}"/>
                </a:ext>
              </a:extLst>
            </p:cNvPr>
            <p:cNvCxnSpPr>
              <a:cxnSpLocks/>
            </p:cNvCxnSpPr>
            <p:nvPr/>
          </p:nvCxnSpPr>
          <p:spPr>
            <a:xfrm>
              <a:off x="14429268" y="117665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B3E240E9-D951-2077-B719-B6DCCFAE595B}"/>
                </a:ext>
              </a:extLst>
            </p:cNvPr>
            <p:cNvCxnSpPr>
              <a:cxnSpLocks/>
            </p:cNvCxnSpPr>
            <p:nvPr/>
          </p:nvCxnSpPr>
          <p:spPr>
            <a:xfrm>
              <a:off x="13309600" y="11337925"/>
              <a:ext cx="1104900" cy="434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965">
              <a:extLst>
                <a:ext uri="{FF2B5EF4-FFF2-40B4-BE49-F238E27FC236}">
                  <a16:creationId xmlns:a16="http://schemas.microsoft.com/office/drawing/2014/main" id="{A6D57E01-D263-BAA4-CC32-A3BF27B4DFE5}"/>
                </a:ext>
              </a:extLst>
            </p:cNvPr>
            <p:cNvCxnSpPr>
              <a:cxnSpLocks/>
            </p:cNvCxnSpPr>
            <p:nvPr/>
          </p:nvCxnSpPr>
          <p:spPr>
            <a:xfrm>
              <a:off x="13322300" y="11080750"/>
              <a:ext cx="0" cy="2889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06658602-CD29-FE30-FE1D-9CD56451F547}"/>
                </a:ext>
              </a:extLst>
            </p:cNvPr>
            <p:cNvCxnSpPr>
              <a:cxnSpLocks/>
            </p:cNvCxnSpPr>
            <p:nvPr/>
          </p:nvCxnSpPr>
          <p:spPr>
            <a:xfrm>
              <a:off x="13709650" y="11204575"/>
              <a:ext cx="793750" cy="3206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3CA07C4A-5D31-B7EB-4F22-B111B8186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71650" y="113601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8622BEFA-1F6D-74F0-69AC-1D4F079772F9}"/>
                </a:ext>
              </a:extLst>
            </p:cNvPr>
            <p:cNvCxnSpPr>
              <a:cxnSpLocks/>
            </p:cNvCxnSpPr>
            <p:nvPr/>
          </p:nvCxnSpPr>
          <p:spPr>
            <a:xfrm>
              <a:off x="14090650" y="11055350"/>
              <a:ext cx="673100" cy="285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96A0F7AD-A9B4-D025-7D2E-4A8B1EA203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84300" y="10452100"/>
              <a:ext cx="349250" cy="152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Straight Connector 976">
              <a:extLst>
                <a:ext uri="{FF2B5EF4-FFF2-40B4-BE49-F238E27FC236}">
                  <a16:creationId xmlns:a16="http://schemas.microsoft.com/office/drawing/2014/main" id="{741921F1-50A0-A724-1EEF-3C322D8D3892}"/>
                </a:ext>
              </a:extLst>
            </p:cNvPr>
            <p:cNvCxnSpPr>
              <a:cxnSpLocks/>
            </p:cNvCxnSpPr>
            <p:nvPr/>
          </p:nvCxnSpPr>
          <p:spPr>
            <a:xfrm>
              <a:off x="14435618" y="105981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6A7FC16A-5D10-FED4-BD5C-3C18594CC327}"/>
                </a:ext>
              </a:extLst>
            </p:cNvPr>
            <p:cNvCxnSpPr>
              <a:cxnSpLocks/>
            </p:cNvCxnSpPr>
            <p:nvPr/>
          </p:nvCxnSpPr>
          <p:spPr>
            <a:xfrm>
              <a:off x="14420850" y="1090612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278D4429-3966-D542-C909-21A92A6EB168}"/>
                </a:ext>
              </a:extLst>
            </p:cNvPr>
            <p:cNvCxnSpPr>
              <a:cxnSpLocks/>
            </p:cNvCxnSpPr>
            <p:nvPr/>
          </p:nvCxnSpPr>
          <p:spPr>
            <a:xfrm>
              <a:off x="14797568" y="107505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96F3DA99-C8D2-307D-D3C3-BA6C76400963}"/>
                </a:ext>
              </a:extLst>
            </p:cNvPr>
            <p:cNvCxnSpPr>
              <a:cxnSpLocks/>
            </p:cNvCxnSpPr>
            <p:nvPr/>
          </p:nvCxnSpPr>
          <p:spPr>
            <a:xfrm>
              <a:off x="14801850" y="1072197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1B19B716-ED28-8116-2060-3156E5FECED9}"/>
                </a:ext>
              </a:extLst>
            </p:cNvPr>
            <p:cNvCxnSpPr>
              <a:cxnSpLocks/>
            </p:cNvCxnSpPr>
            <p:nvPr/>
          </p:nvCxnSpPr>
          <p:spPr>
            <a:xfrm>
              <a:off x="15159518" y="105791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CD92C951-8BB6-F791-B0C6-D14A88DEBE14}"/>
                </a:ext>
              </a:extLst>
            </p:cNvPr>
            <p:cNvCxnSpPr>
              <a:cxnSpLocks/>
            </p:cNvCxnSpPr>
            <p:nvPr/>
          </p:nvCxnSpPr>
          <p:spPr>
            <a:xfrm>
              <a:off x="14109700" y="10217150"/>
              <a:ext cx="105410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C64671AE-DA42-B742-891F-E78A9E43AC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97000" y="100584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9A98C024-9C4E-F87D-F321-E3F01686CAE7}"/>
                </a:ext>
              </a:extLst>
            </p:cNvPr>
            <p:cNvCxnSpPr>
              <a:cxnSpLocks/>
            </p:cNvCxnSpPr>
            <p:nvPr/>
          </p:nvCxnSpPr>
          <p:spPr>
            <a:xfrm>
              <a:off x="14427200" y="10058400"/>
              <a:ext cx="730250" cy="279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DF20DD7B-ED6A-0527-AA61-F891E0CA7E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750" y="101854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F5745BC6-284E-5E6E-73E9-EABA2CD19423}"/>
                </a:ext>
              </a:extLst>
            </p:cNvPr>
            <p:cNvCxnSpPr>
              <a:cxnSpLocks/>
            </p:cNvCxnSpPr>
            <p:nvPr/>
          </p:nvCxnSpPr>
          <p:spPr>
            <a:xfrm>
              <a:off x="14433550" y="9766300"/>
              <a:ext cx="1028700" cy="400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8542BDE0-22CF-4B80-C74C-F2EEE8DB0126}"/>
                </a:ext>
              </a:extLst>
            </p:cNvPr>
            <p:cNvCxnSpPr>
              <a:cxnSpLocks/>
            </p:cNvCxnSpPr>
            <p:nvPr/>
          </p:nvCxnSpPr>
          <p:spPr>
            <a:xfrm>
              <a:off x="14435618" y="94424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A12AE7A1-31E1-7EBA-C4D9-D7B5F1012792}"/>
                </a:ext>
              </a:extLst>
            </p:cNvPr>
            <p:cNvCxnSpPr>
              <a:cxnSpLocks/>
            </p:cNvCxnSpPr>
            <p:nvPr/>
          </p:nvCxnSpPr>
          <p:spPr>
            <a:xfrm>
              <a:off x="14465300" y="9448800"/>
              <a:ext cx="1022350" cy="425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982FE248-73BA-14D6-3F9F-362916C628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00350" y="97409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C8D42024-6DB0-F3C1-791B-C770365271F5}"/>
                </a:ext>
              </a:extLst>
            </p:cNvPr>
            <p:cNvCxnSpPr>
              <a:cxnSpLocks/>
            </p:cNvCxnSpPr>
            <p:nvPr/>
          </p:nvCxnSpPr>
          <p:spPr>
            <a:xfrm>
              <a:off x="15851668" y="94234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622D6DF6-979B-7DA2-204E-20B6ED3934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00350" y="94551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BF441B25-5EBB-832E-5542-BD23A2475D5F}"/>
                </a:ext>
              </a:extLst>
            </p:cNvPr>
            <p:cNvCxnSpPr>
              <a:cxnSpLocks/>
            </p:cNvCxnSpPr>
            <p:nvPr/>
          </p:nvCxnSpPr>
          <p:spPr>
            <a:xfrm>
              <a:off x="15515118" y="927735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B1542C0A-999A-1BFD-5791-D6B3881ECF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63800" y="93091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84C79979-2268-DACB-AA82-BAF1B809D360}"/>
                </a:ext>
              </a:extLst>
            </p:cNvPr>
            <p:cNvCxnSpPr>
              <a:cxnSpLocks/>
            </p:cNvCxnSpPr>
            <p:nvPr/>
          </p:nvCxnSpPr>
          <p:spPr>
            <a:xfrm>
              <a:off x="15146818" y="91313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4C082F2-4BE9-8B6A-1F44-97B33416DE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95500" y="91630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00ED631B-0C85-007B-31FF-EC5CD32385F0}"/>
                </a:ext>
              </a:extLst>
            </p:cNvPr>
            <p:cNvCxnSpPr>
              <a:cxnSpLocks/>
            </p:cNvCxnSpPr>
            <p:nvPr/>
          </p:nvCxnSpPr>
          <p:spPr>
            <a:xfrm>
              <a:off x="14784868" y="8401050"/>
              <a:ext cx="0" cy="3175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C58EBB38-A796-C8C7-EE2E-B455E699F7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08200" y="82423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6009DFAE-BCFB-033F-91ED-61E7F345ABF0}"/>
                </a:ext>
              </a:extLst>
            </p:cNvPr>
            <p:cNvCxnSpPr>
              <a:cxnSpLocks/>
            </p:cNvCxnSpPr>
            <p:nvPr/>
          </p:nvCxnSpPr>
          <p:spPr>
            <a:xfrm>
              <a:off x="14782800" y="809942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BAE87BA6-EBF2-FF41-D833-46870C9651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08200" y="79438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FF298465-3764-83AB-9A73-1C3FB5896910}"/>
                </a:ext>
              </a:extLst>
            </p:cNvPr>
            <p:cNvCxnSpPr>
              <a:cxnSpLocks/>
            </p:cNvCxnSpPr>
            <p:nvPr/>
          </p:nvCxnSpPr>
          <p:spPr>
            <a:xfrm>
              <a:off x="14782800" y="780097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6A8120DA-642B-A159-532A-E9C11C35479F}"/>
                </a:ext>
              </a:extLst>
            </p:cNvPr>
            <p:cNvCxnSpPr>
              <a:cxnSpLocks/>
            </p:cNvCxnSpPr>
            <p:nvPr/>
          </p:nvCxnSpPr>
          <p:spPr>
            <a:xfrm>
              <a:off x="14784868" y="75057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0ED099CF-96BD-A7F6-F816-B645C74507F0}"/>
                </a:ext>
              </a:extLst>
            </p:cNvPr>
            <p:cNvCxnSpPr>
              <a:cxnSpLocks/>
            </p:cNvCxnSpPr>
            <p:nvPr/>
          </p:nvCxnSpPr>
          <p:spPr>
            <a:xfrm>
              <a:off x="14751050" y="7496175"/>
              <a:ext cx="1866900" cy="7778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B519958A-6CC2-DDA3-40C5-F2A76D58DB77}"/>
                </a:ext>
              </a:extLst>
            </p:cNvPr>
            <p:cNvCxnSpPr>
              <a:cxnSpLocks/>
            </p:cNvCxnSpPr>
            <p:nvPr/>
          </p:nvCxnSpPr>
          <p:spPr>
            <a:xfrm>
              <a:off x="16594618" y="8293100"/>
              <a:ext cx="0" cy="850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33F72565-F631-DDC7-0BA2-C60688E342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43300" y="91313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32D753C5-6D20-FD3A-B862-5856FE4EDAA2}"/>
                </a:ext>
              </a:extLst>
            </p:cNvPr>
            <p:cNvCxnSpPr>
              <a:cxnSpLocks/>
            </p:cNvCxnSpPr>
            <p:nvPr/>
          </p:nvCxnSpPr>
          <p:spPr>
            <a:xfrm>
              <a:off x="16211550" y="926782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00B55D4A-ADDB-F0DA-06A2-A1D8D9B71AF2}"/>
                </a:ext>
              </a:extLst>
            </p:cNvPr>
            <p:cNvCxnSpPr>
              <a:cxnSpLocks/>
            </p:cNvCxnSpPr>
            <p:nvPr/>
          </p:nvCxnSpPr>
          <p:spPr>
            <a:xfrm>
              <a:off x="16600968" y="9429750"/>
              <a:ext cx="0" cy="11493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A61318D5-795D-1ADB-CBFC-EA4AD3CC47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43300" y="105854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E81F738B-0E1D-0C54-4EDD-BB435078084B}"/>
                </a:ext>
              </a:extLst>
            </p:cNvPr>
            <p:cNvCxnSpPr>
              <a:cxnSpLocks/>
            </p:cNvCxnSpPr>
            <p:nvPr/>
          </p:nvCxnSpPr>
          <p:spPr>
            <a:xfrm>
              <a:off x="16226318" y="10763250"/>
              <a:ext cx="0" cy="622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9F3FB20C-940C-F51E-443D-89062A43AF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68650" y="113728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8183599F-5779-E1BA-EF53-40E2B2CE7D5B}"/>
                </a:ext>
              </a:extLst>
            </p:cNvPr>
            <p:cNvCxnSpPr>
              <a:cxnSpLocks/>
            </p:cNvCxnSpPr>
            <p:nvPr/>
          </p:nvCxnSpPr>
          <p:spPr>
            <a:xfrm>
              <a:off x="15877068" y="115062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1983">
              <a:extLst>
                <a:ext uri="{FF2B5EF4-FFF2-40B4-BE49-F238E27FC236}">
                  <a16:creationId xmlns:a16="http://schemas.microsoft.com/office/drawing/2014/main" id="{9B7CAB47-4556-D465-463C-29ADF4CB9C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19400" y="117983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5" name="Straight Connector 1984">
              <a:extLst>
                <a:ext uri="{FF2B5EF4-FFF2-40B4-BE49-F238E27FC236}">
                  <a16:creationId xmlns:a16="http://schemas.microsoft.com/office/drawing/2014/main" id="{AEEF280B-DBCC-4894-E752-EA7941F0E81A}"/>
                </a:ext>
              </a:extLst>
            </p:cNvPr>
            <p:cNvCxnSpPr>
              <a:cxnSpLocks/>
            </p:cNvCxnSpPr>
            <p:nvPr/>
          </p:nvCxnSpPr>
          <p:spPr>
            <a:xfrm>
              <a:off x="15534168" y="119380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1985">
              <a:extLst>
                <a:ext uri="{FF2B5EF4-FFF2-40B4-BE49-F238E27FC236}">
                  <a16:creationId xmlns:a16="http://schemas.microsoft.com/office/drawing/2014/main" id="{DCDB2EEF-8906-3220-9443-A0330C8D3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25750" y="120777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7" name="Straight Connector 1986">
              <a:extLst>
                <a:ext uri="{FF2B5EF4-FFF2-40B4-BE49-F238E27FC236}">
                  <a16:creationId xmlns:a16="http://schemas.microsoft.com/office/drawing/2014/main" id="{724FCF30-AB67-4C41-0AEC-EA51EAEB87CE}"/>
                </a:ext>
              </a:extLst>
            </p:cNvPr>
            <p:cNvCxnSpPr>
              <a:cxnSpLocks/>
            </p:cNvCxnSpPr>
            <p:nvPr/>
          </p:nvCxnSpPr>
          <p:spPr>
            <a:xfrm>
              <a:off x="15870718" y="12090400"/>
              <a:ext cx="0" cy="5651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1988">
              <a:extLst>
                <a:ext uri="{FF2B5EF4-FFF2-40B4-BE49-F238E27FC236}">
                  <a16:creationId xmlns:a16="http://schemas.microsoft.com/office/drawing/2014/main" id="{10C0560B-DE5B-23D8-C542-F5E90D6DB0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55950" y="12344400"/>
              <a:ext cx="730250" cy="3270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1990">
              <a:extLst>
                <a:ext uri="{FF2B5EF4-FFF2-40B4-BE49-F238E27FC236}">
                  <a16:creationId xmlns:a16="http://schemas.microsoft.com/office/drawing/2014/main" id="{643E6AB1-4A6E-8B60-B1C5-038FE089C788}"/>
                </a:ext>
              </a:extLst>
            </p:cNvPr>
            <p:cNvCxnSpPr>
              <a:cxnSpLocks/>
            </p:cNvCxnSpPr>
            <p:nvPr/>
          </p:nvCxnSpPr>
          <p:spPr>
            <a:xfrm>
              <a:off x="16581918" y="12026900"/>
              <a:ext cx="0" cy="323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2" name="Straight Connector 1991">
              <a:extLst>
                <a:ext uri="{FF2B5EF4-FFF2-40B4-BE49-F238E27FC236}">
                  <a16:creationId xmlns:a16="http://schemas.microsoft.com/office/drawing/2014/main" id="{EC39DC54-C74C-8E90-7660-100C9CA403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36950" y="120523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1992">
              <a:extLst>
                <a:ext uri="{FF2B5EF4-FFF2-40B4-BE49-F238E27FC236}">
                  <a16:creationId xmlns:a16="http://schemas.microsoft.com/office/drawing/2014/main" id="{E3CD0A23-826B-1D31-F3E4-327275059CF0}"/>
                </a:ext>
              </a:extLst>
            </p:cNvPr>
            <p:cNvCxnSpPr>
              <a:cxnSpLocks/>
            </p:cNvCxnSpPr>
            <p:nvPr/>
          </p:nvCxnSpPr>
          <p:spPr>
            <a:xfrm>
              <a:off x="16239018" y="11652250"/>
              <a:ext cx="0" cy="5461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1994">
              <a:extLst>
                <a:ext uri="{FF2B5EF4-FFF2-40B4-BE49-F238E27FC236}">
                  <a16:creationId xmlns:a16="http://schemas.microsoft.com/office/drawing/2014/main" id="{25CE9C10-E71A-0175-EF00-95D8A058E025}"/>
                </a:ext>
              </a:extLst>
            </p:cNvPr>
            <p:cNvCxnSpPr>
              <a:cxnSpLocks/>
            </p:cNvCxnSpPr>
            <p:nvPr/>
          </p:nvCxnSpPr>
          <p:spPr>
            <a:xfrm>
              <a:off x="16243300" y="1164907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6" name="Straight Connector 1995">
              <a:extLst>
                <a:ext uri="{FF2B5EF4-FFF2-40B4-BE49-F238E27FC236}">
                  <a16:creationId xmlns:a16="http://schemas.microsoft.com/office/drawing/2014/main" id="{5188D7D1-5759-6D5A-91FA-0F2AEA01AB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24300" y="116649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1996">
              <a:extLst>
                <a:ext uri="{FF2B5EF4-FFF2-40B4-BE49-F238E27FC236}">
                  <a16:creationId xmlns:a16="http://schemas.microsoft.com/office/drawing/2014/main" id="{CF1CDB6A-1DA3-A524-6FDB-AE38722B8D36}"/>
                </a:ext>
              </a:extLst>
            </p:cNvPr>
            <p:cNvCxnSpPr>
              <a:cxnSpLocks/>
            </p:cNvCxnSpPr>
            <p:nvPr/>
          </p:nvCxnSpPr>
          <p:spPr>
            <a:xfrm>
              <a:off x="16573500" y="1146492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8" name="Straight Connector 1997">
              <a:extLst>
                <a:ext uri="{FF2B5EF4-FFF2-40B4-BE49-F238E27FC236}">
                  <a16:creationId xmlns:a16="http://schemas.microsoft.com/office/drawing/2014/main" id="{8C49E35B-5BAB-40D9-F936-AABC9D11728A}"/>
                </a:ext>
              </a:extLst>
            </p:cNvPr>
            <p:cNvCxnSpPr>
              <a:cxnSpLocks/>
            </p:cNvCxnSpPr>
            <p:nvPr/>
          </p:nvCxnSpPr>
          <p:spPr>
            <a:xfrm>
              <a:off x="16588268" y="11182350"/>
              <a:ext cx="0" cy="266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1998">
              <a:extLst>
                <a:ext uri="{FF2B5EF4-FFF2-40B4-BE49-F238E27FC236}">
                  <a16:creationId xmlns:a16="http://schemas.microsoft.com/office/drawing/2014/main" id="{508E40FF-A7E4-D64E-ABDB-F90B9EBF5BA6}"/>
                </a:ext>
              </a:extLst>
            </p:cNvPr>
            <p:cNvCxnSpPr>
              <a:cxnSpLocks/>
            </p:cNvCxnSpPr>
            <p:nvPr/>
          </p:nvCxnSpPr>
          <p:spPr>
            <a:xfrm>
              <a:off x="16592550" y="11172825"/>
              <a:ext cx="723900" cy="3270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2" name="Straight Connector 2001">
              <a:extLst>
                <a:ext uri="{FF2B5EF4-FFF2-40B4-BE49-F238E27FC236}">
                  <a16:creationId xmlns:a16="http://schemas.microsoft.com/office/drawing/2014/main" id="{99BBE127-0FEF-3215-B1CD-1388D89612A6}"/>
                </a:ext>
              </a:extLst>
            </p:cNvPr>
            <p:cNvCxnSpPr>
              <a:cxnSpLocks/>
            </p:cNvCxnSpPr>
            <p:nvPr/>
          </p:nvCxnSpPr>
          <p:spPr>
            <a:xfrm>
              <a:off x="17324868" y="11220450"/>
              <a:ext cx="0" cy="266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2003">
              <a:extLst>
                <a:ext uri="{FF2B5EF4-FFF2-40B4-BE49-F238E27FC236}">
                  <a16:creationId xmlns:a16="http://schemas.microsoft.com/office/drawing/2014/main" id="{FB5D0EB3-0983-CEED-AEA5-12ACED17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6598900" y="10899775"/>
              <a:ext cx="723900" cy="3270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5" name="Straight Connector 2004">
              <a:extLst>
                <a:ext uri="{FF2B5EF4-FFF2-40B4-BE49-F238E27FC236}">
                  <a16:creationId xmlns:a16="http://schemas.microsoft.com/office/drawing/2014/main" id="{6AEE1E2E-AFB3-DCF6-3618-5E4B8C3256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24300" y="107442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4DA96501-1D63-99F2-2034-FECC33247E62}"/>
                </a:ext>
              </a:extLst>
            </p:cNvPr>
            <p:cNvCxnSpPr>
              <a:cxnSpLocks/>
            </p:cNvCxnSpPr>
            <p:nvPr/>
          </p:nvCxnSpPr>
          <p:spPr>
            <a:xfrm>
              <a:off x="16950218" y="9588500"/>
              <a:ext cx="0" cy="1143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" name="Straight Connector 2007">
              <a:extLst>
                <a:ext uri="{FF2B5EF4-FFF2-40B4-BE49-F238E27FC236}">
                  <a16:creationId xmlns:a16="http://schemas.microsoft.com/office/drawing/2014/main" id="{308B7EB4-4BEC-7CBA-16DD-10DBCB139AB8}"/>
                </a:ext>
              </a:extLst>
            </p:cNvPr>
            <p:cNvCxnSpPr>
              <a:cxnSpLocks/>
            </p:cNvCxnSpPr>
            <p:nvPr/>
          </p:nvCxnSpPr>
          <p:spPr>
            <a:xfrm>
              <a:off x="16973550" y="9585325"/>
              <a:ext cx="34925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2008">
              <a:extLst>
                <a:ext uri="{FF2B5EF4-FFF2-40B4-BE49-F238E27FC236}">
                  <a16:creationId xmlns:a16="http://schemas.microsoft.com/office/drawing/2014/main" id="{6185CA42-D596-FA1D-D6FD-3407FB585B76}"/>
                </a:ext>
              </a:extLst>
            </p:cNvPr>
            <p:cNvCxnSpPr>
              <a:cxnSpLocks/>
            </p:cNvCxnSpPr>
            <p:nvPr/>
          </p:nvCxnSpPr>
          <p:spPr>
            <a:xfrm>
              <a:off x="17312168" y="9753600"/>
              <a:ext cx="0" cy="908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2" name="Straight Connector 2011">
              <a:extLst>
                <a:ext uri="{FF2B5EF4-FFF2-40B4-BE49-F238E27FC236}">
                  <a16:creationId xmlns:a16="http://schemas.microsoft.com/office/drawing/2014/main" id="{AE9CF565-5D9F-F456-3D51-F578517C8766}"/>
                </a:ext>
              </a:extLst>
            </p:cNvPr>
            <p:cNvCxnSpPr>
              <a:cxnSpLocks/>
            </p:cNvCxnSpPr>
            <p:nvPr/>
          </p:nvCxnSpPr>
          <p:spPr>
            <a:xfrm>
              <a:off x="17316450" y="10633075"/>
              <a:ext cx="368300" cy="1111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Straight Connector 2012">
              <a:extLst>
                <a:ext uri="{FF2B5EF4-FFF2-40B4-BE49-F238E27FC236}">
                  <a16:creationId xmlns:a16="http://schemas.microsoft.com/office/drawing/2014/main" id="{B80976B6-8D06-B0BA-36B4-B724992963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74118" y="10598150"/>
              <a:ext cx="353532" cy="177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B05791D9-8FB2-1521-E117-736571EEB17F}"/>
                </a:ext>
              </a:extLst>
            </p:cNvPr>
            <p:cNvCxnSpPr>
              <a:cxnSpLocks/>
            </p:cNvCxnSpPr>
            <p:nvPr/>
          </p:nvCxnSpPr>
          <p:spPr>
            <a:xfrm>
              <a:off x="17640300" y="10499725"/>
              <a:ext cx="368300" cy="1111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84D7157E-B865-BD99-A90A-DBB11A089B7D}"/>
                </a:ext>
              </a:extLst>
            </p:cNvPr>
            <p:cNvCxnSpPr>
              <a:cxnSpLocks/>
            </p:cNvCxnSpPr>
            <p:nvPr/>
          </p:nvCxnSpPr>
          <p:spPr>
            <a:xfrm>
              <a:off x="17661418" y="9588500"/>
              <a:ext cx="0" cy="908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08405346-4B52-D6C5-1D51-E1B697FCF7E2}"/>
                </a:ext>
              </a:extLst>
            </p:cNvPr>
            <p:cNvCxnSpPr>
              <a:cxnSpLocks/>
            </p:cNvCxnSpPr>
            <p:nvPr/>
          </p:nvCxnSpPr>
          <p:spPr>
            <a:xfrm>
              <a:off x="17659350" y="9572625"/>
              <a:ext cx="393700" cy="1555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B04F968B-0E1F-77C4-5492-AF4B60E84113}"/>
                </a:ext>
              </a:extLst>
            </p:cNvPr>
            <p:cNvCxnSpPr>
              <a:cxnSpLocks/>
            </p:cNvCxnSpPr>
            <p:nvPr/>
          </p:nvCxnSpPr>
          <p:spPr>
            <a:xfrm>
              <a:off x="18042418" y="9728200"/>
              <a:ext cx="0" cy="6096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A05D5908-8272-9189-DE51-82946787C5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42418" y="9848850"/>
              <a:ext cx="1052032" cy="4762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C8F5DC37-9225-BD35-B39C-3188F976E4F0}"/>
                </a:ext>
              </a:extLst>
            </p:cNvPr>
            <p:cNvCxnSpPr>
              <a:cxnSpLocks/>
            </p:cNvCxnSpPr>
            <p:nvPr/>
          </p:nvCxnSpPr>
          <p:spPr>
            <a:xfrm>
              <a:off x="19096518" y="9563100"/>
              <a:ext cx="0" cy="266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CC2C96D2-389C-970D-DFA9-A1129AF3D9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08650" y="9556750"/>
              <a:ext cx="692150" cy="304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D06149D0-31F5-5634-2E48-D6BCECA4C617}"/>
                </a:ext>
              </a:extLst>
            </p:cNvPr>
            <p:cNvCxnSpPr>
              <a:cxnSpLocks/>
            </p:cNvCxnSpPr>
            <p:nvPr/>
          </p:nvCxnSpPr>
          <p:spPr>
            <a:xfrm>
              <a:off x="18404368" y="9626600"/>
              <a:ext cx="0" cy="266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C770F35D-ABCE-23F5-7CCA-386A94EB0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02300" y="9315450"/>
              <a:ext cx="692150" cy="304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EC4088A4-FE88-2F02-D704-C18E389FF354}"/>
                </a:ext>
              </a:extLst>
            </p:cNvPr>
            <p:cNvCxnSpPr>
              <a:cxnSpLocks/>
            </p:cNvCxnSpPr>
            <p:nvPr/>
          </p:nvCxnSpPr>
          <p:spPr>
            <a:xfrm>
              <a:off x="18751550" y="9150350"/>
              <a:ext cx="349250" cy="158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49BC432E-85F2-406B-07A8-B7AD4CE1CD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21300" y="9169400"/>
              <a:ext cx="736600" cy="285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D0EBDB5A-B8C9-5505-D2BB-3A46049D3B15}"/>
                </a:ext>
              </a:extLst>
            </p:cNvPr>
            <p:cNvCxnSpPr>
              <a:cxnSpLocks/>
            </p:cNvCxnSpPr>
            <p:nvPr/>
          </p:nvCxnSpPr>
          <p:spPr>
            <a:xfrm>
              <a:off x="18029718" y="9175750"/>
              <a:ext cx="0" cy="266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2AA98A69-98D1-F49C-51FC-37193FC1D7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14950" y="8864600"/>
              <a:ext cx="736600" cy="285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7097A7CB-38DA-5116-5E96-9B5446B26222}"/>
                </a:ext>
              </a:extLst>
            </p:cNvPr>
            <p:cNvCxnSpPr>
              <a:cxnSpLocks/>
            </p:cNvCxnSpPr>
            <p:nvPr/>
          </p:nvCxnSpPr>
          <p:spPr>
            <a:xfrm>
              <a:off x="18389600" y="8699500"/>
              <a:ext cx="349250" cy="158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DF96F26D-C15F-E27B-9306-8C405DFF3F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02250" y="870585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081E4FDD-8CC7-B821-E6B6-9E6661A38BB5}"/>
                </a:ext>
              </a:extLst>
            </p:cNvPr>
            <p:cNvCxnSpPr>
              <a:cxnSpLocks/>
            </p:cNvCxnSpPr>
            <p:nvPr/>
          </p:nvCxnSpPr>
          <p:spPr>
            <a:xfrm>
              <a:off x="17646650" y="8686800"/>
              <a:ext cx="349250" cy="158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4C7A297F-3FB7-D79C-0FD3-30C303A2FF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65700" y="855980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1A008964-3901-0533-58D3-25862F2DEFFC}"/>
                </a:ext>
              </a:extLst>
            </p:cNvPr>
            <p:cNvCxnSpPr>
              <a:cxnSpLocks/>
            </p:cNvCxnSpPr>
            <p:nvPr/>
          </p:nvCxnSpPr>
          <p:spPr>
            <a:xfrm>
              <a:off x="17710150" y="8407400"/>
              <a:ext cx="349250" cy="158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87075F73-6FE0-1247-7B41-922B5C1468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29150" y="842645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EEA181A6-1976-86D4-A32B-A89CDD2CAC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986250" y="826770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A9D15B2D-A0CB-B477-B782-E0A78F354283}"/>
                </a:ext>
              </a:extLst>
            </p:cNvPr>
            <p:cNvCxnSpPr>
              <a:cxnSpLocks/>
            </p:cNvCxnSpPr>
            <p:nvPr/>
          </p:nvCxnSpPr>
          <p:spPr>
            <a:xfrm>
              <a:off x="17043400" y="8413750"/>
              <a:ext cx="349250" cy="1587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0A69566E-5E46-E591-8C55-D7DDEAEE08BD}"/>
                </a:ext>
              </a:extLst>
            </p:cNvPr>
            <p:cNvCxnSpPr>
              <a:cxnSpLocks/>
            </p:cNvCxnSpPr>
            <p:nvPr/>
          </p:nvCxnSpPr>
          <p:spPr>
            <a:xfrm>
              <a:off x="15506700" y="7543800"/>
              <a:ext cx="1860550" cy="723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2016">
              <a:extLst>
                <a:ext uri="{FF2B5EF4-FFF2-40B4-BE49-F238E27FC236}">
                  <a16:creationId xmlns:a16="http://schemas.microsoft.com/office/drawing/2014/main" id="{5C2E26EC-2AD0-1FE8-8710-1688E22961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00350" y="740410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8" name="Straight Connector 2017">
              <a:extLst>
                <a:ext uri="{FF2B5EF4-FFF2-40B4-BE49-F238E27FC236}">
                  <a16:creationId xmlns:a16="http://schemas.microsoft.com/office/drawing/2014/main" id="{C511C1FC-8DD6-0F09-FDE8-BD6FEF1905E8}"/>
                </a:ext>
              </a:extLst>
            </p:cNvPr>
            <p:cNvCxnSpPr>
              <a:cxnSpLocks/>
            </p:cNvCxnSpPr>
            <p:nvPr/>
          </p:nvCxnSpPr>
          <p:spPr>
            <a:xfrm>
              <a:off x="15887700" y="7410450"/>
              <a:ext cx="2870200" cy="1155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2019">
              <a:extLst>
                <a:ext uri="{FF2B5EF4-FFF2-40B4-BE49-F238E27FC236}">
                  <a16:creationId xmlns:a16="http://schemas.microsoft.com/office/drawing/2014/main" id="{647CFA3A-D679-3345-D896-764DC2A8ED7A}"/>
                </a:ext>
              </a:extLst>
            </p:cNvPr>
            <p:cNvCxnSpPr>
              <a:cxnSpLocks/>
            </p:cNvCxnSpPr>
            <p:nvPr/>
          </p:nvCxnSpPr>
          <p:spPr>
            <a:xfrm>
              <a:off x="18753618" y="8312150"/>
              <a:ext cx="0" cy="266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1" name="Straight Connector 2020">
              <a:extLst>
                <a:ext uri="{FF2B5EF4-FFF2-40B4-BE49-F238E27FC236}">
                  <a16:creationId xmlns:a16="http://schemas.microsoft.com/office/drawing/2014/main" id="{FD23490F-FA8A-8424-A9A2-657923840107}"/>
                </a:ext>
              </a:extLst>
            </p:cNvPr>
            <p:cNvCxnSpPr>
              <a:cxnSpLocks/>
            </p:cNvCxnSpPr>
            <p:nvPr/>
          </p:nvCxnSpPr>
          <p:spPr>
            <a:xfrm>
              <a:off x="16217900" y="7264400"/>
              <a:ext cx="2546350" cy="1003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3" name="Straight Connector 2022">
              <a:extLst>
                <a:ext uri="{FF2B5EF4-FFF2-40B4-BE49-F238E27FC236}">
                  <a16:creationId xmlns:a16="http://schemas.microsoft.com/office/drawing/2014/main" id="{507E07A3-31E3-F705-02F3-4776B2C047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30600" y="711835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4" name="Straight Connector 2023">
              <a:extLst>
                <a:ext uri="{FF2B5EF4-FFF2-40B4-BE49-F238E27FC236}">
                  <a16:creationId xmlns:a16="http://schemas.microsoft.com/office/drawing/2014/main" id="{46049A4E-083C-E2EB-483F-2274D2FE4545}"/>
                </a:ext>
              </a:extLst>
            </p:cNvPr>
            <p:cNvCxnSpPr>
              <a:cxnSpLocks/>
            </p:cNvCxnSpPr>
            <p:nvPr/>
          </p:nvCxnSpPr>
          <p:spPr>
            <a:xfrm>
              <a:off x="16592550" y="7105650"/>
              <a:ext cx="2184400" cy="882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6" name="Straight Connector 2025">
              <a:extLst>
                <a:ext uri="{FF2B5EF4-FFF2-40B4-BE49-F238E27FC236}">
                  <a16:creationId xmlns:a16="http://schemas.microsoft.com/office/drawing/2014/main" id="{591C7FDB-A199-B7EC-5DBD-28D6725735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38850" y="7829550"/>
              <a:ext cx="355600" cy="171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8" name="Straight Connector 2027">
              <a:extLst>
                <a:ext uri="{FF2B5EF4-FFF2-40B4-BE49-F238E27FC236}">
                  <a16:creationId xmlns:a16="http://schemas.microsoft.com/office/drawing/2014/main" id="{8B96EA10-B7F7-143E-AE1C-3C69AFF4E554}"/>
                </a:ext>
              </a:extLst>
            </p:cNvPr>
            <p:cNvCxnSpPr>
              <a:cxnSpLocks/>
            </p:cNvCxnSpPr>
            <p:nvPr/>
          </p:nvCxnSpPr>
          <p:spPr>
            <a:xfrm>
              <a:off x="16598900" y="6819900"/>
              <a:ext cx="2489200" cy="1016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2029">
              <a:extLst>
                <a:ext uri="{FF2B5EF4-FFF2-40B4-BE49-F238E27FC236}">
                  <a16:creationId xmlns:a16="http://schemas.microsoft.com/office/drawing/2014/main" id="{B3677270-B9BF-9C79-A427-92894B3E26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86200" y="666115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1" name="Straight Connector 2030">
              <a:extLst>
                <a:ext uri="{FF2B5EF4-FFF2-40B4-BE49-F238E27FC236}">
                  <a16:creationId xmlns:a16="http://schemas.microsoft.com/office/drawing/2014/main" id="{5FE5EDB4-1ED0-4783-A6A2-B853B31674A4}"/>
                </a:ext>
              </a:extLst>
            </p:cNvPr>
            <p:cNvCxnSpPr>
              <a:cxnSpLocks/>
            </p:cNvCxnSpPr>
            <p:nvPr/>
          </p:nvCxnSpPr>
          <p:spPr>
            <a:xfrm>
              <a:off x="16954500" y="6680200"/>
              <a:ext cx="2171700" cy="8636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2032">
              <a:extLst>
                <a:ext uri="{FF2B5EF4-FFF2-40B4-BE49-F238E27FC236}">
                  <a16:creationId xmlns:a16="http://schemas.microsoft.com/office/drawing/2014/main" id="{EEF1C087-D235-926A-A756-BD88ACB6717F}"/>
                </a:ext>
              </a:extLst>
            </p:cNvPr>
            <p:cNvCxnSpPr>
              <a:cxnSpLocks/>
            </p:cNvCxnSpPr>
            <p:nvPr/>
          </p:nvCxnSpPr>
          <p:spPr>
            <a:xfrm>
              <a:off x="19115568" y="6985000"/>
              <a:ext cx="0" cy="558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2034">
              <a:extLst>
                <a:ext uri="{FF2B5EF4-FFF2-40B4-BE49-F238E27FC236}">
                  <a16:creationId xmlns:a16="http://schemas.microsoft.com/office/drawing/2014/main" id="{CCC9A1D1-4EB1-0799-7D0D-36C132D32E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57900" y="6946900"/>
              <a:ext cx="336550" cy="114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2036">
              <a:extLst>
                <a:ext uri="{FF2B5EF4-FFF2-40B4-BE49-F238E27FC236}">
                  <a16:creationId xmlns:a16="http://schemas.microsoft.com/office/drawing/2014/main" id="{A0F39542-3EBF-74F1-8353-412F80745046}"/>
                </a:ext>
              </a:extLst>
            </p:cNvPr>
            <p:cNvCxnSpPr>
              <a:cxnSpLocks/>
            </p:cNvCxnSpPr>
            <p:nvPr/>
          </p:nvCxnSpPr>
          <p:spPr>
            <a:xfrm>
              <a:off x="17303750" y="6496050"/>
              <a:ext cx="1447800" cy="5715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9" name="Straight Connector 2038">
              <a:extLst>
                <a:ext uri="{FF2B5EF4-FFF2-40B4-BE49-F238E27FC236}">
                  <a16:creationId xmlns:a16="http://schemas.microsoft.com/office/drawing/2014/main" id="{F6E31776-A762-CDD5-893B-A71F676C6F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35500" y="6362700"/>
              <a:ext cx="393700" cy="14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2039">
              <a:extLst>
                <a:ext uri="{FF2B5EF4-FFF2-40B4-BE49-F238E27FC236}">
                  <a16:creationId xmlns:a16="http://schemas.microsoft.com/office/drawing/2014/main" id="{2C2868E3-5B26-3B48-EDA0-2AD0967CF7F3}"/>
                </a:ext>
              </a:extLst>
            </p:cNvPr>
            <p:cNvCxnSpPr>
              <a:cxnSpLocks/>
            </p:cNvCxnSpPr>
            <p:nvPr/>
          </p:nvCxnSpPr>
          <p:spPr>
            <a:xfrm>
              <a:off x="17646650" y="6350000"/>
              <a:ext cx="1136650" cy="4572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2041">
              <a:extLst>
                <a:ext uri="{FF2B5EF4-FFF2-40B4-BE49-F238E27FC236}">
                  <a16:creationId xmlns:a16="http://schemas.microsoft.com/office/drawing/2014/main" id="{8C3FCD85-91BA-6677-F838-390D1C694BAF}"/>
                </a:ext>
              </a:extLst>
            </p:cNvPr>
            <p:cNvCxnSpPr>
              <a:cxnSpLocks/>
            </p:cNvCxnSpPr>
            <p:nvPr/>
          </p:nvCxnSpPr>
          <p:spPr>
            <a:xfrm>
              <a:off x="18747268" y="6521450"/>
              <a:ext cx="0" cy="304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2043">
              <a:extLst>
                <a:ext uri="{FF2B5EF4-FFF2-40B4-BE49-F238E27FC236}">
                  <a16:creationId xmlns:a16="http://schemas.microsoft.com/office/drawing/2014/main" id="{01B54381-D043-C9DB-E3CE-E2C4BBACD660}"/>
                </a:ext>
              </a:extLst>
            </p:cNvPr>
            <p:cNvCxnSpPr>
              <a:cxnSpLocks/>
            </p:cNvCxnSpPr>
            <p:nvPr/>
          </p:nvCxnSpPr>
          <p:spPr>
            <a:xfrm>
              <a:off x="17665700" y="6102350"/>
              <a:ext cx="1079500" cy="431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6" name="Straight Connector 2045">
              <a:extLst>
                <a:ext uri="{FF2B5EF4-FFF2-40B4-BE49-F238E27FC236}">
                  <a16:creationId xmlns:a16="http://schemas.microsoft.com/office/drawing/2014/main" id="{9DF407C4-8585-884D-0FE2-11077A1BB2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65700" y="595630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7" name="Straight Connector 2046">
              <a:extLst>
                <a:ext uri="{FF2B5EF4-FFF2-40B4-BE49-F238E27FC236}">
                  <a16:creationId xmlns:a16="http://schemas.microsoft.com/office/drawing/2014/main" id="{5E0F8BA1-3851-B5B7-7EBF-EA14D203BE5D}"/>
                </a:ext>
              </a:extLst>
            </p:cNvPr>
            <p:cNvCxnSpPr>
              <a:cxnSpLocks/>
            </p:cNvCxnSpPr>
            <p:nvPr/>
          </p:nvCxnSpPr>
          <p:spPr>
            <a:xfrm>
              <a:off x="18021300" y="5937250"/>
              <a:ext cx="736600" cy="298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1" name="Straight Connector 2050">
              <a:extLst>
                <a:ext uri="{FF2B5EF4-FFF2-40B4-BE49-F238E27FC236}">
                  <a16:creationId xmlns:a16="http://schemas.microsoft.com/office/drawing/2014/main" id="{321B07AE-EDFF-6F16-0BEA-25A8E92A3295}"/>
                </a:ext>
              </a:extLst>
            </p:cNvPr>
            <p:cNvCxnSpPr>
              <a:cxnSpLocks/>
            </p:cNvCxnSpPr>
            <p:nvPr/>
          </p:nvCxnSpPr>
          <p:spPr>
            <a:xfrm>
              <a:off x="18772668" y="5937250"/>
              <a:ext cx="0" cy="304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2051">
              <a:extLst>
                <a:ext uri="{FF2B5EF4-FFF2-40B4-BE49-F238E27FC236}">
                  <a16:creationId xmlns:a16="http://schemas.microsoft.com/office/drawing/2014/main" id="{257171C5-42EA-74D5-C65C-B5E80D5BC998}"/>
                </a:ext>
              </a:extLst>
            </p:cNvPr>
            <p:cNvCxnSpPr>
              <a:cxnSpLocks/>
            </p:cNvCxnSpPr>
            <p:nvPr/>
          </p:nvCxnSpPr>
          <p:spPr>
            <a:xfrm>
              <a:off x="18040350" y="5638800"/>
              <a:ext cx="736600" cy="298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3" name="Straight Connector 2052">
              <a:extLst>
                <a:ext uri="{FF2B5EF4-FFF2-40B4-BE49-F238E27FC236}">
                  <a16:creationId xmlns:a16="http://schemas.microsoft.com/office/drawing/2014/main" id="{BA91101A-8545-8C4B-6D82-4ABFD3C34E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40350" y="550545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2053">
              <a:extLst>
                <a:ext uri="{FF2B5EF4-FFF2-40B4-BE49-F238E27FC236}">
                  <a16:creationId xmlns:a16="http://schemas.microsoft.com/office/drawing/2014/main" id="{2776ACCF-AF1E-032C-1315-5A6A571B7864}"/>
                </a:ext>
              </a:extLst>
            </p:cNvPr>
            <p:cNvCxnSpPr>
              <a:cxnSpLocks/>
            </p:cNvCxnSpPr>
            <p:nvPr/>
          </p:nvCxnSpPr>
          <p:spPr>
            <a:xfrm>
              <a:off x="18376900" y="5486400"/>
              <a:ext cx="736600" cy="2984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5" name="Straight Connector 2054">
              <a:extLst>
                <a:ext uri="{FF2B5EF4-FFF2-40B4-BE49-F238E27FC236}">
                  <a16:creationId xmlns:a16="http://schemas.microsoft.com/office/drawing/2014/main" id="{155FCD30-5C08-25FA-7A1B-255064D9089B}"/>
                </a:ext>
              </a:extLst>
            </p:cNvPr>
            <p:cNvCxnSpPr>
              <a:cxnSpLocks/>
            </p:cNvCxnSpPr>
            <p:nvPr/>
          </p:nvCxnSpPr>
          <p:spPr>
            <a:xfrm>
              <a:off x="19121918" y="5511800"/>
              <a:ext cx="0" cy="247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27795B3D-E4AD-65B0-3C05-1019009B4A47}"/>
                </a:ext>
              </a:extLst>
            </p:cNvPr>
            <p:cNvCxnSpPr>
              <a:cxnSpLocks/>
            </p:cNvCxnSpPr>
            <p:nvPr/>
          </p:nvCxnSpPr>
          <p:spPr>
            <a:xfrm>
              <a:off x="18719800" y="5321300"/>
              <a:ext cx="393700" cy="177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9" name="Straight Connector 2058">
              <a:extLst>
                <a:ext uri="{FF2B5EF4-FFF2-40B4-BE49-F238E27FC236}">
                  <a16:creationId xmlns:a16="http://schemas.microsoft.com/office/drawing/2014/main" id="{BEFBF26F-F5A9-915A-F6D6-7162DDBD8F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45200" y="519430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0" name="Straight Connector 2059">
              <a:extLst>
                <a:ext uri="{FF2B5EF4-FFF2-40B4-BE49-F238E27FC236}">
                  <a16:creationId xmlns:a16="http://schemas.microsoft.com/office/drawing/2014/main" id="{56EAF806-60FD-66D2-DF06-1BDADB4214ED}"/>
                </a:ext>
              </a:extLst>
            </p:cNvPr>
            <p:cNvCxnSpPr>
              <a:cxnSpLocks/>
            </p:cNvCxnSpPr>
            <p:nvPr/>
          </p:nvCxnSpPr>
          <p:spPr>
            <a:xfrm>
              <a:off x="18751550" y="503555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2" name="Straight Connector 2061">
              <a:extLst>
                <a:ext uri="{FF2B5EF4-FFF2-40B4-BE49-F238E27FC236}">
                  <a16:creationId xmlns:a16="http://schemas.microsoft.com/office/drawing/2014/main" id="{0B692216-BF70-B373-CBA8-5066101141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57900" y="490220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2062">
              <a:extLst>
                <a:ext uri="{FF2B5EF4-FFF2-40B4-BE49-F238E27FC236}">
                  <a16:creationId xmlns:a16="http://schemas.microsoft.com/office/drawing/2014/main" id="{6C506339-E929-2DBB-0453-F1553A5DB4AC}"/>
                </a:ext>
              </a:extLst>
            </p:cNvPr>
            <p:cNvCxnSpPr>
              <a:cxnSpLocks/>
            </p:cNvCxnSpPr>
            <p:nvPr/>
          </p:nvCxnSpPr>
          <p:spPr>
            <a:xfrm>
              <a:off x="18776950" y="476250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19C15CE4-0F22-EEBD-922E-1D338BD356D7}"/>
                </a:ext>
              </a:extLst>
            </p:cNvPr>
            <p:cNvCxnSpPr>
              <a:cxnSpLocks/>
            </p:cNvCxnSpPr>
            <p:nvPr/>
          </p:nvCxnSpPr>
          <p:spPr>
            <a:xfrm>
              <a:off x="18753618" y="3575050"/>
              <a:ext cx="0" cy="1168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0524970B-7A5C-4EA0-BC3A-BB765FE286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45200" y="344170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Straight Connector 2066">
              <a:extLst>
                <a:ext uri="{FF2B5EF4-FFF2-40B4-BE49-F238E27FC236}">
                  <a16:creationId xmlns:a16="http://schemas.microsoft.com/office/drawing/2014/main" id="{58B2AA89-FC4A-92D9-7DED-D2CA784903F6}"/>
                </a:ext>
              </a:extLst>
            </p:cNvPr>
            <p:cNvCxnSpPr>
              <a:cxnSpLocks/>
            </p:cNvCxnSpPr>
            <p:nvPr/>
          </p:nvCxnSpPr>
          <p:spPr>
            <a:xfrm>
              <a:off x="19121918" y="1993900"/>
              <a:ext cx="0" cy="1422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Straight Connector 2068">
              <a:extLst>
                <a:ext uri="{FF2B5EF4-FFF2-40B4-BE49-F238E27FC236}">
                  <a16:creationId xmlns:a16="http://schemas.microsoft.com/office/drawing/2014/main" id="{FF1FD972-9910-06C5-987E-E663E20CD178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0" y="183515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F6105B89-06B4-DF37-069E-3114246254C3}"/>
                </a:ext>
              </a:extLst>
            </p:cNvPr>
            <p:cNvCxnSpPr>
              <a:cxnSpLocks/>
            </p:cNvCxnSpPr>
            <p:nvPr/>
          </p:nvCxnSpPr>
          <p:spPr>
            <a:xfrm>
              <a:off x="18740918" y="1231900"/>
              <a:ext cx="0" cy="6096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2071">
              <a:extLst>
                <a:ext uri="{FF2B5EF4-FFF2-40B4-BE49-F238E27FC236}">
                  <a16:creationId xmlns:a16="http://schemas.microsoft.com/office/drawing/2014/main" id="{ED58A4B7-A0BE-F63F-8CA4-CBE93AC5136E}"/>
                </a:ext>
              </a:extLst>
            </p:cNvPr>
            <p:cNvCxnSpPr>
              <a:cxnSpLocks/>
            </p:cNvCxnSpPr>
            <p:nvPr/>
          </p:nvCxnSpPr>
          <p:spPr>
            <a:xfrm>
              <a:off x="18395950" y="107950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Straight Connector 2072">
              <a:extLst>
                <a:ext uri="{FF2B5EF4-FFF2-40B4-BE49-F238E27FC236}">
                  <a16:creationId xmlns:a16="http://schemas.microsoft.com/office/drawing/2014/main" id="{828BEBFC-AF81-94BD-723E-539C3ADEB21F}"/>
                </a:ext>
              </a:extLst>
            </p:cNvPr>
            <p:cNvCxnSpPr>
              <a:cxnSpLocks/>
            </p:cNvCxnSpPr>
            <p:nvPr/>
          </p:nvCxnSpPr>
          <p:spPr>
            <a:xfrm>
              <a:off x="18398018" y="1073150"/>
              <a:ext cx="0" cy="8699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E4BD4A0B-7F71-85C4-42FB-ADA1DE961B5C}"/>
                </a:ext>
              </a:extLst>
            </p:cNvPr>
            <p:cNvCxnSpPr>
              <a:cxnSpLocks/>
            </p:cNvCxnSpPr>
            <p:nvPr/>
          </p:nvCxnSpPr>
          <p:spPr>
            <a:xfrm>
              <a:off x="18389600" y="194310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2075">
              <a:extLst>
                <a:ext uri="{FF2B5EF4-FFF2-40B4-BE49-F238E27FC236}">
                  <a16:creationId xmlns:a16="http://schemas.microsoft.com/office/drawing/2014/main" id="{F1B68CA5-05B1-14E9-8B9F-1C7A65F769ED}"/>
                </a:ext>
              </a:extLst>
            </p:cNvPr>
            <p:cNvCxnSpPr>
              <a:cxnSpLocks/>
            </p:cNvCxnSpPr>
            <p:nvPr/>
          </p:nvCxnSpPr>
          <p:spPr>
            <a:xfrm>
              <a:off x="18734568" y="206375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2077">
              <a:extLst>
                <a:ext uri="{FF2B5EF4-FFF2-40B4-BE49-F238E27FC236}">
                  <a16:creationId xmlns:a16="http://schemas.microsoft.com/office/drawing/2014/main" id="{0C7BD877-2C4F-9E29-8927-A02328DB8144}"/>
                </a:ext>
              </a:extLst>
            </p:cNvPr>
            <p:cNvCxnSpPr>
              <a:cxnSpLocks/>
            </p:cNvCxnSpPr>
            <p:nvPr/>
          </p:nvCxnSpPr>
          <p:spPr>
            <a:xfrm>
              <a:off x="18383250" y="224155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C3768E41-9A66-03BC-7360-E84453F58CC2}"/>
                </a:ext>
              </a:extLst>
            </p:cNvPr>
            <p:cNvCxnSpPr>
              <a:cxnSpLocks/>
            </p:cNvCxnSpPr>
            <p:nvPr/>
          </p:nvCxnSpPr>
          <p:spPr>
            <a:xfrm>
              <a:off x="18366268" y="224155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0" name="Straight Connector 2079">
              <a:extLst>
                <a:ext uri="{FF2B5EF4-FFF2-40B4-BE49-F238E27FC236}">
                  <a16:creationId xmlns:a16="http://schemas.microsoft.com/office/drawing/2014/main" id="{92741ED3-1936-C96F-31D9-4235E2DBC702}"/>
                </a:ext>
              </a:extLst>
            </p:cNvPr>
            <p:cNvCxnSpPr>
              <a:cxnSpLocks/>
            </p:cNvCxnSpPr>
            <p:nvPr/>
          </p:nvCxnSpPr>
          <p:spPr>
            <a:xfrm>
              <a:off x="18721868" y="266700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2080">
              <a:extLst>
                <a:ext uri="{FF2B5EF4-FFF2-40B4-BE49-F238E27FC236}">
                  <a16:creationId xmlns:a16="http://schemas.microsoft.com/office/drawing/2014/main" id="{CB71E530-EFBD-F35C-D951-D11ED9CCE7E4}"/>
                </a:ext>
              </a:extLst>
            </p:cNvPr>
            <p:cNvCxnSpPr>
              <a:cxnSpLocks/>
            </p:cNvCxnSpPr>
            <p:nvPr/>
          </p:nvCxnSpPr>
          <p:spPr>
            <a:xfrm>
              <a:off x="18370550" y="284480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2" name="Straight Connector 2081">
              <a:extLst>
                <a:ext uri="{FF2B5EF4-FFF2-40B4-BE49-F238E27FC236}">
                  <a16:creationId xmlns:a16="http://schemas.microsoft.com/office/drawing/2014/main" id="{B5EED1C7-2417-AC31-EB12-A1C93A05D63F}"/>
                </a:ext>
              </a:extLst>
            </p:cNvPr>
            <p:cNvCxnSpPr>
              <a:cxnSpLocks/>
            </p:cNvCxnSpPr>
            <p:nvPr/>
          </p:nvCxnSpPr>
          <p:spPr>
            <a:xfrm>
              <a:off x="18353568" y="284480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2082">
              <a:extLst>
                <a:ext uri="{FF2B5EF4-FFF2-40B4-BE49-F238E27FC236}">
                  <a16:creationId xmlns:a16="http://schemas.microsoft.com/office/drawing/2014/main" id="{11AD5E88-9CD9-C7B8-B1BF-908F689FAEED}"/>
                </a:ext>
              </a:extLst>
            </p:cNvPr>
            <p:cNvCxnSpPr>
              <a:cxnSpLocks/>
            </p:cNvCxnSpPr>
            <p:nvPr/>
          </p:nvCxnSpPr>
          <p:spPr>
            <a:xfrm>
              <a:off x="18364200" y="255905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C3769DC1-2DE8-3D00-1FF9-98C4EBEA378A}"/>
                </a:ext>
              </a:extLst>
            </p:cNvPr>
            <p:cNvCxnSpPr>
              <a:cxnSpLocks/>
            </p:cNvCxnSpPr>
            <p:nvPr/>
          </p:nvCxnSpPr>
          <p:spPr>
            <a:xfrm>
              <a:off x="18376900" y="313055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2A106702-5284-F8AB-EED1-A181BFBB56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64200" y="330200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2085">
              <a:extLst>
                <a:ext uri="{FF2B5EF4-FFF2-40B4-BE49-F238E27FC236}">
                  <a16:creationId xmlns:a16="http://schemas.microsoft.com/office/drawing/2014/main" id="{772E3C0E-EE1E-CF93-C02B-9B9F9B3D7511}"/>
                </a:ext>
              </a:extLst>
            </p:cNvPr>
            <p:cNvCxnSpPr>
              <a:cxnSpLocks/>
            </p:cNvCxnSpPr>
            <p:nvPr/>
          </p:nvCxnSpPr>
          <p:spPr>
            <a:xfrm>
              <a:off x="18378968" y="3435350"/>
              <a:ext cx="0" cy="14160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0FFB8550-23FC-D607-A662-7F61C2166C0E}"/>
                </a:ext>
              </a:extLst>
            </p:cNvPr>
            <p:cNvCxnSpPr>
              <a:cxnSpLocks/>
            </p:cNvCxnSpPr>
            <p:nvPr/>
          </p:nvCxnSpPr>
          <p:spPr>
            <a:xfrm>
              <a:off x="18059400" y="472440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Straight Connector 2089">
              <a:extLst>
                <a:ext uri="{FF2B5EF4-FFF2-40B4-BE49-F238E27FC236}">
                  <a16:creationId xmlns:a16="http://schemas.microsoft.com/office/drawing/2014/main" id="{672BFB5B-51C8-E9D5-A2C6-B44230099768}"/>
                </a:ext>
              </a:extLst>
            </p:cNvPr>
            <p:cNvCxnSpPr>
              <a:cxnSpLocks/>
            </p:cNvCxnSpPr>
            <p:nvPr/>
          </p:nvCxnSpPr>
          <p:spPr>
            <a:xfrm>
              <a:off x="18036068" y="1211580"/>
              <a:ext cx="0" cy="35331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7757207F-8844-A145-3419-F8E422A08E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12640" y="1236980"/>
              <a:ext cx="699770" cy="3022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Straight Connector 2093">
              <a:extLst>
                <a:ext uri="{FF2B5EF4-FFF2-40B4-BE49-F238E27FC236}">
                  <a16:creationId xmlns:a16="http://schemas.microsoft.com/office/drawing/2014/main" id="{630EEA6C-D105-695C-EC66-50A7E7B756F7}"/>
                </a:ext>
              </a:extLst>
            </p:cNvPr>
            <p:cNvCxnSpPr>
              <a:cxnSpLocks/>
            </p:cNvCxnSpPr>
            <p:nvPr/>
          </p:nvCxnSpPr>
          <p:spPr>
            <a:xfrm>
              <a:off x="16965930" y="138049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Straight Connector 2094">
              <a:extLst>
                <a:ext uri="{FF2B5EF4-FFF2-40B4-BE49-F238E27FC236}">
                  <a16:creationId xmlns:a16="http://schemas.microsoft.com/office/drawing/2014/main" id="{E37800EA-B276-8C05-B8EE-5A47B2B6A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64840" y="1374140"/>
              <a:ext cx="1080770" cy="447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2096">
              <a:extLst>
                <a:ext uri="{FF2B5EF4-FFF2-40B4-BE49-F238E27FC236}">
                  <a16:creationId xmlns:a16="http://schemas.microsoft.com/office/drawing/2014/main" id="{B1656327-2E55-0A1E-1F6A-1E25FDFDEF3B}"/>
                </a:ext>
              </a:extLst>
            </p:cNvPr>
            <p:cNvCxnSpPr>
              <a:cxnSpLocks/>
            </p:cNvCxnSpPr>
            <p:nvPr/>
          </p:nvCxnSpPr>
          <p:spPr>
            <a:xfrm>
              <a:off x="15518130" y="1670050"/>
              <a:ext cx="317500" cy="1397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2097">
              <a:extLst>
                <a:ext uri="{FF2B5EF4-FFF2-40B4-BE49-F238E27FC236}">
                  <a16:creationId xmlns:a16="http://schemas.microsoft.com/office/drawing/2014/main" id="{2457BAA9-D937-5C06-DED9-13DE358EEB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36040" y="1648460"/>
              <a:ext cx="1438910" cy="5765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0" name="Straight Connector 2099">
              <a:extLst>
                <a:ext uri="{FF2B5EF4-FFF2-40B4-BE49-F238E27FC236}">
                  <a16:creationId xmlns:a16="http://schemas.microsoft.com/office/drawing/2014/main" id="{E70B94D9-D67F-0CAA-8D7D-EEBE03ED121C}"/>
                </a:ext>
              </a:extLst>
            </p:cNvPr>
            <p:cNvCxnSpPr>
              <a:cxnSpLocks/>
            </p:cNvCxnSpPr>
            <p:nvPr/>
          </p:nvCxnSpPr>
          <p:spPr>
            <a:xfrm>
              <a:off x="14055888" y="223139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2100">
              <a:extLst>
                <a:ext uri="{FF2B5EF4-FFF2-40B4-BE49-F238E27FC236}">
                  <a16:creationId xmlns:a16="http://schemas.microsoft.com/office/drawing/2014/main" id="{2040D632-DD6E-EA42-3211-395207347A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39445" y="2555875"/>
              <a:ext cx="699770" cy="3022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Straight Connector 2101">
              <a:extLst>
                <a:ext uri="{FF2B5EF4-FFF2-40B4-BE49-F238E27FC236}">
                  <a16:creationId xmlns:a16="http://schemas.microsoft.com/office/drawing/2014/main" id="{C100276F-6A3E-4C83-5062-74698144A912}"/>
                </a:ext>
              </a:extLst>
            </p:cNvPr>
            <p:cNvCxnSpPr>
              <a:cxnSpLocks/>
            </p:cNvCxnSpPr>
            <p:nvPr/>
          </p:nvCxnSpPr>
          <p:spPr>
            <a:xfrm>
              <a:off x="13343418" y="2820035"/>
              <a:ext cx="417032" cy="16446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2102">
              <a:extLst>
                <a:ext uri="{FF2B5EF4-FFF2-40B4-BE49-F238E27FC236}">
                  <a16:creationId xmlns:a16="http://schemas.microsoft.com/office/drawing/2014/main" id="{187103E6-54D3-64DF-0060-39F3F3834AD1}"/>
                </a:ext>
              </a:extLst>
            </p:cNvPr>
            <p:cNvCxnSpPr>
              <a:cxnSpLocks/>
            </p:cNvCxnSpPr>
            <p:nvPr/>
          </p:nvCxnSpPr>
          <p:spPr>
            <a:xfrm>
              <a:off x="13328015" y="3152775"/>
              <a:ext cx="0" cy="2825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Straight Connector 2103">
              <a:extLst>
                <a:ext uri="{FF2B5EF4-FFF2-40B4-BE49-F238E27FC236}">
                  <a16:creationId xmlns:a16="http://schemas.microsoft.com/office/drawing/2014/main" id="{902C88D5-FC7C-C339-A157-5FF38ED26CAF}"/>
                </a:ext>
              </a:extLst>
            </p:cNvPr>
            <p:cNvCxnSpPr>
              <a:cxnSpLocks/>
            </p:cNvCxnSpPr>
            <p:nvPr/>
          </p:nvCxnSpPr>
          <p:spPr>
            <a:xfrm>
              <a:off x="12282488" y="3281363"/>
              <a:ext cx="363700" cy="16763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Straight Connector 2105">
              <a:extLst>
                <a:ext uri="{FF2B5EF4-FFF2-40B4-BE49-F238E27FC236}">
                  <a16:creationId xmlns:a16="http://schemas.microsoft.com/office/drawing/2014/main" id="{62B03371-D30A-A37D-325B-5ABE4FB09E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06163" y="3262312"/>
              <a:ext cx="1078865" cy="438151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Straight Connector 2107">
              <a:extLst>
                <a:ext uri="{FF2B5EF4-FFF2-40B4-BE49-F238E27FC236}">
                  <a16:creationId xmlns:a16="http://schemas.microsoft.com/office/drawing/2014/main" id="{F2848E76-1973-9525-2A8D-DE43455D742E}"/>
                </a:ext>
              </a:extLst>
            </p:cNvPr>
            <p:cNvCxnSpPr>
              <a:cxnSpLocks/>
            </p:cNvCxnSpPr>
            <p:nvPr/>
          </p:nvCxnSpPr>
          <p:spPr>
            <a:xfrm>
              <a:off x="11239501" y="370522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0" name="Straight Connector 2109">
              <a:extLst>
                <a:ext uri="{FF2B5EF4-FFF2-40B4-BE49-F238E27FC236}">
                  <a16:creationId xmlns:a16="http://schemas.microsoft.com/office/drawing/2014/main" id="{F3D324DE-63D5-901E-7001-B65D5E958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15420" y="3724275"/>
              <a:ext cx="309880" cy="12922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2" name="Straight Connector 2111">
              <a:extLst>
                <a:ext uri="{FF2B5EF4-FFF2-40B4-BE49-F238E27FC236}">
                  <a16:creationId xmlns:a16="http://schemas.microsoft.com/office/drawing/2014/main" id="{F25A3BDB-3E05-55EE-89EF-7399BA26EA1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5301" y="3720466"/>
              <a:ext cx="0" cy="88201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8" name="Straight Connector 2257">
              <a:extLst>
                <a:ext uri="{FF2B5EF4-FFF2-40B4-BE49-F238E27FC236}">
                  <a16:creationId xmlns:a16="http://schemas.microsoft.com/office/drawing/2014/main" id="{331F1496-ED60-A573-595B-62C0BE8698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51920" y="459295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2" name="Straight Connector 2281">
              <a:extLst>
                <a:ext uri="{FF2B5EF4-FFF2-40B4-BE49-F238E27FC236}">
                  <a16:creationId xmlns:a16="http://schemas.microsoft.com/office/drawing/2014/main" id="{70466F9A-A080-3106-CEF6-C50CAA046CC6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001" y="475297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3" name="Straight Connector 2282">
              <a:extLst>
                <a:ext uri="{FF2B5EF4-FFF2-40B4-BE49-F238E27FC236}">
                  <a16:creationId xmlns:a16="http://schemas.microsoft.com/office/drawing/2014/main" id="{5B537899-B026-FFC5-5B43-D4C1206041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32870" y="489140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4" name="Straight Connector 2283">
              <a:extLst>
                <a:ext uri="{FF2B5EF4-FFF2-40B4-BE49-F238E27FC236}">
                  <a16:creationId xmlns:a16="http://schemas.microsoft.com/office/drawing/2014/main" id="{EB09F645-98B3-3487-4805-DB76911EF6B8}"/>
                </a:ext>
              </a:extLst>
            </p:cNvPr>
            <p:cNvCxnSpPr>
              <a:cxnSpLocks/>
            </p:cNvCxnSpPr>
            <p:nvPr/>
          </p:nvCxnSpPr>
          <p:spPr>
            <a:xfrm>
              <a:off x="11569701" y="504507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5" name="Straight Connector 2284">
              <a:extLst>
                <a:ext uri="{FF2B5EF4-FFF2-40B4-BE49-F238E27FC236}">
                  <a16:creationId xmlns:a16="http://schemas.microsoft.com/office/drawing/2014/main" id="{534FA97E-2D60-05D0-DF7C-284BDA697B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32870" y="519620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6" name="Straight Connector 2285">
              <a:extLst>
                <a:ext uri="{FF2B5EF4-FFF2-40B4-BE49-F238E27FC236}">
                  <a16:creationId xmlns:a16="http://schemas.microsoft.com/office/drawing/2014/main" id="{B4AB514F-9859-EAC5-115D-97D16C956297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001" y="5320666"/>
              <a:ext cx="0" cy="88201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7" name="Straight Connector 2286">
              <a:extLst>
                <a:ext uri="{FF2B5EF4-FFF2-40B4-BE49-F238E27FC236}">
                  <a16:creationId xmlns:a16="http://schemas.microsoft.com/office/drawing/2014/main" id="{56B567C5-7675-E3CF-85A3-0C329E995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77270" y="618680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8" name="Straight Connector 2287">
              <a:extLst>
                <a:ext uri="{FF2B5EF4-FFF2-40B4-BE49-F238E27FC236}">
                  <a16:creationId xmlns:a16="http://schemas.microsoft.com/office/drawing/2014/main" id="{A098C75E-31D0-29F4-3EE6-3323731A5326}"/>
                </a:ext>
              </a:extLst>
            </p:cNvPr>
            <p:cNvCxnSpPr>
              <a:cxnSpLocks/>
            </p:cNvCxnSpPr>
            <p:nvPr/>
          </p:nvCxnSpPr>
          <p:spPr>
            <a:xfrm>
              <a:off x="11201401" y="6330316"/>
              <a:ext cx="0" cy="205803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0" name="Straight Connector 2289">
              <a:extLst>
                <a:ext uri="{FF2B5EF4-FFF2-40B4-BE49-F238E27FC236}">
                  <a16:creationId xmlns:a16="http://schemas.microsoft.com/office/drawing/2014/main" id="{E130414A-C184-EF25-76FE-F31733411611}"/>
                </a:ext>
              </a:extLst>
            </p:cNvPr>
            <p:cNvCxnSpPr>
              <a:cxnSpLocks/>
            </p:cNvCxnSpPr>
            <p:nvPr/>
          </p:nvCxnSpPr>
          <p:spPr>
            <a:xfrm>
              <a:off x="10814051" y="825817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1" name="Straight Connector 2290">
              <a:extLst>
                <a:ext uri="{FF2B5EF4-FFF2-40B4-BE49-F238E27FC236}">
                  <a16:creationId xmlns:a16="http://schemas.microsoft.com/office/drawing/2014/main" id="{8D063D32-DF66-10CF-4DAB-A77911052D0E}"/>
                </a:ext>
              </a:extLst>
            </p:cNvPr>
            <p:cNvCxnSpPr>
              <a:cxnSpLocks/>
            </p:cNvCxnSpPr>
            <p:nvPr/>
          </p:nvCxnSpPr>
          <p:spPr>
            <a:xfrm>
              <a:off x="10845801" y="6171566"/>
              <a:ext cx="0" cy="205803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2" name="Straight Connector 2291">
              <a:extLst>
                <a:ext uri="{FF2B5EF4-FFF2-40B4-BE49-F238E27FC236}">
                  <a16:creationId xmlns:a16="http://schemas.microsoft.com/office/drawing/2014/main" id="{6D35AD67-236D-2997-2069-78698269FC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53420" y="601535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3" name="Straight Connector 2292">
              <a:extLst>
                <a:ext uri="{FF2B5EF4-FFF2-40B4-BE49-F238E27FC236}">
                  <a16:creationId xmlns:a16="http://schemas.microsoft.com/office/drawing/2014/main" id="{9936382A-26A2-C0E7-C733-BB790D2782E0}"/>
                </a:ext>
              </a:extLst>
            </p:cNvPr>
            <p:cNvCxnSpPr>
              <a:cxnSpLocks/>
            </p:cNvCxnSpPr>
            <p:nvPr/>
          </p:nvCxnSpPr>
          <p:spPr>
            <a:xfrm>
              <a:off x="11220451" y="4584700"/>
              <a:ext cx="0" cy="14846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5" name="Straight Connector 2294">
              <a:extLst>
                <a:ext uri="{FF2B5EF4-FFF2-40B4-BE49-F238E27FC236}">
                  <a16:creationId xmlns:a16="http://schemas.microsoft.com/office/drawing/2014/main" id="{151B857C-5D4C-121F-60FA-21278B644C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0720" y="458660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6" name="Straight Connector 2295">
              <a:extLst>
                <a:ext uri="{FF2B5EF4-FFF2-40B4-BE49-F238E27FC236}">
                  <a16:creationId xmlns:a16="http://schemas.microsoft.com/office/drawing/2014/main" id="{08ABF23F-2C21-D3CA-D48F-03025F32FD7D}"/>
                </a:ext>
              </a:extLst>
            </p:cNvPr>
            <p:cNvCxnSpPr>
              <a:cxnSpLocks/>
            </p:cNvCxnSpPr>
            <p:nvPr/>
          </p:nvCxnSpPr>
          <p:spPr>
            <a:xfrm>
              <a:off x="10858501" y="4692016"/>
              <a:ext cx="0" cy="5911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8" name="Straight Connector 2297">
              <a:extLst>
                <a:ext uri="{FF2B5EF4-FFF2-40B4-BE49-F238E27FC236}">
                  <a16:creationId xmlns:a16="http://schemas.microsoft.com/office/drawing/2014/main" id="{ACF5B4DA-F743-B9E9-C8C4-7B4921625A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2420" y="529145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9" name="Straight Connector 2298">
              <a:extLst>
                <a:ext uri="{FF2B5EF4-FFF2-40B4-BE49-F238E27FC236}">
                  <a16:creationId xmlns:a16="http://schemas.microsoft.com/office/drawing/2014/main" id="{2C5A3DB7-3722-2073-2D5D-BC0766E113B7}"/>
                </a:ext>
              </a:extLst>
            </p:cNvPr>
            <p:cNvCxnSpPr>
              <a:cxnSpLocks/>
            </p:cNvCxnSpPr>
            <p:nvPr/>
          </p:nvCxnSpPr>
          <p:spPr>
            <a:xfrm>
              <a:off x="10464801" y="546417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0" name="Straight Connector 2299">
              <a:extLst>
                <a:ext uri="{FF2B5EF4-FFF2-40B4-BE49-F238E27FC236}">
                  <a16:creationId xmlns:a16="http://schemas.microsoft.com/office/drawing/2014/main" id="{F77C764D-72CE-79CB-BFA4-AEC9313ED538}"/>
                </a:ext>
              </a:extLst>
            </p:cNvPr>
            <p:cNvCxnSpPr>
              <a:cxnSpLocks/>
            </p:cNvCxnSpPr>
            <p:nvPr/>
          </p:nvCxnSpPr>
          <p:spPr>
            <a:xfrm>
              <a:off x="10833101" y="5619116"/>
              <a:ext cx="0" cy="2990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2" name="Straight Connector 2301">
              <a:extLst>
                <a:ext uri="{FF2B5EF4-FFF2-40B4-BE49-F238E27FC236}">
                  <a16:creationId xmlns:a16="http://schemas.microsoft.com/office/drawing/2014/main" id="{AC99B694-72C0-8F2F-3365-9DD84C732389}"/>
                </a:ext>
              </a:extLst>
            </p:cNvPr>
            <p:cNvCxnSpPr>
              <a:cxnSpLocks/>
            </p:cNvCxnSpPr>
            <p:nvPr/>
          </p:nvCxnSpPr>
          <p:spPr>
            <a:xfrm>
              <a:off x="10477501" y="572452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3" name="Straight Connector 2302">
              <a:extLst>
                <a:ext uri="{FF2B5EF4-FFF2-40B4-BE49-F238E27FC236}">
                  <a16:creationId xmlns:a16="http://schemas.microsoft.com/office/drawing/2014/main" id="{FB33AAF9-5135-908B-360F-AC84060E70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7770" y="572960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4" name="Straight Connector 2303">
              <a:extLst>
                <a:ext uri="{FF2B5EF4-FFF2-40B4-BE49-F238E27FC236}">
                  <a16:creationId xmlns:a16="http://schemas.microsoft.com/office/drawing/2014/main" id="{2EF6C53B-6F31-D816-6EA6-A16F661578D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2851" y="590232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5" name="Straight Connector 2304">
              <a:extLst>
                <a:ext uri="{FF2B5EF4-FFF2-40B4-BE49-F238E27FC236}">
                  <a16:creationId xmlns:a16="http://schemas.microsoft.com/office/drawing/2014/main" id="{F2AD6CD0-93D1-B417-A5BC-BEA6D62CA14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1151" y="6654800"/>
              <a:ext cx="0" cy="14541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7" name="Straight Connector 2306">
              <a:extLst>
                <a:ext uri="{FF2B5EF4-FFF2-40B4-BE49-F238E27FC236}">
                  <a16:creationId xmlns:a16="http://schemas.microsoft.com/office/drawing/2014/main" id="{5EC6DB5F-1BA8-9D05-D3EF-C7FC412C288B}"/>
                </a:ext>
              </a:extLst>
            </p:cNvPr>
            <p:cNvCxnSpPr>
              <a:cxnSpLocks/>
            </p:cNvCxnSpPr>
            <p:nvPr/>
          </p:nvCxnSpPr>
          <p:spPr>
            <a:xfrm>
              <a:off x="9759950" y="7829550"/>
              <a:ext cx="722313" cy="2698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9" name="Straight Connector 2308">
              <a:extLst>
                <a:ext uri="{FF2B5EF4-FFF2-40B4-BE49-F238E27FC236}">
                  <a16:creationId xmlns:a16="http://schemas.microsoft.com/office/drawing/2014/main" id="{868E67EF-1294-AC8A-AABE-DC4AD88F47D6}"/>
                </a:ext>
              </a:extLst>
            </p:cNvPr>
            <p:cNvCxnSpPr>
              <a:cxnSpLocks/>
            </p:cNvCxnSpPr>
            <p:nvPr/>
          </p:nvCxnSpPr>
          <p:spPr>
            <a:xfrm>
              <a:off x="9753601" y="7536816"/>
              <a:ext cx="0" cy="3117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2" name="Straight Connector 2311">
              <a:extLst>
                <a:ext uri="{FF2B5EF4-FFF2-40B4-BE49-F238E27FC236}">
                  <a16:creationId xmlns:a16="http://schemas.microsoft.com/office/drawing/2014/main" id="{2CEBC518-D8F8-2675-7FA8-D490FB4AE06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1151" y="6069966"/>
              <a:ext cx="0" cy="2990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3" name="Straight Connector 2312">
              <a:extLst>
                <a:ext uri="{FF2B5EF4-FFF2-40B4-BE49-F238E27FC236}">
                  <a16:creationId xmlns:a16="http://schemas.microsoft.com/office/drawing/2014/main" id="{9369EA02-116A-E9D1-5C44-6A8EE16D0A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85070" y="633920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4" name="Straight Connector 2313">
              <a:extLst>
                <a:ext uri="{FF2B5EF4-FFF2-40B4-BE49-F238E27FC236}">
                  <a16:creationId xmlns:a16="http://schemas.microsoft.com/office/drawing/2014/main" id="{9CF6EE78-673C-DDB9-5CE9-6ED94DC2E4FA}"/>
                </a:ext>
              </a:extLst>
            </p:cNvPr>
            <p:cNvCxnSpPr>
              <a:cxnSpLocks/>
            </p:cNvCxnSpPr>
            <p:nvPr/>
          </p:nvCxnSpPr>
          <p:spPr>
            <a:xfrm>
              <a:off x="10109201" y="650557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5" name="Straight Connector 2314">
              <a:extLst>
                <a:ext uri="{FF2B5EF4-FFF2-40B4-BE49-F238E27FC236}">
                  <a16:creationId xmlns:a16="http://schemas.microsoft.com/office/drawing/2014/main" id="{232D2639-1634-F0CF-257C-8260FB9DFFB2}"/>
                </a:ext>
              </a:extLst>
            </p:cNvPr>
            <p:cNvCxnSpPr>
              <a:cxnSpLocks/>
            </p:cNvCxnSpPr>
            <p:nvPr/>
          </p:nvCxnSpPr>
          <p:spPr>
            <a:xfrm>
              <a:off x="9766301" y="755332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6" name="Straight Connector 2315">
              <a:extLst>
                <a:ext uri="{FF2B5EF4-FFF2-40B4-BE49-F238E27FC236}">
                  <a16:creationId xmlns:a16="http://schemas.microsoft.com/office/drawing/2014/main" id="{7D07EFE5-20AF-2EE0-45A1-0713C64726BB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601" y="6800850"/>
              <a:ext cx="0" cy="914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8" name="Straight Connector 2317">
              <a:extLst>
                <a:ext uri="{FF2B5EF4-FFF2-40B4-BE49-F238E27FC236}">
                  <a16:creationId xmlns:a16="http://schemas.microsoft.com/office/drawing/2014/main" id="{6AE05301-B995-B181-E0AE-59E3C377D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61220" y="6790055"/>
              <a:ext cx="381000" cy="1543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9" name="Straight Connector 2318">
              <a:extLst>
                <a:ext uri="{FF2B5EF4-FFF2-40B4-BE49-F238E27FC236}">
                  <a16:creationId xmlns:a16="http://schemas.microsoft.com/office/drawing/2014/main" id="{E4735266-1DE9-3152-BA08-6F08A9430310}"/>
                </a:ext>
              </a:extLst>
            </p:cNvPr>
            <p:cNvCxnSpPr>
              <a:cxnSpLocks/>
            </p:cNvCxnSpPr>
            <p:nvPr/>
          </p:nvCxnSpPr>
          <p:spPr>
            <a:xfrm>
              <a:off x="9772651" y="6952616"/>
              <a:ext cx="0" cy="2990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0" name="Straight Connector 2319">
              <a:extLst>
                <a:ext uri="{FF2B5EF4-FFF2-40B4-BE49-F238E27FC236}">
                  <a16:creationId xmlns:a16="http://schemas.microsoft.com/office/drawing/2014/main" id="{8E0D887D-494B-1283-6307-32EE260BE1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9750" y="7080250"/>
              <a:ext cx="331470" cy="16700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9" name="Straight Connector 2328">
              <a:extLst>
                <a:ext uri="{FF2B5EF4-FFF2-40B4-BE49-F238E27FC236}">
                  <a16:creationId xmlns:a16="http://schemas.microsoft.com/office/drawing/2014/main" id="{8170B8F2-BF75-BF9A-8B8A-48F510000FAA}"/>
                </a:ext>
              </a:extLst>
            </p:cNvPr>
            <p:cNvCxnSpPr>
              <a:cxnSpLocks/>
            </p:cNvCxnSpPr>
            <p:nvPr/>
          </p:nvCxnSpPr>
          <p:spPr>
            <a:xfrm>
              <a:off x="6520181" y="4752976"/>
              <a:ext cx="366712" cy="15239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0" name="Straight Connector 2329">
              <a:extLst>
                <a:ext uri="{FF2B5EF4-FFF2-40B4-BE49-F238E27FC236}">
                  <a16:creationId xmlns:a16="http://schemas.microsoft.com/office/drawing/2014/main" id="{532A9081-AC9A-8A29-9716-637D589A5922}"/>
                </a:ext>
              </a:extLst>
            </p:cNvPr>
            <p:cNvCxnSpPr>
              <a:cxnSpLocks/>
            </p:cNvCxnSpPr>
            <p:nvPr/>
          </p:nvCxnSpPr>
          <p:spPr>
            <a:xfrm>
              <a:off x="6539231" y="4462146"/>
              <a:ext cx="0" cy="2990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1" name="Straight Connector 2330">
              <a:extLst>
                <a:ext uri="{FF2B5EF4-FFF2-40B4-BE49-F238E27FC236}">
                  <a16:creationId xmlns:a16="http://schemas.microsoft.com/office/drawing/2014/main" id="{7D12B96C-1446-A991-C5D7-618946C88A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6960" y="4282440"/>
              <a:ext cx="36449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2" name="Straight Connector 2331">
              <a:extLst>
                <a:ext uri="{FF2B5EF4-FFF2-40B4-BE49-F238E27FC236}">
                  <a16:creationId xmlns:a16="http://schemas.microsoft.com/office/drawing/2014/main" id="{DF0471A1-B068-31EC-7433-B8149CE40E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8820" y="4282440"/>
              <a:ext cx="358140" cy="152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0" name="Straight Connector 2339">
              <a:extLst>
                <a:ext uri="{FF2B5EF4-FFF2-40B4-BE49-F238E27FC236}">
                  <a16:creationId xmlns:a16="http://schemas.microsoft.com/office/drawing/2014/main" id="{0C678A77-E27A-A628-84BB-23553BABD6FD}"/>
                </a:ext>
              </a:extLst>
            </p:cNvPr>
            <p:cNvCxnSpPr>
              <a:cxnSpLocks/>
            </p:cNvCxnSpPr>
            <p:nvPr/>
          </p:nvCxnSpPr>
          <p:spPr>
            <a:xfrm>
              <a:off x="5806440" y="2994660"/>
              <a:ext cx="1127760" cy="4533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2" name="Straight Connector 2341">
              <a:extLst>
                <a:ext uri="{FF2B5EF4-FFF2-40B4-BE49-F238E27FC236}">
                  <a16:creationId xmlns:a16="http://schemas.microsoft.com/office/drawing/2014/main" id="{7A7B0764-74D4-A34E-042E-B42A736350C7}"/>
                </a:ext>
              </a:extLst>
            </p:cNvPr>
            <p:cNvCxnSpPr>
              <a:cxnSpLocks/>
            </p:cNvCxnSpPr>
            <p:nvPr/>
          </p:nvCxnSpPr>
          <p:spPr>
            <a:xfrm>
              <a:off x="6173471" y="4004946"/>
              <a:ext cx="0" cy="299084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3" name="Straight Connector 2342">
              <a:extLst>
                <a:ext uri="{FF2B5EF4-FFF2-40B4-BE49-F238E27FC236}">
                  <a16:creationId xmlns:a16="http://schemas.microsoft.com/office/drawing/2014/main" id="{E0F49B93-EDA3-FF1F-FA62-866EC33E57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2200" y="3413760"/>
              <a:ext cx="1402080" cy="586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7" name="Straight Connector 2346">
              <a:extLst>
                <a:ext uri="{FF2B5EF4-FFF2-40B4-BE49-F238E27FC236}">
                  <a16:creationId xmlns:a16="http://schemas.microsoft.com/office/drawing/2014/main" id="{2DC36902-B670-262F-8580-1ACA58DEC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1160" y="2994660"/>
              <a:ext cx="358140" cy="152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8" name="Straight Connector 2347">
              <a:extLst>
                <a:ext uri="{FF2B5EF4-FFF2-40B4-BE49-F238E27FC236}">
                  <a16:creationId xmlns:a16="http://schemas.microsoft.com/office/drawing/2014/main" id="{0DABAA5B-E836-2621-2C2F-E632F0813F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2540" y="2994660"/>
              <a:ext cx="36449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9" name="Straight Connector 2348">
              <a:extLst>
                <a:ext uri="{FF2B5EF4-FFF2-40B4-BE49-F238E27FC236}">
                  <a16:creationId xmlns:a16="http://schemas.microsoft.com/office/drawing/2014/main" id="{11FBC424-DB8E-0AAA-E94A-4AF1E01758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7300" y="2423160"/>
              <a:ext cx="0" cy="5638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8" name="Straight Connector 2367">
              <a:extLst>
                <a:ext uri="{FF2B5EF4-FFF2-40B4-BE49-F238E27FC236}">
                  <a16:creationId xmlns:a16="http://schemas.microsoft.com/office/drawing/2014/main" id="{236C9C0E-1907-0E68-4235-1E707B461DC4}"/>
                </a:ext>
              </a:extLst>
            </p:cNvPr>
            <p:cNvCxnSpPr>
              <a:cxnSpLocks/>
            </p:cNvCxnSpPr>
            <p:nvPr/>
          </p:nvCxnSpPr>
          <p:spPr>
            <a:xfrm>
              <a:off x="9410701" y="6229350"/>
              <a:ext cx="0" cy="831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0" name="Straight Connector 2369">
              <a:extLst>
                <a:ext uri="{FF2B5EF4-FFF2-40B4-BE49-F238E27FC236}">
                  <a16:creationId xmlns:a16="http://schemas.microsoft.com/office/drawing/2014/main" id="{04B85FBD-8A75-079A-FF21-2891000E5832}"/>
                </a:ext>
              </a:extLst>
            </p:cNvPr>
            <p:cNvCxnSpPr>
              <a:cxnSpLocks/>
            </p:cNvCxnSpPr>
            <p:nvPr/>
          </p:nvCxnSpPr>
          <p:spPr>
            <a:xfrm>
              <a:off x="8299450" y="5765800"/>
              <a:ext cx="1147763" cy="4540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8" name="Straight Connector 2377">
              <a:extLst>
                <a:ext uri="{FF2B5EF4-FFF2-40B4-BE49-F238E27FC236}">
                  <a16:creationId xmlns:a16="http://schemas.microsoft.com/office/drawing/2014/main" id="{9381A14E-D3CF-1750-A753-8DD966E0D9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6100" y="5748655"/>
              <a:ext cx="1410970" cy="61404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9" name="Straight Connector 2388">
              <a:extLst>
                <a:ext uri="{FF2B5EF4-FFF2-40B4-BE49-F238E27FC236}">
                  <a16:creationId xmlns:a16="http://schemas.microsoft.com/office/drawing/2014/main" id="{31C71560-4B70-9141-E4F4-6F84CAF4C612}"/>
                </a:ext>
              </a:extLst>
            </p:cNvPr>
            <p:cNvCxnSpPr>
              <a:cxnSpLocks/>
            </p:cNvCxnSpPr>
            <p:nvPr/>
          </p:nvCxnSpPr>
          <p:spPr>
            <a:xfrm>
              <a:off x="5448300" y="5772150"/>
              <a:ext cx="1458913" cy="5937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6" name="Straight Connector 2395">
              <a:extLst>
                <a:ext uri="{FF2B5EF4-FFF2-40B4-BE49-F238E27FC236}">
                  <a16:creationId xmlns:a16="http://schemas.microsoft.com/office/drawing/2014/main" id="{951BFC15-979D-1232-50C1-B8885BAC8189}"/>
                </a:ext>
              </a:extLst>
            </p:cNvPr>
            <p:cNvCxnSpPr>
              <a:cxnSpLocks/>
            </p:cNvCxnSpPr>
            <p:nvPr/>
          </p:nvCxnSpPr>
          <p:spPr>
            <a:xfrm>
              <a:off x="5448301" y="5461000"/>
              <a:ext cx="349249" cy="177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7" name="Straight Connector 2396">
              <a:extLst>
                <a:ext uri="{FF2B5EF4-FFF2-40B4-BE49-F238E27FC236}">
                  <a16:creationId xmlns:a16="http://schemas.microsoft.com/office/drawing/2014/main" id="{F087812B-1855-EF02-5AD1-116F0F78CE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4850" y="5194300"/>
              <a:ext cx="1079500" cy="4445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9" name="Straight Connector 2398">
              <a:extLst>
                <a:ext uri="{FF2B5EF4-FFF2-40B4-BE49-F238E27FC236}">
                  <a16:creationId xmlns:a16="http://schemas.microsoft.com/office/drawing/2014/main" id="{6E5AF89E-5ED3-D8BB-7FD8-E7735F0F167A}"/>
                </a:ext>
              </a:extLst>
            </p:cNvPr>
            <p:cNvCxnSpPr>
              <a:cxnSpLocks/>
            </p:cNvCxnSpPr>
            <p:nvPr/>
          </p:nvCxnSpPr>
          <p:spPr>
            <a:xfrm>
              <a:off x="6883401" y="4921250"/>
              <a:ext cx="0" cy="342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9" name="Straight Connector 2518">
              <a:extLst>
                <a:ext uri="{FF2B5EF4-FFF2-40B4-BE49-F238E27FC236}">
                  <a16:creationId xmlns:a16="http://schemas.microsoft.com/office/drawing/2014/main" id="{4DDAD355-8739-B33A-386E-E60894CB2C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77595" y="2670175"/>
              <a:ext cx="699770" cy="3022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0" name="Straight Connector 2519">
              <a:extLst>
                <a:ext uri="{FF2B5EF4-FFF2-40B4-BE49-F238E27FC236}">
                  <a16:creationId xmlns:a16="http://schemas.microsoft.com/office/drawing/2014/main" id="{34BF5EBE-BD42-B6A9-09EA-A09196F92A34}"/>
                </a:ext>
              </a:extLst>
            </p:cNvPr>
            <p:cNvCxnSpPr>
              <a:cxnSpLocks/>
            </p:cNvCxnSpPr>
            <p:nvPr/>
          </p:nvCxnSpPr>
          <p:spPr>
            <a:xfrm>
              <a:off x="14449588" y="236474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1" name="Straight Connector 2520">
              <a:extLst>
                <a:ext uri="{FF2B5EF4-FFF2-40B4-BE49-F238E27FC236}">
                  <a16:creationId xmlns:a16="http://schemas.microsoft.com/office/drawing/2014/main" id="{46A6A585-8E37-3819-19E3-ABB6FD674E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27200" y="225425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2" name="Straight Connector 2521">
              <a:extLst>
                <a:ext uri="{FF2B5EF4-FFF2-40B4-BE49-F238E27FC236}">
                  <a16:creationId xmlns:a16="http://schemas.microsoft.com/office/drawing/2014/main" id="{316A42E7-EEA2-00D6-ECFA-20D36A6358E4}"/>
                </a:ext>
              </a:extLst>
            </p:cNvPr>
            <p:cNvCxnSpPr>
              <a:cxnSpLocks/>
            </p:cNvCxnSpPr>
            <p:nvPr/>
          </p:nvCxnSpPr>
          <p:spPr>
            <a:xfrm>
              <a:off x="14760738" y="223139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3" name="Straight Connector 2522">
              <a:extLst>
                <a:ext uri="{FF2B5EF4-FFF2-40B4-BE49-F238E27FC236}">
                  <a16:creationId xmlns:a16="http://schemas.microsoft.com/office/drawing/2014/main" id="{C2134C18-C88C-2FCA-5141-861CDBBD43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63750" y="241935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4" name="Straight Connector 2523">
              <a:extLst>
                <a:ext uri="{FF2B5EF4-FFF2-40B4-BE49-F238E27FC236}">
                  <a16:creationId xmlns:a16="http://schemas.microsoft.com/office/drawing/2014/main" id="{1715DD33-548B-F4B9-D0BE-92A8E7403924}"/>
                </a:ext>
              </a:extLst>
            </p:cNvPr>
            <p:cNvCxnSpPr>
              <a:cxnSpLocks/>
            </p:cNvCxnSpPr>
            <p:nvPr/>
          </p:nvCxnSpPr>
          <p:spPr>
            <a:xfrm>
              <a:off x="15129038" y="209804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5" name="Straight Connector 2524">
              <a:extLst>
                <a:ext uri="{FF2B5EF4-FFF2-40B4-BE49-F238E27FC236}">
                  <a16:creationId xmlns:a16="http://schemas.microsoft.com/office/drawing/2014/main" id="{1B943BBC-ADC4-3BC3-E435-9474487B6A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32050" y="196215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6" name="Straight Connector 2525">
              <a:extLst>
                <a:ext uri="{FF2B5EF4-FFF2-40B4-BE49-F238E27FC236}">
                  <a16:creationId xmlns:a16="http://schemas.microsoft.com/office/drawing/2014/main" id="{0A1C0823-53F6-6007-4B50-F563F811D2D5}"/>
                </a:ext>
              </a:extLst>
            </p:cNvPr>
            <p:cNvCxnSpPr>
              <a:cxnSpLocks/>
            </p:cNvCxnSpPr>
            <p:nvPr/>
          </p:nvCxnSpPr>
          <p:spPr>
            <a:xfrm>
              <a:off x="15490988" y="192024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7" name="Straight Connector 2526">
              <a:extLst>
                <a:ext uri="{FF2B5EF4-FFF2-40B4-BE49-F238E27FC236}">
                  <a16:creationId xmlns:a16="http://schemas.microsoft.com/office/drawing/2014/main" id="{77A10B4C-237D-093E-FBDF-CAF2FE1216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19400" y="1657350"/>
              <a:ext cx="1409700" cy="558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9" name="Straight Connector 2528">
              <a:extLst>
                <a:ext uri="{FF2B5EF4-FFF2-40B4-BE49-F238E27FC236}">
                  <a16:creationId xmlns:a16="http://schemas.microsoft.com/office/drawing/2014/main" id="{B3BA232B-B838-F7DD-3578-A6696510D97E}"/>
                </a:ext>
              </a:extLst>
            </p:cNvPr>
            <p:cNvCxnSpPr>
              <a:cxnSpLocks/>
            </p:cNvCxnSpPr>
            <p:nvPr/>
          </p:nvCxnSpPr>
          <p:spPr>
            <a:xfrm>
              <a:off x="16938788" y="1653540"/>
              <a:ext cx="0" cy="336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0" name="Straight Connector 2529">
              <a:extLst>
                <a:ext uri="{FF2B5EF4-FFF2-40B4-BE49-F238E27FC236}">
                  <a16:creationId xmlns:a16="http://schemas.microsoft.com/office/drawing/2014/main" id="{B32F110B-FD59-115D-8252-A620967DB6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35050" y="1955800"/>
              <a:ext cx="3219450" cy="13208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2" name="Straight Connector 2531">
              <a:extLst>
                <a:ext uri="{FF2B5EF4-FFF2-40B4-BE49-F238E27FC236}">
                  <a16:creationId xmlns:a16="http://schemas.microsoft.com/office/drawing/2014/main" id="{B3B271E1-2014-63DE-72A5-B0BBE3C8F411}"/>
                </a:ext>
              </a:extLst>
            </p:cNvPr>
            <p:cNvCxnSpPr>
              <a:cxnSpLocks/>
            </p:cNvCxnSpPr>
            <p:nvPr/>
          </p:nvCxnSpPr>
          <p:spPr>
            <a:xfrm>
              <a:off x="13324368" y="3131185"/>
              <a:ext cx="417032" cy="16446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7" name="Straight Connector 2556">
              <a:extLst>
                <a:ext uri="{FF2B5EF4-FFF2-40B4-BE49-F238E27FC236}">
                  <a16:creationId xmlns:a16="http://schemas.microsoft.com/office/drawing/2014/main" id="{ADB8ABFD-7401-95D2-A09C-9CA101797687}"/>
                </a:ext>
              </a:extLst>
            </p:cNvPr>
            <p:cNvCxnSpPr>
              <a:cxnSpLocks/>
            </p:cNvCxnSpPr>
            <p:nvPr/>
          </p:nvCxnSpPr>
          <p:spPr>
            <a:xfrm>
              <a:off x="12947650" y="1089342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8" name="Straight Connector 2557">
              <a:extLst>
                <a:ext uri="{FF2B5EF4-FFF2-40B4-BE49-F238E27FC236}">
                  <a16:creationId xmlns:a16="http://schemas.microsoft.com/office/drawing/2014/main" id="{359891D7-4221-92DC-949D-ABA888B9AF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47650" y="10598150"/>
              <a:ext cx="781050" cy="2921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2" name="Straight Connector 2561">
              <a:extLst>
                <a:ext uri="{FF2B5EF4-FFF2-40B4-BE49-F238E27FC236}">
                  <a16:creationId xmlns:a16="http://schemas.microsoft.com/office/drawing/2014/main" id="{EDD774DE-ACAF-CDDC-E776-12A552ED17BC}"/>
                </a:ext>
              </a:extLst>
            </p:cNvPr>
            <p:cNvCxnSpPr>
              <a:cxnSpLocks/>
            </p:cNvCxnSpPr>
            <p:nvPr/>
          </p:nvCxnSpPr>
          <p:spPr>
            <a:xfrm>
              <a:off x="13711718" y="10604500"/>
              <a:ext cx="0" cy="6159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4" name="Straight Connector 2563">
              <a:extLst>
                <a:ext uri="{FF2B5EF4-FFF2-40B4-BE49-F238E27FC236}">
                  <a16:creationId xmlns:a16="http://schemas.microsoft.com/office/drawing/2014/main" id="{2F63D0ED-86C9-BEDB-E4B0-2F45B844E611}"/>
                </a:ext>
              </a:extLst>
            </p:cNvPr>
            <p:cNvCxnSpPr>
              <a:cxnSpLocks/>
            </p:cNvCxnSpPr>
            <p:nvPr/>
          </p:nvCxnSpPr>
          <p:spPr>
            <a:xfrm>
              <a:off x="14073668" y="10464800"/>
              <a:ext cx="0" cy="6159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3" name="Straight Connector 2572">
              <a:extLst>
                <a:ext uri="{FF2B5EF4-FFF2-40B4-BE49-F238E27FC236}">
                  <a16:creationId xmlns:a16="http://schemas.microsoft.com/office/drawing/2014/main" id="{252FA351-A312-F52F-6202-20C73A9882FD}"/>
                </a:ext>
              </a:extLst>
            </p:cNvPr>
            <p:cNvCxnSpPr>
              <a:cxnSpLocks/>
            </p:cNvCxnSpPr>
            <p:nvPr/>
          </p:nvCxnSpPr>
          <p:spPr>
            <a:xfrm>
              <a:off x="14389100" y="9128125"/>
              <a:ext cx="39370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4" name="Straight Connector 2573">
              <a:extLst>
                <a:ext uri="{FF2B5EF4-FFF2-40B4-BE49-F238E27FC236}">
                  <a16:creationId xmlns:a16="http://schemas.microsoft.com/office/drawing/2014/main" id="{26B6AB7D-82FD-CADC-405B-31DEC38355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27200" y="898525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5" name="Straight Connector 2574">
              <a:extLst>
                <a:ext uri="{FF2B5EF4-FFF2-40B4-BE49-F238E27FC236}">
                  <a16:creationId xmlns:a16="http://schemas.microsoft.com/office/drawing/2014/main" id="{71CB89B7-12AD-2D6D-2A08-E3F06E00E67A}"/>
                </a:ext>
              </a:extLst>
            </p:cNvPr>
            <p:cNvCxnSpPr>
              <a:cxnSpLocks/>
            </p:cNvCxnSpPr>
            <p:nvPr/>
          </p:nvCxnSpPr>
          <p:spPr>
            <a:xfrm>
              <a:off x="14446250" y="8839200"/>
              <a:ext cx="336550" cy="152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6" name="Straight Connector 2575">
              <a:extLst>
                <a:ext uri="{FF2B5EF4-FFF2-40B4-BE49-F238E27FC236}">
                  <a16:creationId xmlns:a16="http://schemas.microsoft.com/office/drawing/2014/main" id="{AC26D322-29E7-53F9-FA8F-2DC0EB3F3D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71650" y="8674100"/>
              <a:ext cx="336550" cy="1492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9" name="Straight Connector 2618">
              <a:extLst>
                <a:ext uri="{FF2B5EF4-FFF2-40B4-BE49-F238E27FC236}">
                  <a16:creationId xmlns:a16="http://schemas.microsoft.com/office/drawing/2014/main" id="{28A57557-6DB3-4107-FA9A-183B4D3EF23B}"/>
                </a:ext>
              </a:extLst>
            </p:cNvPr>
            <p:cNvCxnSpPr>
              <a:cxnSpLocks/>
            </p:cNvCxnSpPr>
            <p:nvPr/>
          </p:nvCxnSpPr>
          <p:spPr>
            <a:xfrm>
              <a:off x="12978765" y="3270250"/>
              <a:ext cx="0" cy="3111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1" name="Straight Connector 2620">
              <a:extLst>
                <a:ext uri="{FF2B5EF4-FFF2-40B4-BE49-F238E27FC236}">
                  <a16:creationId xmlns:a16="http://schemas.microsoft.com/office/drawing/2014/main" id="{25A87AD3-DAE4-7F1A-A90C-D1F15FA0D6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56820" y="3292475"/>
              <a:ext cx="309880" cy="12922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8" name="Straight Connector 2657">
              <a:extLst>
                <a:ext uri="{FF2B5EF4-FFF2-40B4-BE49-F238E27FC236}">
                  <a16:creationId xmlns:a16="http://schemas.microsoft.com/office/drawing/2014/main" id="{B10DCA8B-0887-4E6C-E887-DF8992F6D2F2}"/>
                </a:ext>
              </a:extLst>
            </p:cNvPr>
            <p:cNvCxnSpPr>
              <a:cxnSpLocks/>
            </p:cNvCxnSpPr>
            <p:nvPr/>
          </p:nvCxnSpPr>
          <p:spPr>
            <a:xfrm>
              <a:off x="5461001" y="5499100"/>
              <a:ext cx="0" cy="342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1" name="Straight Connector 2670">
              <a:extLst>
                <a:ext uri="{FF2B5EF4-FFF2-40B4-BE49-F238E27FC236}">
                  <a16:creationId xmlns:a16="http://schemas.microsoft.com/office/drawing/2014/main" id="{BD70C679-56F9-3508-306D-C8764D6EC0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60350" y="3448050"/>
              <a:ext cx="349250" cy="1270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6" name="Straight Connector 2705">
              <a:extLst>
                <a:ext uri="{FF2B5EF4-FFF2-40B4-BE49-F238E27FC236}">
                  <a16:creationId xmlns:a16="http://schemas.microsoft.com/office/drawing/2014/main" id="{ECD79A64-A182-EF9B-B3B6-6F39A29141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8485" y="3308985"/>
              <a:ext cx="358140" cy="1524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7" name="Straight Connector 2706">
              <a:extLst>
                <a:ext uri="{FF2B5EF4-FFF2-40B4-BE49-F238E27FC236}">
                  <a16:creationId xmlns:a16="http://schemas.microsoft.com/office/drawing/2014/main" id="{668F449C-43F0-1364-6879-10BA95055A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44715" y="3270885"/>
              <a:ext cx="364490" cy="17462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8" name="Straight Connector 2707">
              <a:extLst>
                <a:ext uri="{FF2B5EF4-FFF2-40B4-BE49-F238E27FC236}">
                  <a16:creationId xmlns:a16="http://schemas.microsoft.com/office/drawing/2014/main" id="{5BA78F16-EF2B-89F6-B67F-DA9118F348A8}"/>
                </a:ext>
              </a:extLst>
            </p:cNvPr>
            <p:cNvCxnSpPr>
              <a:cxnSpLocks/>
            </p:cNvCxnSpPr>
            <p:nvPr/>
          </p:nvCxnSpPr>
          <p:spPr>
            <a:xfrm>
              <a:off x="3587115" y="1537335"/>
              <a:ext cx="1508760" cy="577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F8DBA5E-4623-F570-6889-6A64EB520B08}"/>
              </a:ext>
            </a:extLst>
          </p:cNvPr>
          <p:cNvGrpSpPr/>
          <p:nvPr/>
        </p:nvGrpSpPr>
        <p:grpSpPr>
          <a:xfrm>
            <a:off x="742950" y="1245870"/>
            <a:ext cx="17293590" cy="10730230"/>
            <a:chOff x="768350" y="1626870"/>
            <a:chExt cx="17293590" cy="10730230"/>
          </a:xfrm>
          <a:effectLst>
            <a:glow rad="101600">
              <a:schemeClr val="accent3">
                <a:satMod val="175000"/>
                <a:alpha val="40000"/>
              </a:schemeClr>
            </a:glow>
          </a:effectLst>
        </p:grpSpPr>
        <p:cxnSp>
          <p:nvCxnSpPr>
            <p:cNvPr id="954" name="Straight Connector 953">
              <a:extLst>
                <a:ext uri="{FF2B5EF4-FFF2-40B4-BE49-F238E27FC236}">
                  <a16:creationId xmlns:a16="http://schemas.microsoft.com/office/drawing/2014/main" id="{475A0BD0-1BA7-20B8-84D2-0F1175BD05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0000" y="6294120"/>
              <a:ext cx="1383030" cy="6096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EE671654-43B0-400C-4622-EAF778A8FB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7660" y="8081772"/>
              <a:ext cx="1085088" cy="460248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8AA00092-35D5-D10E-60F8-45C99CA694F8}"/>
                </a:ext>
              </a:extLst>
            </p:cNvPr>
            <p:cNvCxnSpPr>
              <a:cxnSpLocks/>
            </p:cNvCxnSpPr>
            <p:nvPr/>
          </p:nvCxnSpPr>
          <p:spPr>
            <a:xfrm>
              <a:off x="7949093" y="8580120"/>
              <a:ext cx="0" cy="112903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C7F09C29-7378-E39C-2C7D-78EC633865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38135" y="9654540"/>
              <a:ext cx="2186940" cy="92773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A06BC6F0-8D35-E72A-64FE-DF7AE0FEED77}"/>
                </a:ext>
              </a:extLst>
            </p:cNvPr>
            <p:cNvCxnSpPr>
              <a:cxnSpLocks/>
            </p:cNvCxnSpPr>
            <p:nvPr/>
          </p:nvCxnSpPr>
          <p:spPr>
            <a:xfrm>
              <a:off x="10142601" y="10586085"/>
              <a:ext cx="0" cy="3390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44DC4D00-D0BB-6623-CFCB-426D288AEA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4920" y="6621780"/>
              <a:ext cx="1831340" cy="7315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E0DC497A-921A-499A-20E6-105007218C88}"/>
                </a:ext>
              </a:extLst>
            </p:cNvPr>
            <p:cNvCxnSpPr>
              <a:cxnSpLocks/>
            </p:cNvCxnSpPr>
            <p:nvPr/>
          </p:nvCxnSpPr>
          <p:spPr>
            <a:xfrm>
              <a:off x="6891020" y="6621780"/>
              <a:ext cx="744220" cy="2971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833155B3-1177-18E4-C9FF-21FE5AA75F5D}"/>
                </a:ext>
              </a:extLst>
            </p:cNvPr>
            <p:cNvCxnSpPr>
              <a:cxnSpLocks/>
            </p:cNvCxnSpPr>
            <p:nvPr/>
          </p:nvCxnSpPr>
          <p:spPr>
            <a:xfrm>
              <a:off x="8314182" y="7176770"/>
              <a:ext cx="0" cy="59258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99DDAD7-E3B7-140F-594B-C36F5AC148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88655" y="7763764"/>
              <a:ext cx="1493520" cy="608711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D83A574D-A1EB-FD50-6F01-219E9F2330F0}"/>
                </a:ext>
              </a:extLst>
            </p:cNvPr>
            <p:cNvCxnSpPr>
              <a:cxnSpLocks/>
            </p:cNvCxnSpPr>
            <p:nvPr/>
          </p:nvCxnSpPr>
          <p:spPr>
            <a:xfrm>
              <a:off x="7964968" y="7025606"/>
              <a:ext cx="378932" cy="198154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4851413C-B6C9-5A85-DF8C-BB1C7B252575}"/>
                </a:ext>
              </a:extLst>
            </p:cNvPr>
            <p:cNvCxnSpPr>
              <a:cxnSpLocks/>
            </p:cNvCxnSpPr>
            <p:nvPr/>
          </p:nvCxnSpPr>
          <p:spPr>
            <a:xfrm>
              <a:off x="7963662" y="673481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F78A310-D02F-2D25-4C1D-7D96B0330F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7473" y="10908676"/>
              <a:ext cx="1059561" cy="426339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88F06ADD-7E88-6F05-6832-A71AC9F3E3C9}"/>
                </a:ext>
              </a:extLst>
            </p:cNvPr>
            <p:cNvCxnSpPr>
              <a:cxnSpLocks/>
            </p:cNvCxnSpPr>
            <p:nvPr/>
          </p:nvCxnSpPr>
          <p:spPr>
            <a:xfrm>
              <a:off x="11225276" y="11306810"/>
              <a:ext cx="0" cy="3390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3C805A1B-31E6-779F-3290-1656493BF4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07923" y="11600826"/>
              <a:ext cx="374477" cy="153024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F65A9D4-62FA-1AA2-C693-2BF034EF272A}"/>
                </a:ext>
              </a:extLst>
            </p:cNvPr>
            <p:cNvCxnSpPr>
              <a:cxnSpLocks/>
            </p:cNvCxnSpPr>
            <p:nvPr/>
          </p:nvCxnSpPr>
          <p:spPr>
            <a:xfrm>
              <a:off x="13009626" y="11173460"/>
              <a:ext cx="0" cy="5740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C1C9F9B1-8603-6DAB-9034-A0A3B25589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82573" y="11734800"/>
              <a:ext cx="1415877" cy="596276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975E8C0C-A565-19A7-FAB8-E125859FF2AF}"/>
                </a:ext>
              </a:extLst>
            </p:cNvPr>
            <p:cNvCxnSpPr>
              <a:cxnSpLocks/>
            </p:cNvCxnSpPr>
            <p:nvPr/>
          </p:nvCxnSpPr>
          <p:spPr>
            <a:xfrm>
              <a:off x="11593576" y="11783060"/>
              <a:ext cx="0" cy="5740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D4C3977A-2718-9270-9148-0558B1E022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28700" y="8953500"/>
              <a:ext cx="361950" cy="1841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32651781-C05A-B5AB-40F6-5B011E0420B8}"/>
                </a:ext>
              </a:extLst>
            </p:cNvPr>
            <p:cNvCxnSpPr>
              <a:cxnSpLocks/>
            </p:cNvCxnSpPr>
            <p:nvPr/>
          </p:nvCxnSpPr>
          <p:spPr>
            <a:xfrm>
              <a:off x="13030200" y="8826500"/>
              <a:ext cx="709676" cy="3143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4FCE8F44-E4BE-289A-F7D0-29E064AA5367}"/>
                </a:ext>
              </a:extLst>
            </p:cNvPr>
            <p:cNvCxnSpPr>
              <a:cxnSpLocks/>
            </p:cNvCxnSpPr>
            <p:nvPr/>
          </p:nvCxnSpPr>
          <p:spPr>
            <a:xfrm>
              <a:off x="13004800" y="8845550"/>
              <a:ext cx="0" cy="2857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73D0788E-382D-452E-7E8A-F40D7D196BB3}"/>
                </a:ext>
              </a:extLst>
            </p:cNvPr>
            <p:cNvCxnSpPr>
              <a:cxnSpLocks/>
            </p:cNvCxnSpPr>
            <p:nvPr/>
          </p:nvCxnSpPr>
          <p:spPr>
            <a:xfrm>
              <a:off x="12682601" y="8947150"/>
              <a:ext cx="0" cy="5969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59D5E7BB-AC0F-94A6-578A-8F8D0E3AA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74600" y="9553575"/>
              <a:ext cx="355600" cy="1746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DBAFD32C-523F-A2D8-38FA-D55671F200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27198" y="9553575"/>
              <a:ext cx="342727" cy="145426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23A2CB68-9320-946E-9C4B-F1954A516C3A}"/>
                </a:ext>
              </a:extLst>
            </p:cNvPr>
            <p:cNvCxnSpPr>
              <a:cxnSpLocks/>
            </p:cNvCxnSpPr>
            <p:nvPr/>
          </p:nvCxnSpPr>
          <p:spPr>
            <a:xfrm>
              <a:off x="13368401" y="9573260"/>
              <a:ext cx="0" cy="5422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42C19913-22C8-39D9-5C7B-404471348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12700" y="10280650"/>
              <a:ext cx="311150" cy="1397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97957517-D9A2-7C8F-C11D-738FE60441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84298" y="11022976"/>
              <a:ext cx="320502" cy="178424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F1B7784F-4F50-37B1-9400-89C5AA4250DB}"/>
                </a:ext>
              </a:extLst>
            </p:cNvPr>
            <p:cNvCxnSpPr>
              <a:cxnSpLocks/>
            </p:cNvCxnSpPr>
            <p:nvPr/>
          </p:nvCxnSpPr>
          <p:spPr>
            <a:xfrm>
              <a:off x="12682601" y="10699750"/>
              <a:ext cx="0" cy="3397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184FFDF6-6AEF-186E-21D6-D66CBAAFD0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98450" y="8522970"/>
              <a:ext cx="1073150" cy="43053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C2996E09-D0A0-3821-8840-F118D4D94C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58898" y="8537575"/>
              <a:ext cx="342727" cy="145426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E9E9CE18-CBC6-3B78-B615-A0C9932DE216}"/>
                </a:ext>
              </a:extLst>
            </p:cNvPr>
            <p:cNvCxnSpPr>
              <a:cxnSpLocks/>
            </p:cNvCxnSpPr>
            <p:nvPr/>
          </p:nvCxnSpPr>
          <p:spPr>
            <a:xfrm>
              <a:off x="12654026" y="8382000"/>
              <a:ext cx="0" cy="2889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1FB08ADA-CF2B-7F14-C347-7C8A8FFA77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38050" y="8223250"/>
              <a:ext cx="311150" cy="1460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F1557F65-8390-5F31-1CF7-3851DD9B88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22348" y="7918450"/>
              <a:ext cx="682452" cy="307351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2114">
              <a:extLst>
                <a:ext uri="{FF2B5EF4-FFF2-40B4-BE49-F238E27FC236}">
                  <a16:creationId xmlns:a16="http://schemas.microsoft.com/office/drawing/2014/main" id="{C7B81668-5A4C-0676-1C48-F4E0DAE997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16230" y="7926070"/>
              <a:ext cx="1471930" cy="5930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7" name="Straight Connector 2116">
              <a:extLst>
                <a:ext uri="{FF2B5EF4-FFF2-40B4-BE49-F238E27FC236}">
                  <a16:creationId xmlns:a16="http://schemas.microsoft.com/office/drawing/2014/main" id="{02BF130C-7083-FFDA-89F4-F216FE7C790A}"/>
                </a:ext>
              </a:extLst>
            </p:cNvPr>
            <p:cNvCxnSpPr>
              <a:cxnSpLocks/>
            </p:cNvCxnSpPr>
            <p:nvPr/>
          </p:nvCxnSpPr>
          <p:spPr>
            <a:xfrm>
              <a:off x="14471396" y="8207375"/>
              <a:ext cx="0" cy="3390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2117">
              <a:extLst>
                <a:ext uri="{FF2B5EF4-FFF2-40B4-BE49-F238E27FC236}">
                  <a16:creationId xmlns:a16="http://schemas.microsoft.com/office/drawing/2014/main" id="{C9D3FAC7-C936-4C6B-F6C9-E9523AD1A6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039090" y="7644130"/>
              <a:ext cx="1471930" cy="5930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9" name="Straight Connector 2118">
              <a:extLst>
                <a:ext uri="{FF2B5EF4-FFF2-40B4-BE49-F238E27FC236}">
                  <a16:creationId xmlns:a16="http://schemas.microsoft.com/office/drawing/2014/main" id="{F484FB5E-B1D2-C5EF-AE1D-D8BCDCB0E5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8360" y="7647305"/>
              <a:ext cx="752856" cy="31559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2120">
              <a:extLst>
                <a:ext uri="{FF2B5EF4-FFF2-40B4-BE49-F238E27FC236}">
                  <a16:creationId xmlns:a16="http://schemas.microsoft.com/office/drawing/2014/main" id="{BEBE7795-4CE7-102A-B7B9-23C5EB57745F}"/>
                </a:ext>
              </a:extLst>
            </p:cNvPr>
            <p:cNvCxnSpPr>
              <a:cxnSpLocks/>
            </p:cNvCxnSpPr>
            <p:nvPr/>
          </p:nvCxnSpPr>
          <p:spPr>
            <a:xfrm>
              <a:off x="12299696" y="7345680"/>
              <a:ext cx="0" cy="6064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2122">
              <a:extLst>
                <a:ext uri="{FF2B5EF4-FFF2-40B4-BE49-F238E27FC236}">
                  <a16:creationId xmlns:a16="http://schemas.microsoft.com/office/drawing/2014/main" id="{E8A38A28-480C-BF81-5846-A2840AB233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30430" y="7354570"/>
              <a:ext cx="311150" cy="1460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2123">
              <a:extLst>
                <a:ext uri="{FF2B5EF4-FFF2-40B4-BE49-F238E27FC236}">
                  <a16:creationId xmlns:a16="http://schemas.microsoft.com/office/drawing/2014/main" id="{ADA9C0C8-28D9-67E1-1C46-61234B6E1D26}"/>
                </a:ext>
              </a:extLst>
            </p:cNvPr>
            <p:cNvCxnSpPr>
              <a:cxnSpLocks/>
            </p:cNvCxnSpPr>
            <p:nvPr/>
          </p:nvCxnSpPr>
          <p:spPr>
            <a:xfrm>
              <a:off x="12646406" y="7223760"/>
              <a:ext cx="0" cy="2889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2124">
              <a:extLst>
                <a:ext uri="{FF2B5EF4-FFF2-40B4-BE49-F238E27FC236}">
                  <a16:creationId xmlns:a16="http://schemas.microsoft.com/office/drawing/2014/main" id="{A5507EBD-112A-A25D-757F-AFE73046E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42850" y="7225030"/>
              <a:ext cx="1837690" cy="72263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7" name="Straight Connector 2126">
              <a:extLst>
                <a:ext uri="{FF2B5EF4-FFF2-40B4-BE49-F238E27FC236}">
                  <a16:creationId xmlns:a16="http://schemas.microsoft.com/office/drawing/2014/main" id="{253AE115-6CC2-56BA-0757-23E30EA91E14}"/>
                </a:ext>
              </a:extLst>
            </p:cNvPr>
            <p:cNvCxnSpPr>
              <a:cxnSpLocks/>
            </p:cNvCxnSpPr>
            <p:nvPr/>
          </p:nvCxnSpPr>
          <p:spPr>
            <a:xfrm>
              <a:off x="14448536" y="7628255"/>
              <a:ext cx="0" cy="3390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2127">
              <a:extLst>
                <a:ext uri="{FF2B5EF4-FFF2-40B4-BE49-F238E27FC236}">
                  <a16:creationId xmlns:a16="http://schemas.microsoft.com/office/drawing/2014/main" id="{55BD5F48-12F6-2DA9-5D0F-A98012DA86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105890" y="7491730"/>
              <a:ext cx="311150" cy="1460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Straight Connector 2128">
              <a:extLst>
                <a:ext uri="{FF2B5EF4-FFF2-40B4-BE49-F238E27FC236}">
                  <a16:creationId xmlns:a16="http://schemas.microsoft.com/office/drawing/2014/main" id="{2C158190-5C6D-504E-D7EE-E0DE4100CB59}"/>
                </a:ext>
              </a:extLst>
            </p:cNvPr>
            <p:cNvCxnSpPr>
              <a:cxnSpLocks/>
            </p:cNvCxnSpPr>
            <p:nvPr/>
          </p:nvCxnSpPr>
          <p:spPr>
            <a:xfrm>
              <a:off x="14113256" y="7186295"/>
              <a:ext cx="0" cy="3390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Connector 2129">
              <a:extLst>
                <a:ext uri="{FF2B5EF4-FFF2-40B4-BE49-F238E27FC236}">
                  <a16:creationId xmlns:a16="http://schemas.microsoft.com/office/drawing/2014/main" id="{751AAC17-04E7-3332-50E7-BDC8637006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36860" y="6736080"/>
              <a:ext cx="1006620" cy="4515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2131">
              <a:extLst>
                <a:ext uri="{FF2B5EF4-FFF2-40B4-BE49-F238E27FC236}">
                  <a16:creationId xmlns:a16="http://schemas.microsoft.com/office/drawing/2014/main" id="{DD85EE29-A9EA-D6A4-3552-6E13BB7E91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65388" y="6751320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2133">
              <a:extLst>
                <a:ext uri="{FF2B5EF4-FFF2-40B4-BE49-F238E27FC236}">
                  <a16:creationId xmlns:a16="http://schemas.microsoft.com/office/drawing/2014/main" id="{A2BF8A94-5E90-8987-D3A9-D7728FD85E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82850" y="6880860"/>
              <a:ext cx="349250" cy="1612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DF57963C-1A5E-95E8-8B8B-DAA134E46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531148" y="6652260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1" name="Straight Connector 2140">
              <a:extLst>
                <a:ext uri="{FF2B5EF4-FFF2-40B4-BE49-F238E27FC236}">
                  <a16:creationId xmlns:a16="http://schemas.microsoft.com/office/drawing/2014/main" id="{17E5FEA6-6126-F238-6E2E-4828E14B78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44800" y="6438900"/>
              <a:ext cx="360680" cy="1587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2" name="Straight Connector 2141">
              <a:extLst>
                <a:ext uri="{FF2B5EF4-FFF2-40B4-BE49-F238E27FC236}">
                  <a16:creationId xmlns:a16="http://schemas.microsoft.com/office/drawing/2014/main" id="{CAAC620A-D278-1726-B0B5-C7BCE37A6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04528" y="6431280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Straight Connector 2142">
              <a:extLst>
                <a:ext uri="{FF2B5EF4-FFF2-40B4-BE49-F238E27FC236}">
                  <a16:creationId xmlns:a16="http://schemas.microsoft.com/office/drawing/2014/main" id="{73D34F8D-3EF3-27A5-15EF-AC66CE8733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95175" y="6583680"/>
              <a:ext cx="353205" cy="17432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Straight Connector 2145">
              <a:extLst>
                <a:ext uri="{FF2B5EF4-FFF2-40B4-BE49-F238E27FC236}">
                  <a16:creationId xmlns:a16="http://schemas.microsoft.com/office/drawing/2014/main" id="{2D4B789C-D742-094E-4D35-22EA67BEE0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39808" y="6286500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8" name="Straight Connector 2147">
              <a:extLst>
                <a:ext uri="{FF2B5EF4-FFF2-40B4-BE49-F238E27FC236}">
                  <a16:creationId xmlns:a16="http://schemas.microsoft.com/office/drawing/2014/main" id="{4D2DC45C-28F0-21FC-98E7-2425F56675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56000" y="5852160"/>
              <a:ext cx="1097280" cy="4572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1" name="Straight Connector 2150">
              <a:extLst>
                <a:ext uri="{FF2B5EF4-FFF2-40B4-BE49-F238E27FC236}">
                  <a16:creationId xmlns:a16="http://schemas.microsoft.com/office/drawing/2014/main" id="{75012544-A765-B62F-E32E-BDA2162457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44708" y="5562600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2" name="Straight Connector 2151">
              <a:extLst>
                <a:ext uri="{FF2B5EF4-FFF2-40B4-BE49-F238E27FC236}">
                  <a16:creationId xmlns:a16="http://schemas.microsoft.com/office/drawing/2014/main" id="{71E1B1F0-7B6B-CCE1-F466-DA9410BE9B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18540" y="5562600"/>
              <a:ext cx="3627120" cy="15163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5" name="Straight Connector 2154">
              <a:extLst>
                <a:ext uri="{FF2B5EF4-FFF2-40B4-BE49-F238E27FC236}">
                  <a16:creationId xmlns:a16="http://schemas.microsoft.com/office/drawing/2014/main" id="{850E369C-6FCC-4794-D156-4F4F8C21EA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383260" y="6918960"/>
              <a:ext cx="347980" cy="1549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Straight Connector 2156">
              <a:extLst>
                <a:ext uri="{FF2B5EF4-FFF2-40B4-BE49-F238E27FC236}">
                  <a16:creationId xmlns:a16="http://schemas.microsoft.com/office/drawing/2014/main" id="{6B9D679E-C890-A8C2-8B97-723998C15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83260" y="4991100"/>
              <a:ext cx="4678680" cy="19431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Straight Connector 2160">
              <a:extLst>
                <a:ext uri="{FF2B5EF4-FFF2-40B4-BE49-F238E27FC236}">
                  <a16:creationId xmlns:a16="http://schemas.microsoft.com/office/drawing/2014/main" id="{34B2DB83-0F5F-44AE-95AD-74997ACE8B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78400" y="4845050"/>
              <a:ext cx="373380" cy="1409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3" name="Straight Connector 2162">
              <a:extLst>
                <a:ext uri="{FF2B5EF4-FFF2-40B4-BE49-F238E27FC236}">
                  <a16:creationId xmlns:a16="http://schemas.microsoft.com/office/drawing/2014/main" id="{450F5835-FF2A-EFE6-3080-279BD828EB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42900" y="4838700"/>
              <a:ext cx="4676140" cy="19113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5" name="Straight Connector 2164">
              <a:extLst>
                <a:ext uri="{FF2B5EF4-FFF2-40B4-BE49-F238E27FC236}">
                  <a16:creationId xmlns:a16="http://schemas.microsoft.com/office/drawing/2014/main" id="{5DB44A64-24B1-11CD-7069-C1FC2D9D8A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35598" y="6490335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6" name="Straight Connector 2165">
              <a:extLst>
                <a:ext uri="{FF2B5EF4-FFF2-40B4-BE49-F238E27FC236}">
                  <a16:creationId xmlns:a16="http://schemas.microsoft.com/office/drawing/2014/main" id="{430880FA-BF95-32C5-E827-9BA783986D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23850" y="4562475"/>
              <a:ext cx="4676140" cy="19113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2166">
              <a:extLst>
                <a:ext uri="{FF2B5EF4-FFF2-40B4-BE49-F238E27FC236}">
                  <a16:creationId xmlns:a16="http://schemas.microsoft.com/office/drawing/2014/main" id="{40BE8CCE-BB10-72D7-E2AB-289209A9AC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92371" y="4248150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8" name="Straight Connector 2167">
              <a:extLst>
                <a:ext uri="{FF2B5EF4-FFF2-40B4-BE49-F238E27FC236}">
                  <a16:creationId xmlns:a16="http://schemas.microsoft.com/office/drawing/2014/main" id="{3ED9D697-A8B9-A1B3-1A76-DFC172CF1C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09562" y="4257675"/>
              <a:ext cx="4676140" cy="19113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9" name="Straight Connector 2168">
              <a:extLst>
                <a:ext uri="{FF2B5EF4-FFF2-40B4-BE49-F238E27FC236}">
                  <a16:creationId xmlns:a16="http://schemas.microsoft.com/office/drawing/2014/main" id="{2958287F-F669-2A6B-A50B-3DF84528C8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16548" y="5909310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0" name="Straight Connector 2169">
              <a:extLst>
                <a:ext uri="{FF2B5EF4-FFF2-40B4-BE49-F238E27FC236}">
                  <a16:creationId xmlns:a16="http://schemas.microsoft.com/office/drawing/2014/main" id="{DB58DA33-E839-0D38-2BA8-870616A9A2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04800" y="3986213"/>
              <a:ext cx="4676140" cy="19113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1" name="Straight Connector 2170">
              <a:extLst>
                <a:ext uri="{FF2B5EF4-FFF2-40B4-BE49-F238E27FC236}">
                  <a16:creationId xmlns:a16="http://schemas.microsoft.com/office/drawing/2014/main" id="{F4F41049-408C-416D-EAAF-364E1C883B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01896" y="3671888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2" name="Straight Connector 2171">
              <a:extLst>
                <a:ext uri="{FF2B5EF4-FFF2-40B4-BE49-F238E27FC236}">
                  <a16:creationId xmlns:a16="http://schemas.microsoft.com/office/drawing/2014/main" id="{76B9CBB7-0D31-0240-3AEF-CEE6CAE8DB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47662" y="3662363"/>
              <a:ext cx="4676140" cy="19113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3" name="Straight Connector 2172">
              <a:extLst>
                <a:ext uri="{FF2B5EF4-FFF2-40B4-BE49-F238E27FC236}">
                  <a16:creationId xmlns:a16="http://schemas.microsoft.com/office/drawing/2014/main" id="{A3BAF451-41B7-3FC0-CF20-DF1FC295E8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30836" y="5313998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4" name="Straight Connector 2173">
              <a:extLst>
                <a:ext uri="{FF2B5EF4-FFF2-40B4-BE49-F238E27FC236}">
                  <a16:creationId xmlns:a16="http://schemas.microsoft.com/office/drawing/2014/main" id="{6E13B1E1-04CA-A597-404D-3ABD2820A2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28612" y="3409950"/>
              <a:ext cx="4676140" cy="19113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5" name="Straight Connector 2174">
              <a:extLst>
                <a:ext uri="{FF2B5EF4-FFF2-40B4-BE49-F238E27FC236}">
                  <a16:creationId xmlns:a16="http://schemas.microsoft.com/office/drawing/2014/main" id="{C860233C-2D99-8A65-7378-283FDB3550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11421" y="3100388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6" name="Straight Connector 2175">
              <a:extLst>
                <a:ext uri="{FF2B5EF4-FFF2-40B4-BE49-F238E27FC236}">
                  <a16:creationId xmlns:a16="http://schemas.microsoft.com/office/drawing/2014/main" id="{D59BAD90-B9A5-4D79-0629-D5AF784A04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66980" y="3105150"/>
              <a:ext cx="5042534" cy="206121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8" name="Straight Connector 2177">
              <a:extLst>
                <a:ext uri="{FF2B5EF4-FFF2-40B4-BE49-F238E27FC236}">
                  <a16:creationId xmlns:a16="http://schemas.microsoft.com/office/drawing/2014/main" id="{D040166D-D944-9556-E6CF-9A4441FCAA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49836" y="4887278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9" name="Straight Connector 2178">
              <a:extLst>
                <a:ext uri="{FF2B5EF4-FFF2-40B4-BE49-F238E27FC236}">
                  <a16:creationId xmlns:a16="http://schemas.microsoft.com/office/drawing/2014/main" id="{B3B30BD7-170F-FA77-0344-ED70164B81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51740" y="2838450"/>
              <a:ext cx="5042534" cy="206121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0" name="Straight Connector 2179">
              <a:extLst>
                <a:ext uri="{FF2B5EF4-FFF2-40B4-BE49-F238E27FC236}">
                  <a16:creationId xmlns:a16="http://schemas.microsoft.com/office/drawing/2014/main" id="{917F3B9A-F61A-853F-E3E6-CEE3BB99E0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03801" y="2513648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1" name="Straight Connector 2180">
              <a:extLst>
                <a:ext uri="{FF2B5EF4-FFF2-40B4-BE49-F238E27FC236}">
                  <a16:creationId xmlns:a16="http://schemas.microsoft.com/office/drawing/2014/main" id="{39DA2A83-F546-EDFF-7C0F-37F107E5F2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16000" y="2518410"/>
              <a:ext cx="3985894" cy="15836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3" name="Straight Connector 2182">
              <a:extLst>
                <a:ext uri="{FF2B5EF4-FFF2-40B4-BE49-F238E27FC236}">
                  <a16:creationId xmlns:a16="http://schemas.microsoft.com/office/drawing/2014/main" id="{D47BDC57-B327-DD47-3B3F-AA0DAAD7B4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65076" y="4254500"/>
              <a:ext cx="0" cy="313691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1" name="Straight Connector 2220">
              <a:extLst>
                <a:ext uri="{FF2B5EF4-FFF2-40B4-BE49-F238E27FC236}">
                  <a16:creationId xmlns:a16="http://schemas.microsoft.com/office/drawing/2014/main" id="{5A11BA77-9F42-D76B-BDA1-169DBF73D5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9313" y="351948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3" name="Straight Connector 2222">
              <a:extLst>
                <a:ext uri="{FF2B5EF4-FFF2-40B4-BE49-F238E27FC236}">
                  <a16:creationId xmlns:a16="http://schemas.microsoft.com/office/drawing/2014/main" id="{24E89C76-CCEB-DEFD-DDF2-F3AF243E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1696" y="3529013"/>
              <a:ext cx="0" cy="17668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5" name="Straight Connector 2224">
              <a:extLst>
                <a:ext uri="{FF2B5EF4-FFF2-40B4-BE49-F238E27FC236}">
                  <a16:creationId xmlns:a16="http://schemas.microsoft.com/office/drawing/2014/main" id="{2E5C25F1-DEBC-1FA5-FB4E-A25D0DBEC6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20220" y="528955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6" name="Straight Connector 2225">
              <a:extLst>
                <a:ext uri="{FF2B5EF4-FFF2-40B4-BE49-F238E27FC236}">
                  <a16:creationId xmlns:a16="http://schemas.microsoft.com/office/drawing/2014/main" id="{B7E2C393-57CC-3DAD-5B40-81C0A61D46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26571" y="5449888"/>
              <a:ext cx="0" cy="58261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8" name="Straight Connector 2227">
              <a:extLst>
                <a:ext uri="{FF2B5EF4-FFF2-40B4-BE49-F238E27FC236}">
                  <a16:creationId xmlns:a16="http://schemas.microsoft.com/office/drawing/2014/main" id="{011CC52B-8FED-7E6F-7216-16D31AE1E8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39270" y="586740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9" name="Straight Connector 2228">
              <a:extLst>
                <a:ext uri="{FF2B5EF4-FFF2-40B4-BE49-F238E27FC236}">
                  <a16:creationId xmlns:a16="http://schemas.microsoft.com/office/drawing/2014/main" id="{73D9F80A-B4AE-1134-7AA8-63E6D823B7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8521" y="5888038"/>
              <a:ext cx="0" cy="55721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1" name="Straight Connector 2230">
              <a:extLst>
                <a:ext uri="{FF2B5EF4-FFF2-40B4-BE49-F238E27FC236}">
                  <a16:creationId xmlns:a16="http://schemas.microsoft.com/office/drawing/2014/main" id="{18F5BE74-916A-E58F-E06F-A4353DD294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91963" y="630078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2" name="Straight Connector 2231">
              <a:extLst>
                <a:ext uri="{FF2B5EF4-FFF2-40B4-BE49-F238E27FC236}">
                  <a16:creationId xmlns:a16="http://schemas.microsoft.com/office/drawing/2014/main" id="{C590E743-CFC1-4436-C02B-C9F375FE3E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39220" y="631190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3" name="Straight Connector 2232">
              <a:extLst>
                <a:ext uri="{FF2B5EF4-FFF2-40B4-BE49-F238E27FC236}">
                  <a16:creationId xmlns:a16="http://schemas.microsoft.com/office/drawing/2014/main" id="{A87DAF8C-9F6B-1BA2-D766-15A798E657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526" y="6436678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4" name="Straight Connector 2233">
              <a:extLst>
                <a:ext uri="{FF2B5EF4-FFF2-40B4-BE49-F238E27FC236}">
                  <a16:creationId xmlns:a16="http://schemas.microsoft.com/office/drawing/2014/main" id="{19A63FF8-D700-47A3-EDAB-93C7D1B1AF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68113" y="6732588"/>
              <a:ext cx="719137" cy="34131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6" name="Straight Connector 2235">
              <a:extLst>
                <a:ext uri="{FF2B5EF4-FFF2-40B4-BE49-F238E27FC236}">
                  <a16:creationId xmlns:a16="http://schemas.microsoft.com/office/drawing/2014/main" id="{57633C2E-4A2B-A366-F75B-294B47F5B4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32920" y="706120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7" name="Straight Connector 2236">
              <a:extLst>
                <a:ext uri="{FF2B5EF4-FFF2-40B4-BE49-F238E27FC236}">
                  <a16:creationId xmlns:a16="http://schemas.microsoft.com/office/drawing/2014/main" id="{5F42DAC7-7667-E3A8-6F86-CFD9E5D757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49063" y="705008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8" name="Straight Connector 2237">
              <a:extLst>
                <a:ext uri="{FF2B5EF4-FFF2-40B4-BE49-F238E27FC236}">
                  <a16:creationId xmlns:a16="http://schemas.microsoft.com/office/drawing/2014/main" id="{D6D9B80E-CF15-05F0-22E7-FEE7159C9F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3826" y="7046278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9" name="Straight Connector 2238">
              <a:extLst>
                <a:ext uri="{FF2B5EF4-FFF2-40B4-BE49-F238E27FC236}">
                  <a16:creationId xmlns:a16="http://schemas.microsoft.com/office/drawing/2014/main" id="{0E777FD8-5248-9415-B9E9-470AB2C72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49063" y="732948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0" name="Straight Connector 2239">
              <a:extLst>
                <a:ext uri="{FF2B5EF4-FFF2-40B4-BE49-F238E27FC236}">
                  <a16:creationId xmlns:a16="http://schemas.microsoft.com/office/drawing/2014/main" id="{1C2B4F39-BBF5-21FE-E5D5-698707EB67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53876" y="7516178"/>
              <a:ext cx="0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1" name="Straight Connector 2240">
              <a:extLst>
                <a:ext uri="{FF2B5EF4-FFF2-40B4-BE49-F238E27FC236}">
                  <a16:creationId xmlns:a16="http://schemas.microsoft.com/office/drawing/2014/main" id="{EECA6A8B-18D1-DD18-C416-B09A18B585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49063" y="762158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2" name="Straight Connector 2241">
              <a:extLst>
                <a:ext uri="{FF2B5EF4-FFF2-40B4-BE49-F238E27FC236}">
                  <a16:creationId xmlns:a16="http://schemas.microsoft.com/office/drawing/2014/main" id="{99A1BD0E-C1C5-5888-A227-A7333D2F9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3826" y="7655878"/>
              <a:ext cx="0" cy="115157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4" name="Straight Connector 2243">
              <a:extLst>
                <a:ext uri="{FF2B5EF4-FFF2-40B4-BE49-F238E27FC236}">
                  <a16:creationId xmlns:a16="http://schemas.microsoft.com/office/drawing/2014/main" id="{458C2297-BCFD-BB52-48B3-44AFA96A20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4463" y="8809038"/>
              <a:ext cx="725487" cy="29686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5" name="Straight Connector 2244">
              <a:extLst>
                <a:ext uri="{FF2B5EF4-FFF2-40B4-BE49-F238E27FC236}">
                  <a16:creationId xmlns:a16="http://schemas.microsoft.com/office/drawing/2014/main" id="{C7B898B5-55D5-2108-5CC9-65D5E4B8A4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4940" y="10005060"/>
              <a:ext cx="358140" cy="1447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5" name="Straight Connector 2254">
              <a:extLst>
                <a:ext uri="{FF2B5EF4-FFF2-40B4-BE49-F238E27FC236}">
                  <a16:creationId xmlns:a16="http://schemas.microsoft.com/office/drawing/2014/main" id="{8E297917-FCB5-508C-DCD2-B295B8E0CECE}"/>
                </a:ext>
              </a:extLst>
            </p:cNvPr>
            <p:cNvCxnSpPr>
              <a:cxnSpLocks/>
            </p:cNvCxnSpPr>
            <p:nvPr/>
          </p:nvCxnSpPr>
          <p:spPr>
            <a:xfrm>
              <a:off x="11949176" y="10109200"/>
              <a:ext cx="0" cy="3302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2" name="Straight Connector 2261">
              <a:extLst>
                <a:ext uri="{FF2B5EF4-FFF2-40B4-BE49-F238E27FC236}">
                  <a16:creationId xmlns:a16="http://schemas.microsoft.com/office/drawing/2014/main" id="{EB3515EF-DA4D-5126-E920-87657A22940F}"/>
                </a:ext>
              </a:extLst>
            </p:cNvPr>
            <p:cNvCxnSpPr>
              <a:cxnSpLocks/>
            </p:cNvCxnSpPr>
            <p:nvPr/>
          </p:nvCxnSpPr>
          <p:spPr>
            <a:xfrm>
              <a:off x="11589131" y="9147810"/>
              <a:ext cx="0" cy="8477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3" name="Straight Connector 2262">
              <a:extLst>
                <a:ext uri="{FF2B5EF4-FFF2-40B4-BE49-F238E27FC236}">
                  <a16:creationId xmlns:a16="http://schemas.microsoft.com/office/drawing/2014/main" id="{E4AF9B4C-03B9-FCCD-FD9E-95C37AF157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53420" y="8816340"/>
              <a:ext cx="746760" cy="3200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5" name="Straight Connector 2264">
              <a:extLst>
                <a:ext uri="{FF2B5EF4-FFF2-40B4-BE49-F238E27FC236}">
                  <a16:creationId xmlns:a16="http://schemas.microsoft.com/office/drawing/2014/main" id="{3BB94FF0-D104-41B1-06C3-050BAF52B3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3260" y="868426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6" name="Straight Connector 2265">
              <a:extLst>
                <a:ext uri="{FF2B5EF4-FFF2-40B4-BE49-F238E27FC236}">
                  <a16:creationId xmlns:a16="http://schemas.microsoft.com/office/drawing/2014/main" id="{007A8A44-908A-0981-2737-EBCDB8EC42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21900" y="8206740"/>
              <a:ext cx="1082040" cy="4495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8" name="Straight Connector 2267">
              <a:extLst>
                <a:ext uri="{FF2B5EF4-FFF2-40B4-BE49-F238E27FC236}">
                  <a16:creationId xmlns:a16="http://schemas.microsoft.com/office/drawing/2014/main" id="{2CF252F7-4CC1-C7D3-885C-A5257AB821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58020" y="8267700"/>
              <a:ext cx="411480" cy="2057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6" name="Straight Connector 2275">
              <a:extLst>
                <a:ext uri="{FF2B5EF4-FFF2-40B4-BE49-F238E27FC236}">
                  <a16:creationId xmlns:a16="http://schemas.microsoft.com/office/drawing/2014/main" id="{A674471F-ED01-1F6F-0DC9-294B134EB4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52243" y="837469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7" name="Straight Connector 2276">
              <a:extLst>
                <a:ext uri="{FF2B5EF4-FFF2-40B4-BE49-F238E27FC236}">
                  <a16:creationId xmlns:a16="http://schemas.microsoft.com/office/drawing/2014/main" id="{50B8A4BA-BFB7-C1BB-8E17-64B94B722E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46440" y="8374380"/>
              <a:ext cx="723900" cy="2819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9" name="Straight Connector 2278">
              <a:extLst>
                <a:ext uri="{FF2B5EF4-FFF2-40B4-BE49-F238E27FC236}">
                  <a16:creationId xmlns:a16="http://schemas.microsoft.com/office/drawing/2014/main" id="{224C8A6A-3C00-AECD-7F91-E67E05AEEB89}"/>
                </a:ext>
              </a:extLst>
            </p:cNvPr>
            <p:cNvCxnSpPr>
              <a:cxnSpLocks/>
            </p:cNvCxnSpPr>
            <p:nvPr/>
          </p:nvCxnSpPr>
          <p:spPr>
            <a:xfrm>
              <a:off x="8354060" y="8107680"/>
              <a:ext cx="0" cy="4191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1" name="Straight Connector 2350">
              <a:extLst>
                <a:ext uri="{FF2B5EF4-FFF2-40B4-BE49-F238E27FC236}">
                  <a16:creationId xmlns:a16="http://schemas.microsoft.com/office/drawing/2014/main" id="{1EE36451-ECAA-9367-2F3E-C86980F8CB7D}"/>
                </a:ext>
              </a:extLst>
            </p:cNvPr>
            <p:cNvCxnSpPr>
              <a:cxnSpLocks/>
            </p:cNvCxnSpPr>
            <p:nvPr/>
          </p:nvCxnSpPr>
          <p:spPr>
            <a:xfrm>
              <a:off x="777875" y="10277475"/>
              <a:ext cx="1381125" cy="5524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3" name="Straight Connector 2352">
              <a:extLst>
                <a:ext uri="{FF2B5EF4-FFF2-40B4-BE49-F238E27FC236}">
                  <a16:creationId xmlns:a16="http://schemas.microsoft.com/office/drawing/2014/main" id="{183A3621-7B8E-CD8A-45AE-70F2625775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8350" y="9982200"/>
              <a:ext cx="733425" cy="25717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5" name="Straight Connector 2354">
              <a:extLst>
                <a:ext uri="{FF2B5EF4-FFF2-40B4-BE49-F238E27FC236}">
                  <a16:creationId xmlns:a16="http://schemas.microsoft.com/office/drawing/2014/main" id="{D26053C2-6093-B52A-375E-56F4CC6E5E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5200" y="9134475"/>
              <a:ext cx="0" cy="2667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8" name="Straight Connector 2357">
              <a:extLst>
                <a:ext uri="{FF2B5EF4-FFF2-40B4-BE49-F238E27FC236}">
                  <a16:creationId xmlns:a16="http://schemas.microsoft.com/office/drawing/2014/main" id="{133B7A98-38DB-B4DA-F4DC-7B8D9DAD86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9875" y="8810625"/>
              <a:ext cx="695325" cy="3048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0" name="Straight Connector 2359">
              <a:extLst>
                <a:ext uri="{FF2B5EF4-FFF2-40B4-BE49-F238E27FC236}">
                  <a16:creationId xmlns:a16="http://schemas.microsoft.com/office/drawing/2014/main" id="{557D8A9E-DEDD-5161-3FC5-4D472A731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1775" y="8515350"/>
              <a:ext cx="0" cy="29527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1" name="Straight Connector 2360">
              <a:extLst>
                <a:ext uri="{FF2B5EF4-FFF2-40B4-BE49-F238E27FC236}">
                  <a16:creationId xmlns:a16="http://schemas.microsoft.com/office/drawing/2014/main" id="{BC1D55EE-670E-4936-F309-12BAD59945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6450" y="8220075"/>
              <a:ext cx="695325" cy="3048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0" name="Straight Connector 2399">
              <a:extLst>
                <a:ext uri="{FF2B5EF4-FFF2-40B4-BE49-F238E27FC236}">
                  <a16:creationId xmlns:a16="http://schemas.microsoft.com/office/drawing/2014/main" id="{5F4C3BA2-20EE-F9D5-ADD6-FBB684941C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37780" y="8090535"/>
              <a:ext cx="717868" cy="26098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3" name="Straight Connector 2402">
              <a:extLst>
                <a:ext uri="{FF2B5EF4-FFF2-40B4-BE49-F238E27FC236}">
                  <a16:creationId xmlns:a16="http://schemas.microsoft.com/office/drawing/2014/main" id="{68B53C3D-00BD-199B-BF3A-243136FF3197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8343900"/>
              <a:ext cx="0" cy="14401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5" name="Straight Connector 2404">
              <a:extLst>
                <a:ext uri="{FF2B5EF4-FFF2-40B4-BE49-F238E27FC236}">
                  <a16:creationId xmlns:a16="http://schemas.microsoft.com/office/drawing/2014/main" id="{AC548CE3-1EE2-9C08-C0DF-2C56D73EB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7260" y="9799320"/>
              <a:ext cx="388620" cy="1828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7" name="Straight Connector 2406">
              <a:extLst>
                <a:ext uri="{FF2B5EF4-FFF2-40B4-BE49-F238E27FC236}">
                  <a16:creationId xmlns:a16="http://schemas.microsoft.com/office/drawing/2014/main" id="{D791632E-C409-F623-9257-EA195D95BEA1}"/>
                </a:ext>
              </a:extLst>
            </p:cNvPr>
            <p:cNvCxnSpPr>
              <a:cxnSpLocks/>
            </p:cNvCxnSpPr>
            <p:nvPr/>
          </p:nvCxnSpPr>
          <p:spPr>
            <a:xfrm>
              <a:off x="7277862" y="8801100"/>
              <a:ext cx="0" cy="119329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9" name="Straight Connector 2408">
              <a:extLst>
                <a:ext uri="{FF2B5EF4-FFF2-40B4-BE49-F238E27FC236}">
                  <a16:creationId xmlns:a16="http://schemas.microsoft.com/office/drawing/2014/main" id="{4F410009-D6E5-7B3C-9BBC-34EB353129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6740" y="8776335"/>
              <a:ext cx="336868" cy="15430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0" name="Straight Connector 2409">
              <a:extLst>
                <a:ext uri="{FF2B5EF4-FFF2-40B4-BE49-F238E27FC236}">
                  <a16:creationId xmlns:a16="http://schemas.microsoft.com/office/drawing/2014/main" id="{570A6181-EC96-AC07-A959-A46639C7D470}"/>
                </a:ext>
              </a:extLst>
            </p:cNvPr>
            <p:cNvCxnSpPr>
              <a:cxnSpLocks/>
            </p:cNvCxnSpPr>
            <p:nvPr/>
          </p:nvCxnSpPr>
          <p:spPr>
            <a:xfrm>
              <a:off x="6927342" y="8944610"/>
              <a:ext cx="0" cy="59258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1" name="Straight Connector 2410">
              <a:extLst>
                <a:ext uri="{FF2B5EF4-FFF2-40B4-BE49-F238E27FC236}">
                  <a16:creationId xmlns:a16="http://schemas.microsoft.com/office/drawing/2014/main" id="{345E0766-DD08-A88A-C3EC-932AEDE4FF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9543" y="937291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3" name="Straight Connector 2412">
              <a:extLst>
                <a:ext uri="{FF2B5EF4-FFF2-40B4-BE49-F238E27FC236}">
                  <a16:creationId xmlns:a16="http://schemas.microsoft.com/office/drawing/2014/main" id="{B01DECCB-21AD-1568-2910-531B57165C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2880" y="8829675"/>
              <a:ext cx="0" cy="55054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5" name="Straight Connector 2414">
              <a:extLst>
                <a:ext uri="{FF2B5EF4-FFF2-40B4-BE49-F238E27FC236}">
                  <a16:creationId xmlns:a16="http://schemas.microsoft.com/office/drawing/2014/main" id="{4C1E9B4D-B64C-E91A-FFCF-427199CE6A02}"/>
                </a:ext>
              </a:extLst>
            </p:cNvPr>
            <p:cNvCxnSpPr>
              <a:cxnSpLocks/>
            </p:cNvCxnSpPr>
            <p:nvPr/>
          </p:nvCxnSpPr>
          <p:spPr>
            <a:xfrm>
              <a:off x="6172962" y="9277350"/>
              <a:ext cx="0" cy="11696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8" name="Straight Connector 2417">
              <a:extLst>
                <a:ext uri="{FF2B5EF4-FFF2-40B4-BE49-F238E27FC236}">
                  <a16:creationId xmlns:a16="http://schemas.microsoft.com/office/drawing/2014/main" id="{D8D14666-F670-476E-BDCF-96BEEF0733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9980" y="10134600"/>
              <a:ext cx="754380" cy="3352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9" name="Straight Connector 2418">
              <a:extLst>
                <a:ext uri="{FF2B5EF4-FFF2-40B4-BE49-F238E27FC236}">
                  <a16:creationId xmlns:a16="http://schemas.microsoft.com/office/drawing/2014/main" id="{EEEAA3D0-CAA3-1B7A-FDD0-2725E488E2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2923" y="1011967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0" name="Straight Connector 2419">
              <a:extLst>
                <a:ext uri="{FF2B5EF4-FFF2-40B4-BE49-F238E27FC236}">
                  <a16:creationId xmlns:a16="http://schemas.microsoft.com/office/drawing/2014/main" id="{E5A78F48-5223-E69E-133F-BDA8F798821C}"/>
                </a:ext>
              </a:extLst>
            </p:cNvPr>
            <p:cNvCxnSpPr>
              <a:cxnSpLocks/>
            </p:cNvCxnSpPr>
            <p:nvPr/>
          </p:nvCxnSpPr>
          <p:spPr>
            <a:xfrm>
              <a:off x="7262622" y="11172825"/>
              <a:ext cx="0" cy="25717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2" name="Straight Connector 2421">
              <a:extLst>
                <a:ext uri="{FF2B5EF4-FFF2-40B4-BE49-F238E27FC236}">
                  <a16:creationId xmlns:a16="http://schemas.microsoft.com/office/drawing/2014/main" id="{72EAC22E-5ABF-ADFE-D16A-25976C2D72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5780" y="11407140"/>
              <a:ext cx="388620" cy="1828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3" name="Straight Connector 2422">
              <a:extLst>
                <a:ext uri="{FF2B5EF4-FFF2-40B4-BE49-F238E27FC236}">
                  <a16:creationId xmlns:a16="http://schemas.microsoft.com/office/drawing/2014/main" id="{172F14C4-CC45-0405-FEE1-A2A4FC33E008}"/>
                </a:ext>
              </a:extLst>
            </p:cNvPr>
            <p:cNvCxnSpPr>
              <a:cxnSpLocks/>
            </p:cNvCxnSpPr>
            <p:nvPr/>
          </p:nvCxnSpPr>
          <p:spPr>
            <a:xfrm>
              <a:off x="6904482" y="10431780"/>
              <a:ext cx="0" cy="11963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5" name="Straight Connector 2424">
              <a:extLst>
                <a:ext uri="{FF2B5EF4-FFF2-40B4-BE49-F238E27FC236}">
                  <a16:creationId xmlns:a16="http://schemas.microsoft.com/office/drawing/2014/main" id="{318902B3-D053-C496-7D66-45DD4F7C53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8120" y="10416540"/>
              <a:ext cx="320040" cy="1828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7" name="Straight Connector 2426">
              <a:extLst>
                <a:ext uri="{FF2B5EF4-FFF2-40B4-BE49-F238E27FC236}">
                  <a16:creationId xmlns:a16="http://schemas.microsoft.com/office/drawing/2014/main" id="{4BF01AAB-AEE1-449B-4CD4-206C2AD1D3E2}"/>
                </a:ext>
              </a:extLst>
            </p:cNvPr>
            <p:cNvCxnSpPr>
              <a:cxnSpLocks/>
            </p:cNvCxnSpPr>
            <p:nvPr/>
          </p:nvCxnSpPr>
          <p:spPr>
            <a:xfrm>
              <a:off x="6546342" y="10591800"/>
              <a:ext cx="0" cy="14554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9" name="Straight Connector 2428">
              <a:extLst>
                <a:ext uri="{FF2B5EF4-FFF2-40B4-BE49-F238E27FC236}">
                  <a16:creationId xmlns:a16="http://schemas.microsoft.com/office/drawing/2014/main" id="{043A3290-BED6-CEA2-C52A-1338B8986C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28080" y="11932920"/>
              <a:ext cx="307658" cy="11366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0" name="Straight Connector 2429">
              <a:extLst>
                <a:ext uri="{FF2B5EF4-FFF2-40B4-BE49-F238E27FC236}">
                  <a16:creationId xmlns:a16="http://schemas.microsoft.com/office/drawing/2014/main" id="{7F6C6D52-7BA4-482C-AE5D-2B0D21BBBD84}"/>
                </a:ext>
              </a:extLst>
            </p:cNvPr>
            <p:cNvCxnSpPr>
              <a:cxnSpLocks/>
            </p:cNvCxnSpPr>
            <p:nvPr/>
          </p:nvCxnSpPr>
          <p:spPr>
            <a:xfrm>
              <a:off x="6195822" y="11344910"/>
              <a:ext cx="0" cy="5651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2" name="Straight Connector 2431">
              <a:extLst>
                <a:ext uri="{FF2B5EF4-FFF2-40B4-BE49-F238E27FC236}">
                  <a16:creationId xmlns:a16="http://schemas.microsoft.com/office/drawing/2014/main" id="{2569496E-08AD-5A6F-E9B1-2834424D6E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7560" y="11285220"/>
              <a:ext cx="320040" cy="1828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3" name="Straight Connector 2432">
              <a:extLst>
                <a:ext uri="{FF2B5EF4-FFF2-40B4-BE49-F238E27FC236}">
                  <a16:creationId xmlns:a16="http://schemas.microsoft.com/office/drawing/2014/main" id="{3C6B0681-83D1-FC08-B20A-E241C22EE34C}"/>
                </a:ext>
              </a:extLst>
            </p:cNvPr>
            <p:cNvCxnSpPr>
              <a:cxnSpLocks/>
            </p:cNvCxnSpPr>
            <p:nvPr/>
          </p:nvCxnSpPr>
          <p:spPr>
            <a:xfrm>
              <a:off x="5837682" y="1146683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5" name="Straight Connector 2434">
              <a:extLst>
                <a:ext uri="{FF2B5EF4-FFF2-40B4-BE49-F238E27FC236}">
                  <a16:creationId xmlns:a16="http://schemas.microsoft.com/office/drawing/2014/main" id="{B72B6266-A4A3-0F06-D126-D652703FC8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6560" y="11628120"/>
              <a:ext cx="307658" cy="11366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6" name="Straight Connector 2435">
              <a:extLst>
                <a:ext uri="{FF2B5EF4-FFF2-40B4-BE49-F238E27FC236}">
                  <a16:creationId xmlns:a16="http://schemas.microsoft.com/office/drawing/2014/main" id="{4941B344-13EA-B323-A759-1657B6992A23}"/>
                </a:ext>
              </a:extLst>
            </p:cNvPr>
            <p:cNvCxnSpPr>
              <a:cxnSpLocks/>
            </p:cNvCxnSpPr>
            <p:nvPr/>
          </p:nvCxnSpPr>
          <p:spPr>
            <a:xfrm>
              <a:off x="5471922" y="1133729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7" name="Straight Connector 2436">
              <a:extLst>
                <a:ext uri="{FF2B5EF4-FFF2-40B4-BE49-F238E27FC236}">
                  <a16:creationId xmlns:a16="http://schemas.microsoft.com/office/drawing/2014/main" id="{D508E4B5-6CAE-3485-2D18-A734EC4549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30800" y="11353800"/>
              <a:ext cx="320040" cy="1295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9" name="Straight Connector 2438">
              <a:extLst>
                <a:ext uri="{FF2B5EF4-FFF2-40B4-BE49-F238E27FC236}">
                  <a16:creationId xmlns:a16="http://schemas.microsoft.com/office/drawing/2014/main" id="{73625109-BD5D-DEBA-45FB-2425145C4814}"/>
                </a:ext>
              </a:extLst>
            </p:cNvPr>
            <p:cNvCxnSpPr>
              <a:cxnSpLocks/>
            </p:cNvCxnSpPr>
            <p:nvPr/>
          </p:nvCxnSpPr>
          <p:spPr>
            <a:xfrm>
              <a:off x="5136642" y="1148969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0" name="Straight Connector 2439">
              <a:extLst>
                <a:ext uri="{FF2B5EF4-FFF2-40B4-BE49-F238E27FC236}">
                  <a16:creationId xmlns:a16="http://schemas.microsoft.com/office/drawing/2014/main" id="{5998E826-3B9B-6CDE-736A-27FC4B1CE9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09620" y="11033760"/>
              <a:ext cx="1801178" cy="72326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4" name="Straight Connector 2443">
              <a:extLst>
                <a:ext uri="{FF2B5EF4-FFF2-40B4-BE49-F238E27FC236}">
                  <a16:creationId xmlns:a16="http://schemas.microsoft.com/office/drawing/2014/main" id="{B16CE470-E4D0-4FE8-3C5E-59B3FAC7C1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4860" y="10873740"/>
              <a:ext cx="320040" cy="1295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5" name="Straight Connector 2444">
              <a:extLst>
                <a:ext uri="{FF2B5EF4-FFF2-40B4-BE49-F238E27FC236}">
                  <a16:creationId xmlns:a16="http://schemas.microsoft.com/office/drawing/2014/main" id="{EFF6876C-3A39-4DBF-401B-B8525F3541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9660" y="10843260"/>
              <a:ext cx="1150620" cy="4572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7" name="Straight Connector 2446">
              <a:extLst>
                <a:ext uri="{FF2B5EF4-FFF2-40B4-BE49-F238E27FC236}">
                  <a16:creationId xmlns:a16="http://schemas.microsoft.com/office/drawing/2014/main" id="{2DCF94C5-41EC-A202-8686-E1091CDAB600}"/>
                </a:ext>
              </a:extLst>
            </p:cNvPr>
            <p:cNvCxnSpPr>
              <a:cxnSpLocks/>
            </p:cNvCxnSpPr>
            <p:nvPr/>
          </p:nvCxnSpPr>
          <p:spPr>
            <a:xfrm>
              <a:off x="4763262" y="1099439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8" name="Straight Connector 2447">
              <a:extLst>
                <a:ext uri="{FF2B5EF4-FFF2-40B4-BE49-F238E27FC236}">
                  <a16:creationId xmlns:a16="http://schemas.microsoft.com/office/drawing/2014/main" id="{659636AC-C09D-49AB-4ACF-12E153A2D5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75380" y="10576560"/>
              <a:ext cx="1046798" cy="41846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0" name="Straight Connector 2449">
              <a:extLst>
                <a:ext uri="{FF2B5EF4-FFF2-40B4-BE49-F238E27FC236}">
                  <a16:creationId xmlns:a16="http://schemas.microsoft.com/office/drawing/2014/main" id="{36F187FA-2369-418D-7D49-1653F463F6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8240" y="10287000"/>
              <a:ext cx="708660" cy="2438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1" name="Straight Connector 2450">
              <a:extLst>
                <a:ext uri="{FF2B5EF4-FFF2-40B4-BE49-F238E27FC236}">
                  <a16:creationId xmlns:a16="http://schemas.microsoft.com/office/drawing/2014/main" id="{C3AE423A-FA22-7019-0BBD-6CE41D2451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1660" y="10553700"/>
              <a:ext cx="403860" cy="1828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6" name="Straight Connector 2455">
              <a:extLst>
                <a:ext uri="{FF2B5EF4-FFF2-40B4-BE49-F238E27FC236}">
                  <a16:creationId xmlns:a16="http://schemas.microsoft.com/office/drawing/2014/main" id="{34881657-6706-BDDF-6F2C-46C7FFF9C7B2}"/>
                </a:ext>
              </a:extLst>
            </p:cNvPr>
            <p:cNvCxnSpPr>
              <a:cxnSpLocks/>
            </p:cNvCxnSpPr>
            <p:nvPr/>
          </p:nvCxnSpPr>
          <p:spPr>
            <a:xfrm>
              <a:off x="4389882" y="1025525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7" name="Straight Connector 2456">
              <a:extLst>
                <a:ext uri="{FF2B5EF4-FFF2-40B4-BE49-F238E27FC236}">
                  <a16:creationId xmlns:a16="http://schemas.microsoft.com/office/drawing/2014/main" id="{426701F4-077A-6AD9-B1AE-3F6FB814EE4F}"/>
                </a:ext>
              </a:extLst>
            </p:cNvPr>
            <p:cNvCxnSpPr>
              <a:cxnSpLocks/>
            </p:cNvCxnSpPr>
            <p:nvPr/>
          </p:nvCxnSpPr>
          <p:spPr>
            <a:xfrm>
              <a:off x="4763262" y="10407650"/>
              <a:ext cx="0" cy="30607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8" name="Straight Connector 2457">
              <a:extLst>
                <a:ext uri="{FF2B5EF4-FFF2-40B4-BE49-F238E27FC236}">
                  <a16:creationId xmlns:a16="http://schemas.microsoft.com/office/drawing/2014/main" id="{DE88F314-2C57-5638-2F4F-5B3D46F236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0280" y="10424160"/>
              <a:ext cx="1104900" cy="4267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0" name="Straight Connector 2459">
              <a:extLst>
                <a:ext uri="{FF2B5EF4-FFF2-40B4-BE49-F238E27FC236}">
                  <a16:creationId xmlns:a16="http://schemas.microsoft.com/office/drawing/2014/main" id="{8D1C0FB1-1313-1C88-F5DF-60332052E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5180" y="10721340"/>
              <a:ext cx="320040" cy="1295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1" name="Straight Connector 2460">
              <a:extLst>
                <a:ext uri="{FF2B5EF4-FFF2-40B4-BE49-F238E27FC236}">
                  <a16:creationId xmlns:a16="http://schemas.microsoft.com/office/drawing/2014/main" id="{CCCD056A-AEC9-7FC0-1A86-5E783254C8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84040" y="9989820"/>
              <a:ext cx="1108710" cy="4495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5" name="Straight Connector 2464">
              <a:extLst>
                <a:ext uri="{FF2B5EF4-FFF2-40B4-BE49-F238E27FC236}">
                  <a16:creationId xmlns:a16="http://schemas.microsoft.com/office/drawing/2014/main" id="{8E3ADC75-A684-F961-9163-F9BA1FB10F2C}"/>
                </a:ext>
              </a:extLst>
            </p:cNvPr>
            <p:cNvCxnSpPr>
              <a:cxnSpLocks/>
            </p:cNvCxnSpPr>
            <p:nvPr/>
          </p:nvCxnSpPr>
          <p:spPr>
            <a:xfrm>
              <a:off x="4382262" y="9395460"/>
              <a:ext cx="0" cy="5715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7" name="Straight Connector 2466">
              <a:extLst>
                <a:ext uri="{FF2B5EF4-FFF2-40B4-BE49-F238E27FC236}">
                  <a16:creationId xmlns:a16="http://schemas.microsoft.com/office/drawing/2014/main" id="{6921C729-6585-5F3A-A5F9-9C0F9D96FB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1180" y="8521700"/>
              <a:ext cx="2172970" cy="8890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9" name="Straight Connector 2468">
              <a:extLst>
                <a:ext uri="{FF2B5EF4-FFF2-40B4-BE49-F238E27FC236}">
                  <a16:creationId xmlns:a16="http://schemas.microsoft.com/office/drawing/2014/main" id="{D86DAE88-C7D9-2B2D-977F-5EB6E2E8EBAC}"/>
                </a:ext>
              </a:extLst>
            </p:cNvPr>
            <p:cNvCxnSpPr>
              <a:cxnSpLocks/>
            </p:cNvCxnSpPr>
            <p:nvPr/>
          </p:nvCxnSpPr>
          <p:spPr>
            <a:xfrm>
              <a:off x="6564122" y="7934960"/>
              <a:ext cx="0" cy="5715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0" name="Straight Connector 2469">
              <a:extLst>
                <a:ext uri="{FF2B5EF4-FFF2-40B4-BE49-F238E27FC236}">
                  <a16:creationId xmlns:a16="http://schemas.microsoft.com/office/drawing/2014/main" id="{D9422CDA-E963-4FFD-537A-51D748B989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3900" y="8317865"/>
              <a:ext cx="373698" cy="17843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4" name="Straight Connector 2473">
              <a:extLst>
                <a:ext uri="{FF2B5EF4-FFF2-40B4-BE49-F238E27FC236}">
                  <a16:creationId xmlns:a16="http://schemas.microsoft.com/office/drawing/2014/main" id="{C5777372-0A80-F9FF-5602-CC64086388D1}"/>
                </a:ext>
              </a:extLst>
            </p:cNvPr>
            <p:cNvCxnSpPr>
              <a:cxnSpLocks/>
            </p:cNvCxnSpPr>
            <p:nvPr/>
          </p:nvCxnSpPr>
          <p:spPr>
            <a:xfrm>
              <a:off x="3681222" y="7591425"/>
              <a:ext cx="0" cy="15716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6" name="Straight Connector 2475">
              <a:extLst>
                <a:ext uri="{FF2B5EF4-FFF2-40B4-BE49-F238E27FC236}">
                  <a16:creationId xmlns:a16="http://schemas.microsoft.com/office/drawing/2014/main" id="{83212B89-6579-3787-F9E9-43A958875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59100" y="9408795"/>
              <a:ext cx="723900" cy="26860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0" name="Straight Connector 2479">
              <a:extLst>
                <a:ext uri="{FF2B5EF4-FFF2-40B4-BE49-F238E27FC236}">
                  <a16:creationId xmlns:a16="http://schemas.microsoft.com/office/drawing/2014/main" id="{CB677159-B6DA-0B5F-2915-3643A857F0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7575" y="10582275"/>
              <a:ext cx="762000" cy="2857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2" name="Straight Connector 2481">
              <a:extLst>
                <a:ext uri="{FF2B5EF4-FFF2-40B4-BE49-F238E27FC236}">
                  <a16:creationId xmlns:a16="http://schemas.microsoft.com/office/drawing/2014/main" id="{9A0AF7F8-4B4E-F9BE-F13E-CDF969562C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1300" y="9991725"/>
              <a:ext cx="695325" cy="3048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3" name="Straight Connector 2482">
              <a:extLst>
                <a:ext uri="{FF2B5EF4-FFF2-40B4-BE49-F238E27FC236}">
                  <a16:creationId xmlns:a16="http://schemas.microsoft.com/office/drawing/2014/main" id="{5F0505FA-C20C-D1FA-6816-A76602821B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9485" y="10149840"/>
              <a:ext cx="320040" cy="1295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4" name="Straight Connector 2483">
              <a:extLst>
                <a:ext uri="{FF2B5EF4-FFF2-40B4-BE49-F238E27FC236}">
                  <a16:creationId xmlns:a16="http://schemas.microsoft.com/office/drawing/2014/main" id="{87AFF663-80C6-36EB-0E5F-AD851B4B9DCC}"/>
                </a:ext>
              </a:extLst>
            </p:cNvPr>
            <p:cNvCxnSpPr>
              <a:cxnSpLocks/>
            </p:cNvCxnSpPr>
            <p:nvPr/>
          </p:nvCxnSpPr>
          <p:spPr>
            <a:xfrm>
              <a:off x="2562987" y="9553575"/>
              <a:ext cx="0" cy="60007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6" name="Straight Connector 2485">
              <a:extLst>
                <a:ext uri="{FF2B5EF4-FFF2-40B4-BE49-F238E27FC236}">
                  <a16:creationId xmlns:a16="http://schemas.microsoft.com/office/drawing/2014/main" id="{FD171DAD-BA7E-88EE-71C0-410C51AC72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1860" y="9391650"/>
              <a:ext cx="403860" cy="1828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9" name="Straight Connector 2488">
              <a:extLst>
                <a:ext uri="{FF2B5EF4-FFF2-40B4-BE49-F238E27FC236}">
                  <a16:creationId xmlns:a16="http://schemas.microsoft.com/office/drawing/2014/main" id="{5A986ED9-5BD3-B07D-0654-FD13516643DD}"/>
                </a:ext>
              </a:extLst>
            </p:cNvPr>
            <p:cNvCxnSpPr>
              <a:cxnSpLocks/>
            </p:cNvCxnSpPr>
            <p:nvPr/>
          </p:nvCxnSpPr>
          <p:spPr>
            <a:xfrm>
              <a:off x="2972562" y="9667875"/>
              <a:ext cx="0" cy="9112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1" name="Straight Connector 2500">
              <a:extLst>
                <a:ext uri="{FF2B5EF4-FFF2-40B4-BE49-F238E27FC236}">
                  <a16:creationId xmlns:a16="http://schemas.microsoft.com/office/drawing/2014/main" id="{FA2F33A4-E979-B854-54A3-95D6C91F3DCC}"/>
                </a:ext>
              </a:extLst>
            </p:cNvPr>
            <p:cNvCxnSpPr>
              <a:cxnSpLocks/>
            </p:cNvCxnSpPr>
            <p:nvPr/>
          </p:nvCxnSpPr>
          <p:spPr>
            <a:xfrm>
              <a:off x="3667887" y="9144000"/>
              <a:ext cx="0" cy="3048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2" name="Straight Connector 2511">
              <a:extLst>
                <a:ext uri="{FF2B5EF4-FFF2-40B4-BE49-F238E27FC236}">
                  <a16:creationId xmlns:a16="http://schemas.microsoft.com/office/drawing/2014/main" id="{0F4E8AEB-EFE4-C3B1-D2BC-DC729435C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30800" y="9677400"/>
              <a:ext cx="698500" cy="3143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3" name="Straight Connector 2512">
              <a:extLst>
                <a:ext uri="{FF2B5EF4-FFF2-40B4-BE49-F238E27FC236}">
                  <a16:creationId xmlns:a16="http://schemas.microsoft.com/office/drawing/2014/main" id="{7E3F71D6-54DF-F070-31B8-4B7785F9D4A3}"/>
                </a:ext>
              </a:extLst>
            </p:cNvPr>
            <p:cNvCxnSpPr>
              <a:cxnSpLocks/>
            </p:cNvCxnSpPr>
            <p:nvPr/>
          </p:nvCxnSpPr>
          <p:spPr>
            <a:xfrm>
              <a:off x="5460492" y="10163175"/>
              <a:ext cx="0" cy="26936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4" name="Straight Connector 2513">
              <a:extLst>
                <a:ext uri="{FF2B5EF4-FFF2-40B4-BE49-F238E27FC236}">
                  <a16:creationId xmlns:a16="http://schemas.microsoft.com/office/drawing/2014/main" id="{257BEDED-E667-FB06-468E-C9C04F79EFE0}"/>
                </a:ext>
              </a:extLst>
            </p:cNvPr>
            <p:cNvCxnSpPr>
              <a:cxnSpLocks/>
            </p:cNvCxnSpPr>
            <p:nvPr/>
          </p:nvCxnSpPr>
          <p:spPr>
            <a:xfrm>
              <a:off x="5831967" y="9734550"/>
              <a:ext cx="0" cy="86944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6" name="Straight Connector 2515">
              <a:extLst>
                <a:ext uri="{FF2B5EF4-FFF2-40B4-BE49-F238E27FC236}">
                  <a16:creationId xmlns:a16="http://schemas.microsoft.com/office/drawing/2014/main" id="{60ED7959-E39F-FDF2-2B1A-0CBE19A775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23268" y="10582593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0" name="Straight Connector 2539">
              <a:extLst>
                <a:ext uri="{FF2B5EF4-FFF2-40B4-BE49-F238E27FC236}">
                  <a16:creationId xmlns:a16="http://schemas.microsoft.com/office/drawing/2014/main" id="{C79298C5-244F-996C-0706-BB1686A4C5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84298" y="10563225"/>
              <a:ext cx="342727" cy="145426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1" name="Straight Connector 2540">
              <a:extLst>
                <a:ext uri="{FF2B5EF4-FFF2-40B4-BE49-F238E27FC236}">
                  <a16:creationId xmlns:a16="http://schemas.microsoft.com/office/drawing/2014/main" id="{A2213359-C520-B2F1-1E3A-8E66ADBD42B6}"/>
                </a:ext>
              </a:extLst>
            </p:cNvPr>
            <p:cNvCxnSpPr>
              <a:cxnSpLocks/>
            </p:cNvCxnSpPr>
            <p:nvPr/>
          </p:nvCxnSpPr>
          <p:spPr>
            <a:xfrm>
              <a:off x="12674600" y="10420350"/>
              <a:ext cx="357251" cy="1651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5" name="Straight Connector 2544">
              <a:extLst>
                <a:ext uri="{FF2B5EF4-FFF2-40B4-BE49-F238E27FC236}">
                  <a16:creationId xmlns:a16="http://schemas.microsoft.com/office/drawing/2014/main" id="{D5023CBE-3E23-337E-4F64-D005CEEFDE49}"/>
                </a:ext>
              </a:extLst>
            </p:cNvPr>
            <p:cNvCxnSpPr>
              <a:cxnSpLocks/>
            </p:cNvCxnSpPr>
            <p:nvPr/>
          </p:nvCxnSpPr>
          <p:spPr>
            <a:xfrm>
              <a:off x="12680950" y="8947150"/>
              <a:ext cx="328676" cy="1746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0" name="Straight Connector 2549">
              <a:extLst>
                <a:ext uri="{FF2B5EF4-FFF2-40B4-BE49-F238E27FC236}">
                  <a16:creationId xmlns:a16="http://schemas.microsoft.com/office/drawing/2014/main" id="{5FAA259A-5CF0-0310-DDE5-4EFD74FD7B6F}"/>
                </a:ext>
              </a:extLst>
            </p:cNvPr>
            <p:cNvCxnSpPr>
              <a:cxnSpLocks/>
            </p:cNvCxnSpPr>
            <p:nvPr/>
          </p:nvCxnSpPr>
          <p:spPr>
            <a:xfrm>
              <a:off x="12661900" y="10121900"/>
              <a:ext cx="357251" cy="1651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1" name="Straight Connector 2550">
              <a:extLst>
                <a:ext uri="{FF2B5EF4-FFF2-40B4-BE49-F238E27FC236}">
                  <a16:creationId xmlns:a16="http://schemas.microsoft.com/office/drawing/2014/main" id="{EB08E605-6061-460D-0307-C9DC39079EAC}"/>
                </a:ext>
              </a:extLst>
            </p:cNvPr>
            <p:cNvCxnSpPr>
              <a:cxnSpLocks/>
            </p:cNvCxnSpPr>
            <p:nvPr/>
          </p:nvCxnSpPr>
          <p:spPr>
            <a:xfrm>
              <a:off x="12674600" y="9861550"/>
              <a:ext cx="0" cy="24765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2" name="Straight Connector 2551">
              <a:extLst>
                <a:ext uri="{FF2B5EF4-FFF2-40B4-BE49-F238E27FC236}">
                  <a16:creationId xmlns:a16="http://schemas.microsoft.com/office/drawing/2014/main" id="{E558E52E-CE77-0398-6497-97AD74CFF9C6}"/>
                </a:ext>
              </a:extLst>
            </p:cNvPr>
            <p:cNvCxnSpPr>
              <a:cxnSpLocks/>
            </p:cNvCxnSpPr>
            <p:nvPr/>
          </p:nvCxnSpPr>
          <p:spPr>
            <a:xfrm>
              <a:off x="12680950" y="9861550"/>
              <a:ext cx="681101" cy="2794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4" name="Straight Connector 2583">
              <a:extLst>
                <a:ext uri="{FF2B5EF4-FFF2-40B4-BE49-F238E27FC236}">
                  <a16:creationId xmlns:a16="http://schemas.microsoft.com/office/drawing/2014/main" id="{3E111178-3A2B-2A4E-0668-215E58F70D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8375" y="8804910"/>
              <a:ext cx="1719898" cy="73914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6" name="Straight Connector 2585">
              <a:extLst>
                <a:ext uri="{FF2B5EF4-FFF2-40B4-BE49-F238E27FC236}">
                  <a16:creationId xmlns:a16="http://schemas.microsoft.com/office/drawing/2014/main" id="{FEF09921-4DCD-7760-71BB-B4EC775CC005}"/>
                </a:ext>
              </a:extLst>
            </p:cNvPr>
            <p:cNvCxnSpPr>
              <a:cxnSpLocks/>
            </p:cNvCxnSpPr>
            <p:nvPr/>
          </p:nvCxnSpPr>
          <p:spPr>
            <a:xfrm>
              <a:off x="4763135" y="9544050"/>
              <a:ext cx="0" cy="31623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1" name="Straight Connector 2590">
              <a:extLst>
                <a:ext uri="{FF2B5EF4-FFF2-40B4-BE49-F238E27FC236}">
                  <a16:creationId xmlns:a16="http://schemas.microsoft.com/office/drawing/2014/main" id="{92B06062-4925-EE01-3578-636DB38F94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9800" y="9248775"/>
              <a:ext cx="1428750" cy="6096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5" name="Straight Connector 2594">
              <a:extLst>
                <a:ext uri="{FF2B5EF4-FFF2-40B4-BE49-F238E27FC236}">
                  <a16:creationId xmlns:a16="http://schemas.microsoft.com/office/drawing/2014/main" id="{1FE73F11-2C12-3A9C-10BF-7B78FD44A18C}"/>
                </a:ext>
              </a:extLst>
            </p:cNvPr>
            <p:cNvCxnSpPr>
              <a:cxnSpLocks/>
            </p:cNvCxnSpPr>
            <p:nvPr/>
          </p:nvCxnSpPr>
          <p:spPr>
            <a:xfrm>
              <a:off x="7272147" y="10258425"/>
              <a:ext cx="0" cy="60007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7" name="Straight Connector 2596">
              <a:extLst>
                <a:ext uri="{FF2B5EF4-FFF2-40B4-BE49-F238E27FC236}">
                  <a16:creationId xmlns:a16="http://schemas.microsoft.com/office/drawing/2014/main" id="{B17074EB-3844-1395-F715-D9EA416C0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1545" y="11007090"/>
              <a:ext cx="320040" cy="1828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8" name="Straight Connector 2597">
              <a:extLst>
                <a:ext uri="{FF2B5EF4-FFF2-40B4-BE49-F238E27FC236}">
                  <a16:creationId xmlns:a16="http://schemas.microsoft.com/office/drawing/2014/main" id="{7D005775-4527-0D27-58CD-0EF5670578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1545" y="10706100"/>
              <a:ext cx="316230" cy="15049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0" name="Straight Connector 2599">
              <a:extLst>
                <a:ext uri="{FF2B5EF4-FFF2-40B4-BE49-F238E27FC236}">
                  <a16:creationId xmlns:a16="http://schemas.microsoft.com/office/drawing/2014/main" id="{8407229E-7802-F724-E434-3E9D6ECA21A4}"/>
                </a:ext>
              </a:extLst>
            </p:cNvPr>
            <p:cNvCxnSpPr>
              <a:cxnSpLocks/>
            </p:cNvCxnSpPr>
            <p:nvPr/>
          </p:nvCxnSpPr>
          <p:spPr>
            <a:xfrm>
              <a:off x="7595997" y="10753725"/>
              <a:ext cx="0" cy="25717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4" name="Straight Connector 2603">
              <a:extLst>
                <a:ext uri="{FF2B5EF4-FFF2-40B4-BE49-F238E27FC236}">
                  <a16:creationId xmlns:a16="http://schemas.microsoft.com/office/drawing/2014/main" id="{95364B4C-419E-0F00-69E9-D4F20C0220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9843" y="9986328"/>
              <a:ext cx="401955" cy="16668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3" name="Straight Connector 2622">
              <a:extLst>
                <a:ext uri="{FF2B5EF4-FFF2-40B4-BE49-F238E27FC236}">
                  <a16:creationId xmlns:a16="http://schemas.microsoft.com/office/drawing/2014/main" id="{82148741-8F3F-0FF8-CA86-71572A0D69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1143" y="7931468"/>
              <a:ext cx="695007" cy="28543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6" name="Straight Connector 2625">
              <a:extLst>
                <a:ext uri="{FF2B5EF4-FFF2-40B4-BE49-F238E27FC236}">
                  <a16:creationId xmlns:a16="http://schemas.microsoft.com/office/drawing/2014/main" id="{1E59E307-D768-0E20-544B-23BE0FA93F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00595" y="7912100"/>
              <a:ext cx="662305" cy="30289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8" name="Straight Connector 2627">
              <a:extLst>
                <a:ext uri="{FF2B5EF4-FFF2-40B4-BE49-F238E27FC236}">
                  <a16:creationId xmlns:a16="http://schemas.microsoft.com/office/drawing/2014/main" id="{E680EA37-C3EE-6738-28D3-872B7E125A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4600" y="7766050"/>
              <a:ext cx="341948" cy="14795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0" name="Straight Connector 2629">
              <a:extLst>
                <a:ext uri="{FF2B5EF4-FFF2-40B4-BE49-F238E27FC236}">
                  <a16:creationId xmlns:a16="http://schemas.microsoft.com/office/drawing/2014/main" id="{B2853E3A-C67D-7AC2-39D7-315B7AAB69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3445" y="7785100"/>
              <a:ext cx="316230" cy="15049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1" name="Straight Connector 2630">
              <a:extLst>
                <a:ext uri="{FF2B5EF4-FFF2-40B4-BE49-F238E27FC236}">
                  <a16:creationId xmlns:a16="http://schemas.microsoft.com/office/drawing/2014/main" id="{68DCE4F8-5523-B8CF-56BF-394E2FBAB7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6100" y="7778750"/>
              <a:ext cx="341948" cy="14795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2" name="Straight Connector 2631">
              <a:extLst>
                <a:ext uri="{FF2B5EF4-FFF2-40B4-BE49-F238E27FC236}">
                  <a16:creationId xmlns:a16="http://schemas.microsoft.com/office/drawing/2014/main" id="{7D20AE59-4F3B-EA49-46C8-FC03129333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5945" y="7620000"/>
              <a:ext cx="316230" cy="15049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3" name="Straight Connector 2632">
              <a:extLst>
                <a:ext uri="{FF2B5EF4-FFF2-40B4-BE49-F238E27FC236}">
                  <a16:creationId xmlns:a16="http://schemas.microsoft.com/office/drawing/2014/main" id="{00E4768D-07A9-746D-C681-CE7D4FEFA6E3}"/>
                </a:ext>
              </a:extLst>
            </p:cNvPr>
            <p:cNvCxnSpPr>
              <a:cxnSpLocks/>
            </p:cNvCxnSpPr>
            <p:nvPr/>
          </p:nvCxnSpPr>
          <p:spPr>
            <a:xfrm>
              <a:off x="7251192" y="7343775"/>
              <a:ext cx="0" cy="26936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5" name="Straight Connector 2634">
              <a:extLst>
                <a:ext uri="{FF2B5EF4-FFF2-40B4-BE49-F238E27FC236}">
                  <a16:creationId xmlns:a16="http://schemas.microsoft.com/office/drawing/2014/main" id="{C5F2A77F-BE83-D8CB-3349-EF23ECD0C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545" y="7340600"/>
              <a:ext cx="316230" cy="15049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0" name="Straight Connector 2639">
              <a:extLst>
                <a:ext uri="{FF2B5EF4-FFF2-40B4-BE49-F238E27FC236}">
                  <a16:creationId xmlns:a16="http://schemas.microsoft.com/office/drawing/2014/main" id="{4EF9F887-3612-B73B-F1DC-17E2A63CF9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695" y="7632700"/>
              <a:ext cx="316230" cy="15049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1" name="Straight Connector 2640">
              <a:extLst>
                <a:ext uri="{FF2B5EF4-FFF2-40B4-BE49-F238E27FC236}">
                  <a16:creationId xmlns:a16="http://schemas.microsoft.com/office/drawing/2014/main" id="{85F3822E-152F-1DFA-01BE-6A92F3D229F1}"/>
                </a:ext>
              </a:extLst>
            </p:cNvPr>
            <p:cNvCxnSpPr>
              <a:cxnSpLocks/>
            </p:cNvCxnSpPr>
            <p:nvPr/>
          </p:nvCxnSpPr>
          <p:spPr>
            <a:xfrm>
              <a:off x="6197092" y="7781925"/>
              <a:ext cx="0" cy="5556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0" name="Straight Connector 2659">
              <a:extLst>
                <a:ext uri="{FF2B5EF4-FFF2-40B4-BE49-F238E27FC236}">
                  <a16:creationId xmlns:a16="http://schemas.microsoft.com/office/drawing/2014/main" id="{D28390FF-9B05-40E4-D87E-1B520DDF6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16001" y="3834448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1" name="Straight Connector 2660">
              <a:extLst>
                <a:ext uri="{FF2B5EF4-FFF2-40B4-BE49-F238E27FC236}">
                  <a16:creationId xmlns:a16="http://schemas.microsoft.com/office/drawing/2014/main" id="{8DC2EFDA-7AE8-B541-1081-66028393D7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16000" y="2219960"/>
              <a:ext cx="3985894" cy="15836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2" name="Straight Connector 2661">
              <a:extLst>
                <a:ext uri="{FF2B5EF4-FFF2-40B4-BE49-F238E27FC236}">
                  <a16:creationId xmlns:a16="http://schemas.microsoft.com/office/drawing/2014/main" id="{74F58A59-90B3-40FC-EA44-00624C389B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03801" y="1644650"/>
              <a:ext cx="0" cy="586741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4" name="Straight Connector 2663">
              <a:extLst>
                <a:ext uri="{FF2B5EF4-FFF2-40B4-BE49-F238E27FC236}">
                  <a16:creationId xmlns:a16="http://schemas.microsoft.com/office/drawing/2014/main" id="{93F21185-CD09-EDAF-5ADA-16E288E79C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16450" y="1626870"/>
              <a:ext cx="386080" cy="12573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6" name="Straight Connector 2665">
              <a:extLst>
                <a:ext uri="{FF2B5EF4-FFF2-40B4-BE49-F238E27FC236}">
                  <a16:creationId xmlns:a16="http://schemas.microsoft.com/office/drawing/2014/main" id="{A4AA68D3-C946-E376-9915-2B42889AE9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41851" y="1726248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7" name="Straight Connector 2666">
              <a:extLst>
                <a:ext uri="{FF2B5EF4-FFF2-40B4-BE49-F238E27FC236}">
                  <a16:creationId xmlns:a16="http://schemas.microsoft.com/office/drawing/2014/main" id="{9C69DCB7-26A8-242D-EC0A-9931FD8683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47700" y="2054860"/>
              <a:ext cx="3985894" cy="158369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8" name="Straight Connector 2667">
              <a:extLst>
                <a:ext uri="{FF2B5EF4-FFF2-40B4-BE49-F238E27FC236}">
                  <a16:creationId xmlns:a16="http://schemas.microsoft.com/office/drawing/2014/main" id="{F3DEC18D-D718-7976-977E-BA9782D298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60401" y="3637598"/>
              <a:ext cx="0" cy="64865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2" name="Straight Connector 2671">
              <a:extLst>
                <a:ext uri="{FF2B5EF4-FFF2-40B4-BE49-F238E27FC236}">
                  <a16:creationId xmlns:a16="http://schemas.microsoft.com/office/drawing/2014/main" id="{429F206B-CE8D-56FB-A677-32DD075375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82220" y="4273550"/>
              <a:ext cx="678180" cy="2743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5" name="Straight Connector 2674">
              <a:extLst>
                <a:ext uri="{FF2B5EF4-FFF2-40B4-BE49-F238E27FC236}">
                  <a16:creationId xmlns:a16="http://schemas.microsoft.com/office/drawing/2014/main" id="{DF5E138E-63D0-5E1E-4AD0-2F07D7FC07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94920" y="409575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6" name="Straight Connector 2675">
              <a:extLst>
                <a:ext uri="{FF2B5EF4-FFF2-40B4-BE49-F238E27FC236}">
                  <a16:creationId xmlns:a16="http://schemas.microsoft.com/office/drawing/2014/main" id="{DA4737E8-78B3-75F9-E825-310B6617CB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82220" y="380365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7" name="Straight Connector 2676">
              <a:extLst>
                <a:ext uri="{FF2B5EF4-FFF2-40B4-BE49-F238E27FC236}">
                  <a16:creationId xmlns:a16="http://schemas.microsoft.com/office/drawing/2014/main" id="{CCC02537-5E5F-86C9-E846-A0D8A38C2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55601" y="3809048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8" name="Straight Connector 2677">
              <a:extLst>
                <a:ext uri="{FF2B5EF4-FFF2-40B4-BE49-F238E27FC236}">
                  <a16:creationId xmlns:a16="http://schemas.microsoft.com/office/drawing/2014/main" id="{D05FBD7E-4343-E301-9677-1913D0E7B8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74601" y="3675698"/>
              <a:ext cx="0" cy="32099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1" name="Straight Connector 2680">
              <a:extLst>
                <a:ext uri="{FF2B5EF4-FFF2-40B4-BE49-F238E27FC236}">
                  <a16:creationId xmlns:a16="http://schemas.microsoft.com/office/drawing/2014/main" id="{811FEF73-BDAB-23AD-5B35-D83E2AA7A2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03710" y="909701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2" name="Straight Connector 2681">
              <a:extLst>
                <a:ext uri="{FF2B5EF4-FFF2-40B4-BE49-F238E27FC236}">
                  <a16:creationId xmlns:a16="http://schemas.microsoft.com/office/drawing/2014/main" id="{6A84F564-356E-FA26-4F80-EDE9242DB7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40540" y="9243060"/>
              <a:ext cx="358140" cy="1447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3" name="Straight Connector 2682">
              <a:extLst>
                <a:ext uri="{FF2B5EF4-FFF2-40B4-BE49-F238E27FC236}">
                  <a16:creationId xmlns:a16="http://schemas.microsoft.com/office/drawing/2014/main" id="{F11752D7-9E87-B997-970D-2B4BFDA75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10060" y="939546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4" name="Straight Connector 2683">
              <a:extLst>
                <a:ext uri="{FF2B5EF4-FFF2-40B4-BE49-F238E27FC236}">
                  <a16:creationId xmlns:a16="http://schemas.microsoft.com/office/drawing/2014/main" id="{0BCF0B1E-1841-1211-4DB3-F74FEDBD32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40540" y="9573260"/>
              <a:ext cx="358140" cy="1447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5" name="Straight Connector 2684">
              <a:extLst>
                <a:ext uri="{FF2B5EF4-FFF2-40B4-BE49-F238E27FC236}">
                  <a16:creationId xmlns:a16="http://schemas.microsoft.com/office/drawing/2014/main" id="{1C6DDC6F-7710-A3EA-D49A-CA860A48C8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22760" y="971296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6" name="Straight Connector 2685">
              <a:extLst>
                <a:ext uri="{FF2B5EF4-FFF2-40B4-BE49-F238E27FC236}">
                  <a16:creationId xmlns:a16="http://schemas.microsoft.com/office/drawing/2014/main" id="{069F31EB-945E-F596-76BF-A89FB18529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46890" y="9897110"/>
              <a:ext cx="358140" cy="14478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7" name="Straight Connector 2686">
              <a:extLst>
                <a:ext uri="{FF2B5EF4-FFF2-40B4-BE49-F238E27FC236}">
                  <a16:creationId xmlns:a16="http://schemas.microsoft.com/office/drawing/2014/main" id="{8B89AE14-D226-D891-6706-1E8D64E95A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22760" y="10017760"/>
              <a:ext cx="365760" cy="16002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6" name="Straight Connector 2695">
              <a:extLst>
                <a:ext uri="{FF2B5EF4-FFF2-40B4-BE49-F238E27FC236}">
                  <a16:creationId xmlns:a16="http://schemas.microsoft.com/office/drawing/2014/main" id="{42F6C105-7BD3-0F77-9F47-45936D6CE8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1303" y="6918008"/>
              <a:ext cx="1059497" cy="45053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Arrow: Right 8">
            <a:extLst>
              <a:ext uri="{FF2B5EF4-FFF2-40B4-BE49-F238E27FC236}">
                <a16:creationId xmlns:a16="http://schemas.microsoft.com/office/drawing/2014/main" id="{49A94196-1A23-996E-A77D-460A942D577C}"/>
              </a:ext>
            </a:extLst>
          </p:cNvPr>
          <p:cNvSpPr/>
          <p:nvPr/>
        </p:nvSpPr>
        <p:spPr>
          <a:xfrm rot="2890481">
            <a:off x="-110405" y="1094424"/>
            <a:ext cx="1028700" cy="392733"/>
          </a:xfrm>
          <a:prstGeom prst="rightArrow">
            <a:avLst>
              <a:gd name="adj1" fmla="val 50000"/>
              <a:gd name="adj2" fmla="val 8314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615BA08B-4EFC-7224-A3C6-E57E4B63D48F}"/>
              </a:ext>
            </a:extLst>
          </p:cNvPr>
          <p:cNvCxnSpPr>
            <a:cxnSpLocks/>
          </p:cNvCxnSpPr>
          <p:nvPr/>
        </p:nvCxnSpPr>
        <p:spPr>
          <a:xfrm>
            <a:off x="778869" y="1955800"/>
            <a:ext cx="0" cy="615950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1030D77-69A1-7C65-7466-27FEEBBDFE5C}"/>
              </a:ext>
            </a:extLst>
          </p:cNvPr>
          <p:cNvSpPr/>
          <p:nvPr/>
        </p:nvSpPr>
        <p:spPr>
          <a:xfrm rot="2890481">
            <a:off x="-25021" y="2013094"/>
            <a:ext cx="1028700" cy="392733"/>
          </a:xfrm>
          <a:prstGeom prst="rightArrow">
            <a:avLst>
              <a:gd name="adj1" fmla="val 50000"/>
              <a:gd name="adj2" fmla="val 83143"/>
            </a:avLst>
          </a:prstGeom>
          <a:solidFill>
            <a:srgbClr val="FFFF00">
              <a:alpha val="61176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A036069-B209-1E0F-E306-55A377DBEFA6}"/>
              </a:ext>
            </a:extLst>
          </p:cNvPr>
          <p:cNvSpPr/>
          <p:nvPr/>
        </p:nvSpPr>
        <p:spPr>
          <a:xfrm rot="2890481">
            <a:off x="2400679" y="3247121"/>
            <a:ext cx="1028700" cy="392733"/>
          </a:xfrm>
          <a:prstGeom prst="rightArrow">
            <a:avLst>
              <a:gd name="adj1" fmla="val 50000"/>
              <a:gd name="adj2" fmla="val 83143"/>
            </a:avLst>
          </a:prstGeom>
          <a:solidFill>
            <a:srgbClr val="FF99CC">
              <a:alpha val="56863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6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726" y="-1586070"/>
            <a:ext cx="19667926" cy="15461528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5153832" y="-4241406"/>
            <a:ext cx="27771175" cy="2408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1446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1446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9316387" y="2249451"/>
            <a:ext cx="1460887" cy="75197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2464470" y="2820604"/>
            <a:ext cx="10870074" cy="8765324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10396985" y="1559667"/>
            <a:ext cx="6220969" cy="10194641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8335426" y="2881943"/>
            <a:ext cx="4517658" cy="2851825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730250" y="1087961"/>
            <a:ext cx="1466851" cy="9672927"/>
            <a:chOff x="1104260" y="3409545"/>
            <a:chExt cx="973604" cy="6420282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2870" y="3409545"/>
              <a:ext cx="0" cy="613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0285" y="3792529"/>
              <a:ext cx="274801" cy="13402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03811197-A8DF-E0A4-A609-316E7B423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25334" y="9498430"/>
              <a:ext cx="717709" cy="3313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EACC5689-69B3-5352-044D-2C3232686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260" y="9323097"/>
              <a:ext cx="506611" cy="22952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978">
              <a:extLst>
                <a:ext uri="{FF2B5EF4-FFF2-40B4-BE49-F238E27FC236}">
                  <a16:creationId xmlns:a16="http://schemas.microsoft.com/office/drawing/2014/main" id="{0B3C62A7-A7CF-169D-01A1-76811BD1B7B1}"/>
                </a:ext>
              </a:extLst>
            </p:cNvPr>
            <p:cNvCxnSpPr>
              <a:cxnSpLocks/>
            </p:cNvCxnSpPr>
            <p:nvPr/>
          </p:nvCxnSpPr>
          <p:spPr>
            <a:xfrm>
              <a:off x="1144721" y="8144658"/>
              <a:ext cx="703018" cy="29334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EFD0A69A-2075-5CDB-0283-2D6764D0C3FE}"/>
                </a:ext>
              </a:extLst>
            </p:cNvPr>
            <p:cNvCxnSpPr>
              <a:cxnSpLocks/>
            </p:cNvCxnSpPr>
            <p:nvPr/>
          </p:nvCxnSpPr>
          <p:spPr>
            <a:xfrm>
              <a:off x="1856168" y="8458235"/>
              <a:ext cx="0" cy="17196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0779FB13-D372-B7E8-B24D-44D400D84697}"/>
                </a:ext>
              </a:extLst>
            </p:cNvPr>
            <p:cNvCxnSpPr>
              <a:cxnSpLocks/>
            </p:cNvCxnSpPr>
            <p:nvPr/>
          </p:nvCxnSpPr>
          <p:spPr>
            <a:xfrm>
              <a:off x="1638687" y="9338269"/>
              <a:ext cx="439177" cy="16859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753469" y="2286000"/>
            <a:ext cx="6778901" cy="3552825"/>
            <a:chOff x="772519" y="1714500"/>
            <a:chExt cx="6778901" cy="3552825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AFE7C28-00E1-E51D-559E-42EC24187364}"/>
                </a:ext>
              </a:extLst>
            </p:cNvPr>
            <p:cNvCxnSpPr>
              <a:cxnSpLocks/>
            </p:cNvCxnSpPr>
            <p:nvPr/>
          </p:nvCxnSpPr>
          <p:spPr>
            <a:xfrm>
              <a:off x="772519" y="1714500"/>
              <a:ext cx="0" cy="8890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5089249" y="1758950"/>
              <a:ext cx="0" cy="5740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5057499" y="2319403"/>
              <a:ext cx="375561" cy="1647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F13E4386-2BB3-96F2-B728-04DCF0787A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0936" y="2339340"/>
              <a:ext cx="323124" cy="122646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5078906-0F23-D98B-1EF4-4B4BF766F7B5}"/>
                </a:ext>
              </a:extLst>
            </p:cNvPr>
            <p:cNvCxnSpPr>
              <a:cxnSpLocks/>
            </p:cNvCxnSpPr>
            <p:nvPr/>
          </p:nvCxnSpPr>
          <p:spPr>
            <a:xfrm>
              <a:off x="5804259" y="2349883"/>
              <a:ext cx="1404261" cy="56857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190B4B7A-A472-7967-62D6-E070AE6418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550" y="2796540"/>
              <a:ext cx="991870" cy="4673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A5839A20-F0F1-6DDC-3083-B2A264FD199E}"/>
                </a:ext>
              </a:extLst>
            </p:cNvPr>
            <p:cNvCxnSpPr>
              <a:cxnSpLocks/>
            </p:cNvCxnSpPr>
            <p:nvPr/>
          </p:nvCxnSpPr>
          <p:spPr>
            <a:xfrm>
              <a:off x="6523079" y="3256663"/>
              <a:ext cx="0" cy="5838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EC1D2588-59AE-DF1E-2C82-2C9F3DDE22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060" y="3810000"/>
              <a:ext cx="312420" cy="1752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5DFCC8C2-6DD1-B249-8497-3B0078D8708A}"/>
                </a:ext>
              </a:extLst>
            </p:cNvPr>
            <p:cNvCxnSpPr>
              <a:cxnSpLocks/>
            </p:cNvCxnSpPr>
            <p:nvPr/>
          </p:nvCxnSpPr>
          <p:spPr>
            <a:xfrm>
              <a:off x="5862679" y="3782443"/>
              <a:ext cx="1015641" cy="43903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0E8FADD-949E-95CC-BB8B-CE64B7E1768B}"/>
                </a:ext>
              </a:extLst>
            </p:cNvPr>
            <p:cNvCxnSpPr>
              <a:cxnSpLocks/>
            </p:cNvCxnSpPr>
            <p:nvPr/>
          </p:nvCxnSpPr>
          <p:spPr>
            <a:xfrm>
              <a:off x="783949" y="2586103"/>
              <a:ext cx="689251" cy="28409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9968B571-6088-ABCD-3C14-CA00627C571C}"/>
                </a:ext>
              </a:extLst>
            </p:cNvPr>
            <p:cNvCxnSpPr>
              <a:cxnSpLocks/>
            </p:cNvCxnSpPr>
            <p:nvPr/>
          </p:nvCxnSpPr>
          <p:spPr>
            <a:xfrm>
              <a:off x="1515469" y="3181350"/>
              <a:ext cx="0" cy="2085975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Straight Connector 954">
              <a:extLst>
                <a:ext uri="{FF2B5EF4-FFF2-40B4-BE49-F238E27FC236}">
                  <a16:creationId xmlns:a16="http://schemas.microsoft.com/office/drawing/2014/main" id="{2A9FF4CC-CF62-2FE2-938B-C3C88946F16D}"/>
                </a:ext>
              </a:extLst>
            </p:cNvPr>
            <p:cNvCxnSpPr>
              <a:cxnSpLocks/>
            </p:cNvCxnSpPr>
            <p:nvPr/>
          </p:nvCxnSpPr>
          <p:spPr>
            <a:xfrm>
              <a:off x="3287119" y="2762250"/>
              <a:ext cx="0" cy="828675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8150AB8F-A6F0-609B-7699-4225968E59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9435" y="2621643"/>
              <a:ext cx="280129" cy="182174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7" name="Straight Connector 936">
            <a:extLst>
              <a:ext uri="{FF2B5EF4-FFF2-40B4-BE49-F238E27FC236}">
                <a16:creationId xmlns:a16="http://schemas.microsoft.com/office/drawing/2014/main" id="{E0187159-4FA6-31EC-D777-41679F520C88}"/>
              </a:ext>
            </a:extLst>
          </p:cNvPr>
          <p:cNvCxnSpPr>
            <a:cxnSpLocks/>
          </p:cNvCxnSpPr>
          <p:nvPr/>
        </p:nvCxnSpPr>
        <p:spPr>
          <a:xfrm>
            <a:off x="3289300" y="5981700"/>
            <a:ext cx="2174240" cy="89154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953">
            <a:extLst>
              <a:ext uri="{FF2B5EF4-FFF2-40B4-BE49-F238E27FC236}">
                <a16:creationId xmlns:a16="http://schemas.microsoft.com/office/drawing/2014/main" id="{475A0BD0-1BA7-20B8-84D2-0F1175BD05B6}"/>
              </a:ext>
            </a:extLst>
          </p:cNvPr>
          <p:cNvCxnSpPr>
            <a:cxnSpLocks/>
          </p:cNvCxnSpPr>
          <p:nvPr/>
        </p:nvCxnSpPr>
        <p:spPr>
          <a:xfrm flipH="1">
            <a:off x="7620000" y="6294120"/>
            <a:ext cx="1383030" cy="6096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EE671654-43B0-400C-4622-EAF778A8FB27}"/>
              </a:ext>
            </a:extLst>
          </p:cNvPr>
          <p:cNvCxnSpPr>
            <a:cxnSpLocks/>
          </p:cNvCxnSpPr>
          <p:nvPr/>
        </p:nvCxnSpPr>
        <p:spPr>
          <a:xfrm flipH="1">
            <a:off x="7947660" y="8081772"/>
            <a:ext cx="1085088" cy="46024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A1229BF0-7913-4A09-73CE-7B5C268CB762}"/>
              </a:ext>
            </a:extLst>
          </p:cNvPr>
          <p:cNvCxnSpPr>
            <a:cxnSpLocks/>
          </p:cNvCxnSpPr>
          <p:nvPr/>
        </p:nvCxnSpPr>
        <p:spPr>
          <a:xfrm flipH="1" flipV="1">
            <a:off x="9363456" y="8211312"/>
            <a:ext cx="426720" cy="19507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8AA00092-35D5-D10E-60F8-45C99CA694F8}"/>
              </a:ext>
            </a:extLst>
          </p:cNvPr>
          <p:cNvCxnSpPr>
            <a:cxnSpLocks/>
          </p:cNvCxnSpPr>
          <p:nvPr/>
        </p:nvCxnSpPr>
        <p:spPr>
          <a:xfrm>
            <a:off x="7949093" y="8580120"/>
            <a:ext cx="0" cy="112903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C7F09C29-7378-E39C-2C7D-78EC633865A0}"/>
              </a:ext>
            </a:extLst>
          </p:cNvPr>
          <p:cNvCxnSpPr>
            <a:cxnSpLocks/>
          </p:cNvCxnSpPr>
          <p:nvPr/>
        </p:nvCxnSpPr>
        <p:spPr>
          <a:xfrm flipH="1" flipV="1">
            <a:off x="7928610" y="9692640"/>
            <a:ext cx="2186940" cy="92773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A06BC6F0-8D35-E72A-64FE-DF7AE0FEED77}"/>
              </a:ext>
            </a:extLst>
          </p:cNvPr>
          <p:cNvCxnSpPr>
            <a:cxnSpLocks/>
          </p:cNvCxnSpPr>
          <p:nvPr/>
        </p:nvCxnSpPr>
        <p:spPr>
          <a:xfrm>
            <a:off x="10114026" y="10595610"/>
            <a:ext cx="0" cy="33909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3EBFAE12-F682-57A3-5FE6-E476F5F4820A}"/>
              </a:ext>
            </a:extLst>
          </p:cNvPr>
          <p:cNvCxnSpPr>
            <a:cxnSpLocks/>
          </p:cNvCxnSpPr>
          <p:nvPr/>
        </p:nvCxnSpPr>
        <p:spPr>
          <a:xfrm>
            <a:off x="1824518" y="3608036"/>
            <a:ext cx="1471132" cy="62106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9075516" y="326369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12.08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27AA6D1-462F-6283-56AB-68040CEFBEB6}"/>
              </a:ext>
            </a:extLst>
          </p:cNvPr>
          <p:cNvCxnSpPr>
            <a:cxnSpLocks/>
          </p:cNvCxnSpPr>
          <p:nvPr/>
        </p:nvCxnSpPr>
        <p:spPr>
          <a:xfrm>
            <a:off x="3291368" y="4248150"/>
            <a:ext cx="0" cy="172085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44DC4D00-D0BB-6623-CFCB-426D288AEA43}"/>
              </a:ext>
            </a:extLst>
          </p:cNvPr>
          <p:cNvCxnSpPr>
            <a:cxnSpLocks/>
          </p:cNvCxnSpPr>
          <p:nvPr/>
        </p:nvCxnSpPr>
        <p:spPr>
          <a:xfrm flipH="1">
            <a:off x="5448300" y="6408420"/>
            <a:ext cx="1089660" cy="4572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E0DC497A-921A-499A-20E6-105007218C88}"/>
              </a:ext>
            </a:extLst>
          </p:cNvPr>
          <p:cNvCxnSpPr>
            <a:cxnSpLocks/>
          </p:cNvCxnSpPr>
          <p:nvPr/>
        </p:nvCxnSpPr>
        <p:spPr>
          <a:xfrm>
            <a:off x="6494308" y="6446486"/>
            <a:ext cx="1140932" cy="47247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833155B3-1177-18E4-C9FF-21FE5AA75F5D}"/>
              </a:ext>
            </a:extLst>
          </p:cNvPr>
          <p:cNvCxnSpPr>
            <a:cxnSpLocks/>
          </p:cNvCxnSpPr>
          <p:nvPr/>
        </p:nvCxnSpPr>
        <p:spPr>
          <a:xfrm>
            <a:off x="8314182" y="7176770"/>
            <a:ext cx="0" cy="59258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299DDAD7-E3B7-140F-594B-C36F5AC148EF}"/>
              </a:ext>
            </a:extLst>
          </p:cNvPr>
          <p:cNvCxnSpPr>
            <a:cxnSpLocks/>
          </p:cNvCxnSpPr>
          <p:nvPr/>
        </p:nvCxnSpPr>
        <p:spPr>
          <a:xfrm flipH="1" flipV="1">
            <a:off x="8288655" y="7763764"/>
            <a:ext cx="1068705" cy="46583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D83A574D-A1EB-FD50-6F01-219E9F2330F0}"/>
              </a:ext>
            </a:extLst>
          </p:cNvPr>
          <p:cNvCxnSpPr>
            <a:cxnSpLocks/>
          </p:cNvCxnSpPr>
          <p:nvPr/>
        </p:nvCxnSpPr>
        <p:spPr>
          <a:xfrm>
            <a:off x="7964968" y="7025606"/>
            <a:ext cx="378932" cy="19815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4851413C-B6C9-5A85-DF8C-BB1C7B252575}"/>
              </a:ext>
            </a:extLst>
          </p:cNvPr>
          <p:cNvCxnSpPr>
            <a:cxnSpLocks/>
          </p:cNvCxnSpPr>
          <p:nvPr/>
        </p:nvCxnSpPr>
        <p:spPr>
          <a:xfrm>
            <a:off x="7963662" y="6734810"/>
            <a:ext cx="0" cy="30607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E2E88BD-01F9-E577-2BFB-8C9E64C7B6F6}"/>
              </a:ext>
            </a:extLst>
          </p:cNvPr>
          <p:cNvCxnSpPr>
            <a:cxnSpLocks/>
          </p:cNvCxnSpPr>
          <p:nvPr/>
        </p:nvCxnSpPr>
        <p:spPr>
          <a:xfrm>
            <a:off x="5453543" y="6934200"/>
            <a:ext cx="0" cy="172085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0009C3-1CDF-391B-BC15-4D8D3A8BCA6B}"/>
              </a:ext>
            </a:extLst>
          </p:cNvPr>
          <p:cNvCxnSpPr>
            <a:cxnSpLocks/>
          </p:cNvCxnSpPr>
          <p:nvPr/>
        </p:nvCxnSpPr>
        <p:spPr>
          <a:xfrm flipH="1">
            <a:off x="3981450" y="8608695"/>
            <a:ext cx="1518285" cy="67818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55F14D7-D514-4BDB-3641-7B62B7ECF5A8}"/>
              </a:ext>
            </a:extLst>
          </p:cNvPr>
          <p:cNvCxnSpPr>
            <a:cxnSpLocks/>
          </p:cNvCxnSpPr>
          <p:nvPr/>
        </p:nvCxnSpPr>
        <p:spPr>
          <a:xfrm flipH="1">
            <a:off x="3286125" y="10115550"/>
            <a:ext cx="752475" cy="340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67F859-A9EF-4C19-895D-60758D630E17}"/>
              </a:ext>
            </a:extLst>
          </p:cNvPr>
          <p:cNvCxnSpPr>
            <a:cxnSpLocks/>
          </p:cNvCxnSpPr>
          <p:nvPr/>
        </p:nvCxnSpPr>
        <p:spPr>
          <a:xfrm>
            <a:off x="4024793" y="9239250"/>
            <a:ext cx="0" cy="86677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E71BA4C-6B2B-0DAE-F9E2-929F60D83886}"/>
              </a:ext>
            </a:extLst>
          </p:cNvPr>
          <p:cNvCxnSpPr>
            <a:cxnSpLocks/>
          </p:cNvCxnSpPr>
          <p:nvPr/>
        </p:nvCxnSpPr>
        <p:spPr>
          <a:xfrm>
            <a:off x="3281843" y="10439400"/>
            <a:ext cx="0" cy="32385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E4B49EBC-6582-10BD-E730-F7F52A1D1641}"/>
              </a:ext>
            </a:extLst>
          </p:cNvPr>
          <p:cNvCxnSpPr>
            <a:cxnSpLocks/>
          </p:cNvCxnSpPr>
          <p:nvPr/>
        </p:nvCxnSpPr>
        <p:spPr>
          <a:xfrm flipH="1">
            <a:off x="1905000" y="10706100"/>
            <a:ext cx="1371600" cy="60007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BE679FDF-B0FC-D2DE-9EDB-3E264EBA42BC}"/>
              </a:ext>
            </a:extLst>
          </p:cNvPr>
          <p:cNvCxnSpPr>
            <a:cxnSpLocks/>
          </p:cNvCxnSpPr>
          <p:nvPr/>
        </p:nvCxnSpPr>
        <p:spPr>
          <a:xfrm>
            <a:off x="1853093" y="11315700"/>
            <a:ext cx="0" cy="32385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9A7D6DED-FD4F-5A8E-1698-2E35C40C0D06}"/>
              </a:ext>
            </a:extLst>
          </p:cNvPr>
          <p:cNvCxnSpPr>
            <a:cxnSpLocks/>
          </p:cNvCxnSpPr>
          <p:nvPr/>
        </p:nvCxnSpPr>
        <p:spPr>
          <a:xfrm>
            <a:off x="1822450" y="11620500"/>
            <a:ext cx="1482725" cy="62865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0F9D858D-F27B-692C-0230-6497317A37F6}"/>
              </a:ext>
            </a:extLst>
          </p:cNvPr>
          <p:cNvCxnSpPr>
            <a:cxnSpLocks/>
          </p:cNvCxnSpPr>
          <p:nvPr/>
        </p:nvCxnSpPr>
        <p:spPr>
          <a:xfrm>
            <a:off x="5441950" y="11896725"/>
            <a:ext cx="1482725" cy="62865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C0295BF7-7B19-FC58-B44A-486A8B80919E}"/>
              </a:ext>
            </a:extLst>
          </p:cNvPr>
          <p:cNvCxnSpPr>
            <a:cxnSpLocks/>
          </p:cNvCxnSpPr>
          <p:nvPr/>
        </p:nvCxnSpPr>
        <p:spPr>
          <a:xfrm flipH="1">
            <a:off x="4371975" y="11896725"/>
            <a:ext cx="1028700" cy="50482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51B25757-6DEF-CEEF-83AA-9FF56255DF3D}"/>
              </a:ext>
            </a:extLst>
          </p:cNvPr>
          <p:cNvCxnSpPr>
            <a:cxnSpLocks/>
          </p:cNvCxnSpPr>
          <p:nvPr/>
        </p:nvCxnSpPr>
        <p:spPr>
          <a:xfrm>
            <a:off x="3629025" y="12068175"/>
            <a:ext cx="742950" cy="31432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4FBED2AC-8864-5478-5D9C-9DF474E2986A}"/>
              </a:ext>
            </a:extLst>
          </p:cNvPr>
          <p:cNvCxnSpPr>
            <a:cxnSpLocks/>
          </p:cNvCxnSpPr>
          <p:nvPr/>
        </p:nvCxnSpPr>
        <p:spPr>
          <a:xfrm flipH="1">
            <a:off x="3314700" y="12030075"/>
            <a:ext cx="371475" cy="2286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3" name="Straight Connector 952">
            <a:extLst>
              <a:ext uri="{FF2B5EF4-FFF2-40B4-BE49-F238E27FC236}">
                <a16:creationId xmlns:a16="http://schemas.microsoft.com/office/drawing/2014/main" id="{BABBE791-4A0E-6F7A-13EC-784A467CFE84}"/>
              </a:ext>
            </a:extLst>
          </p:cNvPr>
          <p:cNvCxnSpPr>
            <a:cxnSpLocks/>
          </p:cNvCxnSpPr>
          <p:nvPr/>
        </p:nvCxnSpPr>
        <p:spPr>
          <a:xfrm flipH="1" flipV="1">
            <a:off x="10147473" y="10908676"/>
            <a:ext cx="1059561" cy="42633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446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726" y="-1586070"/>
            <a:ext cx="19667926" cy="15461528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5153832" y="-4241406"/>
            <a:ext cx="27771175" cy="2408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1446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1446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9316387" y="2249451"/>
            <a:ext cx="1460887" cy="75197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2464470" y="2820604"/>
            <a:ext cx="10870074" cy="8765324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10396985" y="1559667"/>
            <a:ext cx="6220969" cy="10194641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8335426" y="2881943"/>
            <a:ext cx="4517658" cy="2851825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BD6D29-69F9-89EB-8C9A-E3C72D1DCB06}"/>
              </a:ext>
            </a:extLst>
          </p:cNvPr>
          <p:cNvCxnSpPr>
            <a:cxnSpLocks/>
          </p:cNvCxnSpPr>
          <p:nvPr/>
        </p:nvCxnSpPr>
        <p:spPr>
          <a:xfrm>
            <a:off x="2201708" y="2613626"/>
            <a:ext cx="1413982" cy="5816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720189" y="1126061"/>
            <a:ext cx="6155047" cy="11361667"/>
            <a:chOff x="1097582" y="3434833"/>
            <a:chExt cx="4085336" cy="7541161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7582" y="3434833"/>
              <a:ext cx="718124" cy="31470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9257DDF-5A9E-8114-E54F-21176E62A1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6601" y="3758329"/>
              <a:ext cx="0" cy="17396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>
              <a:off x="1598227" y="3830461"/>
              <a:ext cx="208260" cy="10488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>
              <a:extLst>
                <a:ext uri="{FF2B5EF4-FFF2-40B4-BE49-F238E27FC236}">
                  <a16:creationId xmlns:a16="http://schemas.microsoft.com/office/drawing/2014/main" id="{88DF944C-C3BE-D1CE-6301-2EFB6404BF8C}"/>
                </a:ext>
              </a:extLst>
            </p:cNvPr>
            <p:cNvCxnSpPr>
              <a:cxnSpLocks/>
            </p:cNvCxnSpPr>
            <p:nvPr/>
          </p:nvCxnSpPr>
          <p:spPr>
            <a:xfrm>
              <a:off x="4234361" y="7315199"/>
              <a:ext cx="0" cy="113677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32905177-910D-F3F0-59FD-568E847F40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6549" y="8432767"/>
              <a:ext cx="958912" cy="41418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63552815-084A-0150-08A7-9C88D6CFA705}"/>
                </a:ext>
              </a:extLst>
            </p:cNvPr>
            <p:cNvCxnSpPr>
              <a:cxnSpLocks/>
            </p:cNvCxnSpPr>
            <p:nvPr/>
          </p:nvCxnSpPr>
          <p:spPr>
            <a:xfrm>
              <a:off x="3270993" y="8847015"/>
              <a:ext cx="0" cy="59240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84FA1BD6-F26D-29AC-F950-9C1DFA01AD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30749" y="10617863"/>
              <a:ext cx="952169" cy="3581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6A6F5CCD-BB48-1096-D724-7B95A07F14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4483" y="9422386"/>
              <a:ext cx="456157" cy="2092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D29808EE-EFA8-E59C-1E88-244D6C560D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5105" y="10708058"/>
              <a:ext cx="530454" cy="21976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27EAC819-D7AC-BA45-5D28-87E044F2E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939" y="10712936"/>
              <a:ext cx="220132" cy="9627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20DDC34-27A6-E158-0458-6CDA057F01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73870" y="10400383"/>
              <a:ext cx="911466" cy="39678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03811197-A8DF-E0A4-A609-316E7B423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25334" y="9498430"/>
              <a:ext cx="717709" cy="3313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EACC5689-69B3-5352-044D-2C3232686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260" y="9323097"/>
              <a:ext cx="506611" cy="22952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978">
              <a:extLst>
                <a:ext uri="{FF2B5EF4-FFF2-40B4-BE49-F238E27FC236}">
                  <a16:creationId xmlns:a16="http://schemas.microsoft.com/office/drawing/2014/main" id="{0B3C62A7-A7CF-169D-01A1-76811BD1B7B1}"/>
                </a:ext>
              </a:extLst>
            </p:cNvPr>
            <p:cNvCxnSpPr>
              <a:cxnSpLocks/>
            </p:cNvCxnSpPr>
            <p:nvPr/>
          </p:nvCxnSpPr>
          <p:spPr>
            <a:xfrm>
              <a:off x="1144721" y="8144658"/>
              <a:ext cx="703018" cy="29334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729DC722-C4B9-0C4E-D244-5897661BC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978" y="4420885"/>
              <a:ext cx="916337" cy="38064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760D996F-F298-A3C4-2727-6FBECA2DFB92}"/>
                </a:ext>
              </a:extLst>
            </p:cNvPr>
            <p:cNvCxnSpPr>
              <a:cxnSpLocks/>
            </p:cNvCxnSpPr>
            <p:nvPr/>
          </p:nvCxnSpPr>
          <p:spPr>
            <a:xfrm>
              <a:off x="1163267" y="4821766"/>
              <a:ext cx="459405" cy="1753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9F4CF799-4A36-3270-1C1E-DD0864C48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2493" y="4988668"/>
              <a:ext cx="0" cy="152573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A4F7B806-E9B3-12EE-83B3-800C4461B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0277" y="8832503"/>
              <a:ext cx="230967" cy="10308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4BBCD52E-B0CC-5BFB-0E59-399FD9DFD4C1}"/>
                </a:ext>
              </a:extLst>
            </p:cNvPr>
            <p:cNvCxnSpPr>
              <a:cxnSpLocks/>
            </p:cNvCxnSpPr>
            <p:nvPr/>
          </p:nvCxnSpPr>
          <p:spPr>
            <a:xfrm>
              <a:off x="2098936" y="8948828"/>
              <a:ext cx="207366" cy="960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9ED0110-7340-9D6A-0969-F16998BDE346}"/>
                </a:ext>
              </a:extLst>
            </p:cNvPr>
            <p:cNvCxnSpPr>
              <a:cxnSpLocks/>
            </p:cNvCxnSpPr>
            <p:nvPr/>
          </p:nvCxnSpPr>
          <p:spPr>
            <a:xfrm>
              <a:off x="2795571" y="9636013"/>
              <a:ext cx="0" cy="20296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DEEBA5E-3698-A004-DA5E-D3AC459020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3524" y="9811827"/>
              <a:ext cx="946751" cy="38624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02D6C53-1A9A-2CD0-31BE-757F99CD9BDD}"/>
                </a:ext>
              </a:extLst>
            </p:cNvPr>
            <p:cNvCxnSpPr>
              <a:cxnSpLocks/>
            </p:cNvCxnSpPr>
            <p:nvPr/>
          </p:nvCxnSpPr>
          <p:spPr>
            <a:xfrm>
              <a:off x="1849785" y="10187300"/>
              <a:ext cx="0" cy="20296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05D221-00CF-CE7C-7E8F-A3A510D0BE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9303" y="10617863"/>
              <a:ext cx="681100" cy="3076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5560D84-93EF-C20D-E47A-5E7B38AFC8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9051" y="4519990"/>
              <a:ext cx="730954" cy="361286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lgDashDotDot"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70B4CD79-9D15-CEE6-18AB-072B39406D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6491" y="3822588"/>
              <a:ext cx="2624027" cy="364434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Dot"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EFD0A69A-2075-5CDB-0283-2D6764D0C3FE}"/>
                </a:ext>
              </a:extLst>
            </p:cNvPr>
            <p:cNvCxnSpPr>
              <a:cxnSpLocks/>
            </p:cNvCxnSpPr>
            <p:nvPr/>
          </p:nvCxnSpPr>
          <p:spPr>
            <a:xfrm>
              <a:off x="1856168" y="8458235"/>
              <a:ext cx="0" cy="17196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0779FB13-D372-B7E8-B24D-44D400D84697}"/>
                </a:ext>
              </a:extLst>
            </p:cNvPr>
            <p:cNvCxnSpPr>
              <a:cxnSpLocks/>
            </p:cNvCxnSpPr>
            <p:nvPr/>
          </p:nvCxnSpPr>
          <p:spPr>
            <a:xfrm>
              <a:off x="1638687" y="9338269"/>
              <a:ext cx="207366" cy="960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1807569" y="1432560"/>
            <a:ext cx="5724801" cy="3360420"/>
            <a:chOff x="1826619" y="861060"/>
            <a:chExt cx="5724801" cy="336042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AFE7C28-00E1-E51D-559E-42EC24187364}"/>
                </a:ext>
              </a:extLst>
            </p:cNvPr>
            <p:cNvCxnSpPr>
              <a:cxnSpLocks/>
            </p:cNvCxnSpPr>
            <p:nvPr/>
          </p:nvCxnSpPr>
          <p:spPr>
            <a:xfrm>
              <a:off x="1826619" y="1321183"/>
              <a:ext cx="367941" cy="14947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231CF5CD-BD10-B306-AE3E-340635EA0B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0320" y="861060"/>
              <a:ext cx="1066800" cy="4648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5089249" y="1758950"/>
              <a:ext cx="0" cy="5740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5057499" y="2319403"/>
              <a:ext cx="375561" cy="1647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F13E4386-2BB3-96F2-B728-04DCF0787A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0936" y="2339340"/>
              <a:ext cx="323124" cy="122646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5078906-0F23-D98B-1EF4-4B4BF766F7B5}"/>
                </a:ext>
              </a:extLst>
            </p:cNvPr>
            <p:cNvCxnSpPr>
              <a:cxnSpLocks/>
            </p:cNvCxnSpPr>
            <p:nvPr/>
          </p:nvCxnSpPr>
          <p:spPr>
            <a:xfrm>
              <a:off x="5804259" y="2349883"/>
              <a:ext cx="1404261" cy="56857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190B4B7A-A472-7967-62D6-E070AE6418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550" y="2796540"/>
              <a:ext cx="991870" cy="4673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A5839A20-F0F1-6DDC-3083-B2A264FD199E}"/>
                </a:ext>
              </a:extLst>
            </p:cNvPr>
            <p:cNvCxnSpPr>
              <a:cxnSpLocks/>
            </p:cNvCxnSpPr>
            <p:nvPr/>
          </p:nvCxnSpPr>
          <p:spPr>
            <a:xfrm>
              <a:off x="6523079" y="3256663"/>
              <a:ext cx="0" cy="5838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EC1D2588-59AE-DF1E-2C82-2C9F3DDE22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060" y="3810000"/>
              <a:ext cx="312420" cy="1752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5DFCC8C2-6DD1-B249-8497-3B0078D8708A}"/>
                </a:ext>
              </a:extLst>
            </p:cNvPr>
            <p:cNvCxnSpPr>
              <a:cxnSpLocks/>
            </p:cNvCxnSpPr>
            <p:nvPr/>
          </p:nvCxnSpPr>
          <p:spPr>
            <a:xfrm>
              <a:off x="5862679" y="3782443"/>
              <a:ext cx="1015641" cy="43903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3" name="Straight Connector 932">
            <a:extLst>
              <a:ext uri="{FF2B5EF4-FFF2-40B4-BE49-F238E27FC236}">
                <a16:creationId xmlns:a16="http://schemas.microsoft.com/office/drawing/2014/main" id="{63126CE4-CEF3-D76B-A29B-AD576854C44E}"/>
              </a:ext>
            </a:extLst>
          </p:cNvPr>
          <p:cNvCxnSpPr>
            <a:cxnSpLocks/>
          </p:cNvCxnSpPr>
          <p:nvPr/>
        </p:nvCxnSpPr>
        <p:spPr>
          <a:xfrm flipH="1">
            <a:off x="3314700" y="4371306"/>
            <a:ext cx="273848" cy="1625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936">
            <a:extLst>
              <a:ext uri="{FF2B5EF4-FFF2-40B4-BE49-F238E27FC236}">
                <a16:creationId xmlns:a16="http://schemas.microsoft.com/office/drawing/2014/main" id="{E0187159-4FA6-31EC-D777-41679F520C88}"/>
              </a:ext>
            </a:extLst>
          </p:cNvPr>
          <p:cNvCxnSpPr>
            <a:cxnSpLocks/>
          </p:cNvCxnSpPr>
          <p:nvPr/>
        </p:nvCxnSpPr>
        <p:spPr>
          <a:xfrm>
            <a:off x="4429125" y="6400800"/>
            <a:ext cx="1034415" cy="47244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Straight Connector 942">
            <a:extLst>
              <a:ext uri="{FF2B5EF4-FFF2-40B4-BE49-F238E27FC236}">
                <a16:creationId xmlns:a16="http://schemas.microsoft.com/office/drawing/2014/main" id="{F583BF81-BCF9-74AE-93C0-899D88E409F3}"/>
              </a:ext>
            </a:extLst>
          </p:cNvPr>
          <p:cNvCxnSpPr>
            <a:cxnSpLocks/>
          </p:cNvCxnSpPr>
          <p:nvPr/>
        </p:nvCxnSpPr>
        <p:spPr>
          <a:xfrm>
            <a:off x="3634268" y="3251166"/>
            <a:ext cx="0" cy="113033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953">
            <a:extLst>
              <a:ext uri="{FF2B5EF4-FFF2-40B4-BE49-F238E27FC236}">
                <a16:creationId xmlns:a16="http://schemas.microsoft.com/office/drawing/2014/main" id="{475A0BD0-1BA7-20B8-84D2-0F1175BD05B6}"/>
              </a:ext>
            </a:extLst>
          </p:cNvPr>
          <p:cNvCxnSpPr>
            <a:cxnSpLocks/>
          </p:cNvCxnSpPr>
          <p:nvPr/>
        </p:nvCxnSpPr>
        <p:spPr>
          <a:xfrm flipH="1">
            <a:off x="7620000" y="6294120"/>
            <a:ext cx="1383030" cy="6096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EE671654-43B0-400C-4622-EAF778A8FB27}"/>
              </a:ext>
            </a:extLst>
          </p:cNvPr>
          <p:cNvCxnSpPr>
            <a:cxnSpLocks/>
          </p:cNvCxnSpPr>
          <p:nvPr/>
        </p:nvCxnSpPr>
        <p:spPr>
          <a:xfrm flipH="1">
            <a:off x="7947660" y="8081772"/>
            <a:ext cx="1085088" cy="46024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A1229BF0-7913-4A09-73CE-7B5C268CB762}"/>
              </a:ext>
            </a:extLst>
          </p:cNvPr>
          <p:cNvCxnSpPr>
            <a:cxnSpLocks/>
          </p:cNvCxnSpPr>
          <p:nvPr/>
        </p:nvCxnSpPr>
        <p:spPr>
          <a:xfrm flipH="1" flipV="1">
            <a:off x="9363456" y="8211312"/>
            <a:ext cx="426720" cy="19507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8AA00092-35D5-D10E-60F8-45C99CA694F8}"/>
              </a:ext>
            </a:extLst>
          </p:cNvPr>
          <p:cNvCxnSpPr>
            <a:cxnSpLocks/>
          </p:cNvCxnSpPr>
          <p:nvPr/>
        </p:nvCxnSpPr>
        <p:spPr>
          <a:xfrm>
            <a:off x="7949093" y="8580120"/>
            <a:ext cx="0" cy="112903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C7F09C29-7378-E39C-2C7D-78EC633865A0}"/>
              </a:ext>
            </a:extLst>
          </p:cNvPr>
          <p:cNvCxnSpPr>
            <a:cxnSpLocks/>
          </p:cNvCxnSpPr>
          <p:nvPr/>
        </p:nvCxnSpPr>
        <p:spPr>
          <a:xfrm flipH="1" flipV="1">
            <a:off x="7928610" y="9692640"/>
            <a:ext cx="2186940" cy="92773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A06BC6F0-8D35-E72A-64FE-DF7AE0FEED77}"/>
              </a:ext>
            </a:extLst>
          </p:cNvPr>
          <p:cNvCxnSpPr>
            <a:cxnSpLocks/>
          </p:cNvCxnSpPr>
          <p:nvPr/>
        </p:nvCxnSpPr>
        <p:spPr>
          <a:xfrm>
            <a:off x="10114026" y="10595610"/>
            <a:ext cx="0" cy="33909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F9148793-2EB7-7C3A-DB2A-B3F2E586929A}"/>
              </a:ext>
            </a:extLst>
          </p:cNvPr>
          <p:cNvCxnSpPr>
            <a:cxnSpLocks/>
          </p:cNvCxnSpPr>
          <p:nvPr/>
        </p:nvCxnSpPr>
        <p:spPr>
          <a:xfrm flipH="1" flipV="1">
            <a:off x="10113264" y="10917936"/>
            <a:ext cx="1059561" cy="42633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3EBFAE12-F682-57A3-5FE6-E476F5F4820A}"/>
              </a:ext>
            </a:extLst>
          </p:cNvPr>
          <p:cNvCxnSpPr>
            <a:cxnSpLocks/>
          </p:cNvCxnSpPr>
          <p:nvPr/>
        </p:nvCxnSpPr>
        <p:spPr>
          <a:xfrm>
            <a:off x="2186468" y="2039586"/>
            <a:ext cx="0" cy="60455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8561166" y="1197907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12.05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27AA6D1-462F-6283-56AB-68040CEFBEB6}"/>
              </a:ext>
            </a:extLst>
          </p:cNvPr>
          <p:cNvCxnSpPr>
            <a:cxnSpLocks/>
          </p:cNvCxnSpPr>
          <p:nvPr/>
        </p:nvCxnSpPr>
        <p:spPr>
          <a:xfrm>
            <a:off x="3291368" y="4561806"/>
            <a:ext cx="0" cy="112461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44DC4D00-D0BB-6623-CFCB-426D288AEA43}"/>
              </a:ext>
            </a:extLst>
          </p:cNvPr>
          <p:cNvCxnSpPr>
            <a:cxnSpLocks/>
          </p:cNvCxnSpPr>
          <p:nvPr/>
        </p:nvCxnSpPr>
        <p:spPr>
          <a:xfrm flipH="1">
            <a:off x="5448300" y="6408420"/>
            <a:ext cx="1089660" cy="4572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E0DC497A-921A-499A-20E6-105007218C88}"/>
              </a:ext>
            </a:extLst>
          </p:cNvPr>
          <p:cNvCxnSpPr>
            <a:cxnSpLocks/>
          </p:cNvCxnSpPr>
          <p:nvPr/>
        </p:nvCxnSpPr>
        <p:spPr>
          <a:xfrm>
            <a:off x="6494308" y="6446486"/>
            <a:ext cx="1140932" cy="47247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833155B3-1177-18E4-C9FF-21FE5AA75F5D}"/>
              </a:ext>
            </a:extLst>
          </p:cNvPr>
          <p:cNvCxnSpPr>
            <a:cxnSpLocks/>
          </p:cNvCxnSpPr>
          <p:nvPr/>
        </p:nvCxnSpPr>
        <p:spPr>
          <a:xfrm>
            <a:off x="8314182" y="7176770"/>
            <a:ext cx="0" cy="59258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299DDAD7-E3B7-140F-594B-C36F5AC148EF}"/>
              </a:ext>
            </a:extLst>
          </p:cNvPr>
          <p:cNvCxnSpPr>
            <a:cxnSpLocks/>
          </p:cNvCxnSpPr>
          <p:nvPr/>
        </p:nvCxnSpPr>
        <p:spPr>
          <a:xfrm flipH="1" flipV="1">
            <a:off x="8288655" y="7763764"/>
            <a:ext cx="1068705" cy="46583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D83A574D-A1EB-FD50-6F01-219E9F2330F0}"/>
              </a:ext>
            </a:extLst>
          </p:cNvPr>
          <p:cNvCxnSpPr>
            <a:cxnSpLocks/>
          </p:cNvCxnSpPr>
          <p:nvPr/>
        </p:nvCxnSpPr>
        <p:spPr>
          <a:xfrm>
            <a:off x="7964968" y="7025606"/>
            <a:ext cx="378932" cy="19815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4851413C-B6C9-5A85-DF8C-BB1C7B252575}"/>
              </a:ext>
            </a:extLst>
          </p:cNvPr>
          <p:cNvCxnSpPr>
            <a:cxnSpLocks/>
          </p:cNvCxnSpPr>
          <p:nvPr/>
        </p:nvCxnSpPr>
        <p:spPr>
          <a:xfrm>
            <a:off x="7963662" y="6734810"/>
            <a:ext cx="0" cy="30607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F74CB3-A806-28D6-6B19-9A1784DDC254}"/>
              </a:ext>
            </a:extLst>
          </p:cNvPr>
          <p:cNvCxnSpPr>
            <a:cxnSpLocks/>
          </p:cNvCxnSpPr>
          <p:nvPr/>
        </p:nvCxnSpPr>
        <p:spPr>
          <a:xfrm>
            <a:off x="3635099" y="1416050"/>
            <a:ext cx="3607530" cy="11196864"/>
          </a:xfrm>
          <a:prstGeom prst="line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  <a:prstDash val="dashDot"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442992-F43E-598A-8249-F54B91A9A5A6}"/>
              </a:ext>
            </a:extLst>
          </p:cNvPr>
          <p:cNvCxnSpPr>
            <a:cxnSpLocks/>
          </p:cNvCxnSpPr>
          <p:nvPr/>
        </p:nvCxnSpPr>
        <p:spPr>
          <a:xfrm>
            <a:off x="3267075" y="5667375"/>
            <a:ext cx="1133475" cy="44767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159572-6707-8FDA-EB80-B892A31BED85}"/>
              </a:ext>
            </a:extLst>
          </p:cNvPr>
          <p:cNvCxnSpPr>
            <a:cxnSpLocks/>
          </p:cNvCxnSpPr>
          <p:nvPr/>
        </p:nvCxnSpPr>
        <p:spPr>
          <a:xfrm>
            <a:off x="4401312" y="6087110"/>
            <a:ext cx="0" cy="30607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028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726" y="-1586070"/>
            <a:ext cx="19667926" cy="15461528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5153832" y="-4241406"/>
            <a:ext cx="27771175" cy="2408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1446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1446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9316387" y="2249451"/>
            <a:ext cx="1460887" cy="75197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2464470" y="2820604"/>
            <a:ext cx="10870074" cy="8765324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10396985" y="1559667"/>
            <a:ext cx="6220969" cy="10194641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8335426" y="2881943"/>
            <a:ext cx="4517658" cy="2851825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BD6D29-69F9-89EB-8C9A-E3C72D1DCB06}"/>
              </a:ext>
            </a:extLst>
          </p:cNvPr>
          <p:cNvCxnSpPr>
            <a:cxnSpLocks/>
          </p:cNvCxnSpPr>
          <p:nvPr/>
        </p:nvCxnSpPr>
        <p:spPr>
          <a:xfrm>
            <a:off x="2201708" y="2613626"/>
            <a:ext cx="1413982" cy="5816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720189" y="1126061"/>
            <a:ext cx="6155047" cy="11361667"/>
            <a:chOff x="1097582" y="3434833"/>
            <a:chExt cx="4085336" cy="7541161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7582" y="3434833"/>
              <a:ext cx="718124" cy="31470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9257DDF-5A9E-8114-E54F-21176E62A1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6601" y="3758329"/>
              <a:ext cx="0" cy="17396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>
              <a:off x="1598227" y="3830461"/>
              <a:ext cx="208260" cy="10488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>
              <a:extLst>
                <a:ext uri="{FF2B5EF4-FFF2-40B4-BE49-F238E27FC236}">
                  <a16:creationId xmlns:a16="http://schemas.microsoft.com/office/drawing/2014/main" id="{88DF944C-C3BE-D1CE-6301-2EFB6404BF8C}"/>
                </a:ext>
              </a:extLst>
            </p:cNvPr>
            <p:cNvCxnSpPr>
              <a:cxnSpLocks/>
            </p:cNvCxnSpPr>
            <p:nvPr/>
          </p:nvCxnSpPr>
          <p:spPr>
            <a:xfrm>
              <a:off x="4234361" y="7315199"/>
              <a:ext cx="0" cy="113677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32905177-910D-F3F0-59FD-568E847F40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6549" y="8432767"/>
              <a:ext cx="958912" cy="41418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63552815-084A-0150-08A7-9C88D6CFA705}"/>
                </a:ext>
              </a:extLst>
            </p:cNvPr>
            <p:cNvCxnSpPr>
              <a:cxnSpLocks/>
            </p:cNvCxnSpPr>
            <p:nvPr/>
          </p:nvCxnSpPr>
          <p:spPr>
            <a:xfrm>
              <a:off x="3270993" y="8847015"/>
              <a:ext cx="0" cy="59240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84FA1BD6-F26D-29AC-F950-9C1DFA01AD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30749" y="10617863"/>
              <a:ext cx="952169" cy="3581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6A6F5CCD-BB48-1096-D724-7B95A07F14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4483" y="9422386"/>
              <a:ext cx="456157" cy="2092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D29808EE-EFA8-E59C-1E88-244D6C560D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5105" y="10708058"/>
              <a:ext cx="530454" cy="21976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27EAC819-D7AC-BA45-5D28-87E044F2E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939" y="10712936"/>
              <a:ext cx="220132" cy="9627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20DDC34-27A6-E158-0458-6CDA057F01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73870" y="10400383"/>
              <a:ext cx="911466" cy="39678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03811197-A8DF-E0A4-A609-316E7B423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25334" y="9498430"/>
              <a:ext cx="717709" cy="3313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EACC5689-69B3-5352-044D-2C3232686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260" y="9323097"/>
              <a:ext cx="506611" cy="22952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978">
              <a:extLst>
                <a:ext uri="{FF2B5EF4-FFF2-40B4-BE49-F238E27FC236}">
                  <a16:creationId xmlns:a16="http://schemas.microsoft.com/office/drawing/2014/main" id="{0B3C62A7-A7CF-169D-01A1-76811BD1B7B1}"/>
                </a:ext>
              </a:extLst>
            </p:cNvPr>
            <p:cNvCxnSpPr>
              <a:cxnSpLocks/>
            </p:cNvCxnSpPr>
            <p:nvPr/>
          </p:nvCxnSpPr>
          <p:spPr>
            <a:xfrm>
              <a:off x="1144721" y="8144658"/>
              <a:ext cx="703018" cy="29334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729DC722-C4B9-0C4E-D244-5897661BC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978" y="4420885"/>
              <a:ext cx="916337" cy="38064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760D996F-F298-A3C4-2727-6FBECA2DFB92}"/>
                </a:ext>
              </a:extLst>
            </p:cNvPr>
            <p:cNvCxnSpPr>
              <a:cxnSpLocks/>
            </p:cNvCxnSpPr>
            <p:nvPr/>
          </p:nvCxnSpPr>
          <p:spPr>
            <a:xfrm>
              <a:off x="1163267" y="4821766"/>
              <a:ext cx="459405" cy="1753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9F4CF799-4A36-3270-1C1E-DD0864C48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2493" y="4988668"/>
              <a:ext cx="0" cy="152573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A4F7B806-E9B3-12EE-83B3-800C4461B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0277" y="8832503"/>
              <a:ext cx="230967" cy="10308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4BBCD52E-B0CC-5BFB-0E59-399FD9DFD4C1}"/>
                </a:ext>
              </a:extLst>
            </p:cNvPr>
            <p:cNvCxnSpPr>
              <a:cxnSpLocks/>
            </p:cNvCxnSpPr>
            <p:nvPr/>
          </p:nvCxnSpPr>
          <p:spPr>
            <a:xfrm>
              <a:off x="2098936" y="8948828"/>
              <a:ext cx="207366" cy="960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9ED0110-7340-9D6A-0969-F16998BDE346}"/>
                </a:ext>
              </a:extLst>
            </p:cNvPr>
            <p:cNvCxnSpPr>
              <a:cxnSpLocks/>
            </p:cNvCxnSpPr>
            <p:nvPr/>
          </p:nvCxnSpPr>
          <p:spPr>
            <a:xfrm>
              <a:off x="2795571" y="9636013"/>
              <a:ext cx="0" cy="20296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DEEBA5E-3698-A004-DA5E-D3AC459020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3524" y="9811827"/>
              <a:ext cx="946751" cy="38624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02D6C53-1A9A-2CD0-31BE-757F99CD9BDD}"/>
                </a:ext>
              </a:extLst>
            </p:cNvPr>
            <p:cNvCxnSpPr>
              <a:cxnSpLocks/>
            </p:cNvCxnSpPr>
            <p:nvPr/>
          </p:nvCxnSpPr>
          <p:spPr>
            <a:xfrm>
              <a:off x="1849785" y="10187300"/>
              <a:ext cx="0" cy="20296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05D221-00CF-CE7C-7E8F-A3A510D0BE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9303" y="10617863"/>
              <a:ext cx="681100" cy="3076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5560D84-93EF-C20D-E47A-5E7B38AFC8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9051" y="4519990"/>
              <a:ext cx="730954" cy="361286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lgDashDotDot"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70B4CD79-9D15-CEE6-18AB-072B39406D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6491" y="3822588"/>
              <a:ext cx="2624027" cy="364434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Dot"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EFD0A69A-2075-5CDB-0283-2D6764D0C3FE}"/>
                </a:ext>
              </a:extLst>
            </p:cNvPr>
            <p:cNvCxnSpPr>
              <a:cxnSpLocks/>
            </p:cNvCxnSpPr>
            <p:nvPr/>
          </p:nvCxnSpPr>
          <p:spPr>
            <a:xfrm>
              <a:off x="1856168" y="8458235"/>
              <a:ext cx="0" cy="17196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0779FB13-D372-B7E8-B24D-44D400D84697}"/>
                </a:ext>
              </a:extLst>
            </p:cNvPr>
            <p:cNvCxnSpPr>
              <a:cxnSpLocks/>
            </p:cNvCxnSpPr>
            <p:nvPr/>
          </p:nvCxnSpPr>
          <p:spPr>
            <a:xfrm>
              <a:off x="1638687" y="9338269"/>
              <a:ext cx="207366" cy="960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1807569" y="1416050"/>
            <a:ext cx="5724801" cy="3376930"/>
            <a:chOff x="1826619" y="844550"/>
            <a:chExt cx="5724801" cy="33769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AFE7C28-00E1-E51D-559E-42EC24187364}"/>
                </a:ext>
              </a:extLst>
            </p:cNvPr>
            <p:cNvCxnSpPr>
              <a:cxnSpLocks/>
            </p:cNvCxnSpPr>
            <p:nvPr/>
          </p:nvCxnSpPr>
          <p:spPr>
            <a:xfrm>
              <a:off x="1826619" y="1321183"/>
              <a:ext cx="367941" cy="14947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231CF5CD-BD10-B306-AE3E-340635EA0B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0320" y="861060"/>
              <a:ext cx="1066800" cy="4648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B4882E3-3464-6148-46B6-7A41A9C4D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9550" y="2032000"/>
              <a:ext cx="1028700" cy="43688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5089249" y="1758950"/>
              <a:ext cx="0" cy="5740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5057499" y="2319403"/>
              <a:ext cx="375561" cy="1647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F13E4386-2BB3-96F2-B728-04DCF0787A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0936" y="2339340"/>
              <a:ext cx="323124" cy="122646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5078906-0F23-D98B-1EF4-4B4BF766F7B5}"/>
                </a:ext>
              </a:extLst>
            </p:cNvPr>
            <p:cNvCxnSpPr>
              <a:cxnSpLocks/>
            </p:cNvCxnSpPr>
            <p:nvPr/>
          </p:nvCxnSpPr>
          <p:spPr>
            <a:xfrm>
              <a:off x="5804259" y="2349883"/>
              <a:ext cx="1404261" cy="56857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190B4B7A-A472-7967-62D6-E070AE6418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550" y="2796540"/>
              <a:ext cx="991870" cy="4673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A5839A20-F0F1-6DDC-3083-B2A264FD199E}"/>
                </a:ext>
              </a:extLst>
            </p:cNvPr>
            <p:cNvCxnSpPr>
              <a:cxnSpLocks/>
            </p:cNvCxnSpPr>
            <p:nvPr/>
          </p:nvCxnSpPr>
          <p:spPr>
            <a:xfrm>
              <a:off x="6523079" y="3256663"/>
              <a:ext cx="0" cy="5838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EC1D2588-59AE-DF1E-2C82-2C9F3DDE22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060" y="3810000"/>
              <a:ext cx="312420" cy="1752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5DFCC8C2-6DD1-B249-8497-3B0078D8708A}"/>
                </a:ext>
              </a:extLst>
            </p:cNvPr>
            <p:cNvCxnSpPr>
              <a:cxnSpLocks/>
            </p:cNvCxnSpPr>
            <p:nvPr/>
          </p:nvCxnSpPr>
          <p:spPr>
            <a:xfrm>
              <a:off x="5862679" y="3782443"/>
              <a:ext cx="1015641" cy="43903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9CB8440-6F04-A2F2-6C59-AF7F9C98B812}"/>
                </a:ext>
              </a:extLst>
            </p:cNvPr>
            <p:cNvCxnSpPr>
              <a:cxnSpLocks/>
            </p:cNvCxnSpPr>
            <p:nvPr/>
          </p:nvCxnSpPr>
          <p:spPr>
            <a:xfrm>
              <a:off x="3654149" y="844550"/>
              <a:ext cx="378101" cy="163195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  <a:prstDash val="dashDot"/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3" name="Straight Connector 932">
            <a:extLst>
              <a:ext uri="{FF2B5EF4-FFF2-40B4-BE49-F238E27FC236}">
                <a16:creationId xmlns:a16="http://schemas.microsoft.com/office/drawing/2014/main" id="{63126CE4-CEF3-D76B-A29B-AD576854C44E}"/>
              </a:ext>
            </a:extLst>
          </p:cNvPr>
          <p:cNvCxnSpPr>
            <a:cxnSpLocks/>
          </p:cNvCxnSpPr>
          <p:nvPr/>
        </p:nvCxnSpPr>
        <p:spPr>
          <a:xfrm flipH="1">
            <a:off x="3314700" y="4371306"/>
            <a:ext cx="273848" cy="1625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936">
            <a:extLst>
              <a:ext uri="{FF2B5EF4-FFF2-40B4-BE49-F238E27FC236}">
                <a16:creationId xmlns:a16="http://schemas.microsoft.com/office/drawing/2014/main" id="{E0187159-4FA6-31EC-D777-41679F520C88}"/>
              </a:ext>
            </a:extLst>
          </p:cNvPr>
          <p:cNvCxnSpPr>
            <a:cxnSpLocks/>
          </p:cNvCxnSpPr>
          <p:nvPr/>
        </p:nvCxnSpPr>
        <p:spPr>
          <a:xfrm>
            <a:off x="3301528" y="5966426"/>
            <a:ext cx="2162012" cy="90681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Straight Connector 942">
            <a:extLst>
              <a:ext uri="{FF2B5EF4-FFF2-40B4-BE49-F238E27FC236}">
                <a16:creationId xmlns:a16="http://schemas.microsoft.com/office/drawing/2014/main" id="{F583BF81-BCF9-74AE-93C0-899D88E409F3}"/>
              </a:ext>
            </a:extLst>
          </p:cNvPr>
          <p:cNvCxnSpPr>
            <a:cxnSpLocks/>
          </p:cNvCxnSpPr>
          <p:nvPr/>
        </p:nvCxnSpPr>
        <p:spPr>
          <a:xfrm>
            <a:off x="3634268" y="3251166"/>
            <a:ext cx="0" cy="113033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953">
            <a:extLst>
              <a:ext uri="{FF2B5EF4-FFF2-40B4-BE49-F238E27FC236}">
                <a16:creationId xmlns:a16="http://schemas.microsoft.com/office/drawing/2014/main" id="{475A0BD0-1BA7-20B8-84D2-0F1175BD05B6}"/>
              </a:ext>
            </a:extLst>
          </p:cNvPr>
          <p:cNvCxnSpPr>
            <a:cxnSpLocks/>
          </p:cNvCxnSpPr>
          <p:nvPr/>
        </p:nvCxnSpPr>
        <p:spPr>
          <a:xfrm flipH="1">
            <a:off x="7620000" y="6294120"/>
            <a:ext cx="1383030" cy="6096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EE671654-43B0-400C-4622-EAF778A8FB27}"/>
              </a:ext>
            </a:extLst>
          </p:cNvPr>
          <p:cNvCxnSpPr>
            <a:cxnSpLocks/>
          </p:cNvCxnSpPr>
          <p:nvPr/>
        </p:nvCxnSpPr>
        <p:spPr>
          <a:xfrm flipH="1">
            <a:off x="7947660" y="8081772"/>
            <a:ext cx="1085088" cy="46024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A1229BF0-7913-4A09-73CE-7B5C268CB762}"/>
              </a:ext>
            </a:extLst>
          </p:cNvPr>
          <p:cNvCxnSpPr>
            <a:cxnSpLocks/>
          </p:cNvCxnSpPr>
          <p:nvPr/>
        </p:nvCxnSpPr>
        <p:spPr>
          <a:xfrm flipH="1" flipV="1">
            <a:off x="9363456" y="8211312"/>
            <a:ext cx="426720" cy="19507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8AA00092-35D5-D10E-60F8-45C99CA694F8}"/>
              </a:ext>
            </a:extLst>
          </p:cNvPr>
          <p:cNvCxnSpPr>
            <a:cxnSpLocks/>
          </p:cNvCxnSpPr>
          <p:nvPr/>
        </p:nvCxnSpPr>
        <p:spPr>
          <a:xfrm>
            <a:off x="7949093" y="8580120"/>
            <a:ext cx="0" cy="112903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C7F09C29-7378-E39C-2C7D-78EC633865A0}"/>
              </a:ext>
            </a:extLst>
          </p:cNvPr>
          <p:cNvCxnSpPr>
            <a:cxnSpLocks/>
          </p:cNvCxnSpPr>
          <p:nvPr/>
        </p:nvCxnSpPr>
        <p:spPr>
          <a:xfrm flipH="1" flipV="1">
            <a:off x="7928610" y="9692640"/>
            <a:ext cx="2186940" cy="92773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A06BC6F0-8D35-E72A-64FE-DF7AE0FEED77}"/>
              </a:ext>
            </a:extLst>
          </p:cNvPr>
          <p:cNvCxnSpPr>
            <a:cxnSpLocks/>
          </p:cNvCxnSpPr>
          <p:nvPr/>
        </p:nvCxnSpPr>
        <p:spPr>
          <a:xfrm>
            <a:off x="10114026" y="10595610"/>
            <a:ext cx="0" cy="33909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F9148793-2EB7-7C3A-DB2A-B3F2E586929A}"/>
              </a:ext>
            </a:extLst>
          </p:cNvPr>
          <p:cNvCxnSpPr>
            <a:cxnSpLocks/>
          </p:cNvCxnSpPr>
          <p:nvPr/>
        </p:nvCxnSpPr>
        <p:spPr>
          <a:xfrm flipH="1" flipV="1">
            <a:off x="10113264" y="10917936"/>
            <a:ext cx="1059561" cy="42633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3EBFAE12-F682-57A3-5FE6-E476F5F4820A}"/>
              </a:ext>
            </a:extLst>
          </p:cNvPr>
          <p:cNvCxnSpPr>
            <a:cxnSpLocks/>
          </p:cNvCxnSpPr>
          <p:nvPr/>
        </p:nvCxnSpPr>
        <p:spPr>
          <a:xfrm>
            <a:off x="2186468" y="2039586"/>
            <a:ext cx="0" cy="60455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8542116" y="1192192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12.04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27AA6D1-462F-6283-56AB-68040CEFBEB6}"/>
              </a:ext>
            </a:extLst>
          </p:cNvPr>
          <p:cNvCxnSpPr>
            <a:cxnSpLocks/>
          </p:cNvCxnSpPr>
          <p:nvPr/>
        </p:nvCxnSpPr>
        <p:spPr>
          <a:xfrm>
            <a:off x="3291368" y="4561806"/>
            <a:ext cx="0" cy="141227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44DC4D00-D0BB-6623-CFCB-426D288AEA43}"/>
              </a:ext>
            </a:extLst>
          </p:cNvPr>
          <p:cNvCxnSpPr>
            <a:cxnSpLocks/>
          </p:cNvCxnSpPr>
          <p:nvPr/>
        </p:nvCxnSpPr>
        <p:spPr>
          <a:xfrm flipH="1">
            <a:off x="5448300" y="6408420"/>
            <a:ext cx="1089660" cy="4572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E0DC497A-921A-499A-20E6-105007218C88}"/>
              </a:ext>
            </a:extLst>
          </p:cNvPr>
          <p:cNvCxnSpPr>
            <a:cxnSpLocks/>
          </p:cNvCxnSpPr>
          <p:nvPr/>
        </p:nvCxnSpPr>
        <p:spPr>
          <a:xfrm>
            <a:off x="6494308" y="6446486"/>
            <a:ext cx="1140932" cy="47247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833155B3-1177-18E4-C9FF-21FE5AA75F5D}"/>
              </a:ext>
            </a:extLst>
          </p:cNvPr>
          <p:cNvCxnSpPr>
            <a:cxnSpLocks/>
          </p:cNvCxnSpPr>
          <p:nvPr/>
        </p:nvCxnSpPr>
        <p:spPr>
          <a:xfrm>
            <a:off x="8314182" y="7176770"/>
            <a:ext cx="0" cy="59258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299DDAD7-E3B7-140F-594B-C36F5AC148EF}"/>
              </a:ext>
            </a:extLst>
          </p:cNvPr>
          <p:cNvCxnSpPr>
            <a:cxnSpLocks/>
          </p:cNvCxnSpPr>
          <p:nvPr/>
        </p:nvCxnSpPr>
        <p:spPr>
          <a:xfrm flipH="1" flipV="1">
            <a:off x="8288655" y="7763764"/>
            <a:ext cx="1068705" cy="46583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D83A574D-A1EB-FD50-6F01-219E9F2330F0}"/>
              </a:ext>
            </a:extLst>
          </p:cNvPr>
          <p:cNvCxnSpPr>
            <a:cxnSpLocks/>
          </p:cNvCxnSpPr>
          <p:nvPr/>
        </p:nvCxnSpPr>
        <p:spPr>
          <a:xfrm>
            <a:off x="7964968" y="7025606"/>
            <a:ext cx="378932" cy="19815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4851413C-B6C9-5A85-DF8C-BB1C7B252575}"/>
              </a:ext>
            </a:extLst>
          </p:cNvPr>
          <p:cNvCxnSpPr>
            <a:cxnSpLocks/>
          </p:cNvCxnSpPr>
          <p:nvPr/>
        </p:nvCxnSpPr>
        <p:spPr>
          <a:xfrm>
            <a:off x="7963662" y="6734810"/>
            <a:ext cx="0" cy="30607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83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726" y="-1586070"/>
            <a:ext cx="19667926" cy="15461528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5153832" y="-4241406"/>
            <a:ext cx="27771175" cy="2408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1446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1446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9316387" y="2249451"/>
            <a:ext cx="1460887" cy="75197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2464470" y="2820604"/>
            <a:ext cx="10870074" cy="8765324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10396985" y="1559667"/>
            <a:ext cx="6220969" cy="10194641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8335426" y="2881943"/>
            <a:ext cx="4517658" cy="2851825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BD6D29-69F9-89EB-8C9A-E3C72D1DCB06}"/>
              </a:ext>
            </a:extLst>
          </p:cNvPr>
          <p:cNvCxnSpPr>
            <a:cxnSpLocks/>
          </p:cNvCxnSpPr>
          <p:nvPr/>
        </p:nvCxnSpPr>
        <p:spPr>
          <a:xfrm>
            <a:off x="2201708" y="2613626"/>
            <a:ext cx="1413982" cy="5816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720189" y="1126061"/>
            <a:ext cx="6155047" cy="11361667"/>
            <a:chOff x="1097582" y="3434833"/>
            <a:chExt cx="4085336" cy="7541161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7582" y="3434833"/>
              <a:ext cx="718124" cy="31470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9257DDF-5A9E-8114-E54F-21176E62A1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6601" y="3758329"/>
              <a:ext cx="0" cy="17396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>
              <a:off x="1598227" y="3830461"/>
              <a:ext cx="208260" cy="10488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>
              <a:extLst>
                <a:ext uri="{FF2B5EF4-FFF2-40B4-BE49-F238E27FC236}">
                  <a16:creationId xmlns:a16="http://schemas.microsoft.com/office/drawing/2014/main" id="{88DF944C-C3BE-D1CE-6301-2EFB6404BF8C}"/>
                </a:ext>
              </a:extLst>
            </p:cNvPr>
            <p:cNvCxnSpPr>
              <a:cxnSpLocks/>
            </p:cNvCxnSpPr>
            <p:nvPr/>
          </p:nvCxnSpPr>
          <p:spPr>
            <a:xfrm>
              <a:off x="4234361" y="7315199"/>
              <a:ext cx="0" cy="113677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32905177-910D-F3F0-59FD-568E847F40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6549" y="8432767"/>
              <a:ext cx="958912" cy="41418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63552815-084A-0150-08A7-9C88D6CFA705}"/>
                </a:ext>
              </a:extLst>
            </p:cNvPr>
            <p:cNvCxnSpPr>
              <a:cxnSpLocks/>
            </p:cNvCxnSpPr>
            <p:nvPr/>
          </p:nvCxnSpPr>
          <p:spPr>
            <a:xfrm>
              <a:off x="3270993" y="8847015"/>
              <a:ext cx="0" cy="59240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84FA1BD6-F26D-29AC-F950-9C1DFA01AD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30749" y="10617863"/>
              <a:ext cx="952169" cy="3581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6A6F5CCD-BB48-1096-D724-7B95A07F14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4483" y="9422386"/>
              <a:ext cx="456157" cy="2092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D29808EE-EFA8-E59C-1E88-244D6C560D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5105" y="10708058"/>
              <a:ext cx="530454" cy="21976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27EAC819-D7AC-BA45-5D28-87E044F2E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939" y="10712936"/>
              <a:ext cx="220132" cy="9627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20DDC34-27A6-E158-0458-6CDA057F01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73870" y="10400383"/>
              <a:ext cx="911466" cy="39678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03811197-A8DF-E0A4-A609-316E7B423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25334" y="9498430"/>
              <a:ext cx="717709" cy="3313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EACC5689-69B3-5352-044D-2C3232686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260" y="9225136"/>
              <a:ext cx="679537" cy="32748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Straight Connector 976">
              <a:extLst>
                <a:ext uri="{FF2B5EF4-FFF2-40B4-BE49-F238E27FC236}">
                  <a16:creationId xmlns:a16="http://schemas.microsoft.com/office/drawing/2014/main" id="{44AE1BA9-FBDF-60F1-3835-4E9A8874F294}"/>
                </a:ext>
              </a:extLst>
            </p:cNvPr>
            <p:cNvCxnSpPr>
              <a:cxnSpLocks/>
            </p:cNvCxnSpPr>
            <p:nvPr/>
          </p:nvCxnSpPr>
          <p:spPr>
            <a:xfrm>
              <a:off x="1847859" y="8431260"/>
              <a:ext cx="0" cy="7967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978">
              <a:extLst>
                <a:ext uri="{FF2B5EF4-FFF2-40B4-BE49-F238E27FC236}">
                  <a16:creationId xmlns:a16="http://schemas.microsoft.com/office/drawing/2014/main" id="{0B3C62A7-A7CF-169D-01A1-76811BD1B7B1}"/>
                </a:ext>
              </a:extLst>
            </p:cNvPr>
            <p:cNvCxnSpPr>
              <a:cxnSpLocks/>
            </p:cNvCxnSpPr>
            <p:nvPr/>
          </p:nvCxnSpPr>
          <p:spPr>
            <a:xfrm>
              <a:off x="1144721" y="8144658"/>
              <a:ext cx="703018" cy="29334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729DC722-C4B9-0C4E-D244-5897661BC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978" y="4420885"/>
              <a:ext cx="916337" cy="38064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760D996F-F298-A3C4-2727-6FBECA2DFB92}"/>
                </a:ext>
              </a:extLst>
            </p:cNvPr>
            <p:cNvCxnSpPr>
              <a:cxnSpLocks/>
            </p:cNvCxnSpPr>
            <p:nvPr/>
          </p:nvCxnSpPr>
          <p:spPr>
            <a:xfrm>
              <a:off x="1163267" y="4821766"/>
              <a:ext cx="459405" cy="1753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9F4CF799-4A36-3270-1C1E-DD0864C48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2493" y="4988668"/>
              <a:ext cx="0" cy="41978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A4F7B806-E9B3-12EE-83B3-800C4461B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0277" y="8832503"/>
              <a:ext cx="230967" cy="10308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4BBCD52E-B0CC-5BFB-0E59-399FD9DFD4C1}"/>
                </a:ext>
              </a:extLst>
            </p:cNvPr>
            <p:cNvCxnSpPr>
              <a:cxnSpLocks/>
            </p:cNvCxnSpPr>
            <p:nvPr/>
          </p:nvCxnSpPr>
          <p:spPr>
            <a:xfrm>
              <a:off x="2098936" y="8948828"/>
              <a:ext cx="207366" cy="960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9ED0110-7340-9D6A-0969-F16998BDE346}"/>
                </a:ext>
              </a:extLst>
            </p:cNvPr>
            <p:cNvCxnSpPr>
              <a:cxnSpLocks/>
            </p:cNvCxnSpPr>
            <p:nvPr/>
          </p:nvCxnSpPr>
          <p:spPr>
            <a:xfrm>
              <a:off x="2795571" y="9636013"/>
              <a:ext cx="0" cy="20296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DEEBA5E-3698-A004-DA5E-D3AC459020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3524" y="9811827"/>
              <a:ext cx="946751" cy="38624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02D6C53-1A9A-2CD0-31BE-757F99CD9BDD}"/>
                </a:ext>
              </a:extLst>
            </p:cNvPr>
            <p:cNvCxnSpPr>
              <a:cxnSpLocks/>
            </p:cNvCxnSpPr>
            <p:nvPr/>
          </p:nvCxnSpPr>
          <p:spPr>
            <a:xfrm>
              <a:off x="1849785" y="10187300"/>
              <a:ext cx="0" cy="20296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05D221-00CF-CE7C-7E8F-A3A510D0BE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9303" y="10617863"/>
              <a:ext cx="681100" cy="3076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F6354A4-5CCD-2EB0-57D8-0DA2DD62916C}"/>
                </a:ext>
              </a:extLst>
            </p:cNvPr>
            <p:cNvCxnSpPr>
              <a:cxnSpLocks/>
            </p:cNvCxnSpPr>
            <p:nvPr/>
          </p:nvCxnSpPr>
          <p:spPr>
            <a:xfrm>
              <a:off x="1594975" y="6534631"/>
              <a:ext cx="0" cy="14380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D2B2AA8-62F6-A2B4-18A1-1828AD1DEE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0391" y="7982813"/>
              <a:ext cx="467835" cy="17196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1807569" y="1432560"/>
            <a:ext cx="5724801" cy="3360420"/>
            <a:chOff x="1826619" y="861060"/>
            <a:chExt cx="5724801" cy="336042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AFE7C28-00E1-E51D-559E-42EC24187364}"/>
                </a:ext>
              </a:extLst>
            </p:cNvPr>
            <p:cNvCxnSpPr>
              <a:cxnSpLocks/>
            </p:cNvCxnSpPr>
            <p:nvPr/>
          </p:nvCxnSpPr>
          <p:spPr>
            <a:xfrm>
              <a:off x="1826619" y="1321183"/>
              <a:ext cx="367941" cy="14947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231CF5CD-BD10-B306-AE3E-340635EA0B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0320" y="861060"/>
              <a:ext cx="1066800" cy="4648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B4882E3-3464-6148-46B6-7A41A9C4D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9550" y="2032000"/>
              <a:ext cx="1028700" cy="43688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5089249" y="1758950"/>
              <a:ext cx="0" cy="5740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5057499" y="2319403"/>
              <a:ext cx="375561" cy="1647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F13E4386-2BB3-96F2-B728-04DCF0787A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0936" y="2339340"/>
              <a:ext cx="323124" cy="122646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5078906-0F23-D98B-1EF4-4B4BF766F7B5}"/>
                </a:ext>
              </a:extLst>
            </p:cNvPr>
            <p:cNvCxnSpPr>
              <a:cxnSpLocks/>
            </p:cNvCxnSpPr>
            <p:nvPr/>
          </p:nvCxnSpPr>
          <p:spPr>
            <a:xfrm>
              <a:off x="5804259" y="2349883"/>
              <a:ext cx="1404261" cy="56857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190B4B7A-A472-7967-62D6-E070AE6418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550" y="2796540"/>
              <a:ext cx="991870" cy="4673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A5839A20-F0F1-6DDC-3083-B2A264FD199E}"/>
                </a:ext>
              </a:extLst>
            </p:cNvPr>
            <p:cNvCxnSpPr>
              <a:cxnSpLocks/>
            </p:cNvCxnSpPr>
            <p:nvPr/>
          </p:nvCxnSpPr>
          <p:spPr>
            <a:xfrm>
              <a:off x="6523079" y="3256663"/>
              <a:ext cx="0" cy="5838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EC1D2588-59AE-DF1E-2C82-2C9F3DDE22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060" y="3810000"/>
              <a:ext cx="312420" cy="1752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5DFCC8C2-6DD1-B249-8497-3B0078D8708A}"/>
                </a:ext>
              </a:extLst>
            </p:cNvPr>
            <p:cNvCxnSpPr>
              <a:cxnSpLocks/>
            </p:cNvCxnSpPr>
            <p:nvPr/>
          </p:nvCxnSpPr>
          <p:spPr>
            <a:xfrm>
              <a:off x="5862679" y="3782443"/>
              <a:ext cx="1015641" cy="43903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3" name="Straight Connector 932">
            <a:extLst>
              <a:ext uri="{FF2B5EF4-FFF2-40B4-BE49-F238E27FC236}">
                <a16:creationId xmlns:a16="http://schemas.microsoft.com/office/drawing/2014/main" id="{63126CE4-CEF3-D76B-A29B-AD576854C44E}"/>
              </a:ext>
            </a:extLst>
          </p:cNvPr>
          <p:cNvCxnSpPr>
            <a:cxnSpLocks/>
          </p:cNvCxnSpPr>
          <p:nvPr/>
        </p:nvCxnSpPr>
        <p:spPr>
          <a:xfrm flipH="1">
            <a:off x="3314700" y="4371306"/>
            <a:ext cx="273848" cy="1625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936">
            <a:extLst>
              <a:ext uri="{FF2B5EF4-FFF2-40B4-BE49-F238E27FC236}">
                <a16:creationId xmlns:a16="http://schemas.microsoft.com/office/drawing/2014/main" id="{E0187159-4FA6-31EC-D777-41679F520C88}"/>
              </a:ext>
            </a:extLst>
          </p:cNvPr>
          <p:cNvCxnSpPr>
            <a:cxnSpLocks/>
          </p:cNvCxnSpPr>
          <p:nvPr/>
        </p:nvCxnSpPr>
        <p:spPr>
          <a:xfrm>
            <a:off x="3301528" y="5966426"/>
            <a:ext cx="2162012" cy="90681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Straight Connector 942">
            <a:extLst>
              <a:ext uri="{FF2B5EF4-FFF2-40B4-BE49-F238E27FC236}">
                <a16:creationId xmlns:a16="http://schemas.microsoft.com/office/drawing/2014/main" id="{F583BF81-BCF9-74AE-93C0-899D88E409F3}"/>
              </a:ext>
            </a:extLst>
          </p:cNvPr>
          <p:cNvCxnSpPr>
            <a:cxnSpLocks/>
          </p:cNvCxnSpPr>
          <p:nvPr/>
        </p:nvCxnSpPr>
        <p:spPr>
          <a:xfrm>
            <a:off x="3634268" y="3251166"/>
            <a:ext cx="0" cy="113033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953">
            <a:extLst>
              <a:ext uri="{FF2B5EF4-FFF2-40B4-BE49-F238E27FC236}">
                <a16:creationId xmlns:a16="http://schemas.microsoft.com/office/drawing/2014/main" id="{475A0BD0-1BA7-20B8-84D2-0F1175BD05B6}"/>
              </a:ext>
            </a:extLst>
          </p:cNvPr>
          <p:cNvCxnSpPr>
            <a:cxnSpLocks/>
          </p:cNvCxnSpPr>
          <p:nvPr/>
        </p:nvCxnSpPr>
        <p:spPr>
          <a:xfrm flipH="1">
            <a:off x="7620000" y="6294120"/>
            <a:ext cx="1383030" cy="6096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A8BDA351-4CF0-D0E1-F23A-F66AAABB8FDC}"/>
              </a:ext>
            </a:extLst>
          </p:cNvPr>
          <p:cNvCxnSpPr>
            <a:cxnSpLocks/>
          </p:cNvCxnSpPr>
          <p:nvPr/>
        </p:nvCxnSpPr>
        <p:spPr>
          <a:xfrm flipH="1" flipV="1">
            <a:off x="9035415" y="6902704"/>
            <a:ext cx="315758" cy="13458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9" name="Straight Connector 958">
            <a:extLst>
              <a:ext uri="{FF2B5EF4-FFF2-40B4-BE49-F238E27FC236}">
                <a16:creationId xmlns:a16="http://schemas.microsoft.com/office/drawing/2014/main" id="{8E9F67EA-7FCA-1DAD-6002-739B879A8B29}"/>
              </a:ext>
            </a:extLst>
          </p:cNvPr>
          <p:cNvCxnSpPr>
            <a:cxnSpLocks/>
          </p:cNvCxnSpPr>
          <p:nvPr/>
        </p:nvCxnSpPr>
        <p:spPr>
          <a:xfrm>
            <a:off x="9022842" y="6308090"/>
            <a:ext cx="0" cy="59258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9E7A9994-70E6-2340-C7EF-EAA285DB646F}"/>
              </a:ext>
            </a:extLst>
          </p:cNvPr>
          <p:cNvCxnSpPr>
            <a:cxnSpLocks/>
          </p:cNvCxnSpPr>
          <p:nvPr/>
        </p:nvCxnSpPr>
        <p:spPr>
          <a:xfrm>
            <a:off x="9374414" y="7320246"/>
            <a:ext cx="385282" cy="19002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EE671654-43B0-400C-4622-EAF778A8FB27}"/>
              </a:ext>
            </a:extLst>
          </p:cNvPr>
          <p:cNvCxnSpPr>
            <a:cxnSpLocks/>
          </p:cNvCxnSpPr>
          <p:nvPr/>
        </p:nvCxnSpPr>
        <p:spPr>
          <a:xfrm flipH="1">
            <a:off x="7934325" y="8241792"/>
            <a:ext cx="1441323" cy="59740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A1229BF0-7913-4A09-73CE-7B5C268CB762}"/>
              </a:ext>
            </a:extLst>
          </p:cNvPr>
          <p:cNvCxnSpPr>
            <a:cxnSpLocks/>
          </p:cNvCxnSpPr>
          <p:nvPr/>
        </p:nvCxnSpPr>
        <p:spPr>
          <a:xfrm flipH="1" flipV="1">
            <a:off x="9363456" y="8211312"/>
            <a:ext cx="426720" cy="19507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8AA00092-35D5-D10E-60F8-45C99CA694F8}"/>
              </a:ext>
            </a:extLst>
          </p:cNvPr>
          <p:cNvCxnSpPr>
            <a:cxnSpLocks/>
          </p:cNvCxnSpPr>
          <p:nvPr/>
        </p:nvCxnSpPr>
        <p:spPr>
          <a:xfrm>
            <a:off x="7949093" y="8833104"/>
            <a:ext cx="0" cy="87604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C7F09C29-7378-E39C-2C7D-78EC633865A0}"/>
              </a:ext>
            </a:extLst>
          </p:cNvPr>
          <p:cNvCxnSpPr>
            <a:cxnSpLocks/>
          </p:cNvCxnSpPr>
          <p:nvPr/>
        </p:nvCxnSpPr>
        <p:spPr>
          <a:xfrm flipH="1" flipV="1">
            <a:off x="7928610" y="9692640"/>
            <a:ext cx="2186940" cy="92773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A06BC6F0-8D35-E72A-64FE-DF7AE0FEED77}"/>
              </a:ext>
            </a:extLst>
          </p:cNvPr>
          <p:cNvCxnSpPr>
            <a:cxnSpLocks/>
          </p:cNvCxnSpPr>
          <p:nvPr/>
        </p:nvCxnSpPr>
        <p:spPr>
          <a:xfrm>
            <a:off x="10114026" y="10595610"/>
            <a:ext cx="0" cy="33909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F9148793-2EB7-7C3A-DB2A-B3F2E586929A}"/>
              </a:ext>
            </a:extLst>
          </p:cNvPr>
          <p:cNvCxnSpPr>
            <a:cxnSpLocks/>
          </p:cNvCxnSpPr>
          <p:nvPr/>
        </p:nvCxnSpPr>
        <p:spPr>
          <a:xfrm flipH="1" flipV="1">
            <a:off x="10113264" y="10917936"/>
            <a:ext cx="1059561" cy="42633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3EBFAE12-F682-57A3-5FE6-E476F5F4820A}"/>
              </a:ext>
            </a:extLst>
          </p:cNvPr>
          <p:cNvCxnSpPr>
            <a:cxnSpLocks/>
          </p:cNvCxnSpPr>
          <p:nvPr/>
        </p:nvCxnSpPr>
        <p:spPr>
          <a:xfrm>
            <a:off x="2186468" y="2039586"/>
            <a:ext cx="0" cy="60455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8542116" y="1192192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12.03</a:t>
            </a:r>
          </a:p>
        </p:txBody>
      </p: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8C18716E-F425-F355-90DD-CF28A29DE55C}"/>
              </a:ext>
            </a:extLst>
          </p:cNvPr>
          <p:cNvCxnSpPr>
            <a:cxnSpLocks/>
          </p:cNvCxnSpPr>
          <p:nvPr/>
        </p:nvCxnSpPr>
        <p:spPr>
          <a:xfrm>
            <a:off x="9376410" y="7027418"/>
            <a:ext cx="0" cy="33045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8ECB6DA0-89DA-EA5D-5F2C-8FAA93290377}"/>
              </a:ext>
            </a:extLst>
          </p:cNvPr>
          <p:cNvCxnSpPr>
            <a:cxnSpLocks/>
          </p:cNvCxnSpPr>
          <p:nvPr/>
        </p:nvCxnSpPr>
        <p:spPr>
          <a:xfrm>
            <a:off x="9742170" y="7496810"/>
            <a:ext cx="0" cy="26339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C5FC102A-C2D2-646A-2FF3-5226CE70B9A3}"/>
              </a:ext>
            </a:extLst>
          </p:cNvPr>
          <p:cNvCxnSpPr>
            <a:cxnSpLocks/>
          </p:cNvCxnSpPr>
          <p:nvPr/>
        </p:nvCxnSpPr>
        <p:spPr>
          <a:xfrm>
            <a:off x="9746270" y="7740870"/>
            <a:ext cx="385282" cy="19002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86232663-1554-54FD-CCAA-96FC0D61E72A}"/>
              </a:ext>
            </a:extLst>
          </p:cNvPr>
          <p:cNvCxnSpPr>
            <a:cxnSpLocks/>
          </p:cNvCxnSpPr>
          <p:nvPr/>
        </p:nvCxnSpPr>
        <p:spPr>
          <a:xfrm>
            <a:off x="10114026" y="7911338"/>
            <a:ext cx="0" cy="26339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EF07BC7C-ED1B-0ADF-9BF5-D97C1BCA1762}"/>
              </a:ext>
            </a:extLst>
          </p:cNvPr>
          <p:cNvCxnSpPr>
            <a:cxnSpLocks/>
          </p:cNvCxnSpPr>
          <p:nvPr/>
        </p:nvCxnSpPr>
        <p:spPr>
          <a:xfrm flipH="1">
            <a:off x="9771888" y="8196072"/>
            <a:ext cx="352806" cy="20421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27AA6D1-462F-6283-56AB-68040CEFBEB6}"/>
              </a:ext>
            </a:extLst>
          </p:cNvPr>
          <p:cNvCxnSpPr>
            <a:cxnSpLocks/>
          </p:cNvCxnSpPr>
          <p:nvPr/>
        </p:nvCxnSpPr>
        <p:spPr>
          <a:xfrm>
            <a:off x="3291368" y="4561806"/>
            <a:ext cx="0" cy="141227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44DC4D00-D0BB-6623-CFCB-426D288AEA43}"/>
              </a:ext>
            </a:extLst>
          </p:cNvPr>
          <p:cNvCxnSpPr>
            <a:cxnSpLocks/>
          </p:cNvCxnSpPr>
          <p:nvPr/>
        </p:nvCxnSpPr>
        <p:spPr>
          <a:xfrm flipH="1">
            <a:off x="5448300" y="6408420"/>
            <a:ext cx="1089660" cy="4572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E0DC497A-921A-499A-20E6-105007218C88}"/>
              </a:ext>
            </a:extLst>
          </p:cNvPr>
          <p:cNvCxnSpPr>
            <a:cxnSpLocks/>
          </p:cNvCxnSpPr>
          <p:nvPr/>
        </p:nvCxnSpPr>
        <p:spPr>
          <a:xfrm>
            <a:off x="6494308" y="6446486"/>
            <a:ext cx="1118072" cy="45723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88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726" y="-1586070"/>
            <a:ext cx="19667926" cy="15461528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5153832" y="-4241406"/>
            <a:ext cx="27771175" cy="2408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1446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1446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9316387" y="2249451"/>
            <a:ext cx="1460887" cy="75197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2464470" y="2820604"/>
            <a:ext cx="10870074" cy="8765324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10396985" y="1559667"/>
            <a:ext cx="6220969" cy="10194641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8335426" y="2881943"/>
            <a:ext cx="4517658" cy="2851825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BD6D29-69F9-89EB-8C9A-E3C72D1DCB06}"/>
              </a:ext>
            </a:extLst>
          </p:cNvPr>
          <p:cNvCxnSpPr>
            <a:cxnSpLocks/>
          </p:cNvCxnSpPr>
          <p:nvPr/>
        </p:nvCxnSpPr>
        <p:spPr>
          <a:xfrm>
            <a:off x="2201708" y="2613626"/>
            <a:ext cx="1413982" cy="5816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720189" y="1126061"/>
            <a:ext cx="6155047" cy="11361667"/>
            <a:chOff x="1097582" y="3434833"/>
            <a:chExt cx="4085336" cy="7541161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7582" y="3434833"/>
              <a:ext cx="718124" cy="31470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9257DDF-5A9E-8114-E54F-21176E62A1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6601" y="3758329"/>
              <a:ext cx="0" cy="17396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>
              <a:off x="1598227" y="3830461"/>
              <a:ext cx="208260" cy="10488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>
              <a:extLst>
                <a:ext uri="{FF2B5EF4-FFF2-40B4-BE49-F238E27FC236}">
                  <a16:creationId xmlns:a16="http://schemas.microsoft.com/office/drawing/2014/main" id="{88DF944C-C3BE-D1CE-6301-2EFB6404BF8C}"/>
                </a:ext>
              </a:extLst>
            </p:cNvPr>
            <p:cNvCxnSpPr>
              <a:cxnSpLocks/>
            </p:cNvCxnSpPr>
            <p:nvPr/>
          </p:nvCxnSpPr>
          <p:spPr>
            <a:xfrm>
              <a:off x="4234361" y="6380795"/>
              <a:ext cx="0" cy="207117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32905177-910D-F3F0-59FD-568E847F40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6549" y="8432767"/>
              <a:ext cx="958912" cy="41418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63552815-084A-0150-08A7-9C88D6CFA705}"/>
                </a:ext>
              </a:extLst>
            </p:cNvPr>
            <p:cNvCxnSpPr>
              <a:cxnSpLocks/>
            </p:cNvCxnSpPr>
            <p:nvPr/>
          </p:nvCxnSpPr>
          <p:spPr>
            <a:xfrm>
              <a:off x="3270993" y="8847015"/>
              <a:ext cx="0" cy="59240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84FA1BD6-F26D-29AC-F950-9C1DFA01AD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30749" y="10617863"/>
              <a:ext cx="952169" cy="3581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6A6F5CCD-BB48-1096-D724-7B95A07F14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4483" y="9422386"/>
              <a:ext cx="456157" cy="2092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D29808EE-EFA8-E59C-1E88-244D6C560D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5105" y="10708058"/>
              <a:ext cx="530454" cy="21976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27EAC819-D7AC-BA45-5D28-87E044F2E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939" y="10712936"/>
              <a:ext cx="220132" cy="9627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20DDC34-27A6-E158-0458-6CDA057F01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73870" y="10400383"/>
              <a:ext cx="911466" cy="39678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03811197-A8DF-E0A4-A609-316E7B423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25334" y="9498430"/>
              <a:ext cx="717709" cy="3313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EACC5689-69B3-5352-044D-2C3232686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260" y="9225136"/>
              <a:ext cx="679537" cy="32748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Straight Connector 976">
              <a:extLst>
                <a:ext uri="{FF2B5EF4-FFF2-40B4-BE49-F238E27FC236}">
                  <a16:creationId xmlns:a16="http://schemas.microsoft.com/office/drawing/2014/main" id="{44AE1BA9-FBDF-60F1-3835-4E9A8874F294}"/>
                </a:ext>
              </a:extLst>
            </p:cNvPr>
            <p:cNvCxnSpPr>
              <a:cxnSpLocks/>
            </p:cNvCxnSpPr>
            <p:nvPr/>
          </p:nvCxnSpPr>
          <p:spPr>
            <a:xfrm>
              <a:off x="1847859" y="8431260"/>
              <a:ext cx="0" cy="7967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978">
              <a:extLst>
                <a:ext uri="{FF2B5EF4-FFF2-40B4-BE49-F238E27FC236}">
                  <a16:creationId xmlns:a16="http://schemas.microsoft.com/office/drawing/2014/main" id="{0B3C62A7-A7CF-169D-01A1-76811BD1B7B1}"/>
                </a:ext>
              </a:extLst>
            </p:cNvPr>
            <p:cNvCxnSpPr>
              <a:cxnSpLocks/>
            </p:cNvCxnSpPr>
            <p:nvPr/>
          </p:nvCxnSpPr>
          <p:spPr>
            <a:xfrm>
              <a:off x="1144721" y="8144658"/>
              <a:ext cx="703018" cy="29334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729DC722-C4B9-0C4E-D244-5897661BC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978" y="4420885"/>
              <a:ext cx="916337" cy="38064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760D996F-F298-A3C4-2727-6FBECA2DFB92}"/>
                </a:ext>
              </a:extLst>
            </p:cNvPr>
            <p:cNvCxnSpPr>
              <a:cxnSpLocks/>
            </p:cNvCxnSpPr>
            <p:nvPr/>
          </p:nvCxnSpPr>
          <p:spPr>
            <a:xfrm>
              <a:off x="1163267" y="4821766"/>
              <a:ext cx="459405" cy="1753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9F4CF799-4A36-3270-1C1E-DD0864C48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2493" y="4988668"/>
              <a:ext cx="0" cy="41978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A4F7B806-E9B3-12EE-83B3-800C4461B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0277" y="8832503"/>
              <a:ext cx="230967" cy="10308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4BBCD52E-B0CC-5BFB-0E59-399FD9DFD4C1}"/>
                </a:ext>
              </a:extLst>
            </p:cNvPr>
            <p:cNvCxnSpPr>
              <a:cxnSpLocks/>
            </p:cNvCxnSpPr>
            <p:nvPr/>
          </p:nvCxnSpPr>
          <p:spPr>
            <a:xfrm>
              <a:off x="2098936" y="8948828"/>
              <a:ext cx="207366" cy="960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4969AEE8-FC9F-F068-43A3-1F7EF3C86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1467" y="6657702"/>
              <a:ext cx="230967" cy="10308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90EBA8B8-DEF3-C1D9-6702-40D9FAF73567}"/>
                </a:ext>
              </a:extLst>
            </p:cNvPr>
            <p:cNvCxnSpPr>
              <a:cxnSpLocks/>
            </p:cNvCxnSpPr>
            <p:nvPr/>
          </p:nvCxnSpPr>
          <p:spPr>
            <a:xfrm>
              <a:off x="3029549" y="6779084"/>
              <a:ext cx="207366" cy="960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9ED0110-7340-9D6A-0969-F16998BDE346}"/>
                </a:ext>
              </a:extLst>
            </p:cNvPr>
            <p:cNvCxnSpPr>
              <a:cxnSpLocks/>
            </p:cNvCxnSpPr>
            <p:nvPr/>
          </p:nvCxnSpPr>
          <p:spPr>
            <a:xfrm>
              <a:off x="2795571" y="9636013"/>
              <a:ext cx="0" cy="20296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DEEBA5E-3698-A004-DA5E-D3AC459020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3524" y="9811827"/>
              <a:ext cx="946751" cy="38624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02D6C53-1A9A-2CD0-31BE-757F99CD9BDD}"/>
                </a:ext>
              </a:extLst>
            </p:cNvPr>
            <p:cNvCxnSpPr>
              <a:cxnSpLocks/>
            </p:cNvCxnSpPr>
            <p:nvPr/>
          </p:nvCxnSpPr>
          <p:spPr>
            <a:xfrm>
              <a:off x="1849785" y="10187300"/>
              <a:ext cx="0" cy="20296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05D221-00CF-CE7C-7E8F-A3A510D0BE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9303" y="10617863"/>
              <a:ext cx="681100" cy="3076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F6354A4-5CCD-2EB0-57D8-0DA2DD62916C}"/>
                </a:ext>
              </a:extLst>
            </p:cNvPr>
            <p:cNvCxnSpPr>
              <a:cxnSpLocks/>
            </p:cNvCxnSpPr>
            <p:nvPr/>
          </p:nvCxnSpPr>
          <p:spPr>
            <a:xfrm>
              <a:off x="1594975" y="6534631"/>
              <a:ext cx="0" cy="14380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D2B2AA8-62F6-A2B4-18A1-1828AD1DEE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0391" y="7982813"/>
              <a:ext cx="467835" cy="17196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1807569" y="1432560"/>
            <a:ext cx="5724801" cy="3360420"/>
            <a:chOff x="1826619" y="861060"/>
            <a:chExt cx="5724801" cy="336042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AFE7C28-00E1-E51D-559E-42EC24187364}"/>
                </a:ext>
              </a:extLst>
            </p:cNvPr>
            <p:cNvCxnSpPr>
              <a:cxnSpLocks/>
            </p:cNvCxnSpPr>
            <p:nvPr/>
          </p:nvCxnSpPr>
          <p:spPr>
            <a:xfrm>
              <a:off x="1826619" y="1321183"/>
              <a:ext cx="367941" cy="14947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231CF5CD-BD10-B306-AE3E-340635EA0B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0320" y="861060"/>
              <a:ext cx="1066800" cy="4648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B4882E3-3464-6148-46B6-7A41A9C4D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9550" y="2032000"/>
              <a:ext cx="1028700" cy="43688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5089249" y="1758950"/>
              <a:ext cx="0" cy="5740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5057499" y="2319403"/>
              <a:ext cx="375561" cy="1647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F13E4386-2BB3-96F2-B728-04DCF0787A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0936" y="2339340"/>
              <a:ext cx="323124" cy="122646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5078906-0F23-D98B-1EF4-4B4BF766F7B5}"/>
                </a:ext>
              </a:extLst>
            </p:cNvPr>
            <p:cNvCxnSpPr>
              <a:cxnSpLocks/>
            </p:cNvCxnSpPr>
            <p:nvPr/>
          </p:nvCxnSpPr>
          <p:spPr>
            <a:xfrm>
              <a:off x="5804259" y="2349883"/>
              <a:ext cx="1404261" cy="56857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190B4B7A-A472-7967-62D6-E070AE6418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550" y="2796540"/>
              <a:ext cx="991870" cy="4673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A5839A20-F0F1-6DDC-3083-B2A264FD199E}"/>
                </a:ext>
              </a:extLst>
            </p:cNvPr>
            <p:cNvCxnSpPr>
              <a:cxnSpLocks/>
            </p:cNvCxnSpPr>
            <p:nvPr/>
          </p:nvCxnSpPr>
          <p:spPr>
            <a:xfrm>
              <a:off x="6523079" y="3256663"/>
              <a:ext cx="0" cy="5838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EC1D2588-59AE-DF1E-2C82-2C9F3DDE22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060" y="3810000"/>
              <a:ext cx="312420" cy="1752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5DFCC8C2-6DD1-B249-8497-3B0078D8708A}"/>
                </a:ext>
              </a:extLst>
            </p:cNvPr>
            <p:cNvCxnSpPr>
              <a:cxnSpLocks/>
            </p:cNvCxnSpPr>
            <p:nvPr/>
          </p:nvCxnSpPr>
          <p:spPr>
            <a:xfrm>
              <a:off x="5862679" y="3782443"/>
              <a:ext cx="1015641" cy="43903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3" name="Straight Connector 932">
            <a:extLst>
              <a:ext uri="{FF2B5EF4-FFF2-40B4-BE49-F238E27FC236}">
                <a16:creationId xmlns:a16="http://schemas.microsoft.com/office/drawing/2014/main" id="{63126CE4-CEF3-D76B-A29B-AD576854C44E}"/>
              </a:ext>
            </a:extLst>
          </p:cNvPr>
          <p:cNvCxnSpPr>
            <a:cxnSpLocks/>
          </p:cNvCxnSpPr>
          <p:nvPr/>
        </p:nvCxnSpPr>
        <p:spPr>
          <a:xfrm flipH="1">
            <a:off x="3314700" y="4371306"/>
            <a:ext cx="273848" cy="1625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936">
            <a:extLst>
              <a:ext uri="{FF2B5EF4-FFF2-40B4-BE49-F238E27FC236}">
                <a16:creationId xmlns:a16="http://schemas.microsoft.com/office/drawing/2014/main" id="{E0187159-4FA6-31EC-D777-41679F520C88}"/>
              </a:ext>
            </a:extLst>
          </p:cNvPr>
          <p:cNvCxnSpPr>
            <a:cxnSpLocks/>
          </p:cNvCxnSpPr>
          <p:nvPr/>
        </p:nvCxnSpPr>
        <p:spPr>
          <a:xfrm>
            <a:off x="3301528" y="4503386"/>
            <a:ext cx="5067772" cy="211331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Straight Connector 942">
            <a:extLst>
              <a:ext uri="{FF2B5EF4-FFF2-40B4-BE49-F238E27FC236}">
                <a16:creationId xmlns:a16="http://schemas.microsoft.com/office/drawing/2014/main" id="{F583BF81-BCF9-74AE-93C0-899D88E409F3}"/>
              </a:ext>
            </a:extLst>
          </p:cNvPr>
          <p:cNvCxnSpPr>
            <a:cxnSpLocks/>
          </p:cNvCxnSpPr>
          <p:nvPr/>
        </p:nvCxnSpPr>
        <p:spPr>
          <a:xfrm>
            <a:off x="3634268" y="3251166"/>
            <a:ext cx="0" cy="113033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953">
            <a:extLst>
              <a:ext uri="{FF2B5EF4-FFF2-40B4-BE49-F238E27FC236}">
                <a16:creationId xmlns:a16="http://schemas.microsoft.com/office/drawing/2014/main" id="{475A0BD0-1BA7-20B8-84D2-0F1175BD05B6}"/>
              </a:ext>
            </a:extLst>
          </p:cNvPr>
          <p:cNvCxnSpPr>
            <a:cxnSpLocks/>
          </p:cNvCxnSpPr>
          <p:nvPr/>
        </p:nvCxnSpPr>
        <p:spPr>
          <a:xfrm flipH="1">
            <a:off x="8321040" y="6294120"/>
            <a:ext cx="681990" cy="33223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A8BDA351-4CF0-D0E1-F23A-F66AAABB8FDC}"/>
              </a:ext>
            </a:extLst>
          </p:cNvPr>
          <p:cNvCxnSpPr>
            <a:cxnSpLocks/>
          </p:cNvCxnSpPr>
          <p:nvPr/>
        </p:nvCxnSpPr>
        <p:spPr>
          <a:xfrm flipH="1" flipV="1">
            <a:off x="9035415" y="6902704"/>
            <a:ext cx="315758" cy="13458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9" name="Straight Connector 958">
            <a:extLst>
              <a:ext uri="{FF2B5EF4-FFF2-40B4-BE49-F238E27FC236}">
                <a16:creationId xmlns:a16="http://schemas.microsoft.com/office/drawing/2014/main" id="{8E9F67EA-7FCA-1DAD-6002-739B879A8B29}"/>
              </a:ext>
            </a:extLst>
          </p:cNvPr>
          <p:cNvCxnSpPr>
            <a:cxnSpLocks/>
          </p:cNvCxnSpPr>
          <p:nvPr/>
        </p:nvCxnSpPr>
        <p:spPr>
          <a:xfrm>
            <a:off x="9022842" y="6308090"/>
            <a:ext cx="0" cy="59258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9E7A9994-70E6-2340-C7EF-EAA285DB646F}"/>
              </a:ext>
            </a:extLst>
          </p:cNvPr>
          <p:cNvCxnSpPr>
            <a:cxnSpLocks/>
          </p:cNvCxnSpPr>
          <p:nvPr/>
        </p:nvCxnSpPr>
        <p:spPr>
          <a:xfrm>
            <a:off x="9374414" y="7320246"/>
            <a:ext cx="385282" cy="19002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EE671654-43B0-400C-4622-EAF778A8FB27}"/>
              </a:ext>
            </a:extLst>
          </p:cNvPr>
          <p:cNvCxnSpPr>
            <a:cxnSpLocks/>
          </p:cNvCxnSpPr>
          <p:nvPr/>
        </p:nvCxnSpPr>
        <p:spPr>
          <a:xfrm flipH="1">
            <a:off x="7934325" y="8241792"/>
            <a:ext cx="1441323" cy="59740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A1229BF0-7913-4A09-73CE-7B5C268CB762}"/>
              </a:ext>
            </a:extLst>
          </p:cNvPr>
          <p:cNvCxnSpPr>
            <a:cxnSpLocks/>
          </p:cNvCxnSpPr>
          <p:nvPr/>
        </p:nvCxnSpPr>
        <p:spPr>
          <a:xfrm flipH="1" flipV="1">
            <a:off x="9363456" y="8211312"/>
            <a:ext cx="426720" cy="19507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8AA00092-35D5-D10E-60F8-45C99CA694F8}"/>
              </a:ext>
            </a:extLst>
          </p:cNvPr>
          <p:cNvCxnSpPr>
            <a:cxnSpLocks/>
          </p:cNvCxnSpPr>
          <p:nvPr/>
        </p:nvCxnSpPr>
        <p:spPr>
          <a:xfrm>
            <a:off x="7949093" y="8833104"/>
            <a:ext cx="0" cy="87604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C7F09C29-7378-E39C-2C7D-78EC633865A0}"/>
              </a:ext>
            </a:extLst>
          </p:cNvPr>
          <p:cNvCxnSpPr>
            <a:cxnSpLocks/>
          </p:cNvCxnSpPr>
          <p:nvPr/>
        </p:nvCxnSpPr>
        <p:spPr>
          <a:xfrm flipH="1" flipV="1">
            <a:off x="7928610" y="9692640"/>
            <a:ext cx="2186940" cy="92773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A06BC6F0-8D35-E72A-64FE-DF7AE0FEED77}"/>
              </a:ext>
            </a:extLst>
          </p:cNvPr>
          <p:cNvCxnSpPr>
            <a:cxnSpLocks/>
          </p:cNvCxnSpPr>
          <p:nvPr/>
        </p:nvCxnSpPr>
        <p:spPr>
          <a:xfrm>
            <a:off x="10114026" y="10595610"/>
            <a:ext cx="0" cy="33909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F9148793-2EB7-7C3A-DB2A-B3F2E586929A}"/>
              </a:ext>
            </a:extLst>
          </p:cNvPr>
          <p:cNvCxnSpPr>
            <a:cxnSpLocks/>
          </p:cNvCxnSpPr>
          <p:nvPr/>
        </p:nvCxnSpPr>
        <p:spPr>
          <a:xfrm flipH="1" flipV="1">
            <a:off x="10113264" y="10917936"/>
            <a:ext cx="1059561" cy="42633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3EBFAE12-F682-57A3-5FE6-E476F5F4820A}"/>
              </a:ext>
            </a:extLst>
          </p:cNvPr>
          <p:cNvCxnSpPr>
            <a:cxnSpLocks/>
          </p:cNvCxnSpPr>
          <p:nvPr/>
        </p:nvCxnSpPr>
        <p:spPr>
          <a:xfrm>
            <a:off x="2186468" y="2039586"/>
            <a:ext cx="0" cy="60455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8542116" y="1192192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12.02</a:t>
            </a:r>
          </a:p>
        </p:txBody>
      </p: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8C18716E-F425-F355-90DD-CF28A29DE55C}"/>
              </a:ext>
            </a:extLst>
          </p:cNvPr>
          <p:cNvCxnSpPr>
            <a:cxnSpLocks/>
          </p:cNvCxnSpPr>
          <p:nvPr/>
        </p:nvCxnSpPr>
        <p:spPr>
          <a:xfrm>
            <a:off x="9376410" y="7027418"/>
            <a:ext cx="0" cy="33045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8ECB6DA0-89DA-EA5D-5F2C-8FAA93290377}"/>
              </a:ext>
            </a:extLst>
          </p:cNvPr>
          <p:cNvCxnSpPr>
            <a:cxnSpLocks/>
          </p:cNvCxnSpPr>
          <p:nvPr/>
        </p:nvCxnSpPr>
        <p:spPr>
          <a:xfrm>
            <a:off x="9742170" y="7496810"/>
            <a:ext cx="0" cy="26339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C5FC102A-C2D2-646A-2FF3-5226CE70B9A3}"/>
              </a:ext>
            </a:extLst>
          </p:cNvPr>
          <p:cNvCxnSpPr>
            <a:cxnSpLocks/>
          </p:cNvCxnSpPr>
          <p:nvPr/>
        </p:nvCxnSpPr>
        <p:spPr>
          <a:xfrm>
            <a:off x="9746270" y="7740870"/>
            <a:ext cx="385282" cy="19002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86232663-1554-54FD-CCAA-96FC0D61E72A}"/>
              </a:ext>
            </a:extLst>
          </p:cNvPr>
          <p:cNvCxnSpPr>
            <a:cxnSpLocks/>
          </p:cNvCxnSpPr>
          <p:nvPr/>
        </p:nvCxnSpPr>
        <p:spPr>
          <a:xfrm>
            <a:off x="10114026" y="7911338"/>
            <a:ext cx="0" cy="26339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EF07BC7C-ED1B-0ADF-9BF5-D97C1BCA1762}"/>
              </a:ext>
            </a:extLst>
          </p:cNvPr>
          <p:cNvCxnSpPr>
            <a:cxnSpLocks/>
          </p:cNvCxnSpPr>
          <p:nvPr/>
        </p:nvCxnSpPr>
        <p:spPr>
          <a:xfrm flipH="1">
            <a:off x="9771888" y="8196072"/>
            <a:ext cx="352806" cy="20421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89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726" y="-1586070"/>
            <a:ext cx="19667926" cy="15461528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5153832" y="-4241406"/>
            <a:ext cx="27771175" cy="2408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1446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1446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9316387" y="2249451"/>
            <a:ext cx="1460887" cy="75197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2464470" y="2820604"/>
            <a:ext cx="10870074" cy="8765324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10396985" y="1559667"/>
            <a:ext cx="6220969" cy="10194641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8335426" y="2881943"/>
            <a:ext cx="4517658" cy="2851825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BD6D29-69F9-89EB-8C9A-E3C72D1DCB06}"/>
              </a:ext>
            </a:extLst>
          </p:cNvPr>
          <p:cNvCxnSpPr>
            <a:cxnSpLocks/>
          </p:cNvCxnSpPr>
          <p:nvPr/>
        </p:nvCxnSpPr>
        <p:spPr>
          <a:xfrm>
            <a:off x="2201708" y="2613626"/>
            <a:ext cx="1413982" cy="5816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720189" y="1126061"/>
            <a:ext cx="6155047" cy="11361667"/>
            <a:chOff x="1097582" y="3434833"/>
            <a:chExt cx="4085336" cy="7541161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7582" y="3434833"/>
              <a:ext cx="718124" cy="31470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9257DDF-5A9E-8114-E54F-21176E62A1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6601" y="3758329"/>
              <a:ext cx="0" cy="17396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>
              <a:off x="1598227" y="3830461"/>
              <a:ext cx="208260" cy="10488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>
              <a:extLst>
                <a:ext uri="{FF2B5EF4-FFF2-40B4-BE49-F238E27FC236}">
                  <a16:creationId xmlns:a16="http://schemas.microsoft.com/office/drawing/2014/main" id="{88DF944C-C3BE-D1CE-6301-2EFB6404BF8C}"/>
                </a:ext>
              </a:extLst>
            </p:cNvPr>
            <p:cNvCxnSpPr>
              <a:cxnSpLocks/>
            </p:cNvCxnSpPr>
            <p:nvPr/>
          </p:nvCxnSpPr>
          <p:spPr>
            <a:xfrm>
              <a:off x="4234361" y="6380795"/>
              <a:ext cx="0" cy="207117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32905177-910D-F3F0-59FD-568E847F40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6549" y="8432767"/>
              <a:ext cx="958912" cy="41418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63552815-084A-0150-08A7-9C88D6CFA705}"/>
                </a:ext>
              </a:extLst>
            </p:cNvPr>
            <p:cNvCxnSpPr>
              <a:cxnSpLocks/>
            </p:cNvCxnSpPr>
            <p:nvPr/>
          </p:nvCxnSpPr>
          <p:spPr>
            <a:xfrm>
              <a:off x="3270993" y="8847015"/>
              <a:ext cx="0" cy="134865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84FA1BD6-F26D-29AC-F950-9C1DFA01AD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6915" y="10205301"/>
              <a:ext cx="1946003" cy="77069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6A6F5CCD-BB48-1096-D724-7B95A07F14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6658" y="10590709"/>
              <a:ext cx="679537" cy="32748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D29808EE-EFA8-E59C-1E88-244D6C560D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5105" y="10708058"/>
              <a:ext cx="530454" cy="21976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27EAC819-D7AC-BA45-5D28-87E044F2E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939" y="10712936"/>
              <a:ext cx="220132" cy="9627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20DDC34-27A6-E158-0458-6CDA057F01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4882" y="10577401"/>
              <a:ext cx="530454" cy="21976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03811197-A8DF-E0A4-A609-316E7B423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25334" y="9498430"/>
              <a:ext cx="717709" cy="3313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EACC5689-69B3-5352-044D-2C3232686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260" y="9225136"/>
              <a:ext cx="679537" cy="32748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Straight Connector 976">
              <a:extLst>
                <a:ext uri="{FF2B5EF4-FFF2-40B4-BE49-F238E27FC236}">
                  <a16:creationId xmlns:a16="http://schemas.microsoft.com/office/drawing/2014/main" id="{44AE1BA9-FBDF-60F1-3835-4E9A8874F294}"/>
                </a:ext>
              </a:extLst>
            </p:cNvPr>
            <p:cNvCxnSpPr>
              <a:cxnSpLocks/>
            </p:cNvCxnSpPr>
            <p:nvPr/>
          </p:nvCxnSpPr>
          <p:spPr>
            <a:xfrm>
              <a:off x="1847859" y="8431260"/>
              <a:ext cx="0" cy="7967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978">
              <a:extLst>
                <a:ext uri="{FF2B5EF4-FFF2-40B4-BE49-F238E27FC236}">
                  <a16:creationId xmlns:a16="http://schemas.microsoft.com/office/drawing/2014/main" id="{0B3C62A7-A7CF-169D-01A1-76811BD1B7B1}"/>
                </a:ext>
              </a:extLst>
            </p:cNvPr>
            <p:cNvCxnSpPr>
              <a:cxnSpLocks/>
            </p:cNvCxnSpPr>
            <p:nvPr/>
          </p:nvCxnSpPr>
          <p:spPr>
            <a:xfrm>
              <a:off x="1144721" y="8144658"/>
              <a:ext cx="703018" cy="29334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729DC722-C4B9-0C4E-D244-5897661BC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978" y="4420885"/>
              <a:ext cx="916337" cy="38064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760D996F-F298-A3C4-2727-6FBECA2DFB92}"/>
                </a:ext>
              </a:extLst>
            </p:cNvPr>
            <p:cNvCxnSpPr>
              <a:cxnSpLocks/>
            </p:cNvCxnSpPr>
            <p:nvPr/>
          </p:nvCxnSpPr>
          <p:spPr>
            <a:xfrm>
              <a:off x="1163267" y="4821766"/>
              <a:ext cx="459405" cy="1753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9F4CF799-4A36-3270-1C1E-DD0864C48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2493" y="4988668"/>
              <a:ext cx="0" cy="1603284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A4F7B806-E9B3-12EE-83B3-800C4461B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0277" y="8832503"/>
              <a:ext cx="230967" cy="10308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4BBCD52E-B0CC-5BFB-0E59-399FD9DFD4C1}"/>
                </a:ext>
              </a:extLst>
            </p:cNvPr>
            <p:cNvCxnSpPr>
              <a:cxnSpLocks/>
            </p:cNvCxnSpPr>
            <p:nvPr/>
          </p:nvCxnSpPr>
          <p:spPr>
            <a:xfrm>
              <a:off x="2098936" y="8948828"/>
              <a:ext cx="207366" cy="960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4969AEE8-FC9F-F068-43A3-1F7EF3C86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1467" y="6657702"/>
              <a:ext cx="230967" cy="10308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90EBA8B8-DEF3-C1D9-6702-40D9FAF73567}"/>
                </a:ext>
              </a:extLst>
            </p:cNvPr>
            <p:cNvCxnSpPr>
              <a:cxnSpLocks/>
            </p:cNvCxnSpPr>
            <p:nvPr/>
          </p:nvCxnSpPr>
          <p:spPr>
            <a:xfrm>
              <a:off x="3029549" y="6779084"/>
              <a:ext cx="207366" cy="960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1807569" y="1432560"/>
            <a:ext cx="6296301" cy="5097780"/>
            <a:chOff x="1826619" y="861060"/>
            <a:chExt cx="6296301" cy="50977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AFE7C28-00E1-E51D-559E-42EC24187364}"/>
                </a:ext>
              </a:extLst>
            </p:cNvPr>
            <p:cNvCxnSpPr>
              <a:cxnSpLocks/>
            </p:cNvCxnSpPr>
            <p:nvPr/>
          </p:nvCxnSpPr>
          <p:spPr>
            <a:xfrm>
              <a:off x="1826619" y="1321183"/>
              <a:ext cx="367941" cy="14947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231CF5CD-BD10-B306-AE3E-340635EA0B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0320" y="861060"/>
              <a:ext cx="1066800" cy="4648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B4882E3-3464-6148-46B6-7A41A9C4D1B9}"/>
                </a:ext>
              </a:extLst>
            </p:cNvPr>
            <p:cNvCxnSpPr>
              <a:cxnSpLocks/>
            </p:cNvCxnSpPr>
            <p:nvPr/>
          </p:nvCxnSpPr>
          <p:spPr>
            <a:xfrm>
              <a:off x="3655419" y="871603"/>
              <a:ext cx="1411881" cy="5838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5057499" y="1450723"/>
              <a:ext cx="0" cy="8886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5057499" y="2319403"/>
              <a:ext cx="375561" cy="1647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F13E4386-2BB3-96F2-B728-04DCF0787A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0936" y="2339340"/>
              <a:ext cx="323124" cy="122646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5078906-0F23-D98B-1EF4-4B4BF766F7B5}"/>
                </a:ext>
              </a:extLst>
            </p:cNvPr>
            <p:cNvCxnSpPr>
              <a:cxnSpLocks/>
            </p:cNvCxnSpPr>
            <p:nvPr/>
          </p:nvCxnSpPr>
          <p:spPr>
            <a:xfrm>
              <a:off x="5804259" y="2349883"/>
              <a:ext cx="1404261" cy="56857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190B4B7A-A472-7967-62D6-E070AE6418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550" y="2796540"/>
              <a:ext cx="991870" cy="4673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A5839A20-F0F1-6DDC-3083-B2A264FD199E}"/>
                </a:ext>
              </a:extLst>
            </p:cNvPr>
            <p:cNvCxnSpPr>
              <a:cxnSpLocks/>
            </p:cNvCxnSpPr>
            <p:nvPr/>
          </p:nvCxnSpPr>
          <p:spPr>
            <a:xfrm>
              <a:off x="6523079" y="3256663"/>
              <a:ext cx="0" cy="5838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EC1D2588-59AE-DF1E-2C82-2C9F3DDE22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060" y="3810000"/>
              <a:ext cx="312420" cy="1752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5DFCC8C2-6DD1-B249-8497-3B0078D8708A}"/>
                </a:ext>
              </a:extLst>
            </p:cNvPr>
            <p:cNvCxnSpPr>
              <a:cxnSpLocks/>
            </p:cNvCxnSpPr>
            <p:nvPr/>
          </p:nvCxnSpPr>
          <p:spPr>
            <a:xfrm>
              <a:off x="5862679" y="3782443"/>
              <a:ext cx="1015641" cy="43903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004FBF9C-783E-9322-7085-D952F2620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0500" y="5783580"/>
              <a:ext cx="312420" cy="1752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3" name="Straight Connector 932">
            <a:extLst>
              <a:ext uri="{FF2B5EF4-FFF2-40B4-BE49-F238E27FC236}">
                <a16:creationId xmlns:a16="http://schemas.microsoft.com/office/drawing/2014/main" id="{63126CE4-CEF3-D76B-A29B-AD576854C44E}"/>
              </a:ext>
            </a:extLst>
          </p:cNvPr>
          <p:cNvCxnSpPr>
            <a:cxnSpLocks/>
          </p:cNvCxnSpPr>
          <p:nvPr/>
        </p:nvCxnSpPr>
        <p:spPr>
          <a:xfrm flipH="1">
            <a:off x="3314700" y="4371306"/>
            <a:ext cx="273848" cy="1625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936">
            <a:extLst>
              <a:ext uri="{FF2B5EF4-FFF2-40B4-BE49-F238E27FC236}">
                <a16:creationId xmlns:a16="http://schemas.microsoft.com/office/drawing/2014/main" id="{E0187159-4FA6-31EC-D777-41679F520C88}"/>
              </a:ext>
            </a:extLst>
          </p:cNvPr>
          <p:cNvCxnSpPr>
            <a:cxnSpLocks/>
          </p:cNvCxnSpPr>
          <p:nvPr/>
        </p:nvCxnSpPr>
        <p:spPr>
          <a:xfrm>
            <a:off x="3301528" y="4503386"/>
            <a:ext cx="5067772" cy="211331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Straight Connector 942">
            <a:extLst>
              <a:ext uri="{FF2B5EF4-FFF2-40B4-BE49-F238E27FC236}">
                <a16:creationId xmlns:a16="http://schemas.microsoft.com/office/drawing/2014/main" id="{F583BF81-BCF9-74AE-93C0-899D88E409F3}"/>
              </a:ext>
            </a:extLst>
          </p:cNvPr>
          <p:cNvCxnSpPr>
            <a:cxnSpLocks/>
          </p:cNvCxnSpPr>
          <p:nvPr/>
        </p:nvCxnSpPr>
        <p:spPr>
          <a:xfrm>
            <a:off x="3634268" y="3251166"/>
            <a:ext cx="0" cy="113033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953">
            <a:extLst>
              <a:ext uri="{FF2B5EF4-FFF2-40B4-BE49-F238E27FC236}">
                <a16:creationId xmlns:a16="http://schemas.microsoft.com/office/drawing/2014/main" id="{475A0BD0-1BA7-20B8-84D2-0F1175BD05B6}"/>
              </a:ext>
            </a:extLst>
          </p:cNvPr>
          <p:cNvCxnSpPr>
            <a:cxnSpLocks/>
          </p:cNvCxnSpPr>
          <p:nvPr/>
        </p:nvCxnSpPr>
        <p:spPr>
          <a:xfrm flipH="1">
            <a:off x="8321040" y="6294120"/>
            <a:ext cx="681990" cy="33223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A8BDA351-4CF0-D0E1-F23A-F66AAABB8FDC}"/>
              </a:ext>
            </a:extLst>
          </p:cNvPr>
          <p:cNvCxnSpPr>
            <a:cxnSpLocks/>
          </p:cNvCxnSpPr>
          <p:nvPr/>
        </p:nvCxnSpPr>
        <p:spPr>
          <a:xfrm flipH="1" flipV="1">
            <a:off x="9035415" y="6902704"/>
            <a:ext cx="315758" cy="13458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9" name="Straight Connector 958">
            <a:extLst>
              <a:ext uri="{FF2B5EF4-FFF2-40B4-BE49-F238E27FC236}">
                <a16:creationId xmlns:a16="http://schemas.microsoft.com/office/drawing/2014/main" id="{8E9F67EA-7FCA-1DAD-6002-739B879A8B29}"/>
              </a:ext>
            </a:extLst>
          </p:cNvPr>
          <p:cNvCxnSpPr>
            <a:cxnSpLocks/>
          </p:cNvCxnSpPr>
          <p:nvPr/>
        </p:nvCxnSpPr>
        <p:spPr>
          <a:xfrm>
            <a:off x="9022842" y="6308090"/>
            <a:ext cx="0" cy="59258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9E7A9994-70E6-2340-C7EF-EAA285DB646F}"/>
              </a:ext>
            </a:extLst>
          </p:cNvPr>
          <p:cNvCxnSpPr>
            <a:cxnSpLocks/>
          </p:cNvCxnSpPr>
          <p:nvPr/>
        </p:nvCxnSpPr>
        <p:spPr>
          <a:xfrm>
            <a:off x="9374414" y="7320246"/>
            <a:ext cx="385282" cy="19002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EE671654-43B0-400C-4622-EAF778A8FB27}"/>
              </a:ext>
            </a:extLst>
          </p:cNvPr>
          <p:cNvCxnSpPr>
            <a:cxnSpLocks/>
          </p:cNvCxnSpPr>
          <p:nvPr/>
        </p:nvCxnSpPr>
        <p:spPr>
          <a:xfrm flipH="1">
            <a:off x="7934325" y="8241792"/>
            <a:ext cx="1441323" cy="59740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A1229BF0-7913-4A09-73CE-7B5C268CB762}"/>
              </a:ext>
            </a:extLst>
          </p:cNvPr>
          <p:cNvCxnSpPr>
            <a:cxnSpLocks/>
          </p:cNvCxnSpPr>
          <p:nvPr/>
        </p:nvCxnSpPr>
        <p:spPr>
          <a:xfrm flipH="1" flipV="1">
            <a:off x="9363456" y="8211312"/>
            <a:ext cx="426720" cy="19507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8AA00092-35D5-D10E-60F8-45C99CA694F8}"/>
              </a:ext>
            </a:extLst>
          </p:cNvPr>
          <p:cNvCxnSpPr>
            <a:cxnSpLocks/>
          </p:cNvCxnSpPr>
          <p:nvPr/>
        </p:nvCxnSpPr>
        <p:spPr>
          <a:xfrm>
            <a:off x="7949093" y="8833104"/>
            <a:ext cx="0" cy="87604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C7F09C29-7378-E39C-2C7D-78EC633865A0}"/>
              </a:ext>
            </a:extLst>
          </p:cNvPr>
          <p:cNvCxnSpPr>
            <a:cxnSpLocks/>
          </p:cNvCxnSpPr>
          <p:nvPr/>
        </p:nvCxnSpPr>
        <p:spPr>
          <a:xfrm flipH="1" flipV="1">
            <a:off x="7928610" y="9692640"/>
            <a:ext cx="2186940" cy="92773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A06BC6F0-8D35-E72A-64FE-DF7AE0FEED77}"/>
              </a:ext>
            </a:extLst>
          </p:cNvPr>
          <p:cNvCxnSpPr>
            <a:cxnSpLocks/>
          </p:cNvCxnSpPr>
          <p:nvPr/>
        </p:nvCxnSpPr>
        <p:spPr>
          <a:xfrm>
            <a:off x="10114026" y="10595610"/>
            <a:ext cx="0" cy="33909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F9148793-2EB7-7C3A-DB2A-B3F2E586929A}"/>
              </a:ext>
            </a:extLst>
          </p:cNvPr>
          <p:cNvCxnSpPr>
            <a:cxnSpLocks/>
          </p:cNvCxnSpPr>
          <p:nvPr/>
        </p:nvCxnSpPr>
        <p:spPr>
          <a:xfrm flipH="1" flipV="1">
            <a:off x="10113264" y="10917936"/>
            <a:ext cx="1059561" cy="42633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3EBFAE12-F682-57A3-5FE6-E476F5F4820A}"/>
              </a:ext>
            </a:extLst>
          </p:cNvPr>
          <p:cNvCxnSpPr>
            <a:cxnSpLocks/>
          </p:cNvCxnSpPr>
          <p:nvPr/>
        </p:nvCxnSpPr>
        <p:spPr>
          <a:xfrm>
            <a:off x="2186468" y="2039586"/>
            <a:ext cx="0" cy="60455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8542116" y="1192192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12.01</a:t>
            </a:r>
          </a:p>
        </p:txBody>
      </p: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8C18716E-F425-F355-90DD-CF28A29DE55C}"/>
              </a:ext>
            </a:extLst>
          </p:cNvPr>
          <p:cNvCxnSpPr>
            <a:cxnSpLocks/>
          </p:cNvCxnSpPr>
          <p:nvPr/>
        </p:nvCxnSpPr>
        <p:spPr>
          <a:xfrm>
            <a:off x="9376410" y="7027418"/>
            <a:ext cx="0" cy="33045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8ECB6DA0-89DA-EA5D-5F2C-8FAA93290377}"/>
              </a:ext>
            </a:extLst>
          </p:cNvPr>
          <p:cNvCxnSpPr>
            <a:cxnSpLocks/>
          </p:cNvCxnSpPr>
          <p:nvPr/>
        </p:nvCxnSpPr>
        <p:spPr>
          <a:xfrm>
            <a:off x="9742170" y="7496810"/>
            <a:ext cx="0" cy="26339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C5FC102A-C2D2-646A-2FF3-5226CE70B9A3}"/>
              </a:ext>
            </a:extLst>
          </p:cNvPr>
          <p:cNvCxnSpPr>
            <a:cxnSpLocks/>
          </p:cNvCxnSpPr>
          <p:nvPr/>
        </p:nvCxnSpPr>
        <p:spPr>
          <a:xfrm>
            <a:off x="9746270" y="7740870"/>
            <a:ext cx="385282" cy="19002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86232663-1554-54FD-CCAA-96FC0D61E72A}"/>
              </a:ext>
            </a:extLst>
          </p:cNvPr>
          <p:cNvCxnSpPr>
            <a:cxnSpLocks/>
          </p:cNvCxnSpPr>
          <p:nvPr/>
        </p:nvCxnSpPr>
        <p:spPr>
          <a:xfrm>
            <a:off x="10114026" y="7911338"/>
            <a:ext cx="0" cy="26339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EF07BC7C-ED1B-0ADF-9BF5-D97C1BCA1762}"/>
              </a:ext>
            </a:extLst>
          </p:cNvPr>
          <p:cNvCxnSpPr>
            <a:cxnSpLocks/>
          </p:cNvCxnSpPr>
          <p:nvPr/>
        </p:nvCxnSpPr>
        <p:spPr>
          <a:xfrm flipH="1">
            <a:off x="9771888" y="8196072"/>
            <a:ext cx="352806" cy="20421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296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0" name="Picture 939">
            <a:extLst>
              <a:ext uri="{FF2B5EF4-FFF2-40B4-BE49-F238E27FC236}">
                <a16:creationId xmlns:a16="http://schemas.microsoft.com/office/drawing/2014/main" id="{790FBDF5-B4EA-934D-1E02-89872100A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53" y="3057524"/>
            <a:ext cx="478971" cy="314325"/>
          </a:xfrm>
          <a:prstGeom prst="rect">
            <a:avLst/>
          </a:prstGeom>
        </p:spPr>
      </p:pic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726" y="-1586070"/>
            <a:ext cx="19667926" cy="15461528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5153832" y="-4241406"/>
            <a:ext cx="27771175" cy="2408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1446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1446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9316387" y="2249451"/>
            <a:ext cx="1460887" cy="75197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2464470" y="2820604"/>
            <a:ext cx="10870074" cy="8765324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10396985" y="1559667"/>
            <a:ext cx="6220969" cy="10194641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8335426" y="2881943"/>
            <a:ext cx="4517658" cy="2851825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BD6D29-69F9-89EB-8C9A-E3C72D1DCB06}"/>
              </a:ext>
            </a:extLst>
          </p:cNvPr>
          <p:cNvCxnSpPr>
            <a:cxnSpLocks/>
          </p:cNvCxnSpPr>
          <p:nvPr/>
        </p:nvCxnSpPr>
        <p:spPr>
          <a:xfrm>
            <a:off x="2201708" y="2613626"/>
            <a:ext cx="1413982" cy="5816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720189" y="1126061"/>
            <a:ext cx="6155047" cy="11361667"/>
            <a:chOff x="1097582" y="3434833"/>
            <a:chExt cx="4085336" cy="7541161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7582" y="3434833"/>
              <a:ext cx="718124" cy="31470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9257DDF-5A9E-8114-E54F-21176E62A1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6601" y="3758329"/>
              <a:ext cx="0" cy="17396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>
              <a:off x="1598227" y="3830461"/>
              <a:ext cx="208260" cy="10488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>
              <a:extLst>
                <a:ext uri="{FF2B5EF4-FFF2-40B4-BE49-F238E27FC236}">
                  <a16:creationId xmlns:a16="http://schemas.microsoft.com/office/drawing/2014/main" id="{88DF944C-C3BE-D1CE-6301-2EFB6404BF8C}"/>
                </a:ext>
              </a:extLst>
            </p:cNvPr>
            <p:cNvCxnSpPr>
              <a:cxnSpLocks/>
            </p:cNvCxnSpPr>
            <p:nvPr/>
          </p:nvCxnSpPr>
          <p:spPr>
            <a:xfrm>
              <a:off x="4234361" y="6380795"/>
              <a:ext cx="0" cy="207117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32905177-910D-F3F0-59FD-568E847F40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6549" y="8432767"/>
              <a:ext cx="958912" cy="41418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63552815-084A-0150-08A7-9C88D6CFA705}"/>
                </a:ext>
              </a:extLst>
            </p:cNvPr>
            <p:cNvCxnSpPr>
              <a:cxnSpLocks/>
            </p:cNvCxnSpPr>
            <p:nvPr/>
          </p:nvCxnSpPr>
          <p:spPr>
            <a:xfrm>
              <a:off x="3270993" y="8847015"/>
              <a:ext cx="0" cy="134865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84FA1BD6-F26D-29AC-F950-9C1DFA01AD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36915" y="10205301"/>
              <a:ext cx="1946003" cy="77069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6A6F5CCD-BB48-1096-D724-7B95A07F14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6658" y="10590709"/>
              <a:ext cx="679537" cy="32748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D29808EE-EFA8-E59C-1E88-244D6C560D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5105" y="10708058"/>
              <a:ext cx="530454" cy="21976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27EAC819-D7AC-BA45-5D28-87E044F2E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939" y="10712936"/>
              <a:ext cx="220132" cy="9627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20DDC34-27A6-E158-0458-6CDA057F01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54882" y="10577401"/>
              <a:ext cx="530454" cy="21976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03811197-A8DF-E0A4-A609-316E7B423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25334" y="9498430"/>
              <a:ext cx="717709" cy="3313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EACC5689-69B3-5352-044D-2C3232686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260" y="9225136"/>
              <a:ext cx="679537" cy="32748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Straight Connector 976">
              <a:extLst>
                <a:ext uri="{FF2B5EF4-FFF2-40B4-BE49-F238E27FC236}">
                  <a16:creationId xmlns:a16="http://schemas.microsoft.com/office/drawing/2014/main" id="{44AE1BA9-FBDF-60F1-3835-4E9A8874F294}"/>
                </a:ext>
              </a:extLst>
            </p:cNvPr>
            <p:cNvCxnSpPr>
              <a:cxnSpLocks/>
            </p:cNvCxnSpPr>
            <p:nvPr/>
          </p:nvCxnSpPr>
          <p:spPr>
            <a:xfrm>
              <a:off x="1847859" y="8431260"/>
              <a:ext cx="0" cy="79670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978">
              <a:extLst>
                <a:ext uri="{FF2B5EF4-FFF2-40B4-BE49-F238E27FC236}">
                  <a16:creationId xmlns:a16="http://schemas.microsoft.com/office/drawing/2014/main" id="{0B3C62A7-A7CF-169D-01A1-76811BD1B7B1}"/>
                </a:ext>
              </a:extLst>
            </p:cNvPr>
            <p:cNvCxnSpPr>
              <a:cxnSpLocks/>
            </p:cNvCxnSpPr>
            <p:nvPr/>
          </p:nvCxnSpPr>
          <p:spPr>
            <a:xfrm>
              <a:off x="1144721" y="8144658"/>
              <a:ext cx="703018" cy="29334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729DC722-C4B9-0C4E-D244-5897661BC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7978" y="4420885"/>
              <a:ext cx="916337" cy="38064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760D996F-F298-A3C4-2727-6FBECA2DFB92}"/>
                </a:ext>
              </a:extLst>
            </p:cNvPr>
            <p:cNvCxnSpPr>
              <a:cxnSpLocks/>
            </p:cNvCxnSpPr>
            <p:nvPr/>
          </p:nvCxnSpPr>
          <p:spPr>
            <a:xfrm>
              <a:off x="1163267" y="4821766"/>
              <a:ext cx="459405" cy="1753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9F4CF799-4A36-3270-1C1E-DD0864C48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2493" y="4988668"/>
              <a:ext cx="0" cy="1603284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A4F7B806-E9B3-12EE-83B3-800C4461B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0277" y="8832503"/>
              <a:ext cx="230967" cy="10308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4BBCD52E-B0CC-5BFB-0E59-399FD9DFD4C1}"/>
                </a:ext>
              </a:extLst>
            </p:cNvPr>
            <p:cNvCxnSpPr>
              <a:cxnSpLocks/>
            </p:cNvCxnSpPr>
            <p:nvPr/>
          </p:nvCxnSpPr>
          <p:spPr>
            <a:xfrm>
              <a:off x="2098936" y="8948828"/>
              <a:ext cx="207366" cy="960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4969AEE8-FC9F-F068-43A3-1F7EF3C86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1467" y="6657702"/>
              <a:ext cx="230967" cy="10308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90EBA8B8-DEF3-C1D9-6702-40D9FAF73567}"/>
                </a:ext>
              </a:extLst>
            </p:cNvPr>
            <p:cNvCxnSpPr>
              <a:cxnSpLocks/>
            </p:cNvCxnSpPr>
            <p:nvPr/>
          </p:nvCxnSpPr>
          <p:spPr>
            <a:xfrm>
              <a:off x="3029549" y="6779084"/>
              <a:ext cx="207366" cy="9609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1807569" y="1432560"/>
            <a:ext cx="6296301" cy="5097780"/>
            <a:chOff x="1826619" y="861060"/>
            <a:chExt cx="6296301" cy="50977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AFE7C28-00E1-E51D-559E-42EC24187364}"/>
                </a:ext>
              </a:extLst>
            </p:cNvPr>
            <p:cNvCxnSpPr>
              <a:cxnSpLocks/>
            </p:cNvCxnSpPr>
            <p:nvPr/>
          </p:nvCxnSpPr>
          <p:spPr>
            <a:xfrm>
              <a:off x="1826619" y="1321183"/>
              <a:ext cx="367941" cy="14947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231CF5CD-BD10-B306-AE3E-340635EA0B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0320" y="861060"/>
              <a:ext cx="1066800" cy="4648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B4882E3-3464-6148-46B6-7A41A9C4D1B9}"/>
                </a:ext>
              </a:extLst>
            </p:cNvPr>
            <p:cNvCxnSpPr>
              <a:cxnSpLocks/>
            </p:cNvCxnSpPr>
            <p:nvPr/>
          </p:nvCxnSpPr>
          <p:spPr>
            <a:xfrm>
              <a:off x="3655419" y="871603"/>
              <a:ext cx="1411881" cy="5838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5057499" y="1450723"/>
              <a:ext cx="0" cy="8886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5057499" y="2319403"/>
              <a:ext cx="375561" cy="1647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F13E4386-2BB3-96F2-B728-04DCF0787A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0936" y="2339340"/>
              <a:ext cx="323124" cy="122646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5078906-0F23-D98B-1EF4-4B4BF766F7B5}"/>
                </a:ext>
              </a:extLst>
            </p:cNvPr>
            <p:cNvCxnSpPr>
              <a:cxnSpLocks/>
            </p:cNvCxnSpPr>
            <p:nvPr/>
          </p:nvCxnSpPr>
          <p:spPr>
            <a:xfrm>
              <a:off x="5804259" y="2349883"/>
              <a:ext cx="1404261" cy="56857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190B4B7A-A472-7967-62D6-E070AE6418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550" y="2796540"/>
              <a:ext cx="991870" cy="4673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A5839A20-F0F1-6DDC-3083-B2A264FD199E}"/>
                </a:ext>
              </a:extLst>
            </p:cNvPr>
            <p:cNvCxnSpPr>
              <a:cxnSpLocks/>
            </p:cNvCxnSpPr>
            <p:nvPr/>
          </p:nvCxnSpPr>
          <p:spPr>
            <a:xfrm>
              <a:off x="6523079" y="3256663"/>
              <a:ext cx="0" cy="5838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EC1D2588-59AE-DF1E-2C82-2C9F3DDE22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060" y="3810000"/>
              <a:ext cx="312420" cy="1752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5DFCC8C2-6DD1-B249-8497-3B0078D8708A}"/>
                </a:ext>
              </a:extLst>
            </p:cNvPr>
            <p:cNvCxnSpPr>
              <a:cxnSpLocks/>
            </p:cNvCxnSpPr>
            <p:nvPr/>
          </p:nvCxnSpPr>
          <p:spPr>
            <a:xfrm>
              <a:off x="5862679" y="3782443"/>
              <a:ext cx="1015641" cy="43903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004FBF9C-783E-9322-7085-D952F2620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0500" y="5783580"/>
              <a:ext cx="312420" cy="1752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3" name="Straight Connector 932">
            <a:extLst>
              <a:ext uri="{FF2B5EF4-FFF2-40B4-BE49-F238E27FC236}">
                <a16:creationId xmlns:a16="http://schemas.microsoft.com/office/drawing/2014/main" id="{63126CE4-CEF3-D76B-A29B-AD576854C44E}"/>
              </a:ext>
            </a:extLst>
          </p:cNvPr>
          <p:cNvCxnSpPr>
            <a:cxnSpLocks/>
          </p:cNvCxnSpPr>
          <p:nvPr/>
        </p:nvCxnSpPr>
        <p:spPr>
          <a:xfrm flipH="1">
            <a:off x="3314700" y="4371306"/>
            <a:ext cx="273848" cy="1625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936">
            <a:extLst>
              <a:ext uri="{FF2B5EF4-FFF2-40B4-BE49-F238E27FC236}">
                <a16:creationId xmlns:a16="http://schemas.microsoft.com/office/drawing/2014/main" id="{E0187159-4FA6-31EC-D777-41679F520C88}"/>
              </a:ext>
            </a:extLst>
          </p:cNvPr>
          <p:cNvCxnSpPr>
            <a:cxnSpLocks/>
          </p:cNvCxnSpPr>
          <p:nvPr/>
        </p:nvCxnSpPr>
        <p:spPr>
          <a:xfrm>
            <a:off x="3301528" y="4503386"/>
            <a:ext cx="5067772" cy="211331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Straight Connector 942">
            <a:extLst>
              <a:ext uri="{FF2B5EF4-FFF2-40B4-BE49-F238E27FC236}">
                <a16:creationId xmlns:a16="http://schemas.microsoft.com/office/drawing/2014/main" id="{F583BF81-BCF9-74AE-93C0-899D88E409F3}"/>
              </a:ext>
            </a:extLst>
          </p:cNvPr>
          <p:cNvCxnSpPr>
            <a:cxnSpLocks/>
          </p:cNvCxnSpPr>
          <p:nvPr/>
        </p:nvCxnSpPr>
        <p:spPr>
          <a:xfrm>
            <a:off x="3634268" y="3251166"/>
            <a:ext cx="0" cy="113033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953">
            <a:extLst>
              <a:ext uri="{FF2B5EF4-FFF2-40B4-BE49-F238E27FC236}">
                <a16:creationId xmlns:a16="http://schemas.microsoft.com/office/drawing/2014/main" id="{475A0BD0-1BA7-20B8-84D2-0F1175BD05B6}"/>
              </a:ext>
            </a:extLst>
          </p:cNvPr>
          <p:cNvCxnSpPr>
            <a:cxnSpLocks/>
          </p:cNvCxnSpPr>
          <p:nvPr/>
        </p:nvCxnSpPr>
        <p:spPr>
          <a:xfrm flipH="1">
            <a:off x="7924800" y="6294120"/>
            <a:ext cx="1078230" cy="48768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7" name="Straight Connector 956">
            <a:extLst>
              <a:ext uri="{FF2B5EF4-FFF2-40B4-BE49-F238E27FC236}">
                <a16:creationId xmlns:a16="http://schemas.microsoft.com/office/drawing/2014/main" id="{A8BDA351-4CF0-D0E1-F23A-F66AAABB8FDC}"/>
              </a:ext>
            </a:extLst>
          </p:cNvPr>
          <p:cNvCxnSpPr>
            <a:cxnSpLocks/>
          </p:cNvCxnSpPr>
          <p:nvPr/>
        </p:nvCxnSpPr>
        <p:spPr>
          <a:xfrm flipH="1" flipV="1">
            <a:off x="7938135" y="7000240"/>
            <a:ext cx="376809" cy="18084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9" name="Straight Connector 958">
            <a:extLst>
              <a:ext uri="{FF2B5EF4-FFF2-40B4-BE49-F238E27FC236}">
                <a16:creationId xmlns:a16="http://schemas.microsoft.com/office/drawing/2014/main" id="{8E9F67EA-7FCA-1DAD-6002-739B879A8B29}"/>
              </a:ext>
            </a:extLst>
          </p:cNvPr>
          <p:cNvCxnSpPr>
            <a:cxnSpLocks/>
          </p:cNvCxnSpPr>
          <p:nvPr/>
        </p:nvCxnSpPr>
        <p:spPr>
          <a:xfrm>
            <a:off x="7943850" y="6734810"/>
            <a:ext cx="0" cy="29387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9E7A9994-70E6-2340-C7EF-EAA285DB646F}"/>
              </a:ext>
            </a:extLst>
          </p:cNvPr>
          <p:cNvCxnSpPr>
            <a:cxnSpLocks/>
          </p:cNvCxnSpPr>
          <p:nvPr/>
        </p:nvCxnSpPr>
        <p:spPr>
          <a:xfrm>
            <a:off x="8301518" y="7198326"/>
            <a:ext cx="0" cy="62741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EE671654-43B0-400C-4622-EAF778A8FB27}"/>
              </a:ext>
            </a:extLst>
          </p:cNvPr>
          <p:cNvCxnSpPr>
            <a:cxnSpLocks/>
          </p:cNvCxnSpPr>
          <p:nvPr/>
        </p:nvCxnSpPr>
        <p:spPr>
          <a:xfrm flipH="1">
            <a:off x="7934325" y="8239125"/>
            <a:ext cx="1400175" cy="60007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A1229BF0-7913-4A09-73CE-7B5C268CB762}"/>
              </a:ext>
            </a:extLst>
          </p:cNvPr>
          <p:cNvCxnSpPr>
            <a:cxnSpLocks/>
          </p:cNvCxnSpPr>
          <p:nvPr/>
        </p:nvCxnSpPr>
        <p:spPr>
          <a:xfrm flipH="1" flipV="1">
            <a:off x="8277225" y="7800975"/>
            <a:ext cx="1426845" cy="58102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8AA00092-35D5-D10E-60F8-45C99CA694F8}"/>
              </a:ext>
            </a:extLst>
          </p:cNvPr>
          <p:cNvCxnSpPr>
            <a:cxnSpLocks/>
          </p:cNvCxnSpPr>
          <p:nvPr/>
        </p:nvCxnSpPr>
        <p:spPr>
          <a:xfrm>
            <a:off x="7949093" y="8773126"/>
            <a:ext cx="0" cy="93602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C7F09C29-7378-E39C-2C7D-78EC633865A0}"/>
              </a:ext>
            </a:extLst>
          </p:cNvPr>
          <p:cNvCxnSpPr>
            <a:cxnSpLocks/>
          </p:cNvCxnSpPr>
          <p:nvPr/>
        </p:nvCxnSpPr>
        <p:spPr>
          <a:xfrm flipH="1" flipV="1">
            <a:off x="7928610" y="9692640"/>
            <a:ext cx="2186940" cy="92773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A06BC6F0-8D35-E72A-64FE-DF7AE0FEED77}"/>
              </a:ext>
            </a:extLst>
          </p:cNvPr>
          <p:cNvCxnSpPr>
            <a:cxnSpLocks/>
          </p:cNvCxnSpPr>
          <p:nvPr/>
        </p:nvCxnSpPr>
        <p:spPr>
          <a:xfrm>
            <a:off x="10077450" y="10595610"/>
            <a:ext cx="0" cy="33909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F9148793-2EB7-7C3A-DB2A-B3F2E586929A}"/>
              </a:ext>
            </a:extLst>
          </p:cNvPr>
          <p:cNvCxnSpPr>
            <a:cxnSpLocks/>
          </p:cNvCxnSpPr>
          <p:nvPr/>
        </p:nvCxnSpPr>
        <p:spPr>
          <a:xfrm flipH="1" flipV="1">
            <a:off x="10071735" y="10902315"/>
            <a:ext cx="1101090" cy="44196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3EBFAE12-F682-57A3-5FE6-E476F5F4820A}"/>
              </a:ext>
            </a:extLst>
          </p:cNvPr>
          <p:cNvCxnSpPr>
            <a:cxnSpLocks/>
          </p:cNvCxnSpPr>
          <p:nvPr/>
        </p:nvCxnSpPr>
        <p:spPr>
          <a:xfrm>
            <a:off x="2186468" y="2039586"/>
            <a:ext cx="0" cy="60455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8542116" y="1192192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12.00</a:t>
            </a:r>
          </a:p>
        </p:txBody>
      </p:sp>
    </p:spTree>
    <p:extLst>
      <p:ext uri="{BB962C8B-B14F-4D97-AF65-F5344CB8AC3E}">
        <p14:creationId xmlns:p14="http://schemas.microsoft.com/office/powerpoint/2010/main" val="911348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AD0A22-6FFA-4818-905E-888F4D47F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84" y="7439230"/>
            <a:ext cx="9442671" cy="64434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95A26E-ABCC-4369-9BEB-C678408E4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0380" y="7599478"/>
            <a:ext cx="8886482" cy="6202861"/>
          </a:xfrm>
          <a:prstGeom prst="rect">
            <a:avLst/>
          </a:prstGeom>
        </p:spPr>
      </p:pic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43F5D138-4DA1-0319-B2B4-D26FCB8768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260" y="5198241"/>
            <a:ext cx="2898986" cy="1603455"/>
          </a:xfrm>
          <a:prstGeom prst="rect">
            <a:avLst/>
          </a:prstGeom>
        </p:spPr>
      </p:pic>
      <p:pic>
        <p:nvPicPr>
          <p:cNvPr id="7" name="Picture 6" descr="A screenshot of a video game&#10;&#10;Description automatically generated">
            <a:extLst>
              <a:ext uri="{FF2B5EF4-FFF2-40B4-BE49-F238E27FC236}">
                <a16:creationId xmlns:a16="http://schemas.microsoft.com/office/drawing/2014/main" id="{930E9CFB-431F-A303-B3B0-F7C38E71C8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700" y="4645098"/>
            <a:ext cx="2003636" cy="2488916"/>
          </a:xfrm>
          <a:prstGeom prst="rect">
            <a:avLst/>
          </a:prstGeom>
        </p:spPr>
      </p:pic>
      <p:pic>
        <p:nvPicPr>
          <p:cNvPr id="9" name="Picture 8" descr="A screenshot of a video game&#10;&#10;Description automatically generated">
            <a:extLst>
              <a:ext uri="{FF2B5EF4-FFF2-40B4-BE49-F238E27FC236}">
                <a16:creationId xmlns:a16="http://schemas.microsoft.com/office/drawing/2014/main" id="{A3F82D2D-1246-F150-0466-CF43A6E0A5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5700" y="4946886"/>
            <a:ext cx="3258396" cy="213294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A6437551-0BA8-C258-9F77-0BB945DCEFD3}"/>
              </a:ext>
            </a:extLst>
          </p:cNvPr>
          <p:cNvSpPr/>
          <p:nvPr/>
        </p:nvSpPr>
        <p:spPr>
          <a:xfrm>
            <a:off x="8161020" y="5935980"/>
            <a:ext cx="403860" cy="29718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0DCDE68-0E53-F482-71E8-7DE2F09CEC28}"/>
              </a:ext>
            </a:extLst>
          </p:cNvPr>
          <p:cNvSpPr/>
          <p:nvPr/>
        </p:nvSpPr>
        <p:spPr>
          <a:xfrm>
            <a:off x="10751820" y="5951220"/>
            <a:ext cx="403860" cy="29718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16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 t="-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726" y="-1586070"/>
            <a:ext cx="19667926" cy="15461528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5153832" y="-4241406"/>
            <a:ext cx="27771175" cy="2408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1446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1446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1446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9316387" y="2249451"/>
            <a:ext cx="1460887" cy="751970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2464470" y="2820604"/>
            <a:ext cx="10870074" cy="8765324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10396985" y="1559667"/>
            <a:ext cx="6220969" cy="10194641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8335426" y="2881943"/>
            <a:ext cx="4517658" cy="2851825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BD6D29-69F9-89EB-8C9A-E3C72D1DCB06}"/>
              </a:ext>
            </a:extLst>
          </p:cNvPr>
          <p:cNvCxnSpPr>
            <a:cxnSpLocks/>
          </p:cNvCxnSpPr>
          <p:nvPr/>
        </p:nvCxnSpPr>
        <p:spPr>
          <a:xfrm>
            <a:off x="2201708" y="2320325"/>
            <a:ext cx="1413982" cy="5816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730250" y="802279"/>
            <a:ext cx="6927851" cy="11416459"/>
            <a:chOff x="1104260" y="3414602"/>
            <a:chExt cx="4598274" cy="7577529"/>
          </a:xfrm>
          <a:effectLst/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2870" y="3414602"/>
              <a:ext cx="718124" cy="31470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9257DDF-5A9E-8114-E54F-21176E62A1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1774" y="3743156"/>
              <a:ext cx="0" cy="17396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>
              <a:extLst>
                <a:ext uri="{FF2B5EF4-FFF2-40B4-BE49-F238E27FC236}">
                  <a16:creationId xmlns:a16="http://schemas.microsoft.com/office/drawing/2014/main" id="{88DF944C-C3BE-D1CE-6301-2EFB6404BF8C}"/>
                </a:ext>
              </a:extLst>
            </p:cNvPr>
            <p:cNvCxnSpPr>
              <a:cxnSpLocks/>
            </p:cNvCxnSpPr>
            <p:nvPr/>
          </p:nvCxnSpPr>
          <p:spPr>
            <a:xfrm>
              <a:off x="4234361" y="7315199"/>
              <a:ext cx="0" cy="113677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32905177-910D-F3F0-59FD-568E847F40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6549" y="8432767"/>
              <a:ext cx="958912" cy="41418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63552815-084A-0150-08A7-9C88D6CFA705}"/>
                </a:ext>
              </a:extLst>
            </p:cNvPr>
            <p:cNvCxnSpPr>
              <a:cxnSpLocks/>
            </p:cNvCxnSpPr>
            <p:nvPr/>
          </p:nvCxnSpPr>
          <p:spPr>
            <a:xfrm>
              <a:off x="3270993" y="8847015"/>
              <a:ext cx="0" cy="59240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84FA1BD6-F26D-29AC-F950-9C1DFA01AD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30749" y="10617863"/>
              <a:ext cx="952169" cy="3581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6A6F5CCD-BB48-1096-D724-7B95A07F14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4483" y="9422386"/>
              <a:ext cx="456157" cy="20923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D29808EE-EFA8-E59C-1E88-244D6C560D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5105" y="10708058"/>
              <a:ext cx="530454" cy="21976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27EAC819-D7AC-BA45-5D28-87E044F2E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939" y="10712936"/>
              <a:ext cx="220132" cy="9627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20DDC34-27A6-E158-0458-6CDA057F01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73870" y="10400383"/>
              <a:ext cx="911466" cy="39678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03811197-A8DF-E0A4-A609-316E7B423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25334" y="9498430"/>
              <a:ext cx="743478" cy="35314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EACC5689-69B3-5352-044D-2C3232686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260" y="9323097"/>
              <a:ext cx="506611" cy="22952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978">
              <a:extLst>
                <a:ext uri="{FF2B5EF4-FFF2-40B4-BE49-F238E27FC236}">
                  <a16:creationId xmlns:a16="http://schemas.microsoft.com/office/drawing/2014/main" id="{0B3C62A7-A7CF-169D-01A1-76811BD1B7B1}"/>
                </a:ext>
              </a:extLst>
            </p:cNvPr>
            <p:cNvCxnSpPr>
              <a:cxnSpLocks/>
            </p:cNvCxnSpPr>
            <p:nvPr/>
          </p:nvCxnSpPr>
          <p:spPr>
            <a:xfrm>
              <a:off x="1144721" y="8144658"/>
              <a:ext cx="703018" cy="29334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729DC722-C4B9-0C4E-D244-5897661BC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8457" y="6199502"/>
              <a:ext cx="916337" cy="38064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760D996F-F298-A3C4-2727-6FBECA2DFB92}"/>
                </a:ext>
              </a:extLst>
            </p:cNvPr>
            <p:cNvCxnSpPr>
              <a:cxnSpLocks/>
            </p:cNvCxnSpPr>
            <p:nvPr/>
          </p:nvCxnSpPr>
          <p:spPr>
            <a:xfrm>
              <a:off x="1163267" y="4821766"/>
              <a:ext cx="459405" cy="1753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9F4CF799-4A36-3270-1C1E-DD0864C48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2493" y="4988668"/>
              <a:ext cx="0" cy="152573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9ED0110-7340-9D6A-0969-F16998BDE346}"/>
                </a:ext>
              </a:extLst>
            </p:cNvPr>
            <p:cNvCxnSpPr>
              <a:cxnSpLocks/>
            </p:cNvCxnSpPr>
            <p:nvPr/>
          </p:nvCxnSpPr>
          <p:spPr>
            <a:xfrm>
              <a:off x="2795571" y="9636013"/>
              <a:ext cx="0" cy="20296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DEEBA5E-3698-A004-DA5E-D3AC459020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3524" y="9811827"/>
              <a:ext cx="946751" cy="38624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02D6C53-1A9A-2CD0-31BE-757F99CD9BDD}"/>
                </a:ext>
              </a:extLst>
            </p:cNvPr>
            <p:cNvCxnSpPr>
              <a:cxnSpLocks/>
            </p:cNvCxnSpPr>
            <p:nvPr/>
          </p:nvCxnSpPr>
          <p:spPr>
            <a:xfrm>
              <a:off x="1849785" y="10187300"/>
              <a:ext cx="0" cy="20296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05D221-00CF-CE7C-7E8F-A3A510D0BE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9303" y="10617863"/>
              <a:ext cx="681100" cy="3076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5560D84-93EF-C20D-E47A-5E7B38AFC8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9051" y="6202510"/>
              <a:ext cx="1424581" cy="193034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lgDashDotDot"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EFD0A69A-2075-5CDB-0283-2D6764D0C3FE}"/>
                </a:ext>
              </a:extLst>
            </p:cNvPr>
            <p:cNvCxnSpPr>
              <a:cxnSpLocks/>
            </p:cNvCxnSpPr>
            <p:nvPr/>
          </p:nvCxnSpPr>
          <p:spPr>
            <a:xfrm>
              <a:off x="1856168" y="8458235"/>
              <a:ext cx="0" cy="17196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0779FB13-D372-B7E8-B24D-44D400D84697}"/>
                </a:ext>
              </a:extLst>
            </p:cNvPr>
            <p:cNvCxnSpPr>
              <a:cxnSpLocks/>
            </p:cNvCxnSpPr>
            <p:nvPr/>
          </p:nvCxnSpPr>
          <p:spPr>
            <a:xfrm>
              <a:off x="1638687" y="9338269"/>
              <a:ext cx="439177" cy="16859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4404F70-5194-B193-82B9-24B74CADE232}"/>
                </a:ext>
              </a:extLst>
            </p:cNvPr>
            <p:cNvCxnSpPr>
              <a:cxnSpLocks/>
            </p:cNvCxnSpPr>
            <p:nvPr/>
          </p:nvCxnSpPr>
          <p:spPr>
            <a:xfrm>
              <a:off x="5187854" y="10769594"/>
              <a:ext cx="0" cy="2225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37C38E-EE07-3C6E-C309-D337103878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35807" y="10392751"/>
              <a:ext cx="967342" cy="39105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A201AF1-4DEC-092F-ED34-678370ECC8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4357" y="10412982"/>
              <a:ext cx="226392" cy="9867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DE9EC65-90D7-3CF8-4624-B8E134A6DD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75915" y="10418039"/>
              <a:ext cx="225908" cy="10794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0DBBFD0-97DF-9F20-FC82-DB435A1464D1}"/>
                </a:ext>
              </a:extLst>
            </p:cNvPr>
            <p:cNvCxnSpPr>
              <a:cxnSpLocks/>
            </p:cNvCxnSpPr>
            <p:nvPr/>
          </p:nvCxnSpPr>
          <p:spPr>
            <a:xfrm>
              <a:off x="4953997" y="10124694"/>
              <a:ext cx="480480" cy="17196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73189D7C-953C-72FB-0C9A-26EB17CA3766}"/>
                </a:ext>
              </a:extLst>
            </p:cNvPr>
            <p:cNvCxnSpPr>
              <a:cxnSpLocks/>
            </p:cNvCxnSpPr>
            <p:nvPr/>
          </p:nvCxnSpPr>
          <p:spPr>
            <a:xfrm>
              <a:off x="3999299" y="8751580"/>
              <a:ext cx="0" cy="98624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69E4175A-E5B9-46AC-21AB-DB45DB21C9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4840" y="8536583"/>
              <a:ext cx="473735" cy="19897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1CA417F5-23F6-E45D-7382-5444DD890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9849" y="8733833"/>
              <a:ext cx="254148" cy="10878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E96A36A9-D533-8133-50CC-89781749FA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1824" y="8627622"/>
              <a:ext cx="475423" cy="21747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0531BDA4-42F2-50EE-73AF-2DCD6E7DB838}"/>
                </a:ext>
              </a:extLst>
            </p:cNvPr>
            <p:cNvCxnSpPr>
              <a:cxnSpLocks/>
            </p:cNvCxnSpPr>
            <p:nvPr/>
          </p:nvCxnSpPr>
          <p:spPr>
            <a:xfrm>
              <a:off x="5691093" y="8242019"/>
              <a:ext cx="0" cy="36415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B16B775-F740-FDAB-AF1F-EE3153DD30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60320" y="7946145"/>
              <a:ext cx="719516" cy="28732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EB966C71-BE32-1769-FBC3-9C447D9E7EDE}"/>
                </a:ext>
              </a:extLst>
            </p:cNvPr>
            <p:cNvCxnSpPr>
              <a:cxnSpLocks/>
            </p:cNvCxnSpPr>
            <p:nvPr/>
          </p:nvCxnSpPr>
          <p:spPr>
            <a:xfrm>
              <a:off x="4969171" y="7928443"/>
              <a:ext cx="0" cy="59802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B21A8C6B-7F68-F928-572C-7D546B87F7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6047" y="8126911"/>
              <a:ext cx="0" cy="19724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193AE2C9-BFE7-50F4-A2B2-17DA479AEA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58345" y="7944881"/>
              <a:ext cx="255475" cy="10271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FC976070-19A2-3CBD-B4DA-0C4F66B71D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4119" y="7555394"/>
              <a:ext cx="1648803" cy="69290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D4C071F1-A5B9-F66B-D7AA-EA0BFEC481C1}"/>
                </a:ext>
              </a:extLst>
            </p:cNvPr>
            <p:cNvCxnSpPr>
              <a:cxnSpLocks/>
            </p:cNvCxnSpPr>
            <p:nvPr/>
          </p:nvCxnSpPr>
          <p:spPr>
            <a:xfrm>
              <a:off x="2574298" y="8349449"/>
              <a:ext cx="0" cy="134918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DFBD33DB-C233-3E6A-43AB-46355C9547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888" y="9706880"/>
              <a:ext cx="251321" cy="12446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25FBA75E-542B-AB63-3120-7C9F93281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8761" y="9407814"/>
              <a:ext cx="231450" cy="10621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91C400D4-2A3B-DEA1-B9D5-728192D657BC}"/>
                </a:ext>
              </a:extLst>
            </p:cNvPr>
            <p:cNvCxnSpPr>
              <a:cxnSpLocks/>
            </p:cNvCxnSpPr>
            <p:nvPr/>
          </p:nvCxnSpPr>
          <p:spPr>
            <a:xfrm>
              <a:off x="2315091" y="9034810"/>
              <a:ext cx="0" cy="36415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5C30E356-6786-013B-75A7-31D38CF7DA3B}"/>
                </a:ext>
              </a:extLst>
            </p:cNvPr>
            <p:cNvCxnSpPr>
              <a:cxnSpLocks/>
            </p:cNvCxnSpPr>
            <p:nvPr/>
          </p:nvCxnSpPr>
          <p:spPr>
            <a:xfrm>
              <a:off x="2076177" y="8933657"/>
              <a:ext cx="242769" cy="101154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52AD475D-0C5A-23BA-3580-CC576A19D158}"/>
                </a:ext>
              </a:extLst>
            </p:cNvPr>
            <p:cNvCxnSpPr>
              <a:cxnSpLocks/>
            </p:cNvCxnSpPr>
            <p:nvPr/>
          </p:nvCxnSpPr>
          <p:spPr>
            <a:xfrm>
              <a:off x="2082438" y="8735746"/>
              <a:ext cx="0" cy="20296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DB147D0D-79F8-6BAE-2EA0-4C6428005FE7}"/>
                </a:ext>
              </a:extLst>
            </p:cNvPr>
            <p:cNvCxnSpPr>
              <a:cxnSpLocks/>
            </p:cNvCxnSpPr>
            <p:nvPr/>
          </p:nvCxnSpPr>
          <p:spPr>
            <a:xfrm>
              <a:off x="1818235" y="8625138"/>
              <a:ext cx="242769" cy="101154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8" name="Straight Connector 2447">
              <a:extLst>
                <a:ext uri="{FF2B5EF4-FFF2-40B4-BE49-F238E27FC236}">
                  <a16:creationId xmlns:a16="http://schemas.microsoft.com/office/drawing/2014/main" id="{A186FD3A-F335-29B9-98D4-862BDA2C6A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79195" y="10038714"/>
              <a:ext cx="1205053" cy="46691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9" name="Straight Connector 2448">
              <a:extLst>
                <a:ext uri="{FF2B5EF4-FFF2-40B4-BE49-F238E27FC236}">
                  <a16:creationId xmlns:a16="http://schemas.microsoft.com/office/drawing/2014/main" id="{1EDFE1C5-A9A0-FE39-CF1C-222D7F7956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939" y="9907214"/>
              <a:ext cx="246140" cy="11299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1" name="Straight Connector 2450">
              <a:extLst>
                <a:ext uri="{FF2B5EF4-FFF2-40B4-BE49-F238E27FC236}">
                  <a16:creationId xmlns:a16="http://schemas.microsoft.com/office/drawing/2014/main" id="{9E30F8BB-1AED-8B66-C8BB-FA19B3B68F85}"/>
                </a:ext>
              </a:extLst>
            </p:cNvPr>
            <p:cNvCxnSpPr>
              <a:cxnSpLocks/>
            </p:cNvCxnSpPr>
            <p:nvPr/>
          </p:nvCxnSpPr>
          <p:spPr>
            <a:xfrm>
              <a:off x="3038340" y="9697367"/>
              <a:ext cx="0" cy="2225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2" name="Straight Connector 2451">
              <a:extLst>
                <a:ext uri="{FF2B5EF4-FFF2-40B4-BE49-F238E27FC236}">
                  <a16:creationId xmlns:a16="http://schemas.microsoft.com/office/drawing/2014/main" id="{48B3A18F-356C-FE0C-7F4C-320B9BD463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28708" y="9517773"/>
              <a:ext cx="468678" cy="1989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4" name="Straight Connector 2453">
              <a:extLst>
                <a:ext uri="{FF2B5EF4-FFF2-40B4-BE49-F238E27FC236}">
                  <a16:creationId xmlns:a16="http://schemas.microsoft.com/office/drawing/2014/main" id="{0CBA4DE8-10E1-83F7-92E2-6C8A792D5DCB}"/>
                </a:ext>
              </a:extLst>
            </p:cNvPr>
            <p:cNvCxnSpPr>
              <a:cxnSpLocks/>
            </p:cNvCxnSpPr>
            <p:nvPr/>
          </p:nvCxnSpPr>
          <p:spPr>
            <a:xfrm>
              <a:off x="3513762" y="8931082"/>
              <a:ext cx="0" cy="58926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6" name="Straight Connector 2455">
              <a:extLst>
                <a:ext uri="{FF2B5EF4-FFF2-40B4-BE49-F238E27FC236}">
                  <a16:creationId xmlns:a16="http://schemas.microsoft.com/office/drawing/2014/main" id="{85BEBC0C-138B-E66C-4B5B-4950928134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4360" y="8814756"/>
              <a:ext cx="246140" cy="11299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7" name="Straight Connector 2456">
              <a:extLst>
                <a:ext uri="{FF2B5EF4-FFF2-40B4-BE49-F238E27FC236}">
                  <a16:creationId xmlns:a16="http://schemas.microsoft.com/office/drawing/2014/main" id="{FB9B3B93-A895-4004-A172-0393438AC044}"/>
                </a:ext>
              </a:extLst>
            </p:cNvPr>
            <p:cNvCxnSpPr>
              <a:cxnSpLocks/>
            </p:cNvCxnSpPr>
            <p:nvPr/>
          </p:nvCxnSpPr>
          <p:spPr>
            <a:xfrm>
              <a:off x="3766646" y="8799583"/>
              <a:ext cx="0" cy="80417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9" name="Straight Connector 2458">
              <a:extLst>
                <a:ext uri="{FF2B5EF4-FFF2-40B4-BE49-F238E27FC236}">
                  <a16:creationId xmlns:a16="http://schemas.microsoft.com/office/drawing/2014/main" id="{429EC52E-7006-B8B5-7F2B-06069BB62C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9905" y="9588580"/>
              <a:ext cx="480480" cy="21242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3" name="Straight Connector 2462">
              <a:extLst>
                <a:ext uri="{FF2B5EF4-FFF2-40B4-BE49-F238E27FC236}">
                  <a16:creationId xmlns:a16="http://schemas.microsoft.com/office/drawing/2014/main" id="{287218AC-8E35-7FA5-086B-0DE8593FC163}"/>
                </a:ext>
              </a:extLst>
            </p:cNvPr>
            <p:cNvCxnSpPr>
              <a:cxnSpLocks/>
            </p:cNvCxnSpPr>
            <p:nvPr/>
          </p:nvCxnSpPr>
          <p:spPr>
            <a:xfrm>
              <a:off x="3291224" y="9788404"/>
              <a:ext cx="0" cy="2225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4" name="Straight Connector 2463">
              <a:extLst>
                <a:ext uri="{FF2B5EF4-FFF2-40B4-BE49-F238E27FC236}">
                  <a16:creationId xmlns:a16="http://schemas.microsoft.com/office/drawing/2014/main" id="{D26C08F0-4A57-7FA1-CE92-4C7E4F4D4CC2}"/>
                </a:ext>
              </a:extLst>
            </p:cNvPr>
            <p:cNvCxnSpPr>
              <a:cxnSpLocks/>
            </p:cNvCxnSpPr>
            <p:nvPr/>
          </p:nvCxnSpPr>
          <p:spPr>
            <a:xfrm>
              <a:off x="3292548" y="10026113"/>
              <a:ext cx="225068" cy="884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6" name="Straight Connector 2465">
              <a:extLst>
                <a:ext uri="{FF2B5EF4-FFF2-40B4-BE49-F238E27FC236}">
                  <a16:creationId xmlns:a16="http://schemas.microsoft.com/office/drawing/2014/main" id="{13EF5244-601D-F5FE-C9FB-DEDC72F08E81}"/>
                </a:ext>
              </a:extLst>
            </p:cNvPr>
            <p:cNvCxnSpPr>
              <a:cxnSpLocks/>
            </p:cNvCxnSpPr>
            <p:nvPr/>
          </p:nvCxnSpPr>
          <p:spPr>
            <a:xfrm>
              <a:off x="3513762" y="9899673"/>
              <a:ext cx="0" cy="2225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7" name="Straight Connector 2466">
              <a:extLst>
                <a:ext uri="{FF2B5EF4-FFF2-40B4-BE49-F238E27FC236}">
                  <a16:creationId xmlns:a16="http://schemas.microsoft.com/office/drawing/2014/main" id="{217C5AA0-EBA7-76A7-3ECA-AF68C02AF9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4245" y="9795945"/>
              <a:ext cx="246140" cy="11299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8" name="Straight Connector 2467">
              <a:extLst>
                <a:ext uri="{FF2B5EF4-FFF2-40B4-BE49-F238E27FC236}">
                  <a16:creationId xmlns:a16="http://schemas.microsoft.com/office/drawing/2014/main" id="{99BC6089-CF64-5A50-3DE3-DDAC90567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51473" y="9793462"/>
              <a:ext cx="0" cy="39698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0" name="Straight Connector 2469">
              <a:extLst>
                <a:ext uri="{FF2B5EF4-FFF2-40B4-BE49-F238E27FC236}">
                  <a16:creationId xmlns:a16="http://schemas.microsoft.com/office/drawing/2014/main" id="{CFDCDC99-F3E8-ECCF-0B2B-62509DFA637F}"/>
                </a:ext>
              </a:extLst>
            </p:cNvPr>
            <p:cNvCxnSpPr>
              <a:cxnSpLocks/>
            </p:cNvCxnSpPr>
            <p:nvPr/>
          </p:nvCxnSpPr>
          <p:spPr>
            <a:xfrm>
              <a:off x="3752797" y="10213247"/>
              <a:ext cx="225068" cy="884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1" name="Straight Connector 2470">
              <a:extLst>
                <a:ext uri="{FF2B5EF4-FFF2-40B4-BE49-F238E27FC236}">
                  <a16:creationId xmlns:a16="http://schemas.microsoft.com/office/drawing/2014/main" id="{27697E47-9DEF-D1C9-B258-B490D32C3B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74494" y="10205617"/>
              <a:ext cx="246140" cy="11299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2" name="Straight Connector 2471">
              <a:extLst>
                <a:ext uri="{FF2B5EF4-FFF2-40B4-BE49-F238E27FC236}">
                  <a16:creationId xmlns:a16="http://schemas.microsoft.com/office/drawing/2014/main" id="{8C499EFB-72E6-3E64-0608-A8935DF22916}"/>
                </a:ext>
              </a:extLst>
            </p:cNvPr>
            <p:cNvCxnSpPr>
              <a:cxnSpLocks/>
            </p:cNvCxnSpPr>
            <p:nvPr/>
          </p:nvCxnSpPr>
          <p:spPr>
            <a:xfrm>
              <a:off x="4218104" y="10213247"/>
              <a:ext cx="751066" cy="30088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6" name="Straight Connector 2475">
              <a:extLst>
                <a:ext uri="{FF2B5EF4-FFF2-40B4-BE49-F238E27FC236}">
                  <a16:creationId xmlns:a16="http://schemas.microsoft.com/office/drawing/2014/main" id="{87C58820-4388-EC67-8E1E-871FA930F67A}"/>
                </a:ext>
              </a:extLst>
            </p:cNvPr>
            <p:cNvCxnSpPr>
              <a:cxnSpLocks/>
            </p:cNvCxnSpPr>
            <p:nvPr/>
          </p:nvCxnSpPr>
          <p:spPr>
            <a:xfrm>
              <a:off x="4711229" y="10205617"/>
              <a:ext cx="485537" cy="1972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8" name="Straight Connector 2477">
              <a:extLst>
                <a:ext uri="{FF2B5EF4-FFF2-40B4-BE49-F238E27FC236}">
                  <a16:creationId xmlns:a16="http://schemas.microsoft.com/office/drawing/2014/main" id="{9B867FF4-21D4-3958-E9A8-85D234C329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8089" y="10119636"/>
              <a:ext cx="246139" cy="8771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2" name="Straight Connector 2481">
              <a:extLst>
                <a:ext uri="{FF2B5EF4-FFF2-40B4-BE49-F238E27FC236}">
                  <a16:creationId xmlns:a16="http://schemas.microsoft.com/office/drawing/2014/main" id="{D26A394E-5AFF-0E88-8D5B-C4A56ADFE9D6}"/>
                </a:ext>
              </a:extLst>
            </p:cNvPr>
            <p:cNvCxnSpPr>
              <a:cxnSpLocks/>
            </p:cNvCxnSpPr>
            <p:nvPr/>
          </p:nvCxnSpPr>
          <p:spPr>
            <a:xfrm>
              <a:off x="5430622" y="9917329"/>
              <a:ext cx="0" cy="37684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4" name="Straight Connector 2483">
              <a:extLst>
                <a:ext uri="{FF2B5EF4-FFF2-40B4-BE49-F238E27FC236}">
                  <a16:creationId xmlns:a16="http://schemas.microsoft.com/office/drawing/2014/main" id="{C666A98E-3383-BADD-751E-77B11F2D8337}"/>
                </a:ext>
              </a:extLst>
            </p:cNvPr>
            <p:cNvCxnSpPr>
              <a:cxnSpLocks/>
            </p:cNvCxnSpPr>
            <p:nvPr/>
          </p:nvCxnSpPr>
          <p:spPr>
            <a:xfrm>
              <a:off x="5437004" y="9924960"/>
              <a:ext cx="225068" cy="884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5" name="Straight Connector 2484">
              <a:extLst>
                <a:ext uri="{FF2B5EF4-FFF2-40B4-BE49-F238E27FC236}">
                  <a16:creationId xmlns:a16="http://schemas.microsoft.com/office/drawing/2014/main" id="{866A5BF8-1E01-FF6E-B07B-7F92F21DFB36}"/>
                </a:ext>
              </a:extLst>
            </p:cNvPr>
            <p:cNvCxnSpPr>
              <a:cxnSpLocks/>
            </p:cNvCxnSpPr>
            <p:nvPr/>
          </p:nvCxnSpPr>
          <p:spPr>
            <a:xfrm>
              <a:off x="5668333" y="9783347"/>
              <a:ext cx="0" cy="2225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6" name="Straight Connector 2485">
              <a:extLst>
                <a:ext uri="{FF2B5EF4-FFF2-40B4-BE49-F238E27FC236}">
                  <a16:creationId xmlns:a16="http://schemas.microsoft.com/office/drawing/2014/main" id="{00F82552-8F4C-4DF0-E488-59824DA3A4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48940" y="9532946"/>
              <a:ext cx="723248" cy="26805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8" name="Straight Connector 2487">
              <a:extLst>
                <a:ext uri="{FF2B5EF4-FFF2-40B4-BE49-F238E27FC236}">
                  <a16:creationId xmlns:a16="http://schemas.microsoft.com/office/drawing/2014/main" id="{A2C05BF2-7646-CD9D-93D3-9195EB0B64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9055" y="9406504"/>
              <a:ext cx="238914" cy="11632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0" name="Straight Connector 2489">
              <a:extLst>
                <a:ext uri="{FF2B5EF4-FFF2-40B4-BE49-F238E27FC236}">
                  <a16:creationId xmlns:a16="http://schemas.microsoft.com/office/drawing/2014/main" id="{6791E748-DBF4-9CED-5706-AECE3EF611AF}"/>
                </a:ext>
              </a:extLst>
            </p:cNvPr>
            <p:cNvCxnSpPr>
              <a:cxnSpLocks/>
            </p:cNvCxnSpPr>
            <p:nvPr/>
          </p:nvCxnSpPr>
          <p:spPr>
            <a:xfrm>
              <a:off x="5201824" y="9416619"/>
              <a:ext cx="237710" cy="10115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2" name="Straight Connector 2491">
              <a:extLst>
                <a:ext uri="{FF2B5EF4-FFF2-40B4-BE49-F238E27FC236}">
                  <a16:creationId xmlns:a16="http://schemas.microsoft.com/office/drawing/2014/main" id="{B61E8D4E-50B2-FEBC-84AA-C20B57069DC9}"/>
                </a:ext>
              </a:extLst>
            </p:cNvPr>
            <p:cNvCxnSpPr>
              <a:cxnSpLocks/>
            </p:cNvCxnSpPr>
            <p:nvPr/>
          </p:nvCxnSpPr>
          <p:spPr>
            <a:xfrm>
              <a:off x="5435680" y="9307925"/>
              <a:ext cx="0" cy="2225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3" name="Straight Connector 2492">
              <a:extLst>
                <a:ext uri="{FF2B5EF4-FFF2-40B4-BE49-F238E27FC236}">
                  <a16:creationId xmlns:a16="http://schemas.microsoft.com/office/drawing/2014/main" id="{72CCFA03-DECA-EA85-39AD-AF43722FC1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6395" y="9199138"/>
              <a:ext cx="225908" cy="10794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4" name="Straight Connector 2493">
              <a:extLst>
                <a:ext uri="{FF2B5EF4-FFF2-40B4-BE49-F238E27FC236}">
                  <a16:creationId xmlns:a16="http://schemas.microsoft.com/office/drawing/2014/main" id="{EAB62607-48C6-10D1-2B33-B72FA89060C7}"/>
                </a:ext>
              </a:extLst>
            </p:cNvPr>
            <p:cNvCxnSpPr>
              <a:cxnSpLocks/>
            </p:cNvCxnSpPr>
            <p:nvPr/>
          </p:nvCxnSpPr>
          <p:spPr>
            <a:xfrm>
              <a:off x="4959055" y="8926024"/>
              <a:ext cx="718190" cy="28323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9" name="Straight Connector 2498">
              <a:extLst>
                <a:ext uri="{FF2B5EF4-FFF2-40B4-BE49-F238E27FC236}">
                  <a16:creationId xmlns:a16="http://schemas.microsoft.com/office/drawing/2014/main" id="{E6B57DC5-42F7-C448-F42A-07FB455A59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6171" y="8931082"/>
              <a:ext cx="249030" cy="101154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1" name="Straight Connector 2500">
              <a:extLst>
                <a:ext uri="{FF2B5EF4-FFF2-40B4-BE49-F238E27FC236}">
                  <a16:creationId xmlns:a16="http://schemas.microsoft.com/office/drawing/2014/main" id="{8D9BA207-A786-0DAE-30D5-56C43F855A35}"/>
                </a:ext>
              </a:extLst>
            </p:cNvPr>
            <p:cNvCxnSpPr>
              <a:cxnSpLocks/>
            </p:cNvCxnSpPr>
            <p:nvPr/>
          </p:nvCxnSpPr>
          <p:spPr>
            <a:xfrm>
              <a:off x="4727605" y="9019637"/>
              <a:ext cx="0" cy="58411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4" name="Straight Connector 2503">
              <a:extLst>
                <a:ext uri="{FF2B5EF4-FFF2-40B4-BE49-F238E27FC236}">
                  <a16:creationId xmlns:a16="http://schemas.microsoft.com/office/drawing/2014/main" id="{87B1C34C-5B63-AE95-DE70-8FF45C37C098}"/>
                </a:ext>
              </a:extLst>
            </p:cNvPr>
            <p:cNvCxnSpPr>
              <a:cxnSpLocks/>
            </p:cNvCxnSpPr>
            <p:nvPr/>
          </p:nvCxnSpPr>
          <p:spPr>
            <a:xfrm>
              <a:off x="4731460" y="9593637"/>
              <a:ext cx="485537" cy="21242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9" name="Straight Connector 2508">
              <a:extLst>
                <a:ext uri="{FF2B5EF4-FFF2-40B4-BE49-F238E27FC236}">
                  <a16:creationId xmlns:a16="http://schemas.microsoft.com/office/drawing/2014/main" id="{4155F7FB-B1B4-D596-6121-7A2148E18CCD}"/>
                </a:ext>
              </a:extLst>
            </p:cNvPr>
            <p:cNvCxnSpPr>
              <a:cxnSpLocks/>
            </p:cNvCxnSpPr>
            <p:nvPr/>
          </p:nvCxnSpPr>
          <p:spPr>
            <a:xfrm>
              <a:off x="4242068" y="8807214"/>
              <a:ext cx="0" cy="101907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2" name="Straight Connector 2511">
              <a:extLst>
                <a:ext uri="{FF2B5EF4-FFF2-40B4-BE49-F238E27FC236}">
                  <a16:creationId xmlns:a16="http://schemas.microsoft.com/office/drawing/2014/main" id="{4E3B82C0-BDD9-9D7D-6142-71A6DCA8DA42}"/>
                </a:ext>
              </a:extLst>
            </p:cNvPr>
            <p:cNvCxnSpPr>
              <a:cxnSpLocks/>
            </p:cNvCxnSpPr>
            <p:nvPr/>
          </p:nvCxnSpPr>
          <p:spPr>
            <a:xfrm>
              <a:off x="5197969" y="9808635"/>
              <a:ext cx="0" cy="2225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3" name="Straight Connector 2512">
              <a:extLst>
                <a:ext uri="{FF2B5EF4-FFF2-40B4-BE49-F238E27FC236}">
                  <a16:creationId xmlns:a16="http://schemas.microsoft.com/office/drawing/2014/main" id="{B61BBB79-628F-C1C0-44B9-0C9AA4C088DB}"/>
                </a:ext>
              </a:extLst>
            </p:cNvPr>
            <p:cNvCxnSpPr>
              <a:cxnSpLocks/>
            </p:cNvCxnSpPr>
            <p:nvPr/>
          </p:nvCxnSpPr>
          <p:spPr>
            <a:xfrm>
              <a:off x="4711229" y="9795944"/>
              <a:ext cx="485537" cy="21242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4" name="Straight Connector 2513">
              <a:extLst>
                <a:ext uri="{FF2B5EF4-FFF2-40B4-BE49-F238E27FC236}">
                  <a16:creationId xmlns:a16="http://schemas.microsoft.com/office/drawing/2014/main" id="{9EF0EC0F-C785-0E25-5416-C40FB1C7D0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3633" y="9806060"/>
              <a:ext cx="238914" cy="11632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5" name="Straight Connector 2514">
              <a:extLst>
                <a:ext uri="{FF2B5EF4-FFF2-40B4-BE49-F238E27FC236}">
                  <a16:creationId xmlns:a16="http://schemas.microsoft.com/office/drawing/2014/main" id="{A990E055-1221-BA85-155A-8CAADA81F8F1}"/>
                </a:ext>
              </a:extLst>
            </p:cNvPr>
            <p:cNvCxnSpPr>
              <a:cxnSpLocks/>
            </p:cNvCxnSpPr>
            <p:nvPr/>
          </p:nvCxnSpPr>
          <p:spPr>
            <a:xfrm>
              <a:off x="3993039" y="9730195"/>
              <a:ext cx="237710" cy="10115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8" name="Straight Connector 2517">
              <a:extLst>
                <a:ext uri="{FF2B5EF4-FFF2-40B4-BE49-F238E27FC236}">
                  <a16:creationId xmlns:a16="http://schemas.microsoft.com/office/drawing/2014/main" id="{20208206-307C-E9B5-349E-E634DAEE14DD}"/>
                </a:ext>
              </a:extLst>
            </p:cNvPr>
            <p:cNvCxnSpPr>
              <a:cxnSpLocks/>
            </p:cNvCxnSpPr>
            <p:nvPr/>
          </p:nvCxnSpPr>
          <p:spPr>
            <a:xfrm>
              <a:off x="4479778" y="8723717"/>
              <a:ext cx="0" cy="1168324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2" name="Straight Connector 2521">
              <a:extLst>
                <a:ext uri="{FF2B5EF4-FFF2-40B4-BE49-F238E27FC236}">
                  <a16:creationId xmlns:a16="http://schemas.microsoft.com/office/drawing/2014/main" id="{4E84DDCE-4C7A-39D7-B92E-1A3D165A17DE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70" y="8622564"/>
              <a:ext cx="0" cy="21748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5" name="Straight Connector 2524">
              <a:extLst>
                <a:ext uri="{FF2B5EF4-FFF2-40B4-BE49-F238E27FC236}">
                  <a16:creationId xmlns:a16="http://schemas.microsoft.com/office/drawing/2014/main" id="{D0B07E3F-C9AC-4CB8-977F-7EE9CA061A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20633" y="8733832"/>
              <a:ext cx="249030" cy="101154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1" name="Straight Connector 2530">
              <a:extLst>
                <a:ext uri="{FF2B5EF4-FFF2-40B4-BE49-F238E27FC236}">
                  <a16:creationId xmlns:a16="http://schemas.microsoft.com/office/drawing/2014/main" id="{C4488EB1-6E36-CA06-0706-2E075AC073D6}"/>
                </a:ext>
              </a:extLst>
            </p:cNvPr>
            <p:cNvCxnSpPr>
              <a:cxnSpLocks/>
            </p:cNvCxnSpPr>
            <p:nvPr/>
          </p:nvCxnSpPr>
          <p:spPr>
            <a:xfrm>
              <a:off x="4473518" y="8511295"/>
              <a:ext cx="237710" cy="10115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2" name="Straight Connector 2531">
              <a:extLst>
                <a:ext uri="{FF2B5EF4-FFF2-40B4-BE49-F238E27FC236}">
                  <a16:creationId xmlns:a16="http://schemas.microsoft.com/office/drawing/2014/main" id="{EE47063C-0DED-49E4-0EF7-1AE2345A261A}"/>
                </a:ext>
              </a:extLst>
            </p:cNvPr>
            <p:cNvCxnSpPr>
              <a:cxnSpLocks/>
            </p:cNvCxnSpPr>
            <p:nvPr/>
          </p:nvCxnSpPr>
          <p:spPr>
            <a:xfrm>
              <a:off x="4953998" y="8738890"/>
              <a:ext cx="728305" cy="29334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5" name="Straight Connector 2534">
              <a:extLst>
                <a:ext uri="{FF2B5EF4-FFF2-40B4-BE49-F238E27FC236}">
                  <a16:creationId xmlns:a16="http://schemas.microsoft.com/office/drawing/2014/main" id="{350DF903-DAEF-87FA-ACED-A18476117441}"/>
                </a:ext>
              </a:extLst>
            </p:cNvPr>
            <p:cNvCxnSpPr>
              <a:cxnSpLocks/>
            </p:cNvCxnSpPr>
            <p:nvPr/>
          </p:nvCxnSpPr>
          <p:spPr>
            <a:xfrm>
              <a:off x="5683506" y="8822388"/>
              <a:ext cx="0" cy="2225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7" name="Straight Connector 2536">
              <a:extLst>
                <a:ext uri="{FF2B5EF4-FFF2-40B4-BE49-F238E27FC236}">
                  <a16:creationId xmlns:a16="http://schemas.microsoft.com/office/drawing/2014/main" id="{B7A488CD-F352-4E74-2B78-C409B42588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0444" y="8521410"/>
              <a:ext cx="254148" cy="10878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9" name="Straight Connector 2538">
              <a:extLst>
                <a:ext uri="{FF2B5EF4-FFF2-40B4-BE49-F238E27FC236}">
                  <a16:creationId xmlns:a16="http://schemas.microsoft.com/office/drawing/2014/main" id="{9EB28CB7-82C3-762C-7A58-085A1977CB4D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24" y="8521410"/>
              <a:ext cx="237710" cy="10115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1" name="Straight Connector 2540">
              <a:extLst>
                <a:ext uri="{FF2B5EF4-FFF2-40B4-BE49-F238E27FC236}">
                  <a16:creationId xmlns:a16="http://schemas.microsoft.com/office/drawing/2014/main" id="{3E8F081F-62C5-775B-906A-A8D6833269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3518" y="8324162"/>
              <a:ext cx="475423" cy="21747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4" name="Straight Connector 2543">
              <a:extLst>
                <a:ext uri="{FF2B5EF4-FFF2-40B4-BE49-F238E27FC236}">
                  <a16:creationId xmlns:a16="http://schemas.microsoft.com/office/drawing/2014/main" id="{7119AE84-FE8B-66C5-1C99-AAD91AA8F334}"/>
                </a:ext>
              </a:extLst>
            </p:cNvPr>
            <p:cNvCxnSpPr>
              <a:cxnSpLocks/>
            </p:cNvCxnSpPr>
            <p:nvPr/>
          </p:nvCxnSpPr>
          <p:spPr>
            <a:xfrm>
              <a:off x="4493749" y="8147142"/>
              <a:ext cx="237710" cy="10115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5" name="Straight Connector 2544">
              <a:extLst>
                <a:ext uri="{FF2B5EF4-FFF2-40B4-BE49-F238E27FC236}">
                  <a16:creationId xmlns:a16="http://schemas.microsoft.com/office/drawing/2014/main" id="{E93F9DCE-3664-E2F8-4946-72B09427A4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3758" y="8035873"/>
              <a:ext cx="0" cy="19724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6" name="Straight Connector 2545">
              <a:extLst>
                <a:ext uri="{FF2B5EF4-FFF2-40B4-BE49-F238E27FC236}">
                  <a16:creationId xmlns:a16="http://schemas.microsoft.com/office/drawing/2014/main" id="{5B7C1985-D240-7A10-8073-B5A9885AE2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0874" y="7833566"/>
              <a:ext cx="245297" cy="11126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8" name="Straight Connector 2547">
              <a:extLst>
                <a:ext uri="{FF2B5EF4-FFF2-40B4-BE49-F238E27FC236}">
                  <a16:creationId xmlns:a16="http://schemas.microsoft.com/office/drawing/2014/main" id="{E94C0C29-117D-2DE4-DB5A-3CD5659413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68460" y="7742574"/>
              <a:ext cx="255475" cy="10271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9" name="Straight Connector 2548">
              <a:extLst>
                <a:ext uri="{FF2B5EF4-FFF2-40B4-BE49-F238E27FC236}">
                  <a16:creationId xmlns:a16="http://schemas.microsoft.com/office/drawing/2014/main" id="{584847AA-77C7-42E4-AAAA-B131F3AF07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6047" y="7550336"/>
              <a:ext cx="0" cy="19724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0" name="Straight Connector 2549">
              <a:extLst>
                <a:ext uri="{FF2B5EF4-FFF2-40B4-BE49-F238E27FC236}">
                  <a16:creationId xmlns:a16="http://schemas.microsoft.com/office/drawing/2014/main" id="{8FF93BEA-579B-732F-CFCD-85CA7D0E6B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83633" y="7555440"/>
              <a:ext cx="723248" cy="308472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5" name="Straight Connector 2554">
              <a:extLst>
                <a:ext uri="{FF2B5EF4-FFF2-40B4-BE49-F238E27FC236}">
                  <a16:creationId xmlns:a16="http://schemas.microsoft.com/office/drawing/2014/main" id="{6EE90B95-6D82-0CD9-14E2-0C85C480AFA2}"/>
                </a:ext>
              </a:extLst>
            </p:cNvPr>
            <p:cNvCxnSpPr>
              <a:cxnSpLocks/>
            </p:cNvCxnSpPr>
            <p:nvPr/>
          </p:nvCxnSpPr>
          <p:spPr>
            <a:xfrm>
              <a:off x="5430622" y="7527622"/>
              <a:ext cx="0" cy="2225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6" name="Straight Connector 2555">
              <a:extLst>
                <a:ext uri="{FF2B5EF4-FFF2-40B4-BE49-F238E27FC236}">
                  <a16:creationId xmlns:a16="http://schemas.microsoft.com/office/drawing/2014/main" id="{4D15705E-F732-F509-6C5A-A340B6945F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213" y="7545278"/>
              <a:ext cx="254148" cy="10878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7" name="Straight Connector 2556">
              <a:extLst>
                <a:ext uri="{FF2B5EF4-FFF2-40B4-BE49-F238E27FC236}">
                  <a16:creationId xmlns:a16="http://schemas.microsoft.com/office/drawing/2014/main" id="{10393FC8-FD8F-685F-3967-AE941B18D520}"/>
                </a:ext>
              </a:extLst>
            </p:cNvPr>
            <p:cNvCxnSpPr>
              <a:cxnSpLocks/>
            </p:cNvCxnSpPr>
            <p:nvPr/>
          </p:nvCxnSpPr>
          <p:spPr>
            <a:xfrm>
              <a:off x="5187854" y="7272164"/>
              <a:ext cx="0" cy="37178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9" name="Straight Connector 2558">
              <a:extLst>
                <a:ext uri="{FF2B5EF4-FFF2-40B4-BE49-F238E27FC236}">
                  <a16:creationId xmlns:a16="http://schemas.microsoft.com/office/drawing/2014/main" id="{F49C82C0-6BCF-F965-3400-48575DA035B9}"/>
                </a:ext>
              </a:extLst>
            </p:cNvPr>
            <p:cNvCxnSpPr>
              <a:cxnSpLocks/>
            </p:cNvCxnSpPr>
            <p:nvPr/>
          </p:nvCxnSpPr>
          <p:spPr>
            <a:xfrm>
              <a:off x="4943883" y="7150780"/>
              <a:ext cx="237710" cy="10115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0" name="Straight Connector 2559">
              <a:extLst>
                <a:ext uri="{FF2B5EF4-FFF2-40B4-BE49-F238E27FC236}">
                  <a16:creationId xmlns:a16="http://schemas.microsoft.com/office/drawing/2014/main" id="{195062B5-17AF-945B-F768-BF10BFFD3B65}"/>
                </a:ext>
              </a:extLst>
            </p:cNvPr>
            <p:cNvCxnSpPr>
              <a:cxnSpLocks/>
            </p:cNvCxnSpPr>
            <p:nvPr/>
          </p:nvCxnSpPr>
          <p:spPr>
            <a:xfrm>
              <a:off x="4950143" y="7150780"/>
              <a:ext cx="0" cy="37178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1" name="Straight Connector 2560">
              <a:extLst>
                <a:ext uri="{FF2B5EF4-FFF2-40B4-BE49-F238E27FC236}">
                  <a16:creationId xmlns:a16="http://schemas.microsoft.com/office/drawing/2014/main" id="{4E42CEC7-43AE-DB03-EB33-6F3538F476F8}"/>
                </a:ext>
              </a:extLst>
            </p:cNvPr>
            <p:cNvCxnSpPr>
              <a:cxnSpLocks/>
            </p:cNvCxnSpPr>
            <p:nvPr/>
          </p:nvCxnSpPr>
          <p:spPr>
            <a:xfrm>
              <a:off x="4721345" y="7454241"/>
              <a:ext cx="237710" cy="10115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2" name="Straight Connector 2561">
              <a:extLst>
                <a:ext uri="{FF2B5EF4-FFF2-40B4-BE49-F238E27FC236}">
                  <a16:creationId xmlns:a16="http://schemas.microsoft.com/office/drawing/2014/main" id="{EB9C5D6C-5F78-A90E-8624-41C16A9049A4}"/>
                </a:ext>
              </a:extLst>
            </p:cNvPr>
            <p:cNvCxnSpPr>
              <a:cxnSpLocks/>
            </p:cNvCxnSpPr>
            <p:nvPr/>
          </p:nvCxnSpPr>
          <p:spPr>
            <a:xfrm>
              <a:off x="4742778" y="7244392"/>
              <a:ext cx="0" cy="222537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3" name="Straight Connector 2562">
              <a:extLst>
                <a:ext uri="{FF2B5EF4-FFF2-40B4-BE49-F238E27FC236}">
                  <a16:creationId xmlns:a16="http://schemas.microsoft.com/office/drawing/2014/main" id="{537BBF45-09DC-68E3-F2E8-972752C7A6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2253" y="7246875"/>
              <a:ext cx="254148" cy="10878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7" name="Straight Connector 2566">
              <a:extLst>
                <a:ext uri="{FF2B5EF4-FFF2-40B4-BE49-F238E27FC236}">
                  <a16:creationId xmlns:a16="http://schemas.microsoft.com/office/drawing/2014/main" id="{474F4C9A-C74F-428C-DE32-8C4984DE0D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9064" y="7747586"/>
              <a:ext cx="245297" cy="11126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7868CD-F5F0-362F-D632-58A5E7E19A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0863" y="8349450"/>
              <a:ext cx="246140" cy="11299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7EAA9D-CD84-611D-84AF-DC21808781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6533" y="8263468"/>
              <a:ext cx="0" cy="19724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8A92A60-B91A-FCF8-E5A3-18E557EAF5F9}"/>
                </a:ext>
              </a:extLst>
            </p:cNvPr>
            <p:cNvCxnSpPr>
              <a:cxnSpLocks/>
            </p:cNvCxnSpPr>
            <p:nvPr/>
          </p:nvCxnSpPr>
          <p:spPr>
            <a:xfrm>
              <a:off x="2092553" y="9716936"/>
              <a:ext cx="0" cy="20296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73751A7-67AE-4C94-D45D-BF4DA378CC56}"/>
                </a:ext>
              </a:extLst>
            </p:cNvPr>
            <p:cNvCxnSpPr>
              <a:cxnSpLocks/>
            </p:cNvCxnSpPr>
            <p:nvPr/>
          </p:nvCxnSpPr>
          <p:spPr>
            <a:xfrm>
              <a:off x="2086292" y="9722655"/>
              <a:ext cx="242769" cy="101154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87093666-1B60-D794-9AA9-BC6DA15CC1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5095" y="9927445"/>
              <a:ext cx="246140" cy="11299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AF0B6FF-0675-3EDE-4728-4208555B317B}"/>
                </a:ext>
              </a:extLst>
            </p:cNvPr>
            <p:cNvCxnSpPr>
              <a:cxnSpLocks/>
            </p:cNvCxnSpPr>
            <p:nvPr/>
          </p:nvCxnSpPr>
          <p:spPr>
            <a:xfrm>
              <a:off x="1854842" y="9853493"/>
              <a:ext cx="0" cy="20296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1498600" y="655320"/>
            <a:ext cx="17642840" cy="13834179"/>
            <a:chOff x="1517650" y="377121"/>
            <a:chExt cx="17642840" cy="13834179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AFE7C28-00E1-E51D-559E-42EC24187364}"/>
                </a:ext>
              </a:extLst>
            </p:cNvPr>
            <p:cNvCxnSpPr>
              <a:cxnSpLocks/>
            </p:cNvCxnSpPr>
            <p:nvPr/>
          </p:nvCxnSpPr>
          <p:spPr>
            <a:xfrm>
              <a:off x="1517650" y="1169601"/>
              <a:ext cx="676910" cy="30105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5089249" y="1758950"/>
              <a:ext cx="0" cy="5740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5057499" y="2319403"/>
              <a:ext cx="375561" cy="1647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F13E4386-2BB3-96F2-B728-04DCF0787A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0936" y="2339340"/>
              <a:ext cx="323124" cy="122646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5078906-0F23-D98B-1EF4-4B4BF766F7B5}"/>
                </a:ext>
              </a:extLst>
            </p:cNvPr>
            <p:cNvCxnSpPr>
              <a:cxnSpLocks/>
            </p:cNvCxnSpPr>
            <p:nvPr/>
          </p:nvCxnSpPr>
          <p:spPr>
            <a:xfrm>
              <a:off x="5804259" y="2349883"/>
              <a:ext cx="1085491" cy="419918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190B4B7A-A472-7967-62D6-E070AE6418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550" y="2796540"/>
              <a:ext cx="991870" cy="4673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A5839A20-F0F1-6DDC-3083-B2A264FD199E}"/>
                </a:ext>
              </a:extLst>
            </p:cNvPr>
            <p:cNvCxnSpPr>
              <a:cxnSpLocks/>
            </p:cNvCxnSpPr>
            <p:nvPr/>
          </p:nvCxnSpPr>
          <p:spPr>
            <a:xfrm>
              <a:off x="6523079" y="3256663"/>
              <a:ext cx="0" cy="58381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EC1D2588-59AE-DF1E-2C82-2C9F3DDE22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1250" y="3810000"/>
              <a:ext cx="316230" cy="13455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5DFCC8C2-6DD1-B249-8497-3B0078D8708A}"/>
                </a:ext>
              </a:extLst>
            </p:cNvPr>
            <p:cNvCxnSpPr>
              <a:cxnSpLocks/>
            </p:cNvCxnSpPr>
            <p:nvPr/>
          </p:nvCxnSpPr>
          <p:spPr>
            <a:xfrm>
              <a:off x="5862679" y="3782443"/>
              <a:ext cx="1015641" cy="439037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Straight Connector 952">
              <a:extLst>
                <a:ext uri="{FF2B5EF4-FFF2-40B4-BE49-F238E27FC236}">
                  <a16:creationId xmlns:a16="http://schemas.microsoft.com/office/drawing/2014/main" id="{FC2252EA-5917-2B4D-689D-94C5E9D04C6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635" y="11990070"/>
              <a:ext cx="2082165" cy="83058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0BC06368-6AEC-A065-30F1-6275EBFB6580}"/>
                </a:ext>
              </a:extLst>
            </p:cNvPr>
            <p:cNvCxnSpPr>
              <a:cxnSpLocks/>
            </p:cNvCxnSpPr>
            <p:nvPr/>
          </p:nvCxnSpPr>
          <p:spPr>
            <a:xfrm>
              <a:off x="9073515" y="12813030"/>
              <a:ext cx="0" cy="33909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E69BDB0F-8341-CB45-D052-B51D471E94C5}"/>
                </a:ext>
              </a:extLst>
            </p:cNvPr>
            <p:cNvCxnSpPr>
              <a:cxnSpLocks/>
            </p:cNvCxnSpPr>
            <p:nvPr/>
          </p:nvCxnSpPr>
          <p:spPr>
            <a:xfrm>
              <a:off x="7242810" y="12405360"/>
              <a:ext cx="1817370" cy="72771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BD8B93A0-25E5-95FC-A0D4-EF65A934DA37}"/>
                </a:ext>
              </a:extLst>
            </p:cNvPr>
            <p:cNvCxnSpPr>
              <a:cxnSpLocks/>
            </p:cNvCxnSpPr>
            <p:nvPr/>
          </p:nvCxnSpPr>
          <p:spPr>
            <a:xfrm>
              <a:off x="7244715" y="12401550"/>
              <a:ext cx="0" cy="59055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92AD9869-4B11-CF0B-CE93-DD7B463E4A6F}"/>
                </a:ext>
              </a:extLst>
            </p:cNvPr>
            <p:cNvCxnSpPr>
              <a:cxnSpLocks/>
            </p:cNvCxnSpPr>
            <p:nvPr/>
          </p:nvCxnSpPr>
          <p:spPr>
            <a:xfrm>
              <a:off x="7250430" y="12992100"/>
              <a:ext cx="388620" cy="1524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19D54E20-347F-2EE5-3A93-466BFDF77AF6}"/>
                </a:ext>
              </a:extLst>
            </p:cNvPr>
            <p:cNvCxnSpPr>
              <a:cxnSpLocks/>
            </p:cNvCxnSpPr>
            <p:nvPr/>
          </p:nvCxnSpPr>
          <p:spPr>
            <a:xfrm>
              <a:off x="7625715" y="12813030"/>
              <a:ext cx="0" cy="33909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30FF5808-6A1E-4E4D-2045-FCFA48FA3F1D}"/>
                </a:ext>
              </a:extLst>
            </p:cNvPr>
            <p:cNvCxnSpPr>
              <a:cxnSpLocks/>
            </p:cNvCxnSpPr>
            <p:nvPr/>
          </p:nvCxnSpPr>
          <p:spPr>
            <a:xfrm>
              <a:off x="7593330" y="12824460"/>
              <a:ext cx="388620" cy="1524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340090EE-7787-49A9-30C8-5328BC226B35}"/>
                </a:ext>
              </a:extLst>
            </p:cNvPr>
            <p:cNvCxnSpPr>
              <a:cxnSpLocks/>
            </p:cNvCxnSpPr>
            <p:nvPr/>
          </p:nvCxnSpPr>
          <p:spPr>
            <a:xfrm>
              <a:off x="7968615" y="12965430"/>
              <a:ext cx="0" cy="33909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3315C020-C97E-8234-8949-17B0D44415C1}"/>
                </a:ext>
              </a:extLst>
            </p:cNvPr>
            <p:cNvCxnSpPr>
              <a:cxnSpLocks/>
            </p:cNvCxnSpPr>
            <p:nvPr/>
          </p:nvCxnSpPr>
          <p:spPr>
            <a:xfrm>
              <a:off x="7981950" y="13304520"/>
              <a:ext cx="388620" cy="1524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A21438CC-0935-EF18-D49B-6F96B6E216B4}"/>
                </a:ext>
              </a:extLst>
            </p:cNvPr>
            <p:cNvCxnSpPr>
              <a:cxnSpLocks/>
            </p:cNvCxnSpPr>
            <p:nvPr/>
          </p:nvCxnSpPr>
          <p:spPr>
            <a:xfrm>
              <a:off x="8349615" y="13110210"/>
              <a:ext cx="0" cy="33909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61C6A112-7727-87A6-F201-9E9786C49A4C}"/>
                </a:ext>
              </a:extLst>
            </p:cNvPr>
            <p:cNvCxnSpPr>
              <a:cxnSpLocks/>
            </p:cNvCxnSpPr>
            <p:nvPr/>
          </p:nvCxnSpPr>
          <p:spPr>
            <a:xfrm>
              <a:off x="8340090" y="13121640"/>
              <a:ext cx="2537460" cy="106292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449FC414-7B47-76D8-6ED0-4B87CF6643F7}"/>
                </a:ext>
              </a:extLst>
            </p:cNvPr>
            <p:cNvCxnSpPr>
              <a:cxnSpLocks/>
            </p:cNvCxnSpPr>
            <p:nvPr/>
          </p:nvCxnSpPr>
          <p:spPr>
            <a:xfrm>
              <a:off x="10887075" y="13872210"/>
              <a:ext cx="0" cy="33909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195A67AB-06D7-77B7-4A2F-FF83246D7B02}"/>
                </a:ext>
              </a:extLst>
            </p:cNvPr>
            <p:cNvCxnSpPr>
              <a:cxnSpLocks/>
            </p:cNvCxnSpPr>
            <p:nvPr/>
          </p:nvCxnSpPr>
          <p:spPr>
            <a:xfrm>
              <a:off x="9429750" y="13277781"/>
              <a:ext cx="1459230" cy="60204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4B702805-4012-4456-9459-0C63EC0F0B3C}"/>
                </a:ext>
              </a:extLst>
            </p:cNvPr>
            <p:cNvCxnSpPr>
              <a:cxnSpLocks/>
            </p:cNvCxnSpPr>
            <p:nvPr/>
          </p:nvCxnSpPr>
          <p:spPr>
            <a:xfrm>
              <a:off x="9399270" y="12988221"/>
              <a:ext cx="1836420" cy="7391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AC1530F4-B948-E7D4-6D85-4B3656BD7420}"/>
                </a:ext>
              </a:extLst>
            </p:cNvPr>
            <p:cNvCxnSpPr>
              <a:cxnSpLocks/>
            </p:cNvCxnSpPr>
            <p:nvPr/>
          </p:nvCxnSpPr>
          <p:spPr>
            <a:xfrm>
              <a:off x="9424035" y="12973050"/>
              <a:ext cx="0" cy="33909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967">
              <a:extLst>
                <a:ext uri="{FF2B5EF4-FFF2-40B4-BE49-F238E27FC236}">
                  <a16:creationId xmlns:a16="http://schemas.microsoft.com/office/drawing/2014/main" id="{1F06A47B-FC99-F154-ACD8-BFB4B56F1062}"/>
                </a:ext>
              </a:extLst>
            </p:cNvPr>
            <p:cNvCxnSpPr>
              <a:cxnSpLocks/>
            </p:cNvCxnSpPr>
            <p:nvPr/>
          </p:nvCxnSpPr>
          <p:spPr>
            <a:xfrm>
              <a:off x="11237595" y="13422630"/>
              <a:ext cx="0" cy="33909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31431083-26F1-0710-E98D-577FDAB415F3}"/>
                </a:ext>
              </a:extLst>
            </p:cNvPr>
            <p:cNvCxnSpPr>
              <a:cxnSpLocks/>
            </p:cNvCxnSpPr>
            <p:nvPr/>
          </p:nvCxnSpPr>
          <p:spPr>
            <a:xfrm>
              <a:off x="9399270" y="12706281"/>
              <a:ext cx="1836420" cy="7391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>
              <a:extLst>
                <a:ext uri="{FF2B5EF4-FFF2-40B4-BE49-F238E27FC236}">
                  <a16:creationId xmlns:a16="http://schemas.microsoft.com/office/drawing/2014/main" id="{0A2E6260-6C57-F68C-AAFE-FFC554DD57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99270" y="12523401"/>
              <a:ext cx="396240" cy="16389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Straight Connector 976">
              <a:extLst>
                <a:ext uri="{FF2B5EF4-FFF2-40B4-BE49-F238E27FC236}">
                  <a16:creationId xmlns:a16="http://schemas.microsoft.com/office/drawing/2014/main" id="{761F593D-4B02-C106-1A30-1854AC29852D}"/>
                </a:ext>
              </a:extLst>
            </p:cNvPr>
            <p:cNvCxnSpPr>
              <a:cxnSpLocks/>
            </p:cNvCxnSpPr>
            <p:nvPr/>
          </p:nvCxnSpPr>
          <p:spPr>
            <a:xfrm>
              <a:off x="9772650" y="12538641"/>
              <a:ext cx="1485900" cy="6096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>
              <a:extLst>
                <a:ext uri="{FF2B5EF4-FFF2-40B4-BE49-F238E27FC236}">
                  <a16:creationId xmlns:a16="http://schemas.microsoft.com/office/drawing/2014/main" id="{3D606E30-ECBF-064D-2C0F-7604229FDA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28070" y="12972981"/>
              <a:ext cx="396240" cy="16389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523993E0-EABD-DA15-D482-97AB74C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11595735" y="1271390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984">
              <a:extLst>
                <a:ext uri="{FF2B5EF4-FFF2-40B4-BE49-F238E27FC236}">
                  <a16:creationId xmlns:a16="http://schemas.microsoft.com/office/drawing/2014/main" id="{0CB9CFC4-3BE1-ADE9-907C-6D8A6AB6D0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70970" y="125538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988">
              <a:extLst>
                <a:ext uri="{FF2B5EF4-FFF2-40B4-BE49-F238E27FC236}">
                  <a16:creationId xmlns:a16="http://schemas.microsoft.com/office/drawing/2014/main" id="{700D6825-65E4-ADB8-19A0-45DE4BFC31F0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635" y="11951901"/>
              <a:ext cx="0" cy="5601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ABAA3793-EABE-76BB-DBF3-3979E4E4D3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36730" y="1181474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38C3B2DE-B24D-E3A5-2421-6E263205715F}"/>
                </a:ext>
              </a:extLst>
            </p:cNvPr>
            <p:cNvCxnSpPr>
              <a:cxnSpLocks/>
            </p:cNvCxnSpPr>
            <p:nvPr/>
          </p:nvCxnSpPr>
          <p:spPr>
            <a:xfrm>
              <a:off x="12287250" y="11803380"/>
              <a:ext cx="731520" cy="29330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2B07A4A8-2207-9CBF-33ED-AE07BA6D6E9F}"/>
                </a:ext>
              </a:extLst>
            </p:cNvPr>
            <p:cNvCxnSpPr>
              <a:cxnSpLocks/>
            </p:cNvCxnSpPr>
            <p:nvPr/>
          </p:nvCxnSpPr>
          <p:spPr>
            <a:xfrm>
              <a:off x="13020675" y="1211954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948A3225-878A-F97D-28BE-C29CBE542C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11150" y="12081441"/>
              <a:ext cx="739140" cy="3086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BF9078E1-3BCC-B67C-806D-E08E4A72BCB1}"/>
                </a:ext>
              </a:extLst>
            </p:cNvPr>
            <p:cNvCxnSpPr>
              <a:cxnSpLocks/>
            </p:cNvCxnSpPr>
            <p:nvPr/>
          </p:nvCxnSpPr>
          <p:spPr>
            <a:xfrm>
              <a:off x="12622530" y="11669961"/>
              <a:ext cx="1097280" cy="4267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E8E02CD0-B5B8-B691-AC23-5E76F73C60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37770" y="1151756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D29A0197-C4AF-E6CB-D4B1-31ABDC8EC709}"/>
                </a:ext>
              </a:extLst>
            </p:cNvPr>
            <p:cNvCxnSpPr>
              <a:cxnSpLocks/>
            </p:cNvCxnSpPr>
            <p:nvPr/>
          </p:nvCxnSpPr>
          <p:spPr>
            <a:xfrm>
              <a:off x="12957810" y="11509941"/>
              <a:ext cx="815340" cy="3200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84346EF5-314B-9D79-D089-E88AA62BD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50290" y="1165472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99996385-70F7-EEEE-2B17-3C273DC53FC3}"/>
                </a:ext>
              </a:extLst>
            </p:cNvPr>
            <p:cNvCxnSpPr>
              <a:cxnSpLocks/>
            </p:cNvCxnSpPr>
            <p:nvPr/>
          </p:nvCxnSpPr>
          <p:spPr>
            <a:xfrm>
              <a:off x="13354050" y="11342301"/>
              <a:ext cx="723900" cy="3048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ED1204FE-B760-7B5E-1331-423DCFF77062}"/>
                </a:ext>
              </a:extLst>
            </p:cNvPr>
            <p:cNvCxnSpPr>
              <a:cxnSpLocks/>
            </p:cNvCxnSpPr>
            <p:nvPr/>
          </p:nvCxnSpPr>
          <p:spPr>
            <a:xfrm>
              <a:off x="13371195" y="1108322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BAE2B3A4-A40C-AB7B-1F56-7E5931EDA951}"/>
                </a:ext>
              </a:extLst>
            </p:cNvPr>
            <p:cNvCxnSpPr>
              <a:cxnSpLocks/>
            </p:cNvCxnSpPr>
            <p:nvPr/>
          </p:nvCxnSpPr>
          <p:spPr>
            <a:xfrm>
              <a:off x="13361670" y="11075601"/>
              <a:ext cx="1097280" cy="44958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612D3889-F285-FF68-ADF7-20DBEDE7F9F7}"/>
                </a:ext>
              </a:extLst>
            </p:cNvPr>
            <p:cNvCxnSpPr>
              <a:cxnSpLocks/>
            </p:cNvCxnSpPr>
            <p:nvPr/>
          </p:nvCxnSpPr>
          <p:spPr>
            <a:xfrm>
              <a:off x="14476095" y="1122800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2B537414-9280-3D7D-F34D-557243F56CD7}"/>
                </a:ext>
              </a:extLst>
            </p:cNvPr>
            <p:cNvCxnSpPr>
              <a:cxnSpLocks/>
            </p:cNvCxnSpPr>
            <p:nvPr/>
          </p:nvCxnSpPr>
          <p:spPr>
            <a:xfrm>
              <a:off x="13376910" y="10778421"/>
              <a:ext cx="1097280" cy="44958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66651B84-2252-785A-28A5-1BEF9EEAF8C6}"/>
                </a:ext>
              </a:extLst>
            </p:cNvPr>
            <p:cNvCxnSpPr>
              <a:cxnSpLocks/>
            </p:cNvCxnSpPr>
            <p:nvPr/>
          </p:nvCxnSpPr>
          <p:spPr>
            <a:xfrm>
              <a:off x="13409295" y="1050410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C9406B96-D02B-F9B9-91EE-8C0CEA6C9B41}"/>
                </a:ext>
              </a:extLst>
            </p:cNvPr>
            <p:cNvCxnSpPr>
              <a:cxnSpLocks/>
            </p:cNvCxnSpPr>
            <p:nvPr/>
          </p:nvCxnSpPr>
          <p:spPr>
            <a:xfrm>
              <a:off x="13018770" y="10332720"/>
              <a:ext cx="388620" cy="1524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2D00D2AE-6CAD-7085-24AE-7A37CC1FAF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26390" y="10039281"/>
              <a:ext cx="701040" cy="30105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74917CCE-16C3-AAC5-5C63-1939BCFBFD46}"/>
                </a:ext>
              </a:extLst>
            </p:cNvPr>
            <p:cNvCxnSpPr>
              <a:cxnSpLocks/>
            </p:cNvCxnSpPr>
            <p:nvPr/>
          </p:nvCxnSpPr>
          <p:spPr>
            <a:xfrm>
              <a:off x="13721715" y="10085001"/>
              <a:ext cx="0" cy="5029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65BC577A-00CD-0360-4C30-FF9ABBC1CDEC}"/>
                </a:ext>
              </a:extLst>
            </p:cNvPr>
            <p:cNvCxnSpPr>
              <a:cxnSpLocks/>
            </p:cNvCxnSpPr>
            <p:nvPr/>
          </p:nvCxnSpPr>
          <p:spPr>
            <a:xfrm>
              <a:off x="13719810" y="10568940"/>
              <a:ext cx="777240" cy="35426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B8884EC4-425C-85BE-04EA-E2FCE246CD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66570" y="107631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E5D85A44-235E-9C6D-14EA-B02FF04ED7D8}"/>
                </a:ext>
              </a:extLst>
            </p:cNvPr>
            <p:cNvCxnSpPr>
              <a:cxnSpLocks/>
            </p:cNvCxnSpPr>
            <p:nvPr/>
          </p:nvCxnSpPr>
          <p:spPr>
            <a:xfrm>
              <a:off x="14070330" y="10473621"/>
              <a:ext cx="75438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0AD27284-B9CA-C15E-0433-4169B57986C8}"/>
                </a:ext>
              </a:extLst>
            </p:cNvPr>
            <p:cNvCxnSpPr>
              <a:cxnSpLocks/>
            </p:cNvCxnSpPr>
            <p:nvPr/>
          </p:nvCxnSpPr>
          <p:spPr>
            <a:xfrm>
              <a:off x="14079855" y="9886881"/>
              <a:ext cx="0" cy="54489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2B5A38EF-80A9-67F8-A984-C7443A1C4C39}"/>
                </a:ext>
              </a:extLst>
            </p:cNvPr>
            <p:cNvCxnSpPr>
              <a:cxnSpLocks/>
            </p:cNvCxnSpPr>
            <p:nvPr/>
          </p:nvCxnSpPr>
          <p:spPr>
            <a:xfrm>
              <a:off x="14085570" y="985640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4C0357E2-643C-4D7E-FF99-5B29BDD26561}"/>
                </a:ext>
              </a:extLst>
            </p:cNvPr>
            <p:cNvCxnSpPr>
              <a:cxnSpLocks/>
            </p:cNvCxnSpPr>
            <p:nvPr/>
          </p:nvCxnSpPr>
          <p:spPr>
            <a:xfrm>
              <a:off x="14476095" y="1003928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723F4868-5978-C0A8-7EDF-DCC02C6CFEB9}"/>
                </a:ext>
              </a:extLst>
            </p:cNvPr>
            <p:cNvCxnSpPr>
              <a:cxnSpLocks/>
            </p:cNvCxnSpPr>
            <p:nvPr/>
          </p:nvCxnSpPr>
          <p:spPr>
            <a:xfrm>
              <a:off x="14474190" y="10302240"/>
              <a:ext cx="388620" cy="1524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4FEA9746-0A44-33AB-04F4-F3CA9E30E9C8}"/>
                </a:ext>
              </a:extLst>
            </p:cNvPr>
            <p:cNvCxnSpPr>
              <a:cxnSpLocks/>
            </p:cNvCxnSpPr>
            <p:nvPr/>
          </p:nvCxnSpPr>
          <p:spPr>
            <a:xfrm>
              <a:off x="14834235" y="1018406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D427663E-4E7E-84D8-CB48-F42883229B49}"/>
                </a:ext>
              </a:extLst>
            </p:cNvPr>
            <p:cNvCxnSpPr>
              <a:cxnSpLocks/>
            </p:cNvCxnSpPr>
            <p:nvPr/>
          </p:nvCxnSpPr>
          <p:spPr>
            <a:xfrm>
              <a:off x="14855190" y="10187940"/>
              <a:ext cx="342900" cy="12566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C690DA3A-868C-B340-D422-BCB6330D77F5}"/>
                </a:ext>
              </a:extLst>
            </p:cNvPr>
            <p:cNvCxnSpPr>
              <a:cxnSpLocks/>
            </p:cNvCxnSpPr>
            <p:nvPr/>
          </p:nvCxnSpPr>
          <p:spPr>
            <a:xfrm>
              <a:off x="15177135" y="1003928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90E1191F-7D60-4ABE-5994-39C5C38CE6F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7950" y="9582081"/>
              <a:ext cx="1097280" cy="4343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4F5A8407-7067-AF29-2A96-E002C82B70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70330" y="94296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C67E7117-639F-C534-A085-4B90B2F65921}"/>
                </a:ext>
              </a:extLst>
            </p:cNvPr>
            <p:cNvCxnSpPr>
              <a:cxnSpLocks/>
            </p:cNvCxnSpPr>
            <p:nvPr/>
          </p:nvCxnSpPr>
          <p:spPr>
            <a:xfrm>
              <a:off x="14405610" y="9429681"/>
              <a:ext cx="822960" cy="3048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5F11805-848F-2876-E586-E377D700D1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98090" y="955922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F4B1C352-972F-ACE7-A71D-479BCD482F7E}"/>
                </a:ext>
              </a:extLst>
            </p:cNvPr>
            <p:cNvCxnSpPr>
              <a:cxnSpLocks/>
            </p:cNvCxnSpPr>
            <p:nvPr/>
          </p:nvCxnSpPr>
          <p:spPr>
            <a:xfrm>
              <a:off x="14428470" y="9155361"/>
              <a:ext cx="1089660" cy="4191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A89F112B-7DF5-4647-13AA-B7F9F1CC64C0}"/>
                </a:ext>
              </a:extLst>
            </p:cNvPr>
            <p:cNvCxnSpPr>
              <a:cxnSpLocks/>
            </p:cNvCxnSpPr>
            <p:nvPr/>
          </p:nvCxnSpPr>
          <p:spPr>
            <a:xfrm>
              <a:off x="14453235" y="888104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237EAA70-B186-73D7-93C2-C8EE4AB7CA65}"/>
                </a:ext>
              </a:extLst>
            </p:cNvPr>
            <p:cNvCxnSpPr>
              <a:cxnSpLocks/>
            </p:cNvCxnSpPr>
            <p:nvPr/>
          </p:nvCxnSpPr>
          <p:spPr>
            <a:xfrm>
              <a:off x="14451330" y="8850561"/>
              <a:ext cx="1089660" cy="4191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9D4A97E9-2C33-FCA5-14B5-ECAE9CE4F7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40990" y="91248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EFA5F498-8118-6450-D0E3-623C27A422FE}"/>
                </a:ext>
              </a:extLst>
            </p:cNvPr>
            <p:cNvCxnSpPr>
              <a:cxnSpLocks/>
            </p:cNvCxnSpPr>
            <p:nvPr/>
          </p:nvCxnSpPr>
          <p:spPr>
            <a:xfrm>
              <a:off x="15901035" y="885056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2B96AFF7-5A21-40A5-35D8-CD4E7132A9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40990" y="882770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87AA2DE3-A91F-FA21-68D3-3160343E7E80}"/>
                </a:ext>
              </a:extLst>
            </p:cNvPr>
            <p:cNvCxnSpPr>
              <a:cxnSpLocks/>
            </p:cNvCxnSpPr>
            <p:nvPr/>
          </p:nvCxnSpPr>
          <p:spPr>
            <a:xfrm>
              <a:off x="15558135" y="872102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0C4A4525-C204-CFDE-F5D0-9DC8DFAF7E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98090" y="869816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8522C36C-AC32-2AD9-9748-37237CDDF1AA}"/>
                </a:ext>
              </a:extLst>
            </p:cNvPr>
            <p:cNvCxnSpPr>
              <a:cxnSpLocks/>
            </p:cNvCxnSpPr>
            <p:nvPr/>
          </p:nvCxnSpPr>
          <p:spPr>
            <a:xfrm>
              <a:off x="15207615" y="857624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E48D9BB4-7B90-5183-A961-CDC9F47C30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47570" y="85533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FAF32E08-8FB6-7205-A9E9-E09045AA4E88}"/>
                </a:ext>
              </a:extLst>
            </p:cNvPr>
            <p:cNvCxnSpPr>
              <a:cxnSpLocks/>
            </p:cNvCxnSpPr>
            <p:nvPr/>
          </p:nvCxnSpPr>
          <p:spPr>
            <a:xfrm>
              <a:off x="14443710" y="8549640"/>
              <a:ext cx="388620" cy="1524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FCF5650A-8FB6-9D96-DA72-B08C0021BE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74190" y="838574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A78EB18E-1035-7F13-2436-4E0C76AE625D}"/>
                </a:ext>
              </a:extLst>
            </p:cNvPr>
            <p:cNvCxnSpPr>
              <a:cxnSpLocks/>
            </p:cNvCxnSpPr>
            <p:nvPr/>
          </p:nvCxnSpPr>
          <p:spPr>
            <a:xfrm>
              <a:off x="14443710" y="8237220"/>
              <a:ext cx="388620" cy="1524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ED5A21A7-4EB7-68E2-3C52-29CDFC72D2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58950" y="80961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256D9546-BF08-5E46-3378-E9AE31A0A9B3}"/>
                </a:ext>
              </a:extLst>
            </p:cNvPr>
            <p:cNvCxnSpPr>
              <a:cxnSpLocks/>
            </p:cNvCxnSpPr>
            <p:nvPr/>
          </p:nvCxnSpPr>
          <p:spPr>
            <a:xfrm>
              <a:off x="13368338" y="7494201"/>
              <a:ext cx="1450657" cy="6134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153E2403-8125-C72B-5490-ABA4D6EF6E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24710" y="766946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E22FB495-1267-BE7F-4B2F-39C2F9657B84}"/>
                </a:ext>
              </a:extLst>
            </p:cNvPr>
            <p:cNvCxnSpPr>
              <a:cxnSpLocks/>
            </p:cNvCxnSpPr>
            <p:nvPr/>
          </p:nvCxnSpPr>
          <p:spPr>
            <a:xfrm>
              <a:off x="14058900" y="7217976"/>
              <a:ext cx="400050" cy="142875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0D6329F1-E3F6-8AA4-3D54-3F7097CE10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71283" y="6917939"/>
              <a:ext cx="763905" cy="300106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C6AB1467-D055-CC3D-037C-D6164DFCDF0D}"/>
                </a:ext>
              </a:extLst>
            </p:cNvPr>
            <p:cNvCxnSpPr>
              <a:cxnSpLocks/>
            </p:cNvCxnSpPr>
            <p:nvPr/>
          </p:nvCxnSpPr>
          <p:spPr>
            <a:xfrm>
              <a:off x="14778990" y="7200900"/>
              <a:ext cx="388620" cy="1524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1983">
              <a:extLst>
                <a:ext uri="{FF2B5EF4-FFF2-40B4-BE49-F238E27FC236}">
                  <a16:creationId xmlns:a16="http://schemas.microsoft.com/office/drawing/2014/main" id="{A8C50617-6D8B-D772-EBDF-C547EC038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63713" y="7193280"/>
              <a:ext cx="355282" cy="172334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5" name="Straight Connector 1984">
              <a:extLst>
                <a:ext uri="{FF2B5EF4-FFF2-40B4-BE49-F238E27FC236}">
                  <a16:creationId xmlns:a16="http://schemas.microsoft.com/office/drawing/2014/main" id="{FF95028D-9360-20EB-4036-15706F0609A7}"/>
                </a:ext>
              </a:extLst>
            </p:cNvPr>
            <p:cNvCxnSpPr>
              <a:cxnSpLocks/>
            </p:cNvCxnSpPr>
            <p:nvPr/>
          </p:nvCxnSpPr>
          <p:spPr>
            <a:xfrm>
              <a:off x="14817090" y="6926580"/>
              <a:ext cx="1805940" cy="72764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7" name="Straight Connector 1986">
              <a:extLst>
                <a:ext uri="{FF2B5EF4-FFF2-40B4-BE49-F238E27FC236}">
                  <a16:creationId xmlns:a16="http://schemas.microsoft.com/office/drawing/2014/main" id="{17970DF6-1C7F-0494-346F-AAF911EF55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24935" y="7661841"/>
              <a:ext cx="0" cy="8991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1988">
              <a:extLst>
                <a:ext uri="{FF2B5EF4-FFF2-40B4-BE49-F238E27FC236}">
                  <a16:creationId xmlns:a16="http://schemas.microsoft.com/office/drawing/2014/main" id="{77BEB0CE-410E-A48F-3F78-65CE22B1F9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72510" y="853814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0" name="Straight Connector 1989">
              <a:extLst>
                <a:ext uri="{FF2B5EF4-FFF2-40B4-BE49-F238E27FC236}">
                  <a16:creationId xmlns:a16="http://schemas.microsoft.com/office/drawing/2014/main" id="{F3D1F7ED-DBEF-6BBB-4FF2-10B9C56AE1D4}"/>
                </a:ext>
              </a:extLst>
            </p:cNvPr>
            <p:cNvCxnSpPr>
              <a:cxnSpLocks/>
            </p:cNvCxnSpPr>
            <p:nvPr/>
          </p:nvCxnSpPr>
          <p:spPr>
            <a:xfrm>
              <a:off x="16280130" y="8694420"/>
              <a:ext cx="388620" cy="1524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1990">
              <a:extLst>
                <a:ext uri="{FF2B5EF4-FFF2-40B4-BE49-F238E27FC236}">
                  <a16:creationId xmlns:a16="http://schemas.microsoft.com/office/drawing/2014/main" id="{AC3F1436-2584-FD7B-F7B3-18109DC60A5D}"/>
                </a:ext>
              </a:extLst>
            </p:cNvPr>
            <p:cNvCxnSpPr>
              <a:cxnSpLocks/>
            </p:cNvCxnSpPr>
            <p:nvPr/>
          </p:nvCxnSpPr>
          <p:spPr>
            <a:xfrm>
              <a:off x="16632555" y="8842941"/>
              <a:ext cx="0" cy="11582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1992">
              <a:extLst>
                <a:ext uri="{FF2B5EF4-FFF2-40B4-BE49-F238E27FC236}">
                  <a16:creationId xmlns:a16="http://schemas.microsoft.com/office/drawing/2014/main" id="{B25D4803-C09B-BB5B-6BE8-C0CBD0398E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72510" y="1003166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4" name="Straight Connector 1993">
              <a:extLst>
                <a:ext uri="{FF2B5EF4-FFF2-40B4-BE49-F238E27FC236}">
                  <a16:creationId xmlns:a16="http://schemas.microsoft.com/office/drawing/2014/main" id="{958084CE-8D4B-1BA5-5D75-C0B54BD72420}"/>
                </a:ext>
              </a:extLst>
            </p:cNvPr>
            <p:cNvCxnSpPr>
              <a:cxnSpLocks/>
            </p:cNvCxnSpPr>
            <p:nvPr/>
          </p:nvCxnSpPr>
          <p:spPr>
            <a:xfrm>
              <a:off x="16259175" y="10184061"/>
              <a:ext cx="0" cy="5791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6" name="Straight Connector 1995">
              <a:extLst>
                <a:ext uri="{FF2B5EF4-FFF2-40B4-BE49-F238E27FC236}">
                  <a16:creationId xmlns:a16="http://schemas.microsoft.com/office/drawing/2014/main" id="{9E6D2107-D609-9162-3061-6E98300899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91510" y="1075556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1996">
              <a:extLst>
                <a:ext uri="{FF2B5EF4-FFF2-40B4-BE49-F238E27FC236}">
                  <a16:creationId xmlns:a16="http://schemas.microsoft.com/office/drawing/2014/main" id="{AABC6D20-360A-986D-2FE6-66C3AC10E6A5}"/>
                </a:ext>
              </a:extLst>
            </p:cNvPr>
            <p:cNvCxnSpPr>
              <a:cxnSpLocks/>
            </p:cNvCxnSpPr>
            <p:nvPr/>
          </p:nvCxnSpPr>
          <p:spPr>
            <a:xfrm>
              <a:off x="15901035" y="1093844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8" name="Straight Connector 1997">
              <a:extLst>
                <a:ext uri="{FF2B5EF4-FFF2-40B4-BE49-F238E27FC236}">
                  <a16:creationId xmlns:a16="http://schemas.microsoft.com/office/drawing/2014/main" id="{A150393B-2700-E5D6-7C84-EE61431B6A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56230" y="1119752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1998">
              <a:extLst>
                <a:ext uri="{FF2B5EF4-FFF2-40B4-BE49-F238E27FC236}">
                  <a16:creationId xmlns:a16="http://schemas.microsoft.com/office/drawing/2014/main" id="{6C62140E-6739-7138-3317-D09185B05E11}"/>
                </a:ext>
              </a:extLst>
            </p:cNvPr>
            <p:cNvCxnSpPr>
              <a:cxnSpLocks/>
            </p:cNvCxnSpPr>
            <p:nvPr/>
          </p:nvCxnSpPr>
          <p:spPr>
            <a:xfrm>
              <a:off x="15542895" y="1136516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0" name="Straight Connector 1999">
              <a:extLst>
                <a:ext uri="{FF2B5EF4-FFF2-40B4-BE49-F238E27FC236}">
                  <a16:creationId xmlns:a16="http://schemas.microsoft.com/office/drawing/2014/main" id="{6D37EDDE-9723-44EA-5DDB-1A8D7A37B1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33370" y="1147184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Straight Connector 2000">
              <a:extLst>
                <a:ext uri="{FF2B5EF4-FFF2-40B4-BE49-F238E27FC236}">
                  <a16:creationId xmlns:a16="http://schemas.microsoft.com/office/drawing/2014/main" id="{D8818F96-BFBF-4DC2-8F3B-84E3AB1522F3}"/>
                </a:ext>
              </a:extLst>
            </p:cNvPr>
            <p:cNvCxnSpPr>
              <a:cxnSpLocks/>
            </p:cNvCxnSpPr>
            <p:nvPr/>
          </p:nvCxnSpPr>
          <p:spPr>
            <a:xfrm>
              <a:off x="15870555" y="11487081"/>
              <a:ext cx="0" cy="6172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2003">
              <a:extLst>
                <a:ext uri="{FF2B5EF4-FFF2-40B4-BE49-F238E27FC236}">
                  <a16:creationId xmlns:a16="http://schemas.microsoft.com/office/drawing/2014/main" id="{437878D1-DD48-F753-FE41-0F9C21FA84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83890" y="11784261"/>
              <a:ext cx="731520" cy="32391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C915D9AE-2344-C38D-B76E-63C56EBD744C}"/>
                </a:ext>
              </a:extLst>
            </p:cNvPr>
            <p:cNvCxnSpPr>
              <a:cxnSpLocks/>
            </p:cNvCxnSpPr>
            <p:nvPr/>
          </p:nvCxnSpPr>
          <p:spPr>
            <a:xfrm>
              <a:off x="16632555" y="1150994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2006">
              <a:extLst>
                <a:ext uri="{FF2B5EF4-FFF2-40B4-BE49-F238E27FC236}">
                  <a16:creationId xmlns:a16="http://schemas.microsoft.com/office/drawing/2014/main" id="{66A96B4F-8A38-F63A-A9F7-30BB38E87F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57270" y="1150232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" name="Straight Connector 2007">
              <a:extLst>
                <a:ext uri="{FF2B5EF4-FFF2-40B4-BE49-F238E27FC236}">
                  <a16:creationId xmlns:a16="http://schemas.microsoft.com/office/drawing/2014/main" id="{580939B3-A2FD-7346-7277-61325AA4840B}"/>
                </a:ext>
              </a:extLst>
            </p:cNvPr>
            <p:cNvCxnSpPr>
              <a:cxnSpLocks/>
            </p:cNvCxnSpPr>
            <p:nvPr/>
          </p:nvCxnSpPr>
          <p:spPr>
            <a:xfrm>
              <a:off x="16243935" y="11090841"/>
              <a:ext cx="0" cy="55251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2009">
              <a:extLst>
                <a:ext uri="{FF2B5EF4-FFF2-40B4-BE49-F238E27FC236}">
                  <a16:creationId xmlns:a16="http://schemas.microsoft.com/office/drawing/2014/main" id="{EE47222D-130E-C8A0-A2C3-E1806F93E4E9}"/>
                </a:ext>
              </a:extLst>
            </p:cNvPr>
            <p:cNvCxnSpPr>
              <a:cxnSpLocks/>
            </p:cNvCxnSpPr>
            <p:nvPr/>
          </p:nvCxnSpPr>
          <p:spPr>
            <a:xfrm>
              <a:off x="16234410" y="11041380"/>
              <a:ext cx="388620" cy="1524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1" name="Straight Connector 2010">
              <a:extLst>
                <a:ext uri="{FF2B5EF4-FFF2-40B4-BE49-F238E27FC236}">
                  <a16:creationId xmlns:a16="http://schemas.microsoft.com/office/drawing/2014/main" id="{92EBBF12-B3BE-512A-A7B5-326452D51B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30650" y="1104512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2" name="Straight Connector 2011">
              <a:extLst>
                <a:ext uri="{FF2B5EF4-FFF2-40B4-BE49-F238E27FC236}">
                  <a16:creationId xmlns:a16="http://schemas.microsoft.com/office/drawing/2014/main" id="{D9E9F695-8CCF-4078-45C2-B8D5AEED0D37}"/>
                </a:ext>
              </a:extLst>
            </p:cNvPr>
            <p:cNvCxnSpPr>
              <a:cxnSpLocks/>
            </p:cNvCxnSpPr>
            <p:nvPr/>
          </p:nvCxnSpPr>
          <p:spPr>
            <a:xfrm>
              <a:off x="16562070" y="10888980"/>
              <a:ext cx="388620" cy="1524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Straight Connector 2012">
              <a:extLst>
                <a:ext uri="{FF2B5EF4-FFF2-40B4-BE49-F238E27FC236}">
                  <a16:creationId xmlns:a16="http://schemas.microsoft.com/office/drawing/2014/main" id="{B46F17B7-58B5-43CD-B936-875E729A32F9}"/>
                </a:ext>
              </a:extLst>
            </p:cNvPr>
            <p:cNvCxnSpPr>
              <a:cxnSpLocks/>
            </p:cNvCxnSpPr>
            <p:nvPr/>
          </p:nvCxnSpPr>
          <p:spPr>
            <a:xfrm>
              <a:off x="16594455" y="1064888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4" name="Straight Connector 2013">
              <a:extLst>
                <a:ext uri="{FF2B5EF4-FFF2-40B4-BE49-F238E27FC236}">
                  <a16:creationId xmlns:a16="http://schemas.microsoft.com/office/drawing/2014/main" id="{970B8308-6A91-0F73-D61B-0B9D4BC25752}"/>
                </a:ext>
              </a:extLst>
            </p:cNvPr>
            <p:cNvCxnSpPr>
              <a:cxnSpLocks/>
            </p:cNvCxnSpPr>
            <p:nvPr/>
          </p:nvCxnSpPr>
          <p:spPr>
            <a:xfrm>
              <a:off x="16592550" y="10622280"/>
              <a:ext cx="754380" cy="30092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81E7CD0F-F49A-B500-B97C-3A5988E83DF1}"/>
                </a:ext>
              </a:extLst>
            </p:cNvPr>
            <p:cNvCxnSpPr>
              <a:cxnSpLocks/>
            </p:cNvCxnSpPr>
            <p:nvPr/>
          </p:nvCxnSpPr>
          <p:spPr>
            <a:xfrm>
              <a:off x="17348835" y="1066412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0F60713E-5461-3CBA-6BE7-F5ABA8612A3A}"/>
                </a:ext>
              </a:extLst>
            </p:cNvPr>
            <p:cNvCxnSpPr>
              <a:cxnSpLocks/>
            </p:cNvCxnSpPr>
            <p:nvPr/>
          </p:nvCxnSpPr>
          <p:spPr>
            <a:xfrm>
              <a:off x="16615410" y="10317480"/>
              <a:ext cx="754380" cy="30092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C579C3B6-1111-DC8F-709A-410123F6D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15410" y="1017644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FC006C41-D727-AE4F-6911-01B53312646D}"/>
                </a:ext>
              </a:extLst>
            </p:cNvPr>
            <p:cNvCxnSpPr>
              <a:cxnSpLocks/>
            </p:cNvCxnSpPr>
            <p:nvPr/>
          </p:nvCxnSpPr>
          <p:spPr>
            <a:xfrm>
              <a:off x="16967835" y="9018201"/>
              <a:ext cx="0" cy="115449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29F20223-025B-A576-C264-B930006F7196}"/>
                </a:ext>
              </a:extLst>
            </p:cNvPr>
            <p:cNvCxnSpPr>
              <a:cxnSpLocks/>
            </p:cNvCxnSpPr>
            <p:nvPr/>
          </p:nvCxnSpPr>
          <p:spPr>
            <a:xfrm>
              <a:off x="16973550" y="9006840"/>
              <a:ext cx="388620" cy="1524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50F243E0-865E-72E0-4451-640A22CD3728}"/>
                </a:ext>
              </a:extLst>
            </p:cNvPr>
            <p:cNvCxnSpPr>
              <a:cxnSpLocks/>
            </p:cNvCxnSpPr>
            <p:nvPr/>
          </p:nvCxnSpPr>
          <p:spPr>
            <a:xfrm>
              <a:off x="17341215" y="9178221"/>
              <a:ext cx="0" cy="8763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8DB43E52-B022-3F92-E9F1-D50C3FC256F8}"/>
                </a:ext>
              </a:extLst>
            </p:cNvPr>
            <p:cNvCxnSpPr>
              <a:cxnSpLocks/>
            </p:cNvCxnSpPr>
            <p:nvPr/>
          </p:nvCxnSpPr>
          <p:spPr>
            <a:xfrm>
              <a:off x="17346930" y="10035540"/>
              <a:ext cx="358140" cy="14090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11DA1A54-75EE-DB0C-57B7-F9B8D6AB16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20310" y="1002404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5927451E-1194-A000-3F89-AA0F0D71AB8B}"/>
                </a:ext>
              </a:extLst>
            </p:cNvPr>
            <p:cNvCxnSpPr>
              <a:cxnSpLocks/>
            </p:cNvCxnSpPr>
            <p:nvPr/>
          </p:nvCxnSpPr>
          <p:spPr>
            <a:xfrm>
              <a:off x="17659350" y="9867900"/>
              <a:ext cx="358140" cy="14090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67B297F4-FE50-C7C0-3BF5-0F368C78A86E}"/>
                </a:ext>
              </a:extLst>
            </p:cNvPr>
            <p:cNvCxnSpPr>
              <a:cxnSpLocks/>
            </p:cNvCxnSpPr>
            <p:nvPr/>
          </p:nvCxnSpPr>
          <p:spPr>
            <a:xfrm>
              <a:off x="17676495" y="8987721"/>
              <a:ext cx="0" cy="8763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DE7EEDE2-5776-C96D-4CA2-A8BE6CE1A046}"/>
                </a:ext>
              </a:extLst>
            </p:cNvPr>
            <p:cNvCxnSpPr>
              <a:cxnSpLocks/>
            </p:cNvCxnSpPr>
            <p:nvPr/>
          </p:nvCxnSpPr>
          <p:spPr>
            <a:xfrm>
              <a:off x="17689830" y="8976360"/>
              <a:ext cx="388620" cy="1524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0F589BD3-EA27-C6B0-F681-5F5F0118902B}"/>
                </a:ext>
              </a:extLst>
            </p:cNvPr>
            <p:cNvCxnSpPr>
              <a:cxnSpLocks/>
            </p:cNvCxnSpPr>
            <p:nvPr/>
          </p:nvCxnSpPr>
          <p:spPr>
            <a:xfrm>
              <a:off x="18065115" y="9140121"/>
              <a:ext cx="0" cy="5943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E5DBE6E7-1FE8-BBF1-36F3-770B52C129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78450" y="9262041"/>
              <a:ext cx="1059180" cy="46869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A9690B1B-6DCE-8D2D-A4F9-59A2745DE044}"/>
                </a:ext>
              </a:extLst>
            </p:cNvPr>
            <p:cNvCxnSpPr>
              <a:cxnSpLocks/>
            </p:cNvCxnSpPr>
            <p:nvPr/>
          </p:nvCxnSpPr>
          <p:spPr>
            <a:xfrm>
              <a:off x="19147155" y="8964861"/>
              <a:ext cx="0" cy="2819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4E363DDA-AD19-08C7-ADDD-CBCAF4146A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13730" y="8972481"/>
              <a:ext cx="72390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A01F3C8E-F285-E543-D6D5-28D0EDB7A5C7}"/>
                </a:ext>
              </a:extLst>
            </p:cNvPr>
            <p:cNvCxnSpPr>
              <a:cxnSpLocks/>
            </p:cNvCxnSpPr>
            <p:nvPr/>
          </p:nvCxnSpPr>
          <p:spPr>
            <a:xfrm>
              <a:off x="18415635" y="901058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00F9B894-AF86-3104-3EE5-5F4944CB0B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83250" y="8728641"/>
              <a:ext cx="72390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B60844A2-4604-A2E7-5998-05EB80CD577F}"/>
                </a:ext>
              </a:extLst>
            </p:cNvPr>
            <p:cNvCxnSpPr>
              <a:cxnSpLocks/>
            </p:cNvCxnSpPr>
            <p:nvPr/>
          </p:nvCxnSpPr>
          <p:spPr>
            <a:xfrm>
              <a:off x="18787110" y="8549640"/>
              <a:ext cx="358140" cy="14090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AABC64E8-0E66-E0AD-F352-7153DE96A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40350" y="8545761"/>
              <a:ext cx="72390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Straight Connector 2137">
              <a:extLst>
                <a:ext uri="{FF2B5EF4-FFF2-40B4-BE49-F238E27FC236}">
                  <a16:creationId xmlns:a16="http://schemas.microsoft.com/office/drawing/2014/main" id="{EC8DB443-0699-6BBF-456C-CF3EE1A712E0}"/>
                </a:ext>
              </a:extLst>
            </p:cNvPr>
            <p:cNvCxnSpPr>
              <a:cxnSpLocks/>
            </p:cNvCxnSpPr>
            <p:nvPr/>
          </p:nvCxnSpPr>
          <p:spPr>
            <a:xfrm>
              <a:off x="18049875" y="8591481"/>
              <a:ext cx="0" cy="25533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Connector 2138">
              <a:extLst>
                <a:ext uri="{FF2B5EF4-FFF2-40B4-BE49-F238E27FC236}">
                  <a16:creationId xmlns:a16="http://schemas.microsoft.com/office/drawing/2014/main" id="{650B9BDD-F988-6989-5AD0-4E63439108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47970" y="8263821"/>
              <a:ext cx="72390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AE1E69FF-CAD2-0C44-F280-1109ACA48D47}"/>
                </a:ext>
              </a:extLst>
            </p:cNvPr>
            <p:cNvCxnSpPr>
              <a:cxnSpLocks/>
            </p:cNvCxnSpPr>
            <p:nvPr/>
          </p:nvCxnSpPr>
          <p:spPr>
            <a:xfrm>
              <a:off x="18421350" y="8100060"/>
              <a:ext cx="358140" cy="14090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1" name="Straight Connector 2140">
              <a:extLst>
                <a:ext uri="{FF2B5EF4-FFF2-40B4-BE49-F238E27FC236}">
                  <a16:creationId xmlns:a16="http://schemas.microsoft.com/office/drawing/2014/main" id="{6D6097D2-5A47-4B9E-9825-8D3D14FAC8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78450" y="80961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2" name="Straight Connector 2141">
              <a:extLst>
                <a:ext uri="{FF2B5EF4-FFF2-40B4-BE49-F238E27FC236}">
                  <a16:creationId xmlns:a16="http://schemas.microsoft.com/office/drawing/2014/main" id="{0B925033-AEFD-799F-E19C-1A32EBA2AB2C}"/>
                </a:ext>
              </a:extLst>
            </p:cNvPr>
            <p:cNvCxnSpPr>
              <a:cxnSpLocks/>
            </p:cNvCxnSpPr>
            <p:nvPr/>
          </p:nvCxnSpPr>
          <p:spPr>
            <a:xfrm>
              <a:off x="17720310" y="8107680"/>
              <a:ext cx="358140" cy="14090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Straight Connector 2142">
              <a:extLst>
                <a:ext uri="{FF2B5EF4-FFF2-40B4-BE49-F238E27FC236}">
                  <a16:creationId xmlns:a16="http://schemas.microsoft.com/office/drawing/2014/main" id="{DC14159C-0F43-454D-4C4F-CC0E2F125C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27930" y="795902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Straight Connector 2143">
              <a:extLst>
                <a:ext uri="{FF2B5EF4-FFF2-40B4-BE49-F238E27FC236}">
                  <a16:creationId xmlns:a16="http://schemas.microsoft.com/office/drawing/2014/main" id="{F89DCB11-AD9C-BFEC-2B56-EFC241F92737}"/>
                </a:ext>
              </a:extLst>
            </p:cNvPr>
            <p:cNvCxnSpPr>
              <a:cxnSpLocks/>
            </p:cNvCxnSpPr>
            <p:nvPr/>
          </p:nvCxnSpPr>
          <p:spPr>
            <a:xfrm>
              <a:off x="17682210" y="7818120"/>
              <a:ext cx="358140" cy="14090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Straight Connector 2144">
              <a:extLst>
                <a:ext uri="{FF2B5EF4-FFF2-40B4-BE49-F238E27FC236}">
                  <a16:creationId xmlns:a16="http://schemas.microsoft.com/office/drawing/2014/main" id="{4785D495-AC50-2492-900E-6A832C1473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39310" y="781424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Straight Connector 2145">
              <a:extLst>
                <a:ext uri="{FF2B5EF4-FFF2-40B4-BE49-F238E27FC236}">
                  <a16:creationId xmlns:a16="http://schemas.microsoft.com/office/drawing/2014/main" id="{8D037602-B285-837A-32F4-8998485ED4EB}"/>
                </a:ext>
              </a:extLst>
            </p:cNvPr>
            <p:cNvCxnSpPr>
              <a:cxnSpLocks/>
            </p:cNvCxnSpPr>
            <p:nvPr/>
          </p:nvCxnSpPr>
          <p:spPr>
            <a:xfrm>
              <a:off x="16981170" y="7825740"/>
              <a:ext cx="358140" cy="14090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Straight Connector 2146">
              <a:extLst>
                <a:ext uri="{FF2B5EF4-FFF2-40B4-BE49-F238E27FC236}">
                  <a16:creationId xmlns:a16="http://schemas.microsoft.com/office/drawing/2014/main" id="{45C230E6-F747-9975-CA12-47A7EC9747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988790" y="76770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8" name="Straight Connector 2147">
              <a:extLst>
                <a:ext uri="{FF2B5EF4-FFF2-40B4-BE49-F238E27FC236}">
                  <a16:creationId xmlns:a16="http://schemas.microsoft.com/office/drawing/2014/main" id="{E7F75ADC-5FA7-A502-88DA-9721EDA63AA0}"/>
                </a:ext>
              </a:extLst>
            </p:cNvPr>
            <p:cNvCxnSpPr>
              <a:cxnSpLocks/>
            </p:cNvCxnSpPr>
            <p:nvPr/>
          </p:nvCxnSpPr>
          <p:spPr>
            <a:xfrm>
              <a:off x="15533370" y="6930321"/>
              <a:ext cx="1783080" cy="71628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0" name="Straight Connector 2149">
              <a:extLst>
                <a:ext uri="{FF2B5EF4-FFF2-40B4-BE49-F238E27FC236}">
                  <a16:creationId xmlns:a16="http://schemas.microsoft.com/office/drawing/2014/main" id="{4C3CE029-8240-7AD8-9DFA-5C5C427007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10510" y="677792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1" name="Straight Connector 2150">
              <a:extLst>
                <a:ext uri="{FF2B5EF4-FFF2-40B4-BE49-F238E27FC236}">
                  <a16:creationId xmlns:a16="http://schemas.microsoft.com/office/drawing/2014/main" id="{38D8B551-6425-1C35-FD1C-C45DFD5F54E9}"/>
                </a:ext>
              </a:extLst>
            </p:cNvPr>
            <p:cNvCxnSpPr>
              <a:cxnSpLocks/>
            </p:cNvCxnSpPr>
            <p:nvPr/>
          </p:nvCxnSpPr>
          <p:spPr>
            <a:xfrm>
              <a:off x="15845790" y="6777921"/>
              <a:ext cx="2941320" cy="11811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4" name="Straight Connector 2153">
              <a:extLst>
                <a:ext uri="{FF2B5EF4-FFF2-40B4-BE49-F238E27FC236}">
                  <a16:creationId xmlns:a16="http://schemas.microsoft.com/office/drawing/2014/main" id="{34CF729D-D456-25F6-D00A-A8DF7B3A250C}"/>
                </a:ext>
              </a:extLst>
            </p:cNvPr>
            <p:cNvCxnSpPr>
              <a:cxnSpLocks/>
            </p:cNvCxnSpPr>
            <p:nvPr/>
          </p:nvCxnSpPr>
          <p:spPr>
            <a:xfrm>
              <a:off x="18789015" y="7684701"/>
              <a:ext cx="0" cy="2819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5" name="Straight Connector 2154">
              <a:extLst>
                <a:ext uri="{FF2B5EF4-FFF2-40B4-BE49-F238E27FC236}">
                  <a16:creationId xmlns:a16="http://schemas.microsoft.com/office/drawing/2014/main" id="{367E1EC7-5A73-880E-2719-B8A6D0C35D62}"/>
                </a:ext>
              </a:extLst>
            </p:cNvPr>
            <p:cNvCxnSpPr>
              <a:cxnSpLocks/>
            </p:cNvCxnSpPr>
            <p:nvPr/>
          </p:nvCxnSpPr>
          <p:spPr>
            <a:xfrm>
              <a:off x="16219170" y="6648381"/>
              <a:ext cx="2590800" cy="10287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Straight Connector 2156">
              <a:extLst>
                <a:ext uri="{FF2B5EF4-FFF2-40B4-BE49-F238E27FC236}">
                  <a16:creationId xmlns:a16="http://schemas.microsoft.com/office/drawing/2014/main" id="{B6F28B0D-286E-8B1F-B1B0-A0777A724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57270" y="647312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2157">
              <a:extLst>
                <a:ext uri="{FF2B5EF4-FFF2-40B4-BE49-F238E27FC236}">
                  <a16:creationId xmlns:a16="http://schemas.microsoft.com/office/drawing/2014/main" id="{3E8963F0-B908-5152-9DF0-733DBDE8B3D7}"/>
                </a:ext>
              </a:extLst>
            </p:cNvPr>
            <p:cNvCxnSpPr>
              <a:cxnSpLocks/>
            </p:cNvCxnSpPr>
            <p:nvPr/>
          </p:nvCxnSpPr>
          <p:spPr>
            <a:xfrm>
              <a:off x="16569690" y="6473121"/>
              <a:ext cx="2225040" cy="8915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0" name="Straight Connector 2159">
              <a:extLst>
                <a:ext uri="{FF2B5EF4-FFF2-40B4-BE49-F238E27FC236}">
                  <a16:creationId xmlns:a16="http://schemas.microsoft.com/office/drawing/2014/main" id="{2215C27D-8E63-E7F0-B020-A51970298C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79490" y="720464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Straight Connector 2160">
              <a:extLst>
                <a:ext uri="{FF2B5EF4-FFF2-40B4-BE49-F238E27FC236}">
                  <a16:creationId xmlns:a16="http://schemas.microsoft.com/office/drawing/2014/main" id="{D9389E56-4FA0-C356-B792-A106ED13AC7B}"/>
                </a:ext>
              </a:extLst>
            </p:cNvPr>
            <p:cNvCxnSpPr>
              <a:cxnSpLocks/>
            </p:cNvCxnSpPr>
            <p:nvPr/>
          </p:nvCxnSpPr>
          <p:spPr>
            <a:xfrm>
              <a:off x="16584930" y="6191181"/>
              <a:ext cx="2545080" cy="102108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3" name="Straight Connector 2162">
              <a:extLst>
                <a:ext uri="{FF2B5EF4-FFF2-40B4-BE49-F238E27FC236}">
                  <a16:creationId xmlns:a16="http://schemas.microsoft.com/office/drawing/2014/main" id="{AEEEDA14-D31B-41C0-85F2-2A0628DFB4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00170" y="604640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4" name="Straight Connector 2163">
              <a:extLst>
                <a:ext uri="{FF2B5EF4-FFF2-40B4-BE49-F238E27FC236}">
                  <a16:creationId xmlns:a16="http://schemas.microsoft.com/office/drawing/2014/main" id="{857768DA-0D8F-5D64-9B22-F6D3A49CB6F7}"/>
                </a:ext>
              </a:extLst>
            </p:cNvPr>
            <p:cNvCxnSpPr>
              <a:cxnSpLocks/>
            </p:cNvCxnSpPr>
            <p:nvPr/>
          </p:nvCxnSpPr>
          <p:spPr>
            <a:xfrm>
              <a:off x="16904970" y="6038781"/>
              <a:ext cx="2225040" cy="8915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5" name="Straight Connector 2164">
              <a:extLst>
                <a:ext uri="{FF2B5EF4-FFF2-40B4-BE49-F238E27FC236}">
                  <a16:creationId xmlns:a16="http://schemas.microsoft.com/office/drawing/2014/main" id="{67411136-E76F-CEE8-3817-4B0C9C315BE3}"/>
                </a:ext>
              </a:extLst>
            </p:cNvPr>
            <p:cNvCxnSpPr>
              <a:cxnSpLocks/>
            </p:cNvCxnSpPr>
            <p:nvPr/>
          </p:nvCxnSpPr>
          <p:spPr>
            <a:xfrm>
              <a:off x="19131915" y="6335961"/>
              <a:ext cx="0" cy="5715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2166">
              <a:extLst>
                <a:ext uri="{FF2B5EF4-FFF2-40B4-BE49-F238E27FC236}">
                  <a16:creationId xmlns:a16="http://schemas.microsoft.com/office/drawing/2014/main" id="{69B2C220-0326-CD33-50DB-5926E64753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87110" y="632072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8" name="Straight Connector 2167">
              <a:extLst>
                <a:ext uri="{FF2B5EF4-FFF2-40B4-BE49-F238E27FC236}">
                  <a16:creationId xmlns:a16="http://schemas.microsoft.com/office/drawing/2014/main" id="{B23F3189-9D87-AA6C-4F11-F639D9C524D0}"/>
                </a:ext>
              </a:extLst>
            </p:cNvPr>
            <p:cNvCxnSpPr>
              <a:cxnSpLocks/>
            </p:cNvCxnSpPr>
            <p:nvPr/>
          </p:nvCxnSpPr>
          <p:spPr>
            <a:xfrm>
              <a:off x="17308830" y="5894001"/>
              <a:ext cx="1485900" cy="5943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0" name="Straight Connector 2169">
              <a:extLst>
                <a:ext uri="{FF2B5EF4-FFF2-40B4-BE49-F238E27FC236}">
                  <a16:creationId xmlns:a16="http://schemas.microsoft.com/office/drawing/2014/main" id="{D06AE96F-D870-CA87-5BD9-923AAC56AF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31690" y="576446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1" name="Straight Connector 2170">
              <a:extLst>
                <a:ext uri="{FF2B5EF4-FFF2-40B4-BE49-F238E27FC236}">
                  <a16:creationId xmlns:a16="http://schemas.microsoft.com/office/drawing/2014/main" id="{4F0BB150-30DD-8A95-6426-08C9884C42A8}"/>
                </a:ext>
              </a:extLst>
            </p:cNvPr>
            <p:cNvCxnSpPr>
              <a:cxnSpLocks/>
            </p:cNvCxnSpPr>
            <p:nvPr/>
          </p:nvCxnSpPr>
          <p:spPr>
            <a:xfrm>
              <a:off x="17674590" y="5760720"/>
              <a:ext cx="1104900" cy="41522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3" name="Straight Connector 2172">
              <a:extLst>
                <a:ext uri="{FF2B5EF4-FFF2-40B4-BE49-F238E27FC236}">
                  <a16:creationId xmlns:a16="http://schemas.microsoft.com/office/drawing/2014/main" id="{81007E69-EC2B-4627-0799-D1944DEB5FC0}"/>
                </a:ext>
              </a:extLst>
            </p:cNvPr>
            <p:cNvCxnSpPr>
              <a:cxnSpLocks/>
            </p:cNvCxnSpPr>
            <p:nvPr/>
          </p:nvCxnSpPr>
          <p:spPr>
            <a:xfrm>
              <a:off x="18781395" y="5878761"/>
              <a:ext cx="0" cy="2819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4" name="Straight Connector 2173">
              <a:extLst>
                <a:ext uri="{FF2B5EF4-FFF2-40B4-BE49-F238E27FC236}">
                  <a16:creationId xmlns:a16="http://schemas.microsoft.com/office/drawing/2014/main" id="{2EF72AE8-38C0-2B9B-8849-34D6DA8F100A}"/>
                </a:ext>
              </a:extLst>
            </p:cNvPr>
            <p:cNvCxnSpPr>
              <a:cxnSpLocks/>
            </p:cNvCxnSpPr>
            <p:nvPr/>
          </p:nvCxnSpPr>
          <p:spPr>
            <a:xfrm>
              <a:off x="17689830" y="5455920"/>
              <a:ext cx="1104900" cy="41522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5" name="Straight Connector 2174">
              <a:extLst>
                <a:ext uri="{FF2B5EF4-FFF2-40B4-BE49-F238E27FC236}">
                  <a16:creationId xmlns:a16="http://schemas.microsoft.com/office/drawing/2014/main" id="{F4610B04-BB6B-B994-AD8B-18FD28666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12690" y="529964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6" name="Straight Connector 2175">
              <a:extLst>
                <a:ext uri="{FF2B5EF4-FFF2-40B4-BE49-F238E27FC236}">
                  <a16:creationId xmlns:a16="http://schemas.microsoft.com/office/drawing/2014/main" id="{21DCA639-BD44-3442-2746-64E970E9C10D}"/>
                </a:ext>
              </a:extLst>
            </p:cNvPr>
            <p:cNvCxnSpPr>
              <a:cxnSpLocks/>
            </p:cNvCxnSpPr>
            <p:nvPr/>
          </p:nvCxnSpPr>
          <p:spPr>
            <a:xfrm>
              <a:off x="18055590" y="5295900"/>
              <a:ext cx="739140" cy="29330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8" name="Straight Connector 2177">
              <a:extLst>
                <a:ext uri="{FF2B5EF4-FFF2-40B4-BE49-F238E27FC236}">
                  <a16:creationId xmlns:a16="http://schemas.microsoft.com/office/drawing/2014/main" id="{256123C8-1F7E-152D-8B2C-AC57803A27BC}"/>
                </a:ext>
              </a:extLst>
            </p:cNvPr>
            <p:cNvCxnSpPr>
              <a:cxnSpLocks/>
            </p:cNvCxnSpPr>
            <p:nvPr/>
          </p:nvCxnSpPr>
          <p:spPr>
            <a:xfrm>
              <a:off x="18789015" y="5314881"/>
              <a:ext cx="0" cy="2819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9" name="Straight Connector 2178">
              <a:extLst>
                <a:ext uri="{FF2B5EF4-FFF2-40B4-BE49-F238E27FC236}">
                  <a16:creationId xmlns:a16="http://schemas.microsoft.com/office/drawing/2014/main" id="{31B02870-04D1-D8E3-9C70-C885340E0FC4}"/>
                </a:ext>
              </a:extLst>
            </p:cNvPr>
            <p:cNvCxnSpPr>
              <a:cxnSpLocks/>
            </p:cNvCxnSpPr>
            <p:nvPr/>
          </p:nvCxnSpPr>
          <p:spPr>
            <a:xfrm>
              <a:off x="18032730" y="4998720"/>
              <a:ext cx="739140" cy="29330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0" name="Straight Connector 2179">
              <a:extLst>
                <a:ext uri="{FF2B5EF4-FFF2-40B4-BE49-F238E27FC236}">
                  <a16:creationId xmlns:a16="http://schemas.microsoft.com/office/drawing/2014/main" id="{933C99FF-093A-3720-D009-6080B6BC9B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47970" y="48576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1" name="Straight Connector 2180">
              <a:extLst>
                <a:ext uri="{FF2B5EF4-FFF2-40B4-BE49-F238E27FC236}">
                  <a16:creationId xmlns:a16="http://schemas.microsoft.com/office/drawing/2014/main" id="{7FC1C84A-B720-732D-0CEE-B36E79068C82}"/>
                </a:ext>
              </a:extLst>
            </p:cNvPr>
            <p:cNvCxnSpPr>
              <a:cxnSpLocks/>
            </p:cNvCxnSpPr>
            <p:nvPr/>
          </p:nvCxnSpPr>
          <p:spPr>
            <a:xfrm>
              <a:off x="18383250" y="4846320"/>
              <a:ext cx="739140" cy="29330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2" name="Straight Connector 2181">
              <a:extLst>
                <a:ext uri="{FF2B5EF4-FFF2-40B4-BE49-F238E27FC236}">
                  <a16:creationId xmlns:a16="http://schemas.microsoft.com/office/drawing/2014/main" id="{6E065CF6-CD33-6276-F64C-6651C17B2845}"/>
                </a:ext>
              </a:extLst>
            </p:cNvPr>
            <p:cNvCxnSpPr>
              <a:cxnSpLocks/>
            </p:cNvCxnSpPr>
            <p:nvPr/>
          </p:nvCxnSpPr>
          <p:spPr>
            <a:xfrm>
              <a:off x="19139535" y="4834821"/>
              <a:ext cx="0" cy="2819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3" name="Straight Connector 2182">
              <a:extLst>
                <a:ext uri="{FF2B5EF4-FFF2-40B4-BE49-F238E27FC236}">
                  <a16:creationId xmlns:a16="http://schemas.microsoft.com/office/drawing/2014/main" id="{30C4643A-0B1A-28E0-3EDA-D688B19FB7F6}"/>
                </a:ext>
              </a:extLst>
            </p:cNvPr>
            <p:cNvCxnSpPr>
              <a:cxnSpLocks/>
            </p:cNvCxnSpPr>
            <p:nvPr/>
          </p:nvCxnSpPr>
          <p:spPr>
            <a:xfrm>
              <a:off x="18741390" y="467480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5" name="Straight Connector 2184">
              <a:extLst>
                <a:ext uri="{FF2B5EF4-FFF2-40B4-BE49-F238E27FC236}">
                  <a16:creationId xmlns:a16="http://schemas.microsoft.com/office/drawing/2014/main" id="{40385C93-734E-2441-EE14-BD3DB93941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79490" y="453002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6" name="Straight Connector 2185">
              <a:extLst>
                <a:ext uri="{FF2B5EF4-FFF2-40B4-BE49-F238E27FC236}">
                  <a16:creationId xmlns:a16="http://schemas.microsoft.com/office/drawing/2014/main" id="{BC54A6A2-F414-80F3-EDA0-E2299B7040D7}"/>
                </a:ext>
              </a:extLst>
            </p:cNvPr>
            <p:cNvCxnSpPr>
              <a:cxnSpLocks/>
            </p:cNvCxnSpPr>
            <p:nvPr/>
          </p:nvCxnSpPr>
          <p:spPr>
            <a:xfrm>
              <a:off x="18733770" y="439286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7" name="Straight Connector 2186">
              <a:extLst>
                <a:ext uri="{FF2B5EF4-FFF2-40B4-BE49-F238E27FC236}">
                  <a16:creationId xmlns:a16="http://schemas.microsoft.com/office/drawing/2014/main" id="{F5E923DD-6D44-0300-DE73-10A0211196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71870" y="42480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8" name="Straight Connector 2187">
              <a:extLst>
                <a:ext uri="{FF2B5EF4-FFF2-40B4-BE49-F238E27FC236}">
                  <a16:creationId xmlns:a16="http://schemas.microsoft.com/office/drawing/2014/main" id="{70A6C6C8-50C4-BA7F-9B8B-13A737790EF4}"/>
                </a:ext>
              </a:extLst>
            </p:cNvPr>
            <p:cNvCxnSpPr>
              <a:cxnSpLocks/>
            </p:cNvCxnSpPr>
            <p:nvPr/>
          </p:nvCxnSpPr>
          <p:spPr>
            <a:xfrm>
              <a:off x="18733770" y="409568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9" name="Straight Connector 2188">
              <a:extLst>
                <a:ext uri="{FF2B5EF4-FFF2-40B4-BE49-F238E27FC236}">
                  <a16:creationId xmlns:a16="http://schemas.microsoft.com/office/drawing/2014/main" id="{54818ED7-79EF-91CB-A142-C0DE599A54E3}"/>
                </a:ext>
              </a:extLst>
            </p:cNvPr>
            <p:cNvCxnSpPr>
              <a:cxnSpLocks/>
            </p:cNvCxnSpPr>
            <p:nvPr/>
          </p:nvCxnSpPr>
          <p:spPr>
            <a:xfrm>
              <a:off x="18766155" y="2906961"/>
              <a:ext cx="0" cy="12039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1" name="Straight Connector 2190">
              <a:extLst>
                <a:ext uri="{FF2B5EF4-FFF2-40B4-BE49-F238E27FC236}">
                  <a16:creationId xmlns:a16="http://schemas.microsoft.com/office/drawing/2014/main" id="{BBDC364F-B990-7B4C-EE4D-0760D40BB0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56630" y="27621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2" name="Straight Connector 2191">
              <a:extLst>
                <a:ext uri="{FF2B5EF4-FFF2-40B4-BE49-F238E27FC236}">
                  <a16:creationId xmlns:a16="http://schemas.microsoft.com/office/drawing/2014/main" id="{01F47412-8322-C7E4-F4C4-4F8A48DE2E42}"/>
                </a:ext>
              </a:extLst>
            </p:cNvPr>
            <p:cNvCxnSpPr>
              <a:cxnSpLocks/>
            </p:cNvCxnSpPr>
            <p:nvPr/>
          </p:nvCxnSpPr>
          <p:spPr>
            <a:xfrm>
              <a:off x="19131915" y="1283901"/>
              <a:ext cx="0" cy="1455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4" name="Straight Connector 2193">
              <a:extLst>
                <a:ext uri="{FF2B5EF4-FFF2-40B4-BE49-F238E27FC236}">
                  <a16:creationId xmlns:a16="http://schemas.microsoft.com/office/drawing/2014/main" id="{CE875C7A-BA51-3E6E-CC77-7EA055F7DA50}"/>
                </a:ext>
              </a:extLst>
            </p:cNvPr>
            <p:cNvCxnSpPr>
              <a:cxnSpLocks/>
            </p:cNvCxnSpPr>
            <p:nvPr/>
          </p:nvCxnSpPr>
          <p:spPr>
            <a:xfrm>
              <a:off x="18764250" y="113150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5" name="Straight Connector 2194">
              <a:extLst>
                <a:ext uri="{FF2B5EF4-FFF2-40B4-BE49-F238E27FC236}">
                  <a16:creationId xmlns:a16="http://schemas.microsoft.com/office/drawing/2014/main" id="{FC21BCDC-2E60-A309-A86C-5A85049021CD}"/>
                </a:ext>
              </a:extLst>
            </p:cNvPr>
            <p:cNvCxnSpPr>
              <a:cxnSpLocks/>
            </p:cNvCxnSpPr>
            <p:nvPr/>
          </p:nvCxnSpPr>
          <p:spPr>
            <a:xfrm>
              <a:off x="18781395" y="529521"/>
              <a:ext cx="0" cy="60198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7" name="Straight Connector 2196">
              <a:extLst>
                <a:ext uri="{FF2B5EF4-FFF2-40B4-BE49-F238E27FC236}">
                  <a16:creationId xmlns:a16="http://schemas.microsoft.com/office/drawing/2014/main" id="{D8B28833-3814-267A-86D2-943098A75637}"/>
                </a:ext>
              </a:extLst>
            </p:cNvPr>
            <p:cNvCxnSpPr>
              <a:cxnSpLocks/>
            </p:cNvCxnSpPr>
            <p:nvPr/>
          </p:nvCxnSpPr>
          <p:spPr>
            <a:xfrm>
              <a:off x="18406110" y="38474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8" name="Straight Connector 2197">
              <a:extLst>
                <a:ext uri="{FF2B5EF4-FFF2-40B4-BE49-F238E27FC236}">
                  <a16:creationId xmlns:a16="http://schemas.microsoft.com/office/drawing/2014/main" id="{B636783E-42B2-8978-988D-6166608ADC5A}"/>
                </a:ext>
              </a:extLst>
            </p:cNvPr>
            <p:cNvCxnSpPr>
              <a:cxnSpLocks/>
            </p:cNvCxnSpPr>
            <p:nvPr/>
          </p:nvCxnSpPr>
          <p:spPr>
            <a:xfrm>
              <a:off x="18430875" y="377121"/>
              <a:ext cx="0" cy="89154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0" name="Straight Connector 2199">
              <a:extLst>
                <a:ext uri="{FF2B5EF4-FFF2-40B4-BE49-F238E27FC236}">
                  <a16:creationId xmlns:a16="http://schemas.microsoft.com/office/drawing/2014/main" id="{9F6414B5-A4F8-6DDC-0E40-25D3C7AB7595}"/>
                </a:ext>
              </a:extLst>
            </p:cNvPr>
            <p:cNvCxnSpPr>
              <a:cxnSpLocks/>
            </p:cNvCxnSpPr>
            <p:nvPr/>
          </p:nvCxnSpPr>
          <p:spPr>
            <a:xfrm>
              <a:off x="18421350" y="127628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1" name="Straight Connector 2200">
              <a:extLst>
                <a:ext uri="{FF2B5EF4-FFF2-40B4-BE49-F238E27FC236}">
                  <a16:creationId xmlns:a16="http://schemas.microsoft.com/office/drawing/2014/main" id="{FF1482F2-7308-7610-7909-8F5866114264}"/>
                </a:ext>
              </a:extLst>
            </p:cNvPr>
            <p:cNvCxnSpPr>
              <a:cxnSpLocks/>
            </p:cNvCxnSpPr>
            <p:nvPr/>
          </p:nvCxnSpPr>
          <p:spPr>
            <a:xfrm>
              <a:off x="18781395" y="1421061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3" name="Straight Connector 2202">
              <a:extLst>
                <a:ext uri="{FF2B5EF4-FFF2-40B4-BE49-F238E27FC236}">
                  <a16:creationId xmlns:a16="http://schemas.microsoft.com/office/drawing/2014/main" id="{1E610E8C-BBAE-B695-89D3-DF85F466282F}"/>
                </a:ext>
              </a:extLst>
            </p:cNvPr>
            <p:cNvCxnSpPr>
              <a:cxnSpLocks/>
            </p:cNvCxnSpPr>
            <p:nvPr/>
          </p:nvCxnSpPr>
          <p:spPr>
            <a:xfrm>
              <a:off x="18398490" y="157346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4" name="Straight Connector 2203">
              <a:extLst>
                <a:ext uri="{FF2B5EF4-FFF2-40B4-BE49-F238E27FC236}">
                  <a16:creationId xmlns:a16="http://schemas.microsoft.com/office/drawing/2014/main" id="{72494158-353C-8FA8-1E97-6EDA62B1F71B}"/>
                </a:ext>
              </a:extLst>
            </p:cNvPr>
            <p:cNvCxnSpPr>
              <a:cxnSpLocks/>
            </p:cNvCxnSpPr>
            <p:nvPr/>
          </p:nvCxnSpPr>
          <p:spPr>
            <a:xfrm>
              <a:off x="18408015" y="1581081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5" name="Straight Connector 2204">
              <a:extLst>
                <a:ext uri="{FF2B5EF4-FFF2-40B4-BE49-F238E27FC236}">
                  <a16:creationId xmlns:a16="http://schemas.microsoft.com/office/drawing/2014/main" id="{2B52D9B2-A530-750F-52C9-223C54C6EFEE}"/>
                </a:ext>
              </a:extLst>
            </p:cNvPr>
            <p:cNvCxnSpPr>
              <a:cxnSpLocks/>
            </p:cNvCxnSpPr>
            <p:nvPr/>
          </p:nvCxnSpPr>
          <p:spPr>
            <a:xfrm>
              <a:off x="18398490" y="189350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6" name="Straight Connector 2205">
              <a:extLst>
                <a:ext uri="{FF2B5EF4-FFF2-40B4-BE49-F238E27FC236}">
                  <a16:creationId xmlns:a16="http://schemas.microsoft.com/office/drawing/2014/main" id="{D30CECFB-11EA-DB18-540F-04D8F9940BA5}"/>
                </a:ext>
              </a:extLst>
            </p:cNvPr>
            <p:cNvCxnSpPr>
              <a:cxnSpLocks/>
            </p:cNvCxnSpPr>
            <p:nvPr/>
          </p:nvCxnSpPr>
          <p:spPr>
            <a:xfrm>
              <a:off x="18758535" y="2038281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7" name="Straight Connector 2206">
              <a:extLst>
                <a:ext uri="{FF2B5EF4-FFF2-40B4-BE49-F238E27FC236}">
                  <a16:creationId xmlns:a16="http://schemas.microsoft.com/office/drawing/2014/main" id="{16B91AF3-0DBB-F87E-E471-0A5D2CEEF046}"/>
                </a:ext>
              </a:extLst>
            </p:cNvPr>
            <p:cNvCxnSpPr>
              <a:cxnSpLocks/>
            </p:cNvCxnSpPr>
            <p:nvPr/>
          </p:nvCxnSpPr>
          <p:spPr>
            <a:xfrm>
              <a:off x="18375630" y="219068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8" name="Straight Connector 2207">
              <a:extLst>
                <a:ext uri="{FF2B5EF4-FFF2-40B4-BE49-F238E27FC236}">
                  <a16:creationId xmlns:a16="http://schemas.microsoft.com/office/drawing/2014/main" id="{9B3F62FC-847D-394A-8678-0D963E6A7B3C}"/>
                </a:ext>
              </a:extLst>
            </p:cNvPr>
            <p:cNvCxnSpPr>
              <a:cxnSpLocks/>
            </p:cNvCxnSpPr>
            <p:nvPr/>
          </p:nvCxnSpPr>
          <p:spPr>
            <a:xfrm>
              <a:off x="18385155" y="2198301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9" name="Straight Connector 2208">
              <a:extLst>
                <a:ext uri="{FF2B5EF4-FFF2-40B4-BE49-F238E27FC236}">
                  <a16:creationId xmlns:a16="http://schemas.microsoft.com/office/drawing/2014/main" id="{F6753E3B-6563-4538-5E83-3896854A062E}"/>
                </a:ext>
              </a:extLst>
            </p:cNvPr>
            <p:cNvCxnSpPr>
              <a:cxnSpLocks/>
            </p:cNvCxnSpPr>
            <p:nvPr/>
          </p:nvCxnSpPr>
          <p:spPr>
            <a:xfrm>
              <a:off x="18375630" y="248786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0" name="Straight Connector 2209">
              <a:extLst>
                <a:ext uri="{FF2B5EF4-FFF2-40B4-BE49-F238E27FC236}">
                  <a16:creationId xmlns:a16="http://schemas.microsoft.com/office/drawing/2014/main" id="{688CCC63-BBAC-1E87-FB10-759D56149D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98490" y="264026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1" name="Straight Connector 2210">
              <a:extLst>
                <a:ext uri="{FF2B5EF4-FFF2-40B4-BE49-F238E27FC236}">
                  <a16:creationId xmlns:a16="http://schemas.microsoft.com/office/drawing/2014/main" id="{A7856075-3ACB-22A3-DD11-EC752B649C5C}"/>
                </a:ext>
              </a:extLst>
            </p:cNvPr>
            <p:cNvCxnSpPr>
              <a:cxnSpLocks/>
            </p:cNvCxnSpPr>
            <p:nvPr/>
          </p:nvCxnSpPr>
          <p:spPr>
            <a:xfrm>
              <a:off x="18415635" y="2815521"/>
              <a:ext cx="0" cy="14097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3" name="Straight Connector 2212">
              <a:extLst>
                <a:ext uri="{FF2B5EF4-FFF2-40B4-BE49-F238E27FC236}">
                  <a16:creationId xmlns:a16="http://schemas.microsoft.com/office/drawing/2014/main" id="{C726804A-802F-FBB8-7833-47B7AB534656}"/>
                </a:ext>
              </a:extLst>
            </p:cNvPr>
            <p:cNvCxnSpPr>
              <a:cxnSpLocks/>
            </p:cNvCxnSpPr>
            <p:nvPr/>
          </p:nvCxnSpPr>
          <p:spPr>
            <a:xfrm>
              <a:off x="18009870" y="406520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4" name="Straight Connector 2213">
              <a:extLst>
                <a:ext uri="{FF2B5EF4-FFF2-40B4-BE49-F238E27FC236}">
                  <a16:creationId xmlns:a16="http://schemas.microsoft.com/office/drawing/2014/main" id="{79EF36A7-4785-9F5D-9AA0-EEA8F15E2190}"/>
                </a:ext>
              </a:extLst>
            </p:cNvPr>
            <p:cNvCxnSpPr>
              <a:cxnSpLocks/>
            </p:cNvCxnSpPr>
            <p:nvPr/>
          </p:nvCxnSpPr>
          <p:spPr>
            <a:xfrm>
              <a:off x="18027015" y="552381"/>
              <a:ext cx="0" cy="353568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6" name="Straight Connector 2215">
              <a:extLst>
                <a:ext uri="{FF2B5EF4-FFF2-40B4-BE49-F238E27FC236}">
                  <a16:creationId xmlns:a16="http://schemas.microsoft.com/office/drawing/2014/main" id="{B6B82773-B9A6-C7FB-FC13-C955F57C28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16450" y="529521"/>
              <a:ext cx="716280" cy="3276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8" name="Straight Connector 2217">
              <a:extLst>
                <a:ext uri="{FF2B5EF4-FFF2-40B4-BE49-F238E27FC236}">
                  <a16:creationId xmlns:a16="http://schemas.microsoft.com/office/drawing/2014/main" id="{44C30A1D-E8E5-6F5B-8DCB-863E047143E0}"/>
                </a:ext>
              </a:extLst>
            </p:cNvPr>
            <p:cNvCxnSpPr>
              <a:cxnSpLocks/>
            </p:cNvCxnSpPr>
            <p:nvPr/>
          </p:nvCxnSpPr>
          <p:spPr>
            <a:xfrm>
              <a:off x="16943070" y="70478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9" name="Straight Connector 2218">
              <a:extLst>
                <a:ext uri="{FF2B5EF4-FFF2-40B4-BE49-F238E27FC236}">
                  <a16:creationId xmlns:a16="http://schemas.microsoft.com/office/drawing/2014/main" id="{804C61CA-4A58-29CC-F0E9-65BB284950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68650" y="697161"/>
              <a:ext cx="1089660" cy="4572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1" name="Straight Connector 2220">
              <a:extLst>
                <a:ext uri="{FF2B5EF4-FFF2-40B4-BE49-F238E27FC236}">
                  <a16:creationId xmlns:a16="http://schemas.microsoft.com/office/drawing/2014/main" id="{EAE006FB-4217-03D2-3AA3-967287BC2984}"/>
                </a:ext>
              </a:extLst>
            </p:cNvPr>
            <p:cNvCxnSpPr>
              <a:cxnSpLocks/>
            </p:cNvCxnSpPr>
            <p:nvPr/>
          </p:nvCxnSpPr>
          <p:spPr>
            <a:xfrm>
              <a:off x="15487650" y="99434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2" name="Straight Connector 2221">
              <a:extLst>
                <a:ext uri="{FF2B5EF4-FFF2-40B4-BE49-F238E27FC236}">
                  <a16:creationId xmlns:a16="http://schemas.microsoft.com/office/drawing/2014/main" id="{4FE59B07-0CF1-CD86-8FDC-2A0A6A5442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08430" y="1001961"/>
              <a:ext cx="1409700" cy="59436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4" name="Straight Connector 2223">
              <a:extLst>
                <a:ext uri="{FF2B5EF4-FFF2-40B4-BE49-F238E27FC236}">
                  <a16:creationId xmlns:a16="http://schemas.microsoft.com/office/drawing/2014/main" id="{CE31AD6B-CE7E-D6B9-08B8-AD419939D0E1}"/>
                </a:ext>
              </a:extLst>
            </p:cNvPr>
            <p:cNvCxnSpPr>
              <a:cxnSpLocks/>
            </p:cNvCxnSpPr>
            <p:nvPr/>
          </p:nvCxnSpPr>
          <p:spPr>
            <a:xfrm>
              <a:off x="14095095" y="1588701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5" name="Straight Connector 2224">
              <a:extLst>
                <a:ext uri="{FF2B5EF4-FFF2-40B4-BE49-F238E27FC236}">
                  <a16:creationId xmlns:a16="http://schemas.microsoft.com/office/drawing/2014/main" id="{8D23D6DD-41DA-872A-8B76-D1FA6C3C5F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84530" y="1878261"/>
              <a:ext cx="708660" cy="3048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8" name="Straight Connector 2227">
              <a:extLst>
                <a:ext uri="{FF2B5EF4-FFF2-40B4-BE49-F238E27FC236}">
                  <a16:creationId xmlns:a16="http://schemas.microsoft.com/office/drawing/2014/main" id="{0BEF1B22-7328-D197-822E-9E47B53A9465}"/>
                </a:ext>
              </a:extLst>
            </p:cNvPr>
            <p:cNvCxnSpPr>
              <a:cxnSpLocks/>
            </p:cNvCxnSpPr>
            <p:nvPr/>
          </p:nvCxnSpPr>
          <p:spPr>
            <a:xfrm>
              <a:off x="13376910" y="218306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9" name="Straight Connector 2228">
              <a:extLst>
                <a:ext uri="{FF2B5EF4-FFF2-40B4-BE49-F238E27FC236}">
                  <a16:creationId xmlns:a16="http://schemas.microsoft.com/office/drawing/2014/main" id="{B0A66276-940F-5FA7-9872-E437EA6DEF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57910" y="2015421"/>
              <a:ext cx="708660" cy="3048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0" name="Straight Connector 2229">
              <a:extLst>
                <a:ext uri="{FF2B5EF4-FFF2-40B4-BE49-F238E27FC236}">
                  <a16:creationId xmlns:a16="http://schemas.microsoft.com/office/drawing/2014/main" id="{CC73A9D9-DAB2-1DD8-C4CD-D6DD1AF14FFE}"/>
                </a:ext>
              </a:extLst>
            </p:cNvPr>
            <p:cNvCxnSpPr>
              <a:cxnSpLocks/>
            </p:cNvCxnSpPr>
            <p:nvPr/>
          </p:nvCxnSpPr>
          <p:spPr>
            <a:xfrm>
              <a:off x="14453235" y="1725861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1" name="Straight Connector 2230">
              <a:extLst>
                <a:ext uri="{FF2B5EF4-FFF2-40B4-BE49-F238E27FC236}">
                  <a16:creationId xmlns:a16="http://schemas.microsoft.com/office/drawing/2014/main" id="{1B21A76B-8E75-1AB6-50AB-C198E62B43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43710" y="15810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2" name="Straight Connector 2231">
              <a:extLst>
                <a:ext uri="{FF2B5EF4-FFF2-40B4-BE49-F238E27FC236}">
                  <a16:creationId xmlns:a16="http://schemas.microsoft.com/office/drawing/2014/main" id="{717AF843-1A12-A432-6A69-0E7DF3BA55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750" y="126866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3" name="Straight Connector 2232">
              <a:extLst>
                <a:ext uri="{FF2B5EF4-FFF2-40B4-BE49-F238E27FC236}">
                  <a16:creationId xmlns:a16="http://schemas.microsoft.com/office/drawing/2014/main" id="{98C79975-3D50-4D80-A5AF-521A5D53607E}"/>
                </a:ext>
              </a:extLst>
            </p:cNvPr>
            <p:cNvCxnSpPr>
              <a:cxnSpLocks/>
            </p:cNvCxnSpPr>
            <p:nvPr/>
          </p:nvCxnSpPr>
          <p:spPr>
            <a:xfrm>
              <a:off x="14765655" y="1573461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4" name="Straight Connector 2233">
              <a:extLst>
                <a:ext uri="{FF2B5EF4-FFF2-40B4-BE49-F238E27FC236}">
                  <a16:creationId xmlns:a16="http://schemas.microsoft.com/office/drawing/2014/main" id="{AF103592-80F1-710D-AA75-518BFDF17F98}"/>
                </a:ext>
              </a:extLst>
            </p:cNvPr>
            <p:cNvCxnSpPr>
              <a:cxnSpLocks/>
            </p:cNvCxnSpPr>
            <p:nvPr/>
          </p:nvCxnSpPr>
          <p:spPr>
            <a:xfrm>
              <a:off x="15146655" y="1443921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5" name="Straight Connector 2234">
              <a:extLst>
                <a:ext uri="{FF2B5EF4-FFF2-40B4-BE49-F238E27FC236}">
                  <a16:creationId xmlns:a16="http://schemas.microsoft.com/office/drawing/2014/main" id="{DE8B9564-F314-5234-38DF-F4FA640353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01850" y="174110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6" name="Straight Connector 2235">
              <a:extLst>
                <a:ext uri="{FF2B5EF4-FFF2-40B4-BE49-F238E27FC236}">
                  <a16:creationId xmlns:a16="http://schemas.microsoft.com/office/drawing/2014/main" id="{E6AA7BEE-AC0A-0A06-88BB-86D9DA05DBFF}"/>
                </a:ext>
              </a:extLst>
            </p:cNvPr>
            <p:cNvCxnSpPr>
              <a:cxnSpLocks/>
            </p:cNvCxnSpPr>
            <p:nvPr/>
          </p:nvCxnSpPr>
          <p:spPr>
            <a:xfrm>
              <a:off x="15504795" y="1253421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7" name="Straight Connector 2236">
              <a:extLst>
                <a:ext uri="{FF2B5EF4-FFF2-40B4-BE49-F238E27FC236}">
                  <a16:creationId xmlns:a16="http://schemas.microsoft.com/office/drawing/2014/main" id="{779D5D35-4DC2-E22C-50E3-6AAC15BED8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02890" y="994341"/>
              <a:ext cx="1478280" cy="58299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9" name="Straight Connector 2238">
              <a:extLst>
                <a:ext uri="{FF2B5EF4-FFF2-40B4-BE49-F238E27FC236}">
                  <a16:creationId xmlns:a16="http://schemas.microsoft.com/office/drawing/2014/main" id="{9535072C-7624-7AB4-CEE3-2B1C04336ED9}"/>
                </a:ext>
              </a:extLst>
            </p:cNvPr>
            <p:cNvCxnSpPr>
              <a:cxnSpLocks/>
            </p:cNvCxnSpPr>
            <p:nvPr/>
          </p:nvCxnSpPr>
          <p:spPr>
            <a:xfrm>
              <a:off x="16975455" y="948621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0" name="Straight Connector 2239">
              <a:extLst>
                <a:ext uri="{FF2B5EF4-FFF2-40B4-BE49-F238E27FC236}">
                  <a16:creationId xmlns:a16="http://schemas.microsoft.com/office/drawing/2014/main" id="{18525368-63A5-5C64-CFDA-329CF102C8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42670" y="1276281"/>
              <a:ext cx="3215640" cy="13411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2" name="Straight Connector 2241">
              <a:extLst>
                <a:ext uri="{FF2B5EF4-FFF2-40B4-BE49-F238E27FC236}">
                  <a16:creationId xmlns:a16="http://schemas.microsoft.com/office/drawing/2014/main" id="{780F1220-A80B-540B-B917-78080EF85491}"/>
                </a:ext>
              </a:extLst>
            </p:cNvPr>
            <p:cNvCxnSpPr>
              <a:cxnSpLocks/>
            </p:cNvCxnSpPr>
            <p:nvPr/>
          </p:nvCxnSpPr>
          <p:spPr>
            <a:xfrm>
              <a:off x="13361670" y="245738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3" name="Straight Connector 2242">
              <a:extLst>
                <a:ext uri="{FF2B5EF4-FFF2-40B4-BE49-F238E27FC236}">
                  <a16:creationId xmlns:a16="http://schemas.microsoft.com/office/drawing/2014/main" id="{2BBAABF9-CB76-72D3-419F-5DB0AB7A651E}"/>
                </a:ext>
              </a:extLst>
            </p:cNvPr>
            <p:cNvCxnSpPr>
              <a:cxnSpLocks/>
            </p:cNvCxnSpPr>
            <p:nvPr/>
          </p:nvCxnSpPr>
          <p:spPr>
            <a:xfrm>
              <a:off x="13371195" y="2449761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4" name="Straight Connector 2243">
              <a:extLst>
                <a:ext uri="{FF2B5EF4-FFF2-40B4-BE49-F238E27FC236}">
                  <a16:creationId xmlns:a16="http://schemas.microsoft.com/office/drawing/2014/main" id="{8CB70A21-D8ED-1610-424E-81CF96DA05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41630" y="27621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5" name="Straight Connector 2244">
              <a:extLst>
                <a:ext uri="{FF2B5EF4-FFF2-40B4-BE49-F238E27FC236}">
                  <a16:creationId xmlns:a16="http://schemas.microsoft.com/office/drawing/2014/main" id="{AB1501EA-9952-0A1B-5987-6EA746672C34}"/>
                </a:ext>
              </a:extLst>
            </p:cNvPr>
            <p:cNvCxnSpPr>
              <a:cxnSpLocks/>
            </p:cNvCxnSpPr>
            <p:nvPr/>
          </p:nvCxnSpPr>
          <p:spPr>
            <a:xfrm>
              <a:off x="13043535" y="2617401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6" name="Straight Connector 2245">
              <a:extLst>
                <a:ext uri="{FF2B5EF4-FFF2-40B4-BE49-F238E27FC236}">
                  <a16:creationId xmlns:a16="http://schemas.microsoft.com/office/drawing/2014/main" id="{4E29BDBC-0C2D-7634-010D-A715C2F642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98730" y="26097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7" name="Straight Connector 2246">
              <a:extLst>
                <a:ext uri="{FF2B5EF4-FFF2-40B4-BE49-F238E27FC236}">
                  <a16:creationId xmlns:a16="http://schemas.microsoft.com/office/drawing/2014/main" id="{F67C0B1A-6E85-DF18-A4B1-1CF88D8929D6}"/>
                </a:ext>
              </a:extLst>
            </p:cNvPr>
            <p:cNvCxnSpPr>
              <a:cxnSpLocks/>
            </p:cNvCxnSpPr>
            <p:nvPr/>
          </p:nvCxnSpPr>
          <p:spPr>
            <a:xfrm>
              <a:off x="12325350" y="263264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8" name="Straight Connector 2247">
              <a:extLst>
                <a:ext uri="{FF2B5EF4-FFF2-40B4-BE49-F238E27FC236}">
                  <a16:creationId xmlns:a16="http://schemas.microsoft.com/office/drawing/2014/main" id="{90CF673F-F768-C7E9-E92D-B6BEBA9EB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28070" y="2625021"/>
              <a:ext cx="1089660" cy="4267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0" name="Straight Connector 2249">
              <a:extLst>
                <a:ext uri="{FF2B5EF4-FFF2-40B4-BE49-F238E27FC236}">
                  <a16:creationId xmlns:a16="http://schemas.microsoft.com/office/drawing/2014/main" id="{A0EDCE85-BFA1-B856-22F4-7DF0342865E3}"/>
                </a:ext>
              </a:extLst>
            </p:cNvPr>
            <p:cNvCxnSpPr>
              <a:cxnSpLocks/>
            </p:cNvCxnSpPr>
            <p:nvPr/>
          </p:nvCxnSpPr>
          <p:spPr>
            <a:xfrm>
              <a:off x="11228070" y="3066981"/>
              <a:ext cx="396240" cy="1600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1" name="Straight Connector 2250">
              <a:extLst>
                <a:ext uri="{FF2B5EF4-FFF2-40B4-BE49-F238E27FC236}">
                  <a16:creationId xmlns:a16="http://schemas.microsoft.com/office/drawing/2014/main" id="{9B609358-B3B6-EE77-DC0E-7153DC4A1C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93830" y="30669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2" name="Straight Connector 2251">
              <a:extLst>
                <a:ext uri="{FF2B5EF4-FFF2-40B4-BE49-F238E27FC236}">
                  <a16:creationId xmlns:a16="http://schemas.microsoft.com/office/drawing/2014/main" id="{4A54DD67-9E28-FF40-4EAD-3D1322B06608}"/>
                </a:ext>
              </a:extLst>
            </p:cNvPr>
            <p:cNvCxnSpPr>
              <a:cxnSpLocks/>
            </p:cNvCxnSpPr>
            <p:nvPr/>
          </p:nvCxnSpPr>
          <p:spPr>
            <a:xfrm>
              <a:off x="11931015" y="3059361"/>
              <a:ext cx="0" cy="90678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6" name="Straight Connector 2375">
              <a:extLst>
                <a:ext uri="{FF2B5EF4-FFF2-40B4-BE49-F238E27FC236}">
                  <a16:creationId xmlns:a16="http://schemas.microsoft.com/office/drawing/2014/main" id="{55119FA7-1D28-F52D-33BC-D72EE1DB1C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03355" y="3952806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7" name="Straight Connector 2376">
              <a:extLst>
                <a:ext uri="{FF2B5EF4-FFF2-40B4-BE49-F238E27FC236}">
                  <a16:creationId xmlns:a16="http://schemas.microsoft.com/office/drawing/2014/main" id="{E153D5A5-CFE9-9680-F888-2883F95ABFE4}"/>
                </a:ext>
              </a:extLst>
            </p:cNvPr>
            <p:cNvCxnSpPr>
              <a:cxnSpLocks/>
            </p:cNvCxnSpPr>
            <p:nvPr/>
          </p:nvCxnSpPr>
          <p:spPr>
            <a:xfrm>
              <a:off x="11201400" y="3966141"/>
              <a:ext cx="371475" cy="165735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8" name="Straight Connector 2377">
              <a:extLst>
                <a:ext uri="{FF2B5EF4-FFF2-40B4-BE49-F238E27FC236}">
                  <a16:creationId xmlns:a16="http://schemas.microsoft.com/office/drawing/2014/main" id="{AECD34BA-CB9F-C925-C90D-0ABFFF11EB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50880" y="39432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9" name="Straight Connector 2378">
              <a:extLst>
                <a:ext uri="{FF2B5EF4-FFF2-40B4-BE49-F238E27FC236}">
                  <a16:creationId xmlns:a16="http://schemas.microsoft.com/office/drawing/2014/main" id="{9D5157A8-DF19-5F2E-A7B3-DD6DAEF18CAB}"/>
                </a:ext>
              </a:extLst>
            </p:cNvPr>
            <p:cNvCxnSpPr>
              <a:cxnSpLocks/>
            </p:cNvCxnSpPr>
            <p:nvPr/>
          </p:nvCxnSpPr>
          <p:spPr>
            <a:xfrm>
              <a:off x="10881360" y="4084251"/>
              <a:ext cx="0" cy="542925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1" name="Straight Connector 2380">
              <a:extLst>
                <a:ext uri="{FF2B5EF4-FFF2-40B4-BE49-F238E27FC236}">
                  <a16:creationId xmlns:a16="http://schemas.microsoft.com/office/drawing/2014/main" id="{4875B12B-B438-2BE7-615A-828DE17990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6555" y="464813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2" name="Straight Connector 2381">
              <a:extLst>
                <a:ext uri="{FF2B5EF4-FFF2-40B4-BE49-F238E27FC236}">
                  <a16:creationId xmlns:a16="http://schemas.microsoft.com/office/drawing/2014/main" id="{8C763001-E0C3-CECF-89BB-382883D3ADB6}"/>
                </a:ext>
              </a:extLst>
            </p:cNvPr>
            <p:cNvCxnSpPr>
              <a:cxnSpLocks/>
            </p:cNvCxnSpPr>
            <p:nvPr/>
          </p:nvCxnSpPr>
          <p:spPr>
            <a:xfrm>
              <a:off x="10528935" y="4789101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3" name="Straight Connector 2382">
              <a:extLst>
                <a:ext uri="{FF2B5EF4-FFF2-40B4-BE49-F238E27FC236}">
                  <a16:creationId xmlns:a16="http://schemas.microsoft.com/office/drawing/2014/main" id="{08E5741D-A225-502C-C196-B8E76A1E4B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65080" y="510533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4" name="Straight Connector 2383">
              <a:extLst>
                <a:ext uri="{FF2B5EF4-FFF2-40B4-BE49-F238E27FC236}">
                  <a16:creationId xmlns:a16="http://schemas.microsoft.com/office/drawing/2014/main" id="{E7493EBD-5602-CB27-53BA-5DC06E38E1BA}"/>
                </a:ext>
              </a:extLst>
            </p:cNvPr>
            <p:cNvCxnSpPr>
              <a:cxnSpLocks/>
            </p:cNvCxnSpPr>
            <p:nvPr/>
          </p:nvCxnSpPr>
          <p:spPr>
            <a:xfrm>
              <a:off x="10125075" y="5252016"/>
              <a:ext cx="352425" cy="165735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7" name="Straight Connector 2386">
              <a:extLst>
                <a:ext uri="{FF2B5EF4-FFF2-40B4-BE49-F238E27FC236}">
                  <a16:creationId xmlns:a16="http://schemas.microsoft.com/office/drawing/2014/main" id="{D5127891-20B6-C3A3-1C7C-1888AB33F3F7}"/>
                </a:ext>
              </a:extLst>
            </p:cNvPr>
            <p:cNvCxnSpPr>
              <a:cxnSpLocks/>
            </p:cNvCxnSpPr>
            <p:nvPr/>
          </p:nvCxnSpPr>
          <p:spPr>
            <a:xfrm>
              <a:off x="10471785" y="5408226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8" name="Straight Connector 2387">
              <a:extLst>
                <a:ext uri="{FF2B5EF4-FFF2-40B4-BE49-F238E27FC236}">
                  <a16:creationId xmlns:a16="http://schemas.microsoft.com/office/drawing/2014/main" id="{ACCB3BE5-83EA-E790-811E-CD2370543C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26980" y="570858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9" name="Straight Connector 2388">
              <a:extLst>
                <a:ext uri="{FF2B5EF4-FFF2-40B4-BE49-F238E27FC236}">
                  <a16:creationId xmlns:a16="http://schemas.microsoft.com/office/drawing/2014/main" id="{41605BF7-F87D-DED3-7109-7BB548264240}"/>
                </a:ext>
              </a:extLst>
            </p:cNvPr>
            <p:cNvCxnSpPr>
              <a:cxnSpLocks/>
            </p:cNvCxnSpPr>
            <p:nvPr/>
          </p:nvCxnSpPr>
          <p:spPr>
            <a:xfrm>
              <a:off x="10135235" y="5865426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0" name="Straight Connector 2389">
              <a:extLst>
                <a:ext uri="{FF2B5EF4-FFF2-40B4-BE49-F238E27FC236}">
                  <a16:creationId xmlns:a16="http://schemas.microsoft.com/office/drawing/2014/main" id="{68656DEA-407B-AD6E-01EC-B16632B52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3400" y="6159431"/>
              <a:ext cx="690880" cy="31877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2" name="Straight Connector 2391">
              <a:extLst>
                <a:ext uri="{FF2B5EF4-FFF2-40B4-BE49-F238E27FC236}">
                  <a16:creationId xmlns:a16="http://schemas.microsoft.com/office/drawing/2014/main" id="{173F841A-A06B-12FA-9A23-80887F2B729A}"/>
                </a:ext>
              </a:extLst>
            </p:cNvPr>
            <p:cNvCxnSpPr>
              <a:cxnSpLocks/>
            </p:cNvCxnSpPr>
            <p:nvPr/>
          </p:nvCxnSpPr>
          <p:spPr>
            <a:xfrm>
              <a:off x="9424035" y="5595551"/>
              <a:ext cx="0" cy="906145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4" name="Straight Connector 2393">
              <a:extLst>
                <a:ext uri="{FF2B5EF4-FFF2-40B4-BE49-F238E27FC236}">
                  <a16:creationId xmlns:a16="http://schemas.microsoft.com/office/drawing/2014/main" id="{6B726CAB-292D-9493-5563-A5985A193B11}"/>
                </a:ext>
              </a:extLst>
            </p:cNvPr>
            <p:cNvCxnSpPr>
              <a:cxnSpLocks/>
            </p:cNvCxnSpPr>
            <p:nvPr/>
          </p:nvCxnSpPr>
          <p:spPr>
            <a:xfrm>
              <a:off x="8350250" y="5132001"/>
              <a:ext cx="1098550" cy="47625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6" name="Straight Connector 2395">
              <a:extLst>
                <a:ext uri="{FF2B5EF4-FFF2-40B4-BE49-F238E27FC236}">
                  <a16:creationId xmlns:a16="http://schemas.microsoft.com/office/drawing/2014/main" id="{B7842CB1-EB27-6FB9-FAFC-0A30E7E87A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8800" y="5111681"/>
              <a:ext cx="1414780" cy="6299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8" name="Straight Connector 2397">
              <a:extLst>
                <a:ext uri="{FF2B5EF4-FFF2-40B4-BE49-F238E27FC236}">
                  <a16:creationId xmlns:a16="http://schemas.microsoft.com/office/drawing/2014/main" id="{9A42B467-0984-CBF1-5A5C-636670AF853F}"/>
                </a:ext>
              </a:extLst>
            </p:cNvPr>
            <p:cNvCxnSpPr>
              <a:cxnSpLocks/>
            </p:cNvCxnSpPr>
            <p:nvPr/>
          </p:nvCxnSpPr>
          <p:spPr>
            <a:xfrm>
              <a:off x="5473700" y="5125651"/>
              <a:ext cx="1441450" cy="61595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0" name="Straight Connector 2399">
              <a:extLst>
                <a:ext uri="{FF2B5EF4-FFF2-40B4-BE49-F238E27FC236}">
                  <a16:creationId xmlns:a16="http://schemas.microsoft.com/office/drawing/2014/main" id="{5B1DB23D-4969-96DB-606E-162E8B032560}"/>
                </a:ext>
              </a:extLst>
            </p:cNvPr>
            <p:cNvCxnSpPr>
              <a:cxnSpLocks/>
            </p:cNvCxnSpPr>
            <p:nvPr/>
          </p:nvCxnSpPr>
          <p:spPr>
            <a:xfrm>
              <a:off x="5461635" y="4824026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1" name="Straight Connector 2400">
              <a:extLst>
                <a:ext uri="{FF2B5EF4-FFF2-40B4-BE49-F238E27FC236}">
                  <a16:creationId xmlns:a16="http://schemas.microsoft.com/office/drawing/2014/main" id="{1F76F5E4-2174-E87D-4FC0-352C57B9060C}"/>
                </a:ext>
              </a:extLst>
            </p:cNvPr>
            <p:cNvCxnSpPr>
              <a:cxnSpLocks/>
            </p:cNvCxnSpPr>
            <p:nvPr/>
          </p:nvCxnSpPr>
          <p:spPr>
            <a:xfrm>
              <a:off x="5445125" y="4820216"/>
              <a:ext cx="352425" cy="165735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2" name="Straight Connector 2401">
              <a:extLst>
                <a:ext uri="{FF2B5EF4-FFF2-40B4-BE49-F238E27FC236}">
                  <a16:creationId xmlns:a16="http://schemas.microsoft.com/office/drawing/2014/main" id="{12046C27-DD82-6A2A-9FB0-3001D5FE05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89930" y="4535101"/>
              <a:ext cx="1112520" cy="45980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4" name="Straight Connector 2403">
              <a:extLst>
                <a:ext uri="{FF2B5EF4-FFF2-40B4-BE49-F238E27FC236}">
                  <a16:creationId xmlns:a16="http://schemas.microsoft.com/office/drawing/2014/main" id="{629D7949-A665-2C93-32DC-23C5FE31F674}"/>
                </a:ext>
              </a:extLst>
            </p:cNvPr>
            <p:cNvCxnSpPr>
              <a:cxnSpLocks/>
            </p:cNvCxnSpPr>
            <p:nvPr/>
          </p:nvCxnSpPr>
          <p:spPr>
            <a:xfrm>
              <a:off x="6890385" y="4239826"/>
              <a:ext cx="0" cy="31242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50C0B62-C7D8-830A-C614-C3526646D5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2450" y="2603500"/>
              <a:ext cx="316230" cy="13455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47A2EEC-053F-5CD3-B519-394595CE7E48}"/>
                </a:ext>
              </a:extLst>
            </p:cNvPr>
            <p:cNvCxnSpPr>
              <a:cxnSpLocks/>
            </p:cNvCxnSpPr>
            <p:nvPr/>
          </p:nvCxnSpPr>
          <p:spPr>
            <a:xfrm>
              <a:off x="7235825" y="2585016"/>
              <a:ext cx="352425" cy="165735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7BA0A475-464F-0BF8-3970-D0AAF53D3D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67385" y="7326561"/>
              <a:ext cx="342900" cy="15627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C90E45F7-3932-0BF7-B143-64AB0E25FCC1}"/>
                </a:ext>
              </a:extLst>
            </p:cNvPr>
            <p:cNvCxnSpPr>
              <a:cxnSpLocks/>
            </p:cNvCxnSpPr>
            <p:nvPr/>
          </p:nvCxnSpPr>
          <p:spPr>
            <a:xfrm>
              <a:off x="13694092" y="7322820"/>
              <a:ext cx="1136333" cy="490469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ED4A73AB-E5D9-3F2D-4AC1-C79A26249A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97088" y="7380853"/>
              <a:ext cx="364807" cy="137161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C2EED6BD-38F4-F533-9C5C-E2571AB8D595}"/>
                </a:ext>
              </a:extLst>
            </p:cNvPr>
            <p:cNvCxnSpPr>
              <a:cxnSpLocks/>
            </p:cNvCxnSpPr>
            <p:nvPr/>
          </p:nvCxnSpPr>
          <p:spPr>
            <a:xfrm>
              <a:off x="14788515" y="7515225"/>
              <a:ext cx="388620" cy="152400"/>
            </a:xfrm>
            <a:prstGeom prst="line">
              <a:avLst/>
            </a:prstGeom>
            <a:ln w="28575"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3" name="Straight Connector 932">
            <a:extLst>
              <a:ext uri="{FF2B5EF4-FFF2-40B4-BE49-F238E27FC236}">
                <a16:creationId xmlns:a16="http://schemas.microsoft.com/office/drawing/2014/main" id="{63126CE4-CEF3-D76B-A29B-AD576854C44E}"/>
              </a:ext>
            </a:extLst>
          </p:cNvPr>
          <p:cNvCxnSpPr>
            <a:cxnSpLocks/>
          </p:cNvCxnSpPr>
          <p:nvPr/>
        </p:nvCxnSpPr>
        <p:spPr>
          <a:xfrm flipH="1">
            <a:off x="3314700" y="4078005"/>
            <a:ext cx="273848" cy="1625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936">
            <a:extLst>
              <a:ext uri="{FF2B5EF4-FFF2-40B4-BE49-F238E27FC236}">
                <a16:creationId xmlns:a16="http://schemas.microsoft.com/office/drawing/2014/main" id="{E0187159-4FA6-31EC-D777-41679F520C88}"/>
              </a:ext>
            </a:extLst>
          </p:cNvPr>
          <p:cNvCxnSpPr>
            <a:cxnSpLocks/>
          </p:cNvCxnSpPr>
          <p:nvPr/>
        </p:nvCxnSpPr>
        <p:spPr>
          <a:xfrm>
            <a:off x="3289300" y="5688399"/>
            <a:ext cx="2174240" cy="89154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Straight Connector 942">
            <a:extLst>
              <a:ext uri="{FF2B5EF4-FFF2-40B4-BE49-F238E27FC236}">
                <a16:creationId xmlns:a16="http://schemas.microsoft.com/office/drawing/2014/main" id="{F583BF81-BCF9-74AE-93C0-899D88E409F3}"/>
              </a:ext>
            </a:extLst>
          </p:cNvPr>
          <p:cNvCxnSpPr>
            <a:cxnSpLocks/>
          </p:cNvCxnSpPr>
          <p:nvPr/>
        </p:nvCxnSpPr>
        <p:spPr>
          <a:xfrm>
            <a:off x="3634268" y="2957865"/>
            <a:ext cx="0" cy="113033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Straight Connector 953">
            <a:extLst>
              <a:ext uri="{FF2B5EF4-FFF2-40B4-BE49-F238E27FC236}">
                <a16:creationId xmlns:a16="http://schemas.microsoft.com/office/drawing/2014/main" id="{475A0BD0-1BA7-20B8-84D2-0F1175BD05B6}"/>
              </a:ext>
            </a:extLst>
          </p:cNvPr>
          <p:cNvCxnSpPr>
            <a:cxnSpLocks/>
          </p:cNvCxnSpPr>
          <p:nvPr/>
        </p:nvCxnSpPr>
        <p:spPr>
          <a:xfrm flipH="1">
            <a:off x="7620000" y="6000819"/>
            <a:ext cx="1383030" cy="6096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EE671654-43B0-400C-4622-EAF778A8FB27}"/>
              </a:ext>
            </a:extLst>
          </p:cNvPr>
          <p:cNvCxnSpPr>
            <a:cxnSpLocks/>
          </p:cNvCxnSpPr>
          <p:nvPr/>
        </p:nvCxnSpPr>
        <p:spPr>
          <a:xfrm flipH="1">
            <a:off x="7947660" y="7788471"/>
            <a:ext cx="1085088" cy="460248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A1229BF0-7913-4A09-73CE-7B5C268CB762}"/>
              </a:ext>
            </a:extLst>
          </p:cNvPr>
          <p:cNvCxnSpPr>
            <a:cxnSpLocks/>
          </p:cNvCxnSpPr>
          <p:nvPr/>
        </p:nvCxnSpPr>
        <p:spPr>
          <a:xfrm flipH="1" flipV="1">
            <a:off x="9363456" y="7918011"/>
            <a:ext cx="426720" cy="19507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8AA00092-35D5-D10E-60F8-45C99CA694F8}"/>
              </a:ext>
            </a:extLst>
          </p:cNvPr>
          <p:cNvCxnSpPr>
            <a:cxnSpLocks/>
          </p:cNvCxnSpPr>
          <p:nvPr/>
        </p:nvCxnSpPr>
        <p:spPr>
          <a:xfrm>
            <a:off x="7949093" y="8286819"/>
            <a:ext cx="0" cy="112903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C7F09C29-7378-E39C-2C7D-78EC633865A0}"/>
              </a:ext>
            </a:extLst>
          </p:cNvPr>
          <p:cNvCxnSpPr>
            <a:cxnSpLocks/>
          </p:cNvCxnSpPr>
          <p:nvPr/>
        </p:nvCxnSpPr>
        <p:spPr>
          <a:xfrm flipH="1" flipV="1">
            <a:off x="7928610" y="9399339"/>
            <a:ext cx="2186940" cy="92773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A06BC6F0-8D35-E72A-64FE-DF7AE0FEED77}"/>
              </a:ext>
            </a:extLst>
          </p:cNvPr>
          <p:cNvCxnSpPr>
            <a:cxnSpLocks/>
          </p:cNvCxnSpPr>
          <p:nvPr/>
        </p:nvCxnSpPr>
        <p:spPr>
          <a:xfrm>
            <a:off x="10114026" y="10302309"/>
            <a:ext cx="0" cy="33909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F9148793-2EB7-7C3A-DB2A-B3F2E586929A}"/>
              </a:ext>
            </a:extLst>
          </p:cNvPr>
          <p:cNvCxnSpPr>
            <a:cxnSpLocks/>
          </p:cNvCxnSpPr>
          <p:nvPr/>
        </p:nvCxnSpPr>
        <p:spPr>
          <a:xfrm flipH="1" flipV="1">
            <a:off x="10113264" y="10624635"/>
            <a:ext cx="1059561" cy="42633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Straight Connector 981">
            <a:extLst>
              <a:ext uri="{FF2B5EF4-FFF2-40B4-BE49-F238E27FC236}">
                <a16:creationId xmlns:a16="http://schemas.microsoft.com/office/drawing/2014/main" id="{3EBFAE12-F682-57A3-5FE6-E476F5F4820A}"/>
              </a:ext>
            </a:extLst>
          </p:cNvPr>
          <p:cNvCxnSpPr>
            <a:cxnSpLocks/>
          </p:cNvCxnSpPr>
          <p:nvPr/>
        </p:nvCxnSpPr>
        <p:spPr>
          <a:xfrm>
            <a:off x="2186468" y="1746285"/>
            <a:ext cx="0" cy="60455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8561166" y="1168577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12.06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27AA6D1-462F-6283-56AB-68040CEFBEB6}"/>
              </a:ext>
            </a:extLst>
          </p:cNvPr>
          <p:cNvCxnSpPr>
            <a:cxnSpLocks/>
          </p:cNvCxnSpPr>
          <p:nvPr/>
        </p:nvCxnSpPr>
        <p:spPr>
          <a:xfrm>
            <a:off x="3291368" y="4268505"/>
            <a:ext cx="0" cy="140719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44DC4D00-D0BB-6623-CFCB-426D288AEA43}"/>
              </a:ext>
            </a:extLst>
          </p:cNvPr>
          <p:cNvCxnSpPr>
            <a:cxnSpLocks/>
          </p:cNvCxnSpPr>
          <p:nvPr/>
        </p:nvCxnSpPr>
        <p:spPr>
          <a:xfrm flipH="1">
            <a:off x="5448300" y="6115119"/>
            <a:ext cx="1089660" cy="4572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E0DC497A-921A-499A-20E6-105007218C88}"/>
              </a:ext>
            </a:extLst>
          </p:cNvPr>
          <p:cNvCxnSpPr>
            <a:cxnSpLocks/>
          </p:cNvCxnSpPr>
          <p:nvPr/>
        </p:nvCxnSpPr>
        <p:spPr>
          <a:xfrm>
            <a:off x="6494308" y="6153185"/>
            <a:ext cx="1140932" cy="47247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833155B3-1177-18E4-C9FF-21FE5AA75F5D}"/>
              </a:ext>
            </a:extLst>
          </p:cNvPr>
          <p:cNvCxnSpPr>
            <a:cxnSpLocks/>
          </p:cNvCxnSpPr>
          <p:nvPr/>
        </p:nvCxnSpPr>
        <p:spPr>
          <a:xfrm>
            <a:off x="8314182" y="6883469"/>
            <a:ext cx="0" cy="59258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299DDAD7-E3B7-140F-594B-C36F5AC148EF}"/>
              </a:ext>
            </a:extLst>
          </p:cNvPr>
          <p:cNvCxnSpPr>
            <a:cxnSpLocks/>
          </p:cNvCxnSpPr>
          <p:nvPr/>
        </p:nvCxnSpPr>
        <p:spPr>
          <a:xfrm flipH="1" flipV="1">
            <a:off x="8288655" y="7470463"/>
            <a:ext cx="1068705" cy="465836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D83A574D-A1EB-FD50-6F01-219E9F2330F0}"/>
              </a:ext>
            </a:extLst>
          </p:cNvPr>
          <p:cNvCxnSpPr>
            <a:cxnSpLocks/>
          </p:cNvCxnSpPr>
          <p:nvPr/>
        </p:nvCxnSpPr>
        <p:spPr>
          <a:xfrm>
            <a:off x="7964968" y="6732305"/>
            <a:ext cx="378932" cy="198154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4851413C-B6C9-5A85-DF8C-BB1C7B252575}"/>
              </a:ext>
            </a:extLst>
          </p:cNvPr>
          <p:cNvCxnSpPr>
            <a:cxnSpLocks/>
          </p:cNvCxnSpPr>
          <p:nvPr/>
        </p:nvCxnSpPr>
        <p:spPr>
          <a:xfrm>
            <a:off x="7963662" y="6441509"/>
            <a:ext cx="0" cy="30607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09E911A6-53D4-72C5-9505-9793FFED8683}"/>
              </a:ext>
            </a:extLst>
          </p:cNvPr>
          <p:cNvCxnSpPr>
            <a:cxnSpLocks/>
          </p:cNvCxnSpPr>
          <p:nvPr/>
        </p:nvCxnSpPr>
        <p:spPr>
          <a:xfrm>
            <a:off x="11188446" y="11041449"/>
            <a:ext cx="0" cy="33909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A4897E4-B58D-7A6A-4215-975343AEADCA}"/>
              </a:ext>
            </a:extLst>
          </p:cNvPr>
          <p:cNvCxnSpPr>
            <a:cxnSpLocks/>
          </p:cNvCxnSpPr>
          <p:nvPr/>
        </p:nvCxnSpPr>
        <p:spPr>
          <a:xfrm flipH="1" flipV="1">
            <a:off x="11187684" y="11348535"/>
            <a:ext cx="409956" cy="14242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B80204D0-8AB6-658C-252F-D31CE4AC862A}"/>
              </a:ext>
            </a:extLst>
          </p:cNvPr>
          <p:cNvCxnSpPr>
            <a:cxnSpLocks/>
          </p:cNvCxnSpPr>
          <p:nvPr/>
        </p:nvCxnSpPr>
        <p:spPr>
          <a:xfrm>
            <a:off x="11561826" y="11491029"/>
            <a:ext cx="0" cy="586671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BECADC26-4631-B4C6-9769-BFDAE8AD0145}"/>
              </a:ext>
            </a:extLst>
          </p:cNvPr>
          <p:cNvCxnSpPr>
            <a:cxnSpLocks/>
          </p:cNvCxnSpPr>
          <p:nvPr/>
        </p:nvCxnSpPr>
        <p:spPr>
          <a:xfrm flipH="1">
            <a:off x="11551920" y="11475720"/>
            <a:ext cx="1463040" cy="6058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3F00E194-8278-BF75-C123-4E5FE7A69427}"/>
              </a:ext>
            </a:extLst>
          </p:cNvPr>
          <p:cNvCxnSpPr>
            <a:cxnSpLocks/>
          </p:cNvCxnSpPr>
          <p:nvPr/>
        </p:nvCxnSpPr>
        <p:spPr>
          <a:xfrm>
            <a:off x="13009626" y="10881360"/>
            <a:ext cx="0" cy="5677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1D94BC5C-C464-2EE0-50AE-2735DD443ED6}"/>
              </a:ext>
            </a:extLst>
          </p:cNvPr>
          <p:cNvCxnSpPr>
            <a:cxnSpLocks/>
          </p:cNvCxnSpPr>
          <p:nvPr/>
        </p:nvCxnSpPr>
        <p:spPr>
          <a:xfrm flipH="1" flipV="1">
            <a:off x="12605004" y="10746555"/>
            <a:ext cx="409956" cy="14242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ECD3A29B-BD63-42A0-FE22-4453FFA61855}"/>
              </a:ext>
            </a:extLst>
          </p:cNvPr>
          <p:cNvCxnSpPr>
            <a:cxnSpLocks/>
          </p:cNvCxnSpPr>
          <p:nvPr/>
        </p:nvCxnSpPr>
        <p:spPr>
          <a:xfrm>
            <a:off x="12636246" y="1043178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5F8F438A-6ED5-B737-11F5-4CD144920DDA}"/>
              </a:ext>
            </a:extLst>
          </p:cNvPr>
          <p:cNvCxnSpPr>
            <a:cxnSpLocks/>
          </p:cNvCxnSpPr>
          <p:nvPr/>
        </p:nvCxnSpPr>
        <p:spPr>
          <a:xfrm flipH="1">
            <a:off x="12643104" y="1027176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DEBF7E63-F6D8-C3D4-8675-D9738C562C20}"/>
              </a:ext>
            </a:extLst>
          </p:cNvPr>
          <p:cNvCxnSpPr>
            <a:cxnSpLocks/>
          </p:cNvCxnSpPr>
          <p:nvPr/>
        </p:nvCxnSpPr>
        <p:spPr>
          <a:xfrm flipH="1" flipV="1">
            <a:off x="12597384" y="10144575"/>
            <a:ext cx="409956" cy="14242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5EE1339C-7599-126B-AD0E-C2A5594DC22E}"/>
              </a:ext>
            </a:extLst>
          </p:cNvPr>
          <p:cNvCxnSpPr>
            <a:cxnSpLocks/>
          </p:cNvCxnSpPr>
          <p:nvPr/>
        </p:nvCxnSpPr>
        <p:spPr>
          <a:xfrm flipH="1">
            <a:off x="12635484" y="998220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C886D146-7BCF-838A-6AC2-6FD13F4B1FDD}"/>
              </a:ext>
            </a:extLst>
          </p:cNvPr>
          <p:cNvCxnSpPr>
            <a:cxnSpLocks/>
          </p:cNvCxnSpPr>
          <p:nvPr/>
        </p:nvCxnSpPr>
        <p:spPr>
          <a:xfrm flipH="1" flipV="1">
            <a:off x="12589764" y="9855015"/>
            <a:ext cx="409956" cy="14242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FC0436D6-9A9F-6586-207C-605807BC3FC9}"/>
              </a:ext>
            </a:extLst>
          </p:cNvPr>
          <p:cNvCxnSpPr>
            <a:cxnSpLocks/>
          </p:cNvCxnSpPr>
          <p:nvPr/>
        </p:nvCxnSpPr>
        <p:spPr>
          <a:xfrm>
            <a:off x="12621006" y="954786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7B477D0E-C1CD-2FBF-137F-DB7D807652CB}"/>
              </a:ext>
            </a:extLst>
          </p:cNvPr>
          <p:cNvCxnSpPr>
            <a:cxnSpLocks/>
          </p:cNvCxnSpPr>
          <p:nvPr/>
        </p:nvCxnSpPr>
        <p:spPr>
          <a:xfrm flipH="1" flipV="1">
            <a:off x="12627864" y="9557835"/>
            <a:ext cx="745236" cy="29482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9F525456-EBB7-A31B-321C-1A845FBD1984}"/>
              </a:ext>
            </a:extLst>
          </p:cNvPr>
          <p:cNvCxnSpPr>
            <a:cxnSpLocks/>
          </p:cNvCxnSpPr>
          <p:nvPr/>
        </p:nvCxnSpPr>
        <p:spPr>
          <a:xfrm>
            <a:off x="13360146" y="9273540"/>
            <a:ext cx="0" cy="5677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59D62018-586B-3C81-DC22-D398ABD2037C}"/>
              </a:ext>
            </a:extLst>
          </p:cNvPr>
          <p:cNvCxnSpPr>
            <a:cxnSpLocks/>
          </p:cNvCxnSpPr>
          <p:nvPr/>
        </p:nvCxnSpPr>
        <p:spPr>
          <a:xfrm flipH="1">
            <a:off x="12993624" y="927354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5C9D8D53-7ACD-82A8-ECD5-F0815D02D99F}"/>
              </a:ext>
            </a:extLst>
          </p:cNvPr>
          <p:cNvCxnSpPr>
            <a:cxnSpLocks/>
          </p:cNvCxnSpPr>
          <p:nvPr/>
        </p:nvCxnSpPr>
        <p:spPr>
          <a:xfrm flipH="1" flipV="1">
            <a:off x="12597384" y="9275895"/>
            <a:ext cx="409956" cy="14242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4" name="Straight Connector 2253">
            <a:extLst>
              <a:ext uri="{FF2B5EF4-FFF2-40B4-BE49-F238E27FC236}">
                <a16:creationId xmlns:a16="http://schemas.microsoft.com/office/drawing/2014/main" id="{46DB3C90-491C-CE45-B838-D297D7AC6852}"/>
              </a:ext>
            </a:extLst>
          </p:cNvPr>
          <p:cNvCxnSpPr>
            <a:cxnSpLocks/>
          </p:cNvCxnSpPr>
          <p:nvPr/>
        </p:nvCxnSpPr>
        <p:spPr>
          <a:xfrm>
            <a:off x="12623546" y="8721090"/>
            <a:ext cx="0" cy="5677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5" name="Straight Connector 2254">
            <a:extLst>
              <a:ext uri="{FF2B5EF4-FFF2-40B4-BE49-F238E27FC236}">
                <a16:creationId xmlns:a16="http://schemas.microsoft.com/office/drawing/2014/main" id="{D013AA3E-0160-1947-08C9-A4A0AAFD568F}"/>
              </a:ext>
            </a:extLst>
          </p:cNvPr>
          <p:cNvCxnSpPr>
            <a:cxnSpLocks/>
          </p:cNvCxnSpPr>
          <p:nvPr/>
        </p:nvCxnSpPr>
        <p:spPr>
          <a:xfrm flipH="1" flipV="1">
            <a:off x="12610084" y="8691695"/>
            <a:ext cx="409956" cy="14242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6" name="Straight Connector 2255">
            <a:extLst>
              <a:ext uri="{FF2B5EF4-FFF2-40B4-BE49-F238E27FC236}">
                <a16:creationId xmlns:a16="http://schemas.microsoft.com/office/drawing/2014/main" id="{01CDB192-D214-A841-047B-C622FA4EF83B}"/>
              </a:ext>
            </a:extLst>
          </p:cNvPr>
          <p:cNvCxnSpPr>
            <a:cxnSpLocks/>
          </p:cNvCxnSpPr>
          <p:nvPr/>
        </p:nvCxnSpPr>
        <p:spPr>
          <a:xfrm>
            <a:off x="13008356" y="854456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7" name="Straight Connector 2256">
            <a:extLst>
              <a:ext uri="{FF2B5EF4-FFF2-40B4-BE49-F238E27FC236}">
                <a16:creationId xmlns:a16="http://schemas.microsoft.com/office/drawing/2014/main" id="{68F21640-C8C5-6B25-FBAF-12058B3B76F2}"/>
              </a:ext>
            </a:extLst>
          </p:cNvPr>
          <p:cNvCxnSpPr>
            <a:cxnSpLocks/>
          </p:cNvCxnSpPr>
          <p:nvPr/>
        </p:nvCxnSpPr>
        <p:spPr>
          <a:xfrm flipH="1" flipV="1">
            <a:off x="13010134" y="8539295"/>
            <a:ext cx="718566" cy="26815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9" name="Straight Connector 2258">
            <a:extLst>
              <a:ext uri="{FF2B5EF4-FFF2-40B4-BE49-F238E27FC236}">
                <a16:creationId xmlns:a16="http://schemas.microsoft.com/office/drawing/2014/main" id="{72AE7D80-C878-5FFF-1090-54534904D923}"/>
              </a:ext>
            </a:extLst>
          </p:cNvPr>
          <p:cNvCxnSpPr>
            <a:cxnSpLocks/>
          </p:cNvCxnSpPr>
          <p:nvPr/>
        </p:nvCxnSpPr>
        <p:spPr>
          <a:xfrm flipH="1">
            <a:off x="13755624" y="864489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0" name="Straight Connector 2259">
            <a:extLst>
              <a:ext uri="{FF2B5EF4-FFF2-40B4-BE49-F238E27FC236}">
                <a16:creationId xmlns:a16="http://schemas.microsoft.com/office/drawing/2014/main" id="{2A6A3B11-58F7-F5CF-F569-A3C3DF9BAA6D}"/>
              </a:ext>
            </a:extLst>
          </p:cNvPr>
          <p:cNvCxnSpPr>
            <a:cxnSpLocks/>
          </p:cNvCxnSpPr>
          <p:nvPr/>
        </p:nvCxnSpPr>
        <p:spPr>
          <a:xfrm flipH="1" flipV="1">
            <a:off x="12985750" y="8242300"/>
            <a:ext cx="1123950" cy="4445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2" name="Straight Connector 2261">
            <a:extLst>
              <a:ext uri="{FF2B5EF4-FFF2-40B4-BE49-F238E27FC236}">
                <a16:creationId xmlns:a16="http://schemas.microsoft.com/office/drawing/2014/main" id="{B690192E-31E2-A631-092E-A575AC4AD248}"/>
              </a:ext>
            </a:extLst>
          </p:cNvPr>
          <p:cNvCxnSpPr>
            <a:cxnSpLocks/>
          </p:cNvCxnSpPr>
          <p:nvPr/>
        </p:nvCxnSpPr>
        <p:spPr>
          <a:xfrm flipH="1">
            <a:off x="12631674" y="822579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3" name="Straight Connector 2262">
            <a:extLst>
              <a:ext uri="{FF2B5EF4-FFF2-40B4-BE49-F238E27FC236}">
                <a16:creationId xmlns:a16="http://schemas.microsoft.com/office/drawing/2014/main" id="{E8DA7AC6-AFA7-A43F-A8CC-3E778696DA8A}"/>
              </a:ext>
            </a:extLst>
          </p:cNvPr>
          <p:cNvCxnSpPr>
            <a:cxnSpLocks/>
          </p:cNvCxnSpPr>
          <p:nvPr/>
        </p:nvCxnSpPr>
        <p:spPr>
          <a:xfrm>
            <a:off x="12627356" y="811276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4" name="Straight Connector 2263">
            <a:extLst>
              <a:ext uri="{FF2B5EF4-FFF2-40B4-BE49-F238E27FC236}">
                <a16:creationId xmlns:a16="http://schemas.microsoft.com/office/drawing/2014/main" id="{282267B3-D369-0F05-2479-0D09BCBA3EF8}"/>
              </a:ext>
            </a:extLst>
          </p:cNvPr>
          <p:cNvCxnSpPr>
            <a:cxnSpLocks/>
          </p:cNvCxnSpPr>
          <p:nvPr/>
        </p:nvCxnSpPr>
        <p:spPr>
          <a:xfrm flipH="1" flipV="1">
            <a:off x="12254484" y="7923345"/>
            <a:ext cx="394716" cy="15385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5" name="Straight Connector 2264">
            <a:extLst>
              <a:ext uri="{FF2B5EF4-FFF2-40B4-BE49-F238E27FC236}">
                <a16:creationId xmlns:a16="http://schemas.microsoft.com/office/drawing/2014/main" id="{7346A938-B02E-5E8A-9626-38381EBD39E0}"/>
              </a:ext>
            </a:extLst>
          </p:cNvPr>
          <p:cNvCxnSpPr>
            <a:cxnSpLocks/>
          </p:cNvCxnSpPr>
          <p:nvPr/>
        </p:nvCxnSpPr>
        <p:spPr>
          <a:xfrm flipH="1">
            <a:off x="12282424" y="7199453"/>
            <a:ext cx="1780817" cy="739132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2" name="Straight Connector 2271">
            <a:extLst>
              <a:ext uri="{FF2B5EF4-FFF2-40B4-BE49-F238E27FC236}">
                <a16:creationId xmlns:a16="http://schemas.microsoft.com/office/drawing/2014/main" id="{36631BC9-1750-7A19-1BD6-30B8AE4E5901}"/>
              </a:ext>
            </a:extLst>
          </p:cNvPr>
          <p:cNvCxnSpPr>
            <a:cxnSpLocks/>
          </p:cNvCxnSpPr>
          <p:nvPr/>
        </p:nvCxnSpPr>
        <p:spPr>
          <a:xfrm flipH="1">
            <a:off x="12301474" y="7197725"/>
            <a:ext cx="1058926" cy="46781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3" name="Straight Connector 2272">
            <a:extLst>
              <a:ext uri="{FF2B5EF4-FFF2-40B4-BE49-F238E27FC236}">
                <a16:creationId xmlns:a16="http://schemas.microsoft.com/office/drawing/2014/main" id="{A4B86790-8E27-B963-822A-DCE119CA67DD}"/>
              </a:ext>
            </a:extLst>
          </p:cNvPr>
          <p:cNvCxnSpPr>
            <a:cxnSpLocks/>
          </p:cNvCxnSpPr>
          <p:nvPr/>
        </p:nvCxnSpPr>
        <p:spPr>
          <a:xfrm>
            <a:off x="12284456" y="7346950"/>
            <a:ext cx="0" cy="32391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6" name="Straight Connector 2275">
            <a:extLst>
              <a:ext uri="{FF2B5EF4-FFF2-40B4-BE49-F238E27FC236}">
                <a16:creationId xmlns:a16="http://schemas.microsoft.com/office/drawing/2014/main" id="{C4548B4F-11FF-A0F3-53A8-E19E36BC7FCA}"/>
              </a:ext>
            </a:extLst>
          </p:cNvPr>
          <p:cNvCxnSpPr>
            <a:cxnSpLocks/>
          </p:cNvCxnSpPr>
          <p:nvPr/>
        </p:nvCxnSpPr>
        <p:spPr>
          <a:xfrm flipH="1">
            <a:off x="12277725" y="7200900"/>
            <a:ext cx="384175" cy="17145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2" name="Straight Connector 2281">
            <a:extLst>
              <a:ext uri="{FF2B5EF4-FFF2-40B4-BE49-F238E27FC236}">
                <a16:creationId xmlns:a16="http://schemas.microsoft.com/office/drawing/2014/main" id="{2E9458F4-3206-B2BA-F713-6E0F37777BF1}"/>
              </a:ext>
            </a:extLst>
          </p:cNvPr>
          <p:cNvCxnSpPr>
            <a:cxnSpLocks/>
          </p:cNvCxnSpPr>
          <p:nvPr/>
        </p:nvCxnSpPr>
        <p:spPr>
          <a:xfrm>
            <a:off x="14068806" y="684911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5" name="Straight Connector 2284">
            <a:extLst>
              <a:ext uri="{FF2B5EF4-FFF2-40B4-BE49-F238E27FC236}">
                <a16:creationId xmlns:a16="http://schemas.microsoft.com/office/drawing/2014/main" id="{87F2AD5A-DB0D-C660-845E-948C00745B1B}"/>
              </a:ext>
            </a:extLst>
          </p:cNvPr>
          <p:cNvCxnSpPr>
            <a:cxnSpLocks/>
          </p:cNvCxnSpPr>
          <p:nvPr/>
        </p:nvCxnSpPr>
        <p:spPr>
          <a:xfrm>
            <a:off x="14424406" y="5886450"/>
            <a:ext cx="0" cy="82556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6" name="Straight Connector 2285">
            <a:extLst>
              <a:ext uri="{FF2B5EF4-FFF2-40B4-BE49-F238E27FC236}">
                <a16:creationId xmlns:a16="http://schemas.microsoft.com/office/drawing/2014/main" id="{4C2C06BA-77C9-FB0A-4FFF-B1DB2AEE2484}"/>
              </a:ext>
            </a:extLst>
          </p:cNvPr>
          <p:cNvCxnSpPr>
            <a:cxnSpLocks/>
          </p:cNvCxnSpPr>
          <p:nvPr/>
        </p:nvCxnSpPr>
        <p:spPr>
          <a:xfrm flipH="1">
            <a:off x="14441424" y="571754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Straight Connector 2286">
            <a:extLst>
              <a:ext uri="{FF2B5EF4-FFF2-40B4-BE49-F238E27FC236}">
                <a16:creationId xmlns:a16="http://schemas.microsoft.com/office/drawing/2014/main" id="{8F210F7B-216A-F974-51A1-7C34E30F9FC8}"/>
              </a:ext>
            </a:extLst>
          </p:cNvPr>
          <p:cNvCxnSpPr>
            <a:cxnSpLocks/>
          </p:cNvCxnSpPr>
          <p:nvPr/>
        </p:nvCxnSpPr>
        <p:spPr>
          <a:xfrm flipH="1">
            <a:off x="15495524" y="614299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8" name="Straight Connector 2287">
            <a:extLst>
              <a:ext uri="{FF2B5EF4-FFF2-40B4-BE49-F238E27FC236}">
                <a16:creationId xmlns:a16="http://schemas.microsoft.com/office/drawing/2014/main" id="{AB4EDBA0-118F-A980-9876-F54CCF1DB07B}"/>
              </a:ext>
            </a:extLst>
          </p:cNvPr>
          <p:cNvCxnSpPr>
            <a:cxnSpLocks/>
          </p:cNvCxnSpPr>
          <p:nvPr/>
        </p:nvCxnSpPr>
        <p:spPr>
          <a:xfrm flipH="1">
            <a:off x="15870174" y="625729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9" name="Straight Connector 2288">
            <a:extLst>
              <a:ext uri="{FF2B5EF4-FFF2-40B4-BE49-F238E27FC236}">
                <a16:creationId xmlns:a16="http://schemas.microsoft.com/office/drawing/2014/main" id="{D3BE12C5-CF46-2D75-204F-DC275CAE8515}"/>
              </a:ext>
            </a:extLst>
          </p:cNvPr>
          <p:cNvCxnSpPr>
            <a:cxnSpLocks/>
          </p:cNvCxnSpPr>
          <p:nvPr/>
        </p:nvCxnSpPr>
        <p:spPr>
          <a:xfrm>
            <a:off x="15478506" y="629031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0" name="Straight Connector 2289">
            <a:extLst>
              <a:ext uri="{FF2B5EF4-FFF2-40B4-BE49-F238E27FC236}">
                <a16:creationId xmlns:a16="http://schemas.microsoft.com/office/drawing/2014/main" id="{FF5E4E3C-D137-CBA8-FCFB-9CD3F45847E2}"/>
              </a:ext>
            </a:extLst>
          </p:cNvPr>
          <p:cNvCxnSpPr>
            <a:cxnSpLocks/>
          </p:cNvCxnSpPr>
          <p:nvPr/>
        </p:nvCxnSpPr>
        <p:spPr>
          <a:xfrm>
            <a:off x="15859506" y="613791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1" name="Straight Connector 2290">
            <a:extLst>
              <a:ext uri="{FF2B5EF4-FFF2-40B4-BE49-F238E27FC236}">
                <a16:creationId xmlns:a16="http://schemas.microsoft.com/office/drawing/2014/main" id="{624A656C-ED0A-FC62-5088-AEA35B730836}"/>
              </a:ext>
            </a:extLst>
          </p:cNvPr>
          <p:cNvCxnSpPr>
            <a:cxnSpLocks/>
          </p:cNvCxnSpPr>
          <p:nvPr/>
        </p:nvCxnSpPr>
        <p:spPr>
          <a:xfrm>
            <a:off x="16202406" y="597916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2" name="Straight Connector 2291">
            <a:extLst>
              <a:ext uri="{FF2B5EF4-FFF2-40B4-BE49-F238E27FC236}">
                <a16:creationId xmlns:a16="http://schemas.microsoft.com/office/drawing/2014/main" id="{A9723466-3F20-7E7C-BABA-10A82E4D537D}"/>
              </a:ext>
            </a:extLst>
          </p:cNvPr>
          <p:cNvCxnSpPr>
            <a:cxnSpLocks/>
          </p:cNvCxnSpPr>
          <p:nvPr/>
        </p:nvCxnSpPr>
        <p:spPr>
          <a:xfrm flipH="1">
            <a:off x="16219424" y="5556250"/>
            <a:ext cx="1090676" cy="45193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4" name="Straight Connector 2293">
            <a:extLst>
              <a:ext uri="{FF2B5EF4-FFF2-40B4-BE49-F238E27FC236}">
                <a16:creationId xmlns:a16="http://schemas.microsoft.com/office/drawing/2014/main" id="{9D86267F-6E1D-5F46-3897-9BB18543237B}"/>
              </a:ext>
            </a:extLst>
          </p:cNvPr>
          <p:cNvCxnSpPr>
            <a:cxnSpLocks/>
          </p:cNvCxnSpPr>
          <p:nvPr/>
        </p:nvCxnSpPr>
        <p:spPr>
          <a:xfrm>
            <a:off x="17313656" y="524891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7" name="Straight Connector 2296">
            <a:extLst>
              <a:ext uri="{FF2B5EF4-FFF2-40B4-BE49-F238E27FC236}">
                <a16:creationId xmlns:a16="http://schemas.microsoft.com/office/drawing/2014/main" id="{A843C65F-4477-5BA4-DCF5-66065E43BF56}"/>
              </a:ext>
            </a:extLst>
          </p:cNvPr>
          <p:cNvCxnSpPr>
            <a:cxnSpLocks/>
          </p:cNvCxnSpPr>
          <p:nvPr/>
        </p:nvCxnSpPr>
        <p:spPr>
          <a:xfrm flipH="1">
            <a:off x="14097000" y="6699250"/>
            <a:ext cx="304800" cy="15875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0" name="Straight Connector 2299">
            <a:extLst>
              <a:ext uri="{FF2B5EF4-FFF2-40B4-BE49-F238E27FC236}">
                <a16:creationId xmlns:a16="http://schemas.microsoft.com/office/drawing/2014/main" id="{8B6378C5-05C0-AECD-F3DF-2C45554D2F81}"/>
              </a:ext>
            </a:extLst>
          </p:cNvPr>
          <p:cNvCxnSpPr>
            <a:cxnSpLocks/>
          </p:cNvCxnSpPr>
          <p:nvPr/>
        </p:nvCxnSpPr>
        <p:spPr>
          <a:xfrm flipH="1" flipV="1">
            <a:off x="17651984" y="4487995"/>
            <a:ext cx="394716" cy="15385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Straight Connector 2302">
            <a:extLst>
              <a:ext uri="{FF2B5EF4-FFF2-40B4-BE49-F238E27FC236}">
                <a16:creationId xmlns:a16="http://schemas.microsoft.com/office/drawing/2014/main" id="{7C4D6D9D-6564-5AD6-A169-B6E9F2C50643}"/>
              </a:ext>
            </a:extLst>
          </p:cNvPr>
          <p:cNvCxnSpPr>
            <a:cxnSpLocks/>
          </p:cNvCxnSpPr>
          <p:nvPr/>
        </p:nvCxnSpPr>
        <p:spPr>
          <a:xfrm>
            <a:off x="12989306" y="613791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4" name="Straight Connector 2303">
            <a:extLst>
              <a:ext uri="{FF2B5EF4-FFF2-40B4-BE49-F238E27FC236}">
                <a16:creationId xmlns:a16="http://schemas.microsoft.com/office/drawing/2014/main" id="{88FC098C-C4CA-8A21-6C72-ABAC2DF4A4A6}"/>
              </a:ext>
            </a:extLst>
          </p:cNvPr>
          <p:cNvCxnSpPr>
            <a:cxnSpLocks/>
          </p:cNvCxnSpPr>
          <p:nvPr/>
        </p:nvCxnSpPr>
        <p:spPr>
          <a:xfrm>
            <a:off x="13002006" y="554736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5" name="Straight Connector 2304">
            <a:extLst>
              <a:ext uri="{FF2B5EF4-FFF2-40B4-BE49-F238E27FC236}">
                <a16:creationId xmlns:a16="http://schemas.microsoft.com/office/drawing/2014/main" id="{73C43A99-390E-E896-897A-020BFBDA5A36}"/>
              </a:ext>
            </a:extLst>
          </p:cNvPr>
          <p:cNvCxnSpPr>
            <a:cxnSpLocks/>
          </p:cNvCxnSpPr>
          <p:nvPr/>
        </p:nvCxnSpPr>
        <p:spPr>
          <a:xfrm>
            <a:off x="12995656" y="496316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6" name="Straight Connector 2305">
            <a:extLst>
              <a:ext uri="{FF2B5EF4-FFF2-40B4-BE49-F238E27FC236}">
                <a16:creationId xmlns:a16="http://schemas.microsoft.com/office/drawing/2014/main" id="{D885B12D-E248-828E-4B44-CAD035A2D6A7}"/>
              </a:ext>
            </a:extLst>
          </p:cNvPr>
          <p:cNvCxnSpPr>
            <a:cxnSpLocks/>
          </p:cNvCxnSpPr>
          <p:nvPr/>
        </p:nvCxnSpPr>
        <p:spPr>
          <a:xfrm>
            <a:off x="17662906" y="394716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7" name="Straight Connector 2306">
            <a:extLst>
              <a:ext uri="{FF2B5EF4-FFF2-40B4-BE49-F238E27FC236}">
                <a16:creationId xmlns:a16="http://schemas.microsoft.com/office/drawing/2014/main" id="{4717B679-77DD-4608-E752-DE9774C7084C}"/>
              </a:ext>
            </a:extLst>
          </p:cNvPr>
          <p:cNvCxnSpPr>
            <a:cxnSpLocks/>
          </p:cNvCxnSpPr>
          <p:nvPr/>
        </p:nvCxnSpPr>
        <p:spPr>
          <a:xfrm>
            <a:off x="17656556" y="336296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3" name="Straight Connector 2312">
            <a:extLst>
              <a:ext uri="{FF2B5EF4-FFF2-40B4-BE49-F238E27FC236}">
                <a16:creationId xmlns:a16="http://schemas.microsoft.com/office/drawing/2014/main" id="{75B0E92B-9A4D-732C-C8FA-8DE81EFC8E5E}"/>
              </a:ext>
            </a:extLst>
          </p:cNvPr>
          <p:cNvCxnSpPr>
            <a:cxnSpLocks/>
          </p:cNvCxnSpPr>
          <p:nvPr/>
        </p:nvCxnSpPr>
        <p:spPr>
          <a:xfrm>
            <a:off x="17656556" y="272161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4" name="Straight Connector 2313">
            <a:extLst>
              <a:ext uri="{FF2B5EF4-FFF2-40B4-BE49-F238E27FC236}">
                <a16:creationId xmlns:a16="http://schemas.microsoft.com/office/drawing/2014/main" id="{7C948ACA-3945-2E28-831F-25B82637772B}"/>
              </a:ext>
            </a:extLst>
          </p:cNvPr>
          <p:cNvCxnSpPr>
            <a:cxnSpLocks/>
          </p:cNvCxnSpPr>
          <p:nvPr/>
        </p:nvCxnSpPr>
        <p:spPr>
          <a:xfrm>
            <a:off x="17656556" y="216916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7" name="Straight Connector 2316">
            <a:extLst>
              <a:ext uri="{FF2B5EF4-FFF2-40B4-BE49-F238E27FC236}">
                <a16:creationId xmlns:a16="http://schemas.microsoft.com/office/drawing/2014/main" id="{A260A62D-E339-2614-1724-91408F9D81D2}"/>
              </a:ext>
            </a:extLst>
          </p:cNvPr>
          <p:cNvCxnSpPr>
            <a:cxnSpLocks/>
          </p:cNvCxnSpPr>
          <p:nvPr/>
        </p:nvCxnSpPr>
        <p:spPr>
          <a:xfrm>
            <a:off x="12640056" y="447421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1" name="Straight Connector 2320">
            <a:extLst>
              <a:ext uri="{FF2B5EF4-FFF2-40B4-BE49-F238E27FC236}">
                <a16:creationId xmlns:a16="http://schemas.microsoft.com/office/drawing/2014/main" id="{C1D1C6C6-390E-00CF-6C41-B5AD0F12A60C}"/>
              </a:ext>
            </a:extLst>
          </p:cNvPr>
          <p:cNvCxnSpPr>
            <a:cxnSpLocks/>
          </p:cNvCxnSpPr>
          <p:nvPr/>
        </p:nvCxnSpPr>
        <p:spPr>
          <a:xfrm>
            <a:off x="13700506" y="348996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4" name="Straight Connector 2323">
            <a:extLst>
              <a:ext uri="{FF2B5EF4-FFF2-40B4-BE49-F238E27FC236}">
                <a16:creationId xmlns:a16="http://schemas.microsoft.com/office/drawing/2014/main" id="{E45381F5-AA6D-5AC8-93E8-B9C1AC482E77}"/>
              </a:ext>
            </a:extLst>
          </p:cNvPr>
          <p:cNvCxnSpPr>
            <a:cxnSpLocks/>
          </p:cNvCxnSpPr>
          <p:nvPr/>
        </p:nvCxnSpPr>
        <p:spPr>
          <a:xfrm>
            <a:off x="17681956" y="1263650"/>
            <a:ext cx="0" cy="54616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6" name="Straight Connector 2325">
            <a:extLst>
              <a:ext uri="{FF2B5EF4-FFF2-40B4-BE49-F238E27FC236}">
                <a16:creationId xmlns:a16="http://schemas.microsoft.com/office/drawing/2014/main" id="{B088E54B-69F4-76BE-74C2-D3BB89E908C2}"/>
              </a:ext>
            </a:extLst>
          </p:cNvPr>
          <p:cNvCxnSpPr>
            <a:cxnSpLocks/>
          </p:cNvCxnSpPr>
          <p:nvPr/>
        </p:nvCxnSpPr>
        <p:spPr>
          <a:xfrm flipH="1">
            <a:off x="17310100" y="1247140"/>
            <a:ext cx="363220" cy="13716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8" name="Straight Connector 2327">
            <a:extLst>
              <a:ext uri="{FF2B5EF4-FFF2-40B4-BE49-F238E27FC236}">
                <a16:creationId xmlns:a16="http://schemas.microsoft.com/office/drawing/2014/main" id="{582AF8DE-0B04-08D0-D1A5-A60E0B6AEB99}"/>
              </a:ext>
            </a:extLst>
          </p:cNvPr>
          <p:cNvCxnSpPr>
            <a:cxnSpLocks/>
          </p:cNvCxnSpPr>
          <p:nvPr/>
        </p:nvCxnSpPr>
        <p:spPr>
          <a:xfrm>
            <a:off x="17320006" y="137541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9" name="Straight Connector 2328">
            <a:extLst>
              <a:ext uri="{FF2B5EF4-FFF2-40B4-BE49-F238E27FC236}">
                <a16:creationId xmlns:a16="http://schemas.microsoft.com/office/drawing/2014/main" id="{FDF500DC-CD69-E522-6D6B-605B9794BAB8}"/>
              </a:ext>
            </a:extLst>
          </p:cNvPr>
          <p:cNvCxnSpPr>
            <a:cxnSpLocks/>
          </p:cNvCxnSpPr>
          <p:nvPr/>
        </p:nvCxnSpPr>
        <p:spPr>
          <a:xfrm flipH="1">
            <a:off x="13366750" y="1685290"/>
            <a:ext cx="3963670" cy="163576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1" name="Straight Connector 2330">
            <a:extLst>
              <a:ext uri="{FF2B5EF4-FFF2-40B4-BE49-F238E27FC236}">
                <a16:creationId xmlns:a16="http://schemas.microsoft.com/office/drawing/2014/main" id="{60ABCB05-4A50-ABB8-7877-F3D57592DDFA}"/>
              </a:ext>
            </a:extLst>
          </p:cNvPr>
          <p:cNvCxnSpPr>
            <a:cxnSpLocks/>
          </p:cNvCxnSpPr>
          <p:nvPr/>
        </p:nvCxnSpPr>
        <p:spPr>
          <a:xfrm>
            <a:off x="13344906" y="3337560"/>
            <a:ext cx="0" cy="61849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3" name="Straight Connector 2332">
            <a:extLst>
              <a:ext uri="{FF2B5EF4-FFF2-40B4-BE49-F238E27FC236}">
                <a16:creationId xmlns:a16="http://schemas.microsoft.com/office/drawing/2014/main" id="{EE406146-3748-35D1-B96F-C5D8B0C1A052}"/>
              </a:ext>
            </a:extLst>
          </p:cNvPr>
          <p:cNvCxnSpPr>
            <a:cxnSpLocks/>
          </p:cNvCxnSpPr>
          <p:nvPr/>
        </p:nvCxnSpPr>
        <p:spPr>
          <a:xfrm flipH="1">
            <a:off x="12623800" y="3945890"/>
            <a:ext cx="731520" cy="29591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5" name="Straight Connector 2334">
            <a:extLst>
              <a:ext uri="{FF2B5EF4-FFF2-40B4-BE49-F238E27FC236}">
                <a16:creationId xmlns:a16="http://schemas.microsoft.com/office/drawing/2014/main" id="{0D54475E-2072-3CC0-D2D8-54F2023D23E2}"/>
              </a:ext>
            </a:extLst>
          </p:cNvPr>
          <p:cNvCxnSpPr>
            <a:cxnSpLocks/>
          </p:cNvCxnSpPr>
          <p:nvPr/>
        </p:nvCxnSpPr>
        <p:spPr>
          <a:xfrm>
            <a:off x="12633706" y="393446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6" name="Straight Connector 2335">
            <a:extLst>
              <a:ext uri="{FF2B5EF4-FFF2-40B4-BE49-F238E27FC236}">
                <a16:creationId xmlns:a16="http://schemas.microsoft.com/office/drawing/2014/main" id="{2B65788D-C58D-9FB0-4DCB-E923E07CC680}"/>
              </a:ext>
            </a:extLst>
          </p:cNvPr>
          <p:cNvCxnSpPr>
            <a:cxnSpLocks/>
          </p:cNvCxnSpPr>
          <p:nvPr/>
        </p:nvCxnSpPr>
        <p:spPr>
          <a:xfrm flipH="1">
            <a:off x="12638024" y="379349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7" name="Straight Connector 2336">
            <a:extLst>
              <a:ext uri="{FF2B5EF4-FFF2-40B4-BE49-F238E27FC236}">
                <a16:creationId xmlns:a16="http://schemas.microsoft.com/office/drawing/2014/main" id="{B8AD7A2E-0E2C-98A7-E204-19FCC2EC61B8}"/>
              </a:ext>
            </a:extLst>
          </p:cNvPr>
          <p:cNvCxnSpPr>
            <a:cxnSpLocks/>
          </p:cNvCxnSpPr>
          <p:nvPr/>
        </p:nvCxnSpPr>
        <p:spPr>
          <a:xfrm>
            <a:off x="12989306" y="347726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8" name="Straight Connector 2337">
            <a:extLst>
              <a:ext uri="{FF2B5EF4-FFF2-40B4-BE49-F238E27FC236}">
                <a16:creationId xmlns:a16="http://schemas.microsoft.com/office/drawing/2014/main" id="{EDEBDD3C-ED9B-1DA2-11B5-8F02A40A6CEB}"/>
              </a:ext>
            </a:extLst>
          </p:cNvPr>
          <p:cNvCxnSpPr>
            <a:cxnSpLocks/>
          </p:cNvCxnSpPr>
          <p:nvPr/>
        </p:nvCxnSpPr>
        <p:spPr>
          <a:xfrm flipH="1">
            <a:off x="12644374" y="347599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9" name="Straight Connector 2338">
            <a:extLst>
              <a:ext uri="{FF2B5EF4-FFF2-40B4-BE49-F238E27FC236}">
                <a16:creationId xmlns:a16="http://schemas.microsoft.com/office/drawing/2014/main" id="{1F9587D8-1EB9-0ACC-06F4-7E55D1896247}"/>
              </a:ext>
            </a:extLst>
          </p:cNvPr>
          <p:cNvCxnSpPr>
            <a:cxnSpLocks/>
          </p:cNvCxnSpPr>
          <p:nvPr/>
        </p:nvCxnSpPr>
        <p:spPr>
          <a:xfrm>
            <a:off x="12633706" y="333756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0" name="Straight Connector 2339">
            <a:extLst>
              <a:ext uri="{FF2B5EF4-FFF2-40B4-BE49-F238E27FC236}">
                <a16:creationId xmlns:a16="http://schemas.microsoft.com/office/drawing/2014/main" id="{F8918689-444E-9087-316C-2756E2951D7C}"/>
              </a:ext>
            </a:extLst>
          </p:cNvPr>
          <p:cNvCxnSpPr>
            <a:cxnSpLocks/>
          </p:cNvCxnSpPr>
          <p:nvPr/>
        </p:nvCxnSpPr>
        <p:spPr>
          <a:xfrm flipH="1" flipV="1">
            <a:off x="12260834" y="3192595"/>
            <a:ext cx="394716" cy="15385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1" name="Straight Connector 2340">
            <a:extLst>
              <a:ext uri="{FF2B5EF4-FFF2-40B4-BE49-F238E27FC236}">
                <a16:creationId xmlns:a16="http://schemas.microsoft.com/office/drawing/2014/main" id="{E0C98C61-13D4-DF66-A330-FD1D75FE79BC}"/>
              </a:ext>
            </a:extLst>
          </p:cNvPr>
          <p:cNvCxnSpPr>
            <a:cxnSpLocks/>
          </p:cNvCxnSpPr>
          <p:nvPr/>
        </p:nvCxnSpPr>
        <p:spPr>
          <a:xfrm>
            <a:off x="12271756" y="3185160"/>
            <a:ext cx="0" cy="179959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3" name="Straight Connector 2342">
            <a:extLst>
              <a:ext uri="{FF2B5EF4-FFF2-40B4-BE49-F238E27FC236}">
                <a16:creationId xmlns:a16="http://schemas.microsoft.com/office/drawing/2014/main" id="{627C301B-27EF-16CF-EB42-302B10CE1FB7}"/>
              </a:ext>
            </a:extLst>
          </p:cNvPr>
          <p:cNvCxnSpPr>
            <a:cxnSpLocks/>
          </p:cNvCxnSpPr>
          <p:nvPr/>
        </p:nvCxnSpPr>
        <p:spPr>
          <a:xfrm flipH="1">
            <a:off x="11944604" y="495935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4" name="Straight Connector 2343">
            <a:extLst>
              <a:ext uri="{FF2B5EF4-FFF2-40B4-BE49-F238E27FC236}">
                <a16:creationId xmlns:a16="http://schemas.microsoft.com/office/drawing/2014/main" id="{18F0D604-AFEA-B53E-B561-CF4DD3EB1CF2}"/>
              </a:ext>
            </a:extLst>
          </p:cNvPr>
          <p:cNvCxnSpPr>
            <a:cxnSpLocks/>
          </p:cNvCxnSpPr>
          <p:nvPr/>
        </p:nvCxnSpPr>
        <p:spPr>
          <a:xfrm>
            <a:off x="11932666" y="5092700"/>
            <a:ext cx="0" cy="5842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6" name="Straight Connector 2345">
            <a:extLst>
              <a:ext uri="{FF2B5EF4-FFF2-40B4-BE49-F238E27FC236}">
                <a16:creationId xmlns:a16="http://schemas.microsoft.com/office/drawing/2014/main" id="{49E80E14-AA1E-929E-C87F-752634B1D118}"/>
              </a:ext>
            </a:extLst>
          </p:cNvPr>
          <p:cNvCxnSpPr>
            <a:cxnSpLocks/>
          </p:cNvCxnSpPr>
          <p:nvPr/>
        </p:nvCxnSpPr>
        <p:spPr>
          <a:xfrm flipH="1">
            <a:off x="11929364" y="553085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7" name="Straight Connector 2346">
            <a:extLst>
              <a:ext uri="{FF2B5EF4-FFF2-40B4-BE49-F238E27FC236}">
                <a16:creationId xmlns:a16="http://schemas.microsoft.com/office/drawing/2014/main" id="{E21E4C35-4368-4E7D-B442-71FD5F456548}"/>
              </a:ext>
            </a:extLst>
          </p:cNvPr>
          <p:cNvCxnSpPr>
            <a:cxnSpLocks/>
          </p:cNvCxnSpPr>
          <p:nvPr/>
        </p:nvCxnSpPr>
        <p:spPr>
          <a:xfrm>
            <a:off x="12279376" y="5557520"/>
            <a:ext cx="0" cy="56896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9" name="Straight Connector 2348">
            <a:extLst>
              <a:ext uri="{FF2B5EF4-FFF2-40B4-BE49-F238E27FC236}">
                <a16:creationId xmlns:a16="http://schemas.microsoft.com/office/drawing/2014/main" id="{25D313B6-03AF-0F52-A664-A0D965F8C8F4}"/>
              </a:ext>
            </a:extLst>
          </p:cNvPr>
          <p:cNvCxnSpPr>
            <a:cxnSpLocks/>
          </p:cNvCxnSpPr>
          <p:nvPr/>
        </p:nvCxnSpPr>
        <p:spPr>
          <a:xfrm flipH="1" flipV="1">
            <a:off x="11887454" y="5987865"/>
            <a:ext cx="394716" cy="15385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0" name="Straight Connector 2349">
            <a:extLst>
              <a:ext uri="{FF2B5EF4-FFF2-40B4-BE49-F238E27FC236}">
                <a16:creationId xmlns:a16="http://schemas.microsoft.com/office/drawing/2014/main" id="{637ED0D6-2A6F-25A2-6CB2-1770CF247104}"/>
              </a:ext>
            </a:extLst>
          </p:cNvPr>
          <p:cNvCxnSpPr>
            <a:cxnSpLocks/>
          </p:cNvCxnSpPr>
          <p:nvPr/>
        </p:nvCxnSpPr>
        <p:spPr>
          <a:xfrm flipH="1">
            <a:off x="11555984" y="598043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1" name="Straight Connector 2350">
            <a:extLst>
              <a:ext uri="{FF2B5EF4-FFF2-40B4-BE49-F238E27FC236}">
                <a16:creationId xmlns:a16="http://schemas.microsoft.com/office/drawing/2014/main" id="{3378812A-7974-097B-4730-8EA5A2998333}"/>
              </a:ext>
            </a:extLst>
          </p:cNvPr>
          <p:cNvCxnSpPr>
            <a:cxnSpLocks/>
          </p:cNvCxnSpPr>
          <p:nvPr/>
        </p:nvCxnSpPr>
        <p:spPr>
          <a:xfrm>
            <a:off x="11549126" y="615315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2" name="Straight Connector 2351">
            <a:extLst>
              <a:ext uri="{FF2B5EF4-FFF2-40B4-BE49-F238E27FC236}">
                <a16:creationId xmlns:a16="http://schemas.microsoft.com/office/drawing/2014/main" id="{6C1791BA-DEC0-0BC6-7B61-2F75D47ED837}"/>
              </a:ext>
            </a:extLst>
          </p:cNvPr>
          <p:cNvCxnSpPr>
            <a:cxnSpLocks/>
          </p:cNvCxnSpPr>
          <p:nvPr/>
        </p:nvCxnSpPr>
        <p:spPr>
          <a:xfrm flipH="1" flipV="1">
            <a:off x="11552174" y="6437445"/>
            <a:ext cx="1811401" cy="75075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5" name="Straight Connector 2354">
            <a:extLst>
              <a:ext uri="{FF2B5EF4-FFF2-40B4-BE49-F238E27FC236}">
                <a16:creationId xmlns:a16="http://schemas.microsoft.com/office/drawing/2014/main" id="{F5B40C21-D7E4-33AC-72E0-9ADF29716737}"/>
              </a:ext>
            </a:extLst>
          </p:cNvPr>
          <p:cNvCxnSpPr>
            <a:cxnSpLocks/>
          </p:cNvCxnSpPr>
          <p:nvPr/>
        </p:nvCxnSpPr>
        <p:spPr>
          <a:xfrm flipH="1" flipV="1">
            <a:off x="11544300" y="6743700"/>
            <a:ext cx="1114425" cy="4572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7" name="Straight Connector 2356">
            <a:extLst>
              <a:ext uri="{FF2B5EF4-FFF2-40B4-BE49-F238E27FC236}">
                <a16:creationId xmlns:a16="http://schemas.microsoft.com/office/drawing/2014/main" id="{FF0A27C0-BF63-8F14-64C0-C19DDDE2967A}"/>
              </a:ext>
            </a:extLst>
          </p:cNvPr>
          <p:cNvCxnSpPr>
            <a:cxnSpLocks/>
          </p:cNvCxnSpPr>
          <p:nvPr/>
        </p:nvCxnSpPr>
        <p:spPr>
          <a:xfrm>
            <a:off x="11549126" y="672465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8" name="Straight Connector 2357">
            <a:extLst>
              <a:ext uri="{FF2B5EF4-FFF2-40B4-BE49-F238E27FC236}">
                <a16:creationId xmlns:a16="http://schemas.microsoft.com/office/drawing/2014/main" id="{BEFAD733-C7B5-8198-0154-453F2AB9EAE1}"/>
              </a:ext>
            </a:extLst>
          </p:cNvPr>
          <p:cNvCxnSpPr>
            <a:cxnSpLocks/>
          </p:cNvCxnSpPr>
          <p:nvPr/>
        </p:nvCxnSpPr>
        <p:spPr>
          <a:xfrm flipH="1" flipV="1">
            <a:off x="11590020" y="7025640"/>
            <a:ext cx="373380" cy="16002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9" name="Straight Connector 2358">
            <a:extLst>
              <a:ext uri="{FF2B5EF4-FFF2-40B4-BE49-F238E27FC236}">
                <a16:creationId xmlns:a16="http://schemas.microsoft.com/office/drawing/2014/main" id="{9193187C-197B-E2C5-2D60-C0B54ADC23D8}"/>
              </a:ext>
            </a:extLst>
          </p:cNvPr>
          <p:cNvCxnSpPr>
            <a:cxnSpLocks/>
          </p:cNvCxnSpPr>
          <p:nvPr/>
        </p:nvCxnSpPr>
        <p:spPr>
          <a:xfrm>
            <a:off x="11914886" y="716661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0" name="Straight Connector 2359">
            <a:extLst>
              <a:ext uri="{FF2B5EF4-FFF2-40B4-BE49-F238E27FC236}">
                <a16:creationId xmlns:a16="http://schemas.microsoft.com/office/drawing/2014/main" id="{0C9F0FE4-632F-E7FC-6179-247B16113736}"/>
              </a:ext>
            </a:extLst>
          </p:cNvPr>
          <p:cNvCxnSpPr>
            <a:cxnSpLocks/>
          </p:cNvCxnSpPr>
          <p:nvPr/>
        </p:nvCxnSpPr>
        <p:spPr>
          <a:xfrm flipH="1" flipV="1">
            <a:off x="11551920" y="7322820"/>
            <a:ext cx="373380" cy="16002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1" name="Straight Connector 2360">
            <a:extLst>
              <a:ext uri="{FF2B5EF4-FFF2-40B4-BE49-F238E27FC236}">
                <a16:creationId xmlns:a16="http://schemas.microsoft.com/office/drawing/2014/main" id="{5348FE7B-A2FB-E7D1-2A99-66B978CF4F72}"/>
              </a:ext>
            </a:extLst>
          </p:cNvPr>
          <p:cNvCxnSpPr>
            <a:cxnSpLocks/>
          </p:cNvCxnSpPr>
          <p:nvPr/>
        </p:nvCxnSpPr>
        <p:spPr>
          <a:xfrm>
            <a:off x="11572875" y="8248650"/>
            <a:ext cx="0" cy="149542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4" name="Straight Connector 2363">
            <a:extLst>
              <a:ext uri="{FF2B5EF4-FFF2-40B4-BE49-F238E27FC236}">
                <a16:creationId xmlns:a16="http://schemas.microsoft.com/office/drawing/2014/main" id="{67382772-4465-CC8A-4102-B482581D9724}"/>
              </a:ext>
            </a:extLst>
          </p:cNvPr>
          <p:cNvCxnSpPr>
            <a:cxnSpLocks/>
          </p:cNvCxnSpPr>
          <p:nvPr/>
        </p:nvCxnSpPr>
        <p:spPr>
          <a:xfrm flipH="1">
            <a:off x="11586464" y="953897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5" name="Straight Connector 2364">
            <a:extLst>
              <a:ext uri="{FF2B5EF4-FFF2-40B4-BE49-F238E27FC236}">
                <a16:creationId xmlns:a16="http://schemas.microsoft.com/office/drawing/2014/main" id="{0EB5C03B-4850-31F9-4AE5-68EA47123BA8}"/>
              </a:ext>
            </a:extLst>
          </p:cNvPr>
          <p:cNvCxnSpPr>
            <a:cxnSpLocks/>
          </p:cNvCxnSpPr>
          <p:nvPr/>
        </p:nvCxnSpPr>
        <p:spPr>
          <a:xfrm>
            <a:off x="11914886" y="8694420"/>
            <a:ext cx="0" cy="84588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7" name="Straight Connector 2366">
            <a:extLst>
              <a:ext uri="{FF2B5EF4-FFF2-40B4-BE49-F238E27FC236}">
                <a16:creationId xmlns:a16="http://schemas.microsoft.com/office/drawing/2014/main" id="{EA917777-A6EF-D3FD-B6FF-8D61F04CAF41}"/>
              </a:ext>
            </a:extLst>
          </p:cNvPr>
          <p:cNvCxnSpPr>
            <a:cxnSpLocks/>
          </p:cNvCxnSpPr>
          <p:nvPr/>
        </p:nvCxnSpPr>
        <p:spPr>
          <a:xfrm flipH="1" flipV="1">
            <a:off x="11932920" y="8663940"/>
            <a:ext cx="373380" cy="16002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8" name="Straight Connector 2367">
            <a:extLst>
              <a:ext uri="{FF2B5EF4-FFF2-40B4-BE49-F238E27FC236}">
                <a16:creationId xmlns:a16="http://schemas.microsoft.com/office/drawing/2014/main" id="{66AE193A-628D-CD20-7F34-739C7EC4C1F4}"/>
              </a:ext>
            </a:extLst>
          </p:cNvPr>
          <p:cNvCxnSpPr>
            <a:cxnSpLocks/>
          </p:cNvCxnSpPr>
          <p:nvPr/>
        </p:nvCxnSpPr>
        <p:spPr>
          <a:xfrm>
            <a:off x="12280646" y="8793480"/>
            <a:ext cx="0" cy="84588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9" name="Straight Connector 2368">
            <a:extLst>
              <a:ext uri="{FF2B5EF4-FFF2-40B4-BE49-F238E27FC236}">
                <a16:creationId xmlns:a16="http://schemas.microsoft.com/office/drawing/2014/main" id="{5715D36B-EB9D-D431-950E-A862C257AB13}"/>
              </a:ext>
            </a:extLst>
          </p:cNvPr>
          <p:cNvCxnSpPr>
            <a:cxnSpLocks/>
          </p:cNvCxnSpPr>
          <p:nvPr/>
        </p:nvCxnSpPr>
        <p:spPr>
          <a:xfrm flipH="1">
            <a:off x="11929364" y="965327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0" name="Straight Connector 2369">
            <a:extLst>
              <a:ext uri="{FF2B5EF4-FFF2-40B4-BE49-F238E27FC236}">
                <a16:creationId xmlns:a16="http://schemas.microsoft.com/office/drawing/2014/main" id="{9A87CAE6-3E88-824F-4902-B54098564499}"/>
              </a:ext>
            </a:extLst>
          </p:cNvPr>
          <p:cNvCxnSpPr>
            <a:cxnSpLocks/>
          </p:cNvCxnSpPr>
          <p:nvPr/>
        </p:nvCxnSpPr>
        <p:spPr>
          <a:xfrm flipH="1">
            <a:off x="11571224" y="1011809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1" name="Straight Connector 2370">
            <a:extLst>
              <a:ext uri="{FF2B5EF4-FFF2-40B4-BE49-F238E27FC236}">
                <a16:creationId xmlns:a16="http://schemas.microsoft.com/office/drawing/2014/main" id="{6B9143AC-50F3-DBE5-D5BE-F31376D1AA5F}"/>
              </a:ext>
            </a:extLst>
          </p:cNvPr>
          <p:cNvCxnSpPr>
            <a:cxnSpLocks/>
          </p:cNvCxnSpPr>
          <p:nvPr/>
        </p:nvCxnSpPr>
        <p:spPr>
          <a:xfrm>
            <a:off x="11914886" y="981075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4" name="Straight Connector 2373">
            <a:extLst>
              <a:ext uri="{FF2B5EF4-FFF2-40B4-BE49-F238E27FC236}">
                <a16:creationId xmlns:a16="http://schemas.microsoft.com/office/drawing/2014/main" id="{23CF463D-1068-5037-B375-4A1D9EE5135F}"/>
              </a:ext>
            </a:extLst>
          </p:cNvPr>
          <p:cNvCxnSpPr>
            <a:cxnSpLocks/>
          </p:cNvCxnSpPr>
          <p:nvPr/>
        </p:nvCxnSpPr>
        <p:spPr>
          <a:xfrm>
            <a:off x="11543411" y="7338060"/>
            <a:ext cx="0" cy="55816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6" name="Straight Connector 2405">
            <a:extLst>
              <a:ext uri="{FF2B5EF4-FFF2-40B4-BE49-F238E27FC236}">
                <a16:creationId xmlns:a16="http://schemas.microsoft.com/office/drawing/2014/main" id="{60ED455D-A8CF-C29F-723A-D915822823ED}"/>
              </a:ext>
            </a:extLst>
          </p:cNvPr>
          <p:cNvCxnSpPr>
            <a:cxnSpLocks/>
          </p:cNvCxnSpPr>
          <p:nvPr/>
        </p:nvCxnSpPr>
        <p:spPr>
          <a:xfrm flipH="1" flipV="1">
            <a:off x="11170920" y="7741920"/>
            <a:ext cx="373380" cy="16002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7" name="Straight Connector 2406">
            <a:extLst>
              <a:ext uri="{FF2B5EF4-FFF2-40B4-BE49-F238E27FC236}">
                <a16:creationId xmlns:a16="http://schemas.microsoft.com/office/drawing/2014/main" id="{1E8A86EC-5DF1-E973-CC3C-6263F0289C5D}"/>
              </a:ext>
            </a:extLst>
          </p:cNvPr>
          <p:cNvCxnSpPr>
            <a:cxnSpLocks/>
          </p:cNvCxnSpPr>
          <p:nvPr/>
        </p:nvCxnSpPr>
        <p:spPr>
          <a:xfrm>
            <a:off x="11200511" y="6013450"/>
            <a:ext cx="0" cy="174942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9" name="Straight Connector 2408">
            <a:extLst>
              <a:ext uri="{FF2B5EF4-FFF2-40B4-BE49-F238E27FC236}">
                <a16:creationId xmlns:a16="http://schemas.microsoft.com/office/drawing/2014/main" id="{7AADC811-FFDF-EAEF-BCE4-41D147030F45}"/>
              </a:ext>
            </a:extLst>
          </p:cNvPr>
          <p:cNvCxnSpPr>
            <a:cxnSpLocks/>
          </p:cNvCxnSpPr>
          <p:nvPr/>
        </p:nvCxnSpPr>
        <p:spPr>
          <a:xfrm flipH="1">
            <a:off x="11238484" y="584073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0" name="Straight Connector 2409">
            <a:extLst>
              <a:ext uri="{FF2B5EF4-FFF2-40B4-BE49-F238E27FC236}">
                <a16:creationId xmlns:a16="http://schemas.microsoft.com/office/drawing/2014/main" id="{8CE77E6A-508E-6D1E-7888-9418C404FE4B}"/>
              </a:ext>
            </a:extLst>
          </p:cNvPr>
          <p:cNvCxnSpPr>
            <a:cxnSpLocks/>
          </p:cNvCxnSpPr>
          <p:nvPr/>
        </p:nvCxnSpPr>
        <p:spPr>
          <a:xfrm>
            <a:off x="11596116" y="4991100"/>
            <a:ext cx="0" cy="86995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2" name="Straight Connector 2411">
            <a:extLst>
              <a:ext uri="{FF2B5EF4-FFF2-40B4-BE49-F238E27FC236}">
                <a16:creationId xmlns:a16="http://schemas.microsoft.com/office/drawing/2014/main" id="{D2C0ECD5-0A5F-7BD8-1ECD-9EAF06FDDEF8}"/>
              </a:ext>
            </a:extLst>
          </p:cNvPr>
          <p:cNvCxnSpPr>
            <a:cxnSpLocks/>
          </p:cNvCxnSpPr>
          <p:nvPr/>
        </p:nvCxnSpPr>
        <p:spPr>
          <a:xfrm flipH="1">
            <a:off x="11569954" y="479425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3" name="Straight Connector 2412">
            <a:extLst>
              <a:ext uri="{FF2B5EF4-FFF2-40B4-BE49-F238E27FC236}">
                <a16:creationId xmlns:a16="http://schemas.microsoft.com/office/drawing/2014/main" id="{06307E33-DFF6-E849-EA95-833EEACB32F9}"/>
              </a:ext>
            </a:extLst>
          </p:cNvPr>
          <p:cNvCxnSpPr>
            <a:cxnSpLocks/>
          </p:cNvCxnSpPr>
          <p:nvPr/>
        </p:nvCxnSpPr>
        <p:spPr>
          <a:xfrm>
            <a:off x="11904726" y="448310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4" name="Straight Connector 2413">
            <a:extLst>
              <a:ext uri="{FF2B5EF4-FFF2-40B4-BE49-F238E27FC236}">
                <a16:creationId xmlns:a16="http://schemas.microsoft.com/office/drawing/2014/main" id="{D44DD941-9C98-DE3F-78F0-185B6F96682C}"/>
              </a:ext>
            </a:extLst>
          </p:cNvPr>
          <p:cNvCxnSpPr>
            <a:cxnSpLocks/>
          </p:cNvCxnSpPr>
          <p:nvPr/>
        </p:nvCxnSpPr>
        <p:spPr>
          <a:xfrm flipH="1">
            <a:off x="11569700" y="4476750"/>
            <a:ext cx="355600" cy="19685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6" name="Straight Connector 2415">
            <a:extLst>
              <a:ext uri="{FF2B5EF4-FFF2-40B4-BE49-F238E27FC236}">
                <a16:creationId xmlns:a16="http://schemas.microsoft.com/office/drawing/2014/main" id="{82E77329-62DC-D0C8-7AFF-74BBC952C91E}"/>
              </a:ext>
            </a:extLst>
          </p:cNvPr>
          <p:cNvCxnSpPr>
            <a:cxnSpLocks/>
          </p:cNvCxnSpPr>
          <p:nvPr/>
        </p:nvCxnSpPr>
        <p:spPr>
          <a:xfrm>
            <a:off x="11193526" y="4470400"/>
            <a:ext cx="0" cy="62490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7" name="Straight Connector 2416">
            <a:extLst>
              <a:ext uri="{FF2B5EF4-FFF2-40B4-BE49-F238E27FC236}">
                <a16:creationId xmlns:a16="http://schemas.microsoft.com/office/drawing/2014/main" id="{0E534A89-6F49-25CB-1C6B-0D627BD729B8}"/>
              </a:ext>
            </a:extLst>
          </p:cNvPr>
          <p:cNvCxnSpPr>
            <a:cxnSpLocks/>
          </p:cNvCxnSpPr>
          <p:nvPr/>
        </p:nvCxnSpPr>
        <p:spPr>
          <a:xfrm flipH="1">
            <a:off x="10852404" y="506095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8" name="Straight Connector 2417">
            <a:extLst>
              <a:ext uri="{FF2B5EF4-FFF2-40B4-BE49-F238E27FC236}">
                <a16:creationId xmlns:a16="http://schemas.microsoft.com/office/drawing/2014/main" id="{DD64B3BC-27E6-45C0-6356-218450FC007F}"/>
              </a:ext>
            </a:extLst>
          </p:cNvPr>
          <p:cNvCxnSpPr>
            <a:cxnSpLocks/>
          </p:cNvCxnSpPr>
          <p:nvPr/>
        </p:nvCxnSpPr>
        <p:spPr>
          <a:xfrm flipH="1" flipV="1">
            <a:off x="10858500" y="5238750"/>
            <a:ext cx="373380" cy="16002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9" name="Straight Connector 2418">
            <a:extLst>
              <a:ext uri="{FF2B5EF4-FFF2-40B4-BE49-F238E27FC236}">
                <a16:creationId xmlns:a16="http://schemas.microsoft.com/office/drawing/2014/main" id="{A7DBC776-924A-0C5C-A9A1-306BEA418E3F}"/>
              </a:ext>
            </a:extLst>
          </p:cNvPr>
          <p:cNvCxnSpPr>
            <a:cxnSpLocks/>
          </p:cNvCxnSpPr>
          <p:nvPr/>
        </p:nvCxnSpPr>
        <p:spPr>
          <a:xfrm flipH="1">
            <a:off x="10846054" y="538480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0" name="Straight Connector 2419">
            <a:extLst>
              <a:ext uri="{FF2B5EF4-FFF2-40B4-BE49-F238E27FC236}">
                <a16:creationId xmlns:a16="http://schemas.microsoft.com/office/drawing/2014/main" id="{9D559944-F151-02A5-AE86-BA9E138C324F}"/>
              </a:ext>
            </a:extLst>
          </p:cNvPr>
          <p:cNvCxnSpPr>
            <a:cxnSpLocks/>
          </p:cNvCxnSpPr>
          <p:nvPr/>
        </p:nvCxnSpPr>
        <p:spPr>
          <a:xfrm flipH="1" flipV="1">
            <a:off x="10852150" y="5562600"/>
            <a:ext cx="373380" cy="16002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1" name="Straight Connector 2420">
            <a:extLst>
              <a:ext uri="{FF2B5EF4-FFF2-40B4-BE49-F238E27FC236}">
                <a16:creationId xmlns:a16="http://schemas.microsoft.com/office/drawing/2014/main" id="{E4028271-D8A1-65BE-9D5C-2CE85D28B702}"/>
              </a:ext>
            </a:extLst>
          </p:cNvPr>
          <p:cNvCxnSpPr>
            <a:cxnSpLocks/>
          </p:cNvCxnSpPr>
          <p:nvPr/>
        </p:nvCxnSpPr>
        <p:spPr>
          <a:xfrm flipH="1">
            <a:off x="10865104" y="570865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2" name="Straight Connector 2421">
            <a:extLst>
              <a:ext uri="{FF2B5EF4-FFF2-40B4-BE49-F238E27FC236}">
                <a16:creationId xmlns:a16="http://schemas.microsoft.com/office/drawing/2014/main" id="{0C5FD49A-3D27-280B-1E04-6EB855B84B23}"/>
              </a:ext>
            </a:extLst>
          </p:cNvPr>
          <p:cNvCxnSpPr>
            <a:cxnSpLocks/>
          </p:cNvCxnSpPr>
          <p:nvPr/>
        </p:nvCxnSpPr>
        <p:spPr>
          <a:xfrm>
            <a:off x="10837926" y="587375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3" name="Straight Connector 2422">
            <a:extLst>
              <a:ext uri="{FF2B5EF4-FFF2-40B4-BE49-F238E27FC236}">
                <a16:creationId xmlns:a16="http://schemas.microsoft.com/office/drawing/2014/main" id="{5F43C75A-1BA2-8ADE-6F12-C2C73ED17817}"/>
              </a:ext>
            </a:extLst>
          </p:cNvPr>
          <p:cNvCxnSpPr>
            <a:cxnSpLocks/>
          </p:cNvCxnSpPr>
          <p:nvPr/>
        </p:nvCxnSpPr>
        <p:spPr>
          <a:xfrm flipH="1">
            <a:off x="10452354" y="613410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4" name="Straight Connector 2423">
            <a:extLst>
              <a:ext uri="{FF2B5EF4-FFF2-40B4-BE49-F238E27FC236}">
                <a16:creationId xmlns:a16="http://schemas.microsoft.com/office/drawing/2014/main" id="{C249F4A8-0872-8CB3-8ED6-1F6F8E57F56F}"/>
              </a:ext>
            </a:extLst>
          </p:cNvPr>
          <p:cNvCxnSpPr>
            <a:cxnSpLocks/>
          </p:cNvCxnSpPr>
          <p:nvPr/>
        </p:nvCxnSpPr>
        <p:spPr>
          <a:xfrm flipH="1" flipV="1">
            <a:off x="10483850" y="6305550"/>
            <a:ext cx="373380" cy="16002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5" name="Straight Connector 2424">
            <a:extLst>
              <a:ext uri="{FF2B5EF4-FFF2-40B4-BE49-F238E27FC236}">
                <a16:creationId xmlns:a16="http://schemas.microsoft.com/office/drawing/2014/main" id="{B0471644-4BAA-DC96-D3F6-486A250D93FB}"/>
              </a:ext>
            </a:extLst>
          </p:cNvPr>
          <p:cNvCxnSpPr>
            <a:cxnSpLocks/>
          </p:cNvCxnSpPr>
          <p:nvPr/>
        </p:nvCxnSpPr>
        <p:spPr>
          <a:xfrm flipH="1">
            <a:off x="9747250" y="6470650"/>
            <a:ext cx="1097026" cy="4318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7" name="Straight Connector 2426">
            <a:extLst>
              <a:ext uri="{FF2B5EF4-FFF2-40B4-BE49-F238E27FC236}">
                <a16:creationId xmlns:a16="http://schemas.microsoft.com/office/drawing/2014/main" id="{DBB2E4DD-FF60-0191-FDF5-9665775806F3}"/>
              </a:ext>
            </a:extLst>
          </p:cNvPr>
          <p:cNvCxnSpPr>
            <a:cxnSpLocks/>
          </p:cNvCxnSpPr>
          <p:nvPr/>
        </p:nvCxnSpPr>
        <p:spPr>
          <a:xfrm>
            <a:off x="9758426" y="688975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8" name="Straight Connector 2427">
            <a:extLst>
              <a:ext uri="{FF2B5EF4-FFF2-40B4-BE49-F238E27FC236}">
                <a16:creationId xmlns:a16="http://schemas.microsoft.com/office/drawing/2014/main" id="{98DE7659-34A6-F6A4-4883-D2C2FAAF5EF3}"/>
              </a:ext>
            </a:extLst>
          </p:cNvPr>
          <p:cNvCxnSpPr>
            <a:cxnSpLocks/>
          </p:cNvCxnSpPr>
          <p:nvPr/>
        </p:nvCxnSpPr>
        <p:spPr>
          <a:xfrm flipH="1">
            <a:off x="9747250" y="6743700"/>
            <a:ext cx="1097026" cy="4318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9" name="Straight Connector 2428">
            <a:extLst>
              <a:ext uri="{FF2B5EF4-FFF2-40B4-BE49-F238E27FC236}">
                <a16:creationId xmlns:a16="http://schemas.microsoft.com/office/drawing/2014/main" id="{BA15560D-E5D9-F920-10FE-F9050D8694DB}"/>
              </a:ext>
            </a:extLst>
          </p:cNvPr>
          <p:cNvCxnSpPr>
            <a:cxnSpLocks/>
          </p:cNvCxnSpPr>
          <p:nvPr/>
        </p:nvCxnSpPr>
        <p:spPr>
          <a:xfrm>
            <a:off x="10850626" y="673100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0" name="Straight Connector 2429">
            <a:extLst>
              <a:ext uri="{FF2B5EF4-FFF2-40B4-BE49-F238E27FC236}">
                <a16:creationId xmlns:a16="http://schemas.microsoft.com/office/drawing/2014/main" id="{572A0C58-B710-E3B3-C5B3-AC2D392BC7BE}"/>
              </a:ext>
            </a:extLst>
          </p:cNvPr>
          <p:cNvCxnSpPr>
            <a:cxnSpLocks/>
          </p:cNvCxnSpPr>
          <p:nvPr/>
        </p:nvCxnSpPr>
        <p:spPr>
          <a:xfrm flipH="1">
            <a:off x="9715500" y="7035800"/>
            <a:ext cx="1097026" cy="4318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1" name="Straight Connector 2430">
            <a:extLst>
              <a:ext uri="{FF2B5EF4-FFF2-40B4-BE49-F238E27FC236}">
                <a16:creationId xmlns:a16="http://schemas.microsoft.com/office/drawing/2014/main" id="{0EBBC19C-0C4F-031D-768B-A9EF18195E87}"/>
              </a:ext>
            </a:extLst>
          </p:cNvPr>
          <p:cNvCxnSpPr>
            <a:cxnSpLocks/>
          </p:cNvCxnSpPr>
          <p:nvPr/>
        </p:nvCxnSpPr>
        <p:spPr>
          <a:xfrm flipH="1" flipV="1">
            <a:off x="9721850" y="7493000"/>
            <a:ext cx="373380" cy="16002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2" name="Straight Connector 2431">
            <a:extLst>
              <a:ext uri="{FF2B5EF4-FFF2-40B4-BE49-F238E27FC236}">
                <a16:creationId xmlns:a16="http://schemas.microsoft.com/office/drawing/2014/main" id="{66816DFD-24F2-829E-2124-38934CF96F3A}"/>
              </a:ext>
            </a:extLst>
          </p:cNvPr>
          <p:cNvCxnSpPr>
            <a:cxnSpLocks/>
          </p:cNvCxnSpPr>
          <p:nvPr/>
        </p:nvCxnSpPr>
        <p:spPr>
          <a:xfrm flipH="1">
            <a:off x="10071354" y="7308850"/>
            <a:ext cx="780796" cy="3604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4" name="Straight Connector 2433">
            <a:extLst>
              <a:ext uri="{FF2B5EF4-FFF2-40B4-BE49-F238E27FC236}">
                <a16:creationId xmlns:a16="http://schemas.microsoft.com/office/drawing/2014/main" id="{995D5C30-5A6B-80CF-B4AA-DE997F99AEDC}"/>
              </a:ext>
            </a:extLst>
          </p:cNvPr>
          <p:cNvCxnSpPr>
            <a:cxnSpLocks/>
          </p:cNvCxnSpPr>
          <p:nvPr/>
        </p:nvCxnSpPr>
        <p:spPr>
          <a:xfrm>
            <a:off x="10831576" y="728980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5" name="Straight Connector 2434">
            <a:extLst>
              <a:ext uri="{FF2B5EF4-FFF2-40B4-BE49-F238E27FC236}">
                <a16:creationId xmlns:a16="http://schemas.microsoft.com/office/drawing/2014/main" id="{E48B3801-585A-CF31-1A5A-3BED59C94F45}"/>
              </a:ext>
            </a:extLst>
          </p:cNvPr>
          <p:cNvCxnSpPr>
            <a:cxnSpLocks/>
          </p:cNvCxnSpPr>
          <p:nvPr/>
        </p:nvCxnSpPr>
        <p:spPr>
          <a:xfrm flipH="1">
            <a:off x="10052304" y="7569200"/>
            <a:ext cx="780796" cy="3604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6" name="Straight Connector 2435">
            <a:extLst>
              <a:ext uri="{FF2B5EF4-FFF2-40B4-BE49-F238E27FC236}">
                <a16:creationId xmlns:a16="http://schemas.microsoft.com/office/drawing/2014/main" id="{1FDA1E48-0CFD-A987-2C59-56CB38E6F8AF}"/>
              </a:ext>
            </a:extLst>
          </p:cNvPr>
          <p:cNvCxnSpPr>
            <a:cxnSpLocks/>
          </p:cNvCxnSpPr>
          <p:nvPr/>
        </p:nvCxnSpPr>
        <p:spPr>
          <a:xfrm flipH="1" flipV="1">
            <a:off x="10115550" y="7931150"/>
            <a:ext cx="373380" cy="16002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7" name="Straight Connector 2436">
            <a:extLst>
              <a:ext uri="{FF2B5EF4-FFF2-40B4-BE49-F238E27FC236}">
                <a16:creationId xmlns:a16="http://schemas.microsoft.com/office/drawing/2014/main" id="{0127CED2-B367-2948-DF1F-BE598B8B0085}"/>
              </a:ext>
            </a:extLst>
          </p:cNvPr>
          <p:cNvCxnSpPr>
            <a:cxnSpLocks/>
          </p:cNvCxnSpPr>
          <p:nvPr/>
        </p:nvCxnSpPr>
        <p:spPr>
          <a:xfrm flipH="1">
            <a:off x="10477500" y="7918450"/>
            <a:ext cx="374650" cy="17145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9" name="Straight Connector 2438">
            <a:extLst>
              <a:ext uri="{FF2B5EF4-FFF2-40B4-BE49-F238E27FC236}">
                <a16:creationId xmlns:a16="http://schemas.microsoft.com/office/drawing/2014/main" id="{7304AC57-1021-147D-EB98-ECA1A194F072}"/>
              </a:ext>
            </a:extLst>
          </p:cNvPr>
          <p:cNvCxnSpPr>
            <a:cxnSpLocks/>
          </p:cNvCxnSpPr>
          <p:nvPr/>
        </p:nvCxnSpPr>
        <p:spPr>
          <a:xfrm>
            <a:off x="10837926" y="7905750"/>
            <a:ext cx="0" cy="5842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1" name="Straight Connector 2440">
            <a:extLst>
              <a:ext uri="{FF2B5EF4-FFF2-40B4-BE49-F238E27FC236}">
                <a16:creationId xmlns:a16="http://schemas.microsoft.com/office/drawing/2014/main" id="{93F8A113-342D-533F-FD2B-90C2054A0036}"/>
              </a:ext>
            </a:extLst>
          </p:cNvPr>
          <p:cNvCxnSpPr>
            <a:cxnSpLocks/>
          </p:cNvCxnSpPr>
          <p:nvPr/>
        </p:nvCxnSpPr>
        <p:spPr>
          <a:xfrm flipH="1" flipV="1">
            <a:off x="10852150" y="8502650"/>
            <a:ext cx="373380" cy="16002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2" name="Straight Connector 2441">
            <a:extLst>
              <a:ext uri="{FF2B5EF4-FFF2-40B4-BE49-F238E27FC236}">
                <a16:creationId xmlns:a16="http://schemas.microsoft.com/office/drawing/2014/main" id="{3C4C3A76-4867-5E47-50A7-513E822ED4F0}"/>
              </a:ext>
            </a:extLst>
          </p:cNvPr>
          <p:cNvCxnSpPr>
            <a:cxnSpLocks/>
          </p:cNvCxnSpPr>
          <p:nvPr/>
        </p:nvCxnSpPr>
        <p:spPr>
          <a:xfrm>
            <a:off x="11206226" y="8058150"/>
            <a:ext cx="0" cy="58420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3" name="Straight Connector 2442">
            <a:extLst>
              <a:ext uri="{FF2B5EF4-FFF2-40B4-BE49-F238E27FC236}">
                <a16:creationId xmlns:a16="http://schemas.microsoft.com/office/drawing/2014/main" id="{8EC0AFD3-9EB9-48A3-1BD1-5A865803057F}"/>
              </a:ext>
            </a:extLst>
          </p:cNvPr>
          <p:cNvCxnSpPr>
            <a:cxnSpLocks/>
          </p:cNvCxnSpPr>
          <p:nvPr/>
        </p:nvCxnSpPr>
        <p:spPr>
          <a:xfrm flipH="1" flipV="1">
            <a:off x="11239500" y="8089900"/>
            <a:ext cx="373380" cy="16002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6" name="Straight Connector 2445">
            <a:extLst>
              <a:ext uri="{FF2B5EF4-FFF2-40B4-BE49-F238E27FC236}">
                <a16:creationId xmlns:a16="http://schemas.microsoft.com/office/drawing/2014/main" id="{53E85FF4-642A-A2A6-DCFE-B2BCFD93A8BE}"/>
              </a:ext>
            </a:extLst>
          </p:cNvPr>
          <p:cNvCxnSpPr>
            <a:cxnSpLocks/>
          </p:cNvCxnSpPr>
          <p:nvPr/>
        </p:nvCxnSpPr>
        <p:spPr>
          <a:xfrm flipH="1" flipV="1">
            <a:off x="11207750" y="4489450"/>
            <a:ext cx="373380" cy="16002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rrow: Right 4">
            <a:extLst>
              <a:ext uri="{FF2B5EF4-FFF2-40B4-BE49-F238E27FC236}">
                <a16:creationId xmlns:a16="http://schemas.microsoft.com/office/drawing/2014/main" id="{6152D5EE-7CDC-B0CC-A348-B9AB00A3F5A9}"/>
              </a:ext>
            </a:extLst>
          </p:cNvPr>
          <p:cNvSpPr/>
          <p:nvPr/>
        </p:nvSpPr>
        <p:spPr>
          <a:xfrm rot="2890481">
            <a:off x="-31999" y="7430354"/>
            <a:ext cx="1028700" cy="374003"/>
          </a:xfrm>
          <a:prstGeom prst="rightArrow">
            <a:avLst>
              <a:gd name="adj1" fmla="val 50000"/>
              <a:gd name="adj2" fmla="val 83143"/>
            </a:avLst>
          </a:prstGeom>
          <a:solidFill>
            <a:srgbClr val="FFFF00">
              <a:alpha val="61176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982C5BA-9919-A32C-35B7-91B6F2ECDB1A}"/>
              </a:ext>
            </a:extLst>
          </p:cNvPr>
          <p:cNvSpPr/>
          <p:nvPr/>
        </p:nvSpPr>
        <p:spPr>
          <a:xfrm rot="2890481">
            <a:off x="5999505" y="3918986"/>
            <a:ext cx="1028700" cy="392733"/>
          </a:xfrm>
          <a:prstGeom prst="rightArrow">
            <a:avLst>
              <a:gd name="adj1" fmla="val 50000"/>
              <a:gd name="adj2" fmla="val 83143"/>
            </a:avLst>
          </a:prstGeom>
          <a:solidFill>
            <a:srgbClr val="FF99CC">
              <a:alpha val="56863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0FD376-A6EA-7D8E-02D3-A3E61AEA8B5C}"/>
              </a:ext>
            </a:extLst>
          </p:cNvPr>
          <p:cNvCxnSpPr>
            <a:cxnSpLocks/>
          </p:cNvCxnSpPr>
          <p:nvPr/>
        </p:nvCxnSpPr>
        <p:spPr>
          <a:xfrm>
            <a:off x="14786356" y="3022600"/>
            <a:ext cx="0" cy="271151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940CCD3-E6FE-E4F8-66AC-EAFBC1C7033A}"/>
              </a:ext>
            </a:extLst>
          </p:cNvPr>
          <p:cNvCxnSpPr>
            <a:cxnSpLocks/>
          </p:cNvCxnSpPr>
          <p:nvPr/>
        </p:nvCxnSpPr>
        <p:spPr>
          <a:xfrm flipH="1">
            <a:off x="14784324" y="2872740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Arrow: Right 225">
            <a:extLst>
              <a:ext uri="{FF2B5EF4-FFF2-40B4-BE49-F238E27FC236}">
                <a16:creationId xmlns:a16="http://schemas.microsoft.com/office/drawing/2014/main" id="{20A35251-68CC-E770-EA76-D84B1644D501}"/>
              </a:ext>
            </a:extLst>
          </p:cNvPr>
          <p:cNvSpPr/>
          <p:nvPr/>
        </p:nvSpPr>
        <p:spPr>
          <a:xfrm rot="2890481">
            <a:off x="17865814" y="4993324"/>
            <a:ext cx="1028700" cy="392733"/>
          </a:xfrm>
          <a:prstGeom prst="rightArrow">
            <a:avLst>
              <a:gd name="adj1" fmla="val 50000"/>
              <a:gd name="adj2" fmla="val 8314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F406D30-139A-DDE3-A757-ED47BAB3A014}"/>
              </a:ext>
            </a:extLst>
          </p:cNvPr>
          <p:cNvCxnSpPr>
            <a:cxnSpLocks/>
          </p:cNvCxnSpPr>
          <p:nvPr/>
        </p:nvCxnSpPr>
        <p:spPr>
          <a:xfrm>
            <a:off x="15126081" y="2813685"/>
            <a:ext cx="0" cy="330136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C7B4C03C-51A2-CD52-D3A9-7D8769265993}"/>
              </a:ext>
            </a:extLst>
          </p:cNvPr>
          <p:cNvCxnSpPr>
            <a:cxnSpLocks/>
          </p:cNvCxnSpPr>
          <p:nvPr/>
        </p:nvCxnSpPr>
        <p:spPr>
          <a:xfrm flipH="1" flipV="1">
            <a:off x="14748447" y="5975482"/>
            <a:ext cx="394716" cy="15385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952FEC3F-1479-9C80-9863-81F1E62DA4F3}"/>
              </a:ext>
            </a:extLst>
          </p:cNvPr>
          <p:cNvCxnSpPr>
            <a:cxnSpLocks/>
          </p:cNvCxnSpPr>
          <p:nvPr/>
        </p:nvCxnSpPr>
        <p:spPr>
          <a:xfrm>
            <a:off x="14778418" y="5966460"/>
            <a:ext cx="0" cy="610553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D707D908-AEF8-86E8-BFC5-FF48370E185D}"/>
              </a:ext>
            </a:extLst>
          </p:cNvPr>
          <p:cNvCxnSpPr>
            <a:cxnSpLocks/>
          </p:cNvCxnSpPr>
          <p:nvPr/>
        </p:nvCxnSpPr>
        <p:spPr>
          <a:xfrm flipH="1">
            <a:off x="14771624" y="6433503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BC36BAB6-CC18-B181-2C84-8D8F4170626E}"/>
              </a:ext>
            </a:extLst>
          </p:cNvPr>
          <p:cNvCxnSpPr>
            <a:cxnSpLocks/>
          </p:cNvCxnSpPr>
          <p:nvPr/>
        </p:nvCxnSpPr>
        <p:spPr>
          <a:xfrm>
            <a:off x="15145131" y="6433185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AF3B2AB7-F460-E02D-C1AE-476188F6B6E3}"/>
              </a:ext>
            </a:extLst>
          </p:cNvPr>
          <p:cNvCxnSpPr>
            <a:cxnSpLocks/>
          </p:cNvCxnSpPr>
          <p:nvPr/>
        </p:nvCxnSpPr>
        <p:spPr>
          <a:xfrm flipH="1">
            <a:off x="15157386" y="6585903"/>
            <a:ext cx="348996" cy="169995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EA048A28-BA68-3F51-3E10-6A84CB3DDE05}"/>
              </a:ext>
            </a:extLst>
          </p:cNvPr>
          <p:cNvCxnSpPr>
            <a:cxnSpLocks/>
          </p:cNvCxnSpPr>
          <p:nvPr/>
        </p:nvCxnSpPr>
        <p:spPr>
          <a:xfrm flipH="1">
            <a:off x="15491460" y="5304790"/>
            <a:ext cx="1757680" cy="73025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6B22DAFC-9B46-8FBF-CC46-F19E96CF2A23}"/>
              </a:ext>
            </a:extLst>
          </p:cNvPr>
          <p:cNvCxnSpPr>
            <a:cxnSpLocks/>
          </p:cNvCxnSpPr>
          <p:nvPr/>
        </p:nvCxnSpPr>
        <p:spPr>
          <a:xfrm>
            <a:off x="15516606" y="5735320"/>
            <a:ext cx="0" cy="301059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6E917B6A-F3EB-7164-5002-5EB35D586B00}"/>
              </a:ext>
            </a:extLst>
          </p:cNvPr>
          <p:cNvCxnSpPr>
            <a:cxnSpLocks/>
          </p:cNvCxnSpPr>
          <p:nvPr/>
        </p:nvCxnSpPr>
        <p:spPr>
          <a:xfrm flipH="1">
            <a:off x="15514320" y="4648200"/>
            <a:ext cx="2529840" cy="105156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F50EAA1F-7327-27FB-4ED9-42CB726DBE30}"/>
              </a:ext>
            </a:extLst>
          </p:cNvPr>
          <p:cNvCxnSpPr>
            <a:cxnSpLocks/>
          </p:cNvCxnSpPr>
          <p:nvPr/>
        </p:nvCxnSpPr>
        <p:spPr>
          <a:xfrm flipH="1">
            <a:off x="15506700" y="4495800"/>
            <a:ext cx="2164080" cy="922020"/>
          </a:xfrm>
          <a:prstGeom prst="line">
            <a:avLst/>
          </a:prstGeom>
          <a:ln w="28575">
            <a:solidFill>
              <a:srgbClr val="FF99CC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484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262823</TotalTime>
  <Words>1470</Words>
  <Application>Microsoft Office PowerPoint</Application>
  <PresentationFormat>Custom</PresentationFormat>
  <Paragraphs>30</Paragraphs>
  <Slides>11</Slides>
  <Notes>10</Notes>
  <HiddenSlides>9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1563</cp:revision>
  <cp:lastPrinted>2021-06-19T15:20:22Z</cp:lastPrinted>
  <dcterms:created xsi:type="dcterms:W3CDTF">2021-03-25T22:26:05Z</dcterms:created>
  <dcterms:modified xsi:type="dcterms:W3CDTF">2023-09-12T15:31:53Z</dcterms:modified>
</cp:coreProperties>
</file>