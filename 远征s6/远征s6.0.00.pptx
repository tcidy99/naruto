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7"/>
  </p:notesMasterIdLst>
  <p:sldIdLst>
    <p:sldId id="260" r:id="rId2"/>
    <p:sldId id="261" r:id="rId3"/>
    <p:sldId id="259" r:id="rId4"/>
    <p:sldId id="257" r:id="rId5"/>
    <p:sldId id="258" r:id="rId6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99CC"/>
    <a:srgbClr val="41719C"/>
    <a:srgbClr val="FFC000"/>
    <a:srgbClr val="5B9BD5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5226" autoAdjust="0"/>
  </p:normalViewPr>
  <p:slideViewPr>
    <p:cSldViewPr snapToGrid="0">
      <p:cViewPr>
        <p:scale>
          <a:sx n="125" d="100"/>
          <a:sy n="125" d="100"/>
        </p:scale>
        <p:origin x="-2563" y="-8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箭头2">
            <a:extLst>
              <a:ext uri="{FF2B5EF4-FFF2-40B4-BE49-F238E27FC236}">
                <a16:creationId xmlns:a16="http://schemas.microsoft.com/office/drawing/2014/main" id="{9254618C-CF32-4703-9CBD-DD7A3CEC799E}"/>
              </a:ext>
            </a:extLst>
          </p:cNvPr>
          <p:cNvGrpSpPr/>
          <p:nvPr/>
        </p:nvGrpSpPr>
        <p:grpSpPr>
          <a:xfrm rot="7021983">
            <a:off x="8286575" y="2934410"/>
            <a:ext cx="909320" cy="440456"/>
            <a:chOff x="1365670" y="869445"/>
            <a:chExt cx="909320" cy="440456"/>
          </a:xfrm>
        </p:grpSpPr>
        <p:sp>
          <p:nvSpPr>
            <p:cNvPr id="728" name="Arrow: Down 727">
              <a:extLst>
                <a:ext uri="{FF2B5EF4-FFF2-40B4-BE49-F238E27FC236}">
                  <a16:creationId xmlns:a16="http://schemas.microsoft.com/office/drawing/2014/main" id="{BF2688E1-CF3A-4121-ABAE-AB826EA733B4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C000">
                <a:alpha val="38039"/>
              </a:srgb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9" name="Oval 728">
              <a:extLst>
                <a:ext uri="{FF2B5EF4-FFF2-40B4-BE49-F238E27FC236}">
                  <a16:creationId xmlns:a16="http://schemas.microsoft.com/office/drawing/2014/main" id="{C4EACEA6-C7BB-4CF1-8A01-E0DD7DF96FE9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1" name="箭头1">
            <a:extLst>
              <a:ext uri="{FF2B5EF4-FFF2-40B4-BE49-F238E27FC236}">
                <a16:creationId xmlns:a16="http://schemas.microsoft.com/office/drawing/2014/main" id="{85797B6E-A679-452A-BFC1-EE262541FD7A}"/>
              </a:ext>
            </a:extLst>
          </p:cNvPr>
          <p:cNvGrpSpPr/>
          <p:nvPr/>
        </p:nvGrpSpPr>
        <p:grpSpPr>
          <a:xfrm rot="5011035">
            <a:off x="8645157" y="1527959"/>
            <a:ext cx="471503" cy="909320"/>
            <a:chOff x="6115510" y="444784"/>
            <a:chExt cx="471503" cy="909320"/>
          </a:xfrm>
        </p:grpSpPr>
        <p:sp>
          <p:nvSpPr>
            <p:cNvPr id="732" name="Arrow: Down 731">
              <a:extLst>
                <a:ext uri="{FF2B5EF4-FFF2-40B4-BE49-F238E27FC236}">
                  <a16:creationId xmlns:a16="http://schemas.microsoft.com/office/drawing/2014/main" id="{BCC44E8D-C63C-48BF-99BE-F745E72EBA80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5B9BD5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3" name="Oval 732">
              <a:extLst>
                <a:ext uri="{FF2B5EF4-FFF2-40B4-BE49-F238E27FC236}">
                  <a16:creationId xmlns:a16="http://schemas.microsoft.com/office/drawing/2014/main" id="{57673B4D-5321-458D-89AA-997031AAA04E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4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5011035">
            <a:off x="11730730" y="2512031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737" name="Arrow: Down 736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grpFill/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9" name="Oval 73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779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二队">
            <a:extLst>
              <a:ext uri="{FF2B5EF4-FFF2-40B4-BE49-F238E27FC236}">
                <a16:creationId xmlns:a16="http://schemas.microsoft.com/office/drawing/2014/main" id="{5EC3C267-CA5D-4EFC-94E8-BC390C4D2048}"/>
              </a:ext>
            </a:extLst>
          </p:cNvPr>
          <p:cNvGrpSpPr/>
          <p:nvPr/>
        </p:nvGrpSpPr>
        <p:grpSpPr>
          <a:xfrm>
            <a:off x="186131" y="3233125"/>
            <a:ext cx="12150649" cy="6834676"/>
            <a:chOff x="186131" y="3233125"/>
            <a:chExt cx="12150649" cy="6834676"/>
          </a:xfrm>
        </p:grpSpPr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F92BFC1-45E0-4043-811F-121E61FF64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4609" y="8217409"/>
              <a:ext cx="47095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4FCC76B-1328-4481-83B1-5F02108F88E9}"/>
                </a:ext>
              </a:extLst>
            </p:cNvPr>
            <p:cNvCxnSpPr>
              <a:cxnSpLocks/>
            </p:cNvCxnSpPr>
            <p:nvPr/>
          </p:nvCxnSpPr>
          <p:spPr>
            <a:xfrm>
              <a:off x="9064609" y="8391168"/>
              <a:ext cx="698721" cy="2803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71C5216C-CEFE-4C22-A34A-85C0C4152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2821" y="8671560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B645C7F9-65C6-48E4-960B-1222F3411F75}"/>
                </a:ext>
              </a:extLst>
            </p:cNvPr>
            <p:cNvCxnSpPr>
              <a:cxnSpLocks/>
            </p:cNvCxnSpPr>
            <p:nvPr/>
          </p:nvCxnSpPr>
          <p:spPr>
            <a:xfrm>
              <a:off x="8595360" y="8415530"/>
              <a:ext cx="1157461" cy="42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457CBDB8-598C-4BB0-8285-D33221572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280" y="83916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8FB480D5-AE0E-42A3-A758-2B1D93FE1DB0}"/>
                </a:ext>
              </a:extLst>
            </p:cNvPr>
            <p:cNvCxnSpPr>
              <a:cxnSpLocks/>
            </p:cNvCxnSpPr>
            <p:nvPr/>
          </p:nvCxnSpPr>
          <p:spPr>
            <a:xfrm>
              <a:off x="8343279" y="848415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9B08A4C4-AB5F-4D66-8A9B-D867862F4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3723" y="8572499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5ACA8B6A-D747-4524-95BE-9C148A469FF8}"/>
                </a:ext>
              </a:extLst>
            </p:cNvPr>
            <p:cNvCxnSpPr>
              <a:cxnSpLocks/>
            </p:cNvCxnSpPr>
            <p:nvPr/>
          </p:nvCxnSpPr>
          <p:spPr>
            <a:xfrm>
              <a:off x="8331643" y="8651843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884A36B0-D24F-4BBC-880D-33BC950EE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279" y="8656125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D00CA4F-FB5E-467D-A423-EBEC0AFCE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886248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55D7F22-4E88-48F0-9973-B21D1DCF4032}"/>
                </a:ext>
              </a:extLst>
            </p:cNvPr>
            <p:cNvCxnSpPr>
              <a:cxnSpLocks/>
            </p:cNvCxnSpPr>
            <p:nvPr/>
          </p:nvCxnSpPr>
          <p:spPr>
            <a:xfrm>
              <a:off x="8102835" y="8939735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0BBDA7B2-817F-4AA6-8EE1-EA5421845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4915" y="9016981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6D24803-F10D-454A-A9DF-2F5924B10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9388617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D7AB129-631B-4CFD-ABBB-F48C53AE3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9463845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8E4B9612-51EC-4F8A-B972-BB3B96597124}"/>
                </a:ext>
              </a:extLst>
            </p:cNvPr>
            <p:cNvCxnSpPr>
              <a:cxnSpLocks/>
            </p:cNvCxnSpPr>
            <p:nvPr/>
          </p:nvCxnSpPr>
          <p:spPr>
            <a:xfrm>
              <a:off x="8097017" y="9659368"/>
              <a:ext cx="518663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4071DDB0-39D9-4853-8DD3-FED3ABE1FA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3723" y="9113520"/>
              <a:ext cx="8149" cy="7439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376FC765-B8F9-4646-8506-ED5B058ABD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3577" y="9030005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B5B78990-744E-4FF9-8BB1-9C7768D02F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4022" y="9014459"/>
              <a:ext cx="14806" cy="7696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6B6D2202-D433-4F6D-B8F7-EDF0AB53D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0058" y="96593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35DBD035-ADAB-4583-B06A-3904A729B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1819" y="9301344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DB691C10-8FBF-415D-AA4C-DF8D5138474D}"/>
                </a:ext>
              </a:extLst>
            </p:cNvPr>
            <p:cNvCxnSpPr>
              <a:cxnSpLocks/>
            </p:cNvCxnSpPr>
            <p:nvPr/>
          </p:nvCxnSpPr>
          <p:spPr>
            <a:xfrm>
              <a:off x="9056794" y="930252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005CF148-8801-4954-8EEF-25F1FCC9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0083" y="9402952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7CE91D9E-52FC-4CC8-85D1-06912AB7E7A4}"/>
                </a:ext>
              </a:extLst>
            </p:cNvPr>
            <p:cNvCxnSpPr>
              <a:cxnSpLocks/>
            </p:cNvCxnSpPr>
            <p:nvPr/>
          </p:nvCxnSpPr>
          <p:spPr>
            <a:xfrm>
              <a:off x="9283480" y="975842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038594EE-C658-4C7C-9F8B-489F1BC45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2765" y="966966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6454689-CAF6-4D27-8134-2BD908E0DF6C}"/>
                </a:ext>
              </a:extLst>
            </p:cNvPr>
            <p:cNvCxnSpPr>
              <a:cxnSpLocks/>
            </p:cNvCxnSpPr>
            <p:nvPr/>
          </p:nvCxnSpPr>
          <p:spPr>
            <a:xfrm>
              <a:off x="9515154" y="9682301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3D21ACF4-281F-427F-B94B-4E9B15A49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290" y="9682301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03732F45-4BD5-489C-9124-98B2642B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5319" y="948550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08D38A3-FD96-4F38-BBEB-47EE02B651A6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83" y="9394265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B8A53DCF-A25C-4545-BF11-1D36189B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1132" y="940013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BCD5205-43F9-4392-A03E-5BF49411A0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2475" y="9113520"/>
              <a:ext cx="1398" cy="4112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BEA01B2-25F0-4E77-B7E5-7589D7AC1895}"/>
                </a:ext>
              </a:extLst>
            </p:cNvPr>
            <p:cNvCxnSpPr>
              <a:cxnSpLocks/>
            </p:cNvCxnSpPr>
            <p:nvPr/>
          </p:nvCxnSpPr>
          <p:spPr>
            <a:xfrm>
              <a:off x="9291694" y="9035849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11D0EF68-6DF2-4771-86F0-9A851F406A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1067" y="8833559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ABBA4F78-B16B-4597-8017-27B2C446A4A6}"/>
                </a:ext>
              </a:extLst>
            </p:cNvPr>
            <p:cNvCxnSpPr>
              <a:cxnSpLocks/>
            </p:cNvCxnSpPr>
            <p:nvPr/>
          </p:nvCxnSpPr>
          <p:spPr>
            <a:xfrm>
              <a:off x="9284077" y="8856820"/>
              <a:ext cx="491638" cy="187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A2E1942-8DD4-4618-8105-C380EFB06A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1290" y="902460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4F57782E-CA2B-455F-B075-831D6FFEA8A7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72" y="922379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2205DADC-138A-43A9-B7D3-C42501E2D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1735" y="9030005"/>
              <a:ext cx="679188" cy="2781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073A6BDF-0CCE-4424-82EB-DA32C9C543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891" y="902815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CC581740-967C-4C0E-AF4A-BC50FFDB1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6670" y="903240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C0384427-0BCA-48DA-96D8-7791D7F67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5718" y="8839085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6D90F071-66EE-41F9-B351-F03173D3B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6471" y="875525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B260BC6F-9F43-4B2B-BAC4-C207D639B0A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6163" y="877128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F9CD3A7E-8F8D-406D-9EBB-C58EE11BD3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30946" y="8654810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885345EC-033E-4A03-A223-C1C2DBCAF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01131" y="8391168"/>
              <a:ext cx="735649" cy="2950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694DBEE5-5D24-49AD-9E85-A433CF399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0266" y="820344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14FED685-C197-4AA0-837A-266524AB06BA}"/>
                </a:ext>
              </a:extLst>
            </p:cNvPr>
            <p:cNvCxnSpPr>
              <a:cxnSpLocks/>
            </p:cNvCxnSpPr>
            <p:nvPr/>
          </p:nvCxnSpPr>
          <p:spPr>
            <a:xfrm>
              <a:off x="12084700" y="8131803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E81B4025-FB03-401E-86BD-6C943B7E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11826" y="7935019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642DF7CA-F47B-4230-BF75-71CBEAA9B618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746" y="7848814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9BE36F56-6EFC-4A71-A3FC-37F9C40E2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7574" y="7823323"/>
              <a:ext cx="480776" cy="205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05DE466B-FEB0-4A05-A52C-9308AA7CDD86}"/>
                </a:ext>
              </a:extLst>
            </p:cNvPr>
            <p:cNvCxnSpPr>
              <a:cxnSpLocks/>
            </p:cNvCxnSpPr>
            <p:nvPr/>
          </p:nvCxnSpPr>
          <p:spPr>
            <a:xfrm>
              <a:off x="10683389" y="7765778"/>
              <a:ext cx="714409" cy="2588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2274E41F-E1C1-4D88-B50E-BE594E0937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3684" y="773707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304E9AAD-3B0C-480E-8F5E-15DF72907E70}"/>
                </a:ext>
              </a:extLst>
            </p:cNvPr>
            <p:cNvCxnSpPr>
              <a:cxnSpLocks/>
            </p:cNvCxnSpPr>
            <p:nvPr/>
          </p:nvCxnSpPr>
          <p:spPr>
            <a:xfrm>
              <a:off x="10683199" y="7942775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C371317A-ACE4-486E-A40A-D14AF8652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9971" y="8019288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631C54B2-F625-40F4-A52C-C90FA519B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8369" y="81278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5B6C4216-764E-4915-8D41-D8F158CD4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156102" y="8120120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20A2FDC5-06C7-4D8A-92B2-48AEB5F4E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3920" y="8017647"/>
              <a:ext cx="508921" cy="2037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60C56AF2-A39E-4A6D-86A0-87256E2DB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68500" y="8007016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9BF06F31-B1C2-42A6-AE3E-AD670C1E35C8}"/>
                </a:ext>
              </a:extLst>
            </p:cNvPr>
            <p:cNvCxnSpPr>
              <a:cxnSpLocks/>
            </p:cNvCxnSpPr>
            <p:nvPr/>
          </p:nvCxnSpPr>
          <p:spPr>
            <a:xfrm>
              <a:off x="11874179" y="8206953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08A2F1A7-B3C3-4DB2-A07D-9FD6218E6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32002" y="8296568"/>
              <a:ext cx="480776" cy="205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780FAA81-AA31-4F11-9DEA-E64F8AEBD5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8380" y="830484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61488F9-B4E4-4E2C-9404-A64913E9E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5592" y="8304842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817314-55B2-4712-A247-0A922745EC58}"/>
                </a:ext>
              </a:extLst>
            </p:cNvPr>
            <p:cNvCxnSpPr>
              <a:cxnSpLocks/>
            </p:cNvCxnSpPr>
            <p:nvPr/>
          </p:nvCxnSpPr>
          <p:spPr>
            <a:xfrm>
              <a:off x="11153949" y="8301233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454A5773-B29E-4588-857A-412297A45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8799" y="828985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2701031B-9FD2-48F4-87A3-2C39A15948B5}"/>
                </a:ext>
              </a:extLst>
            </p:cNvPr>
            <p:cNvCxnSpPr>
              <a:cxnSpLocks/>
            </p:cNvCxnSpPr>
            <p:nvPr/>
          </p:nvCxnSpPr>
          <p:spPr>
            <a:xfrm>
              <a:off x="11161026" y="8491867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E11429FD-3C5B-4E12-966E-412B36D8E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9190" y="8578663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DDC61A2D-80F8-469C-B0F9-C081AB5B2CB4}"/>
                </a:ext>
              </a:extLst>
            </p:cNvPr>
            <p:cNvCxnSpPr>
              <a:cxnSpLocks/>
            </p:cNvCxnSpPr>
            <p:nvPr/>
          </p:nvCxnSpPr>
          <p:spPr>
            <a:xfrm>
              <a:off x="10932027" y="8571308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31DB8A7-FFD9-42F7-9A9F-2880C4435C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9554" y="8557500"/>
              <a:ext cx="3232" cy="3822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A782CC5-DE43-4D7E-9449-3F1505C6DA9C}"/>
                </a:ext>
              </a:extLst>
            </p:cNvPr>
            <p:cNvCxnSpPr>
              <a:cxnSpLocks/>
            </p:cNvCxnSpPr>
            <p:nvPr/>
          </p:nvCxnSpPr>
          <p:spPr>
            <a:xfrm>
              <a:off x="10687549" y="8856072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2AB922A4-F654-494F-BF55-FB5B8CB8D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4219" y="8855487"/>
              <a:ext cx="736223" cy="2717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588F8820-C647-403C-AA65-DFE427E2A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1798" y="8937754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D5D11ADB-AF02-4EAD-92D7-FD50C0407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0676" y="8748617"/>
              <a:ext cx="496411" cy="2089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4729FD8A-F846-4A21-93C9-46D070B1EA1B}"/>
                </a:ext>
              </a:extLst>
            </p:cNvPr>
            <p:cNvCxnSpPr>
              <a:cxnSpLocks/>
            </p:cNvCxnSpPr>
            <p:nvPr/>
          </p:nvCxnSpPr>
          <p:spPr>
            <a:xfrm>
              <a:off x="10228881" y="8670339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9DB831D2-647C-4C1F-A077-E761D3575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2637" y="867222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3D621202-737A-4D83-8651-50C9AA11E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4771" y="8579932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DDD3B5D-A608-4548-B7EE-CB78A7B6B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9556" y="8384654"/>
              <a:ext cx="486097" cy="2217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E46BFB78-6A27-4C35-9115-5FF38189F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2504" y="8201303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8CBEDC97-85C6-4751-846C-454D943C8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5020" y="8202107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A8ED9A3B-3F27-4E6D-804E-706678062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22146" y="7765778"/>
              <a:ext cx="6297" cy="546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181DEF72-2815-4E1D-A6BA-1F5CF5E36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2060" y="7594103"/>
              <a:ext cx="481624" cy="1741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24AC21BB-F700-4593-9306-31282B773E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7549" y="740034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10E1C24-F795-42E0-9D18-75B7C7192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5464" y="7410001"/>
              <a:ext cx="240812" cy="870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2E60FD38-46F9-40D5-BD5A-467F523D4429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758" y="7406376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B85CE67C-DBAF-41CC-821E-D95BC41C1CDF}"/>
                </a:ext>
              </a:extLst>
            </p:cNvPr>
            <p:cNvCxnSpPr>
              <a:cxnSpLocks/>
            </p:cNvCxnSpPr>
            <p:nvPr/>
          </p:nvCxnSpPr>
          <p:spPr>
            <a:xfrm>
              <a:off x="9517202" y="6567963"/>
              <a:ext cx="258513" cy="138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D99CF61B-03FA-498B-8183-571EF1B57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235" y="6582518"/>
              <a:ext cx="445762" cy="177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25878FD9-9D95-4492-A2D3-1694BE15D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2235" y="6739216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A6DA6944-34F5-4FFB-922A-84950B61A18E}"/>
                </a:ext>
              </a:extLst>
            </p:cNvPr>
            <p:cNvCxnSpPr>
              <a:cxnSpLocks/>
            </p:cNvCxnSpPr>
            <p:nvPr/>
          </p:nvCxnSpPr>
          <p:spPr>
            <a:xfrm>
              <a:off x="9060502" y="696150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9C2E7D3-3247-4DE2-A6E7-4433A537D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8178" y="7055332"/>
              <a:ext cx="2094" cy="171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6236DAEA-35D3-4DCE-80B3-65C38BDBED34}"/>
                </a:ext>
              </a:extLst>
            </p:cNvPr>
            <p:cNvCxnSpPr>
              <a:cxnSpLocks/>
            </p:cNvCxnSpPr>
            <p:nvPr/>
          </p:nvCxnSpPr>
          <p:spPr>
            <a:xfrm>
              <a:off x="9030545" y="7114662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10308797-600A-4A63-9CBF-F14BD6DA6C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828" y="7120550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BA2A486-2653-4537-83B8-544435A0C7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114" y="7182567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4E75CA71-6280-4279-958B-DA8F49E26EA3}"/>
                </a:ext>
              </a:extLst>
            </p:cNvPr>
            <p:cNvCxnSpPr>
              <a:cxnSpLocks/>
            </p:cNvCxnSpPr>
            <p:nvPr/>
          </p:nvCxnSpPr>
          <p:spPr>
            <a:xfrm>
              <a:off x="8807135" y="7394500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706C29CC-9B6E-4A94-81C7-1E661043A2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0838" y="7461184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2887BD29-6A46-478D-9235-1B708D3455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607" y="7669207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3B3B230-A551-4F9F-8A52-C2F67BC86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1968" y="757288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F3308183-D6EE-40FC-A396-09AE263D6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430" y="7593542"/>
              <a:ext cx="691309" cy="2721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98703FF7-B966-4177-B6CF-12AB6F122133}"/>
                </a:ext>
              </a:extLst>
            </p:cNvPr>
            <p:cNvCxnSpPr>
              <a:cxnSpLocks/>
            </p:cNvCxnSpPr>
            <p:nvPr/>
          </p:nvCxnSpPr>
          <p:spPr>
            <a:xfrm>
              <a:off x="7670262" y="7693901"/>
              <a:ext cx="480178" cy="1781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9C418AD2-A7F5-4556-9B53-FD1DEC98B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340" y="767809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93D52DD3-224E-4C84-BCAD-11EB7B690686}"/>
                </a:ext>
              </a:extLst>
            </p:cNvPr>
            <p:cNvCxnSpPr>
              <a:cxnSpLocks/>
            </p:cNvCxnSpPr>
            <p:nvPr/>
          </p:nvCxnSpPr>
          <p:spPr>
            <a:xfrm>
              <a:off x="7189117" y="767912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237ED0E0-2621-4FBC-BBE3-6DF2261B1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8365" y="768557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38C657B0-111E-4F6C-81BA-B3A67C035FD2}"/>
                </a:ext>
              </a:extLst>
            </p:cNvPr>
            <p:cNvCxnSpPr>
              <a:cxnSpLocks/>
            </p:cNvCxnSpPr>
            <p:nvPr/>
          </p:nvCxnSpPr>
          <p:spPr>
            <a:xfrm>
              <a:off x="8126562" y="750710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DA2D1A45-431F-4EFB-AFF4-9E3F6EE6E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6333" y="768876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FED23938-F54E-4896-8C66-99A275312FD9}"/>
                </a:ext>
              </a:extLst>
            </p:cNvPr>
            <p:cNvCxnSpPr>
              <a:cxnSpLocks/>
            </p:cNvCxnSpPr>
            <p:nvPr/>
          </p:nvCxnSpPr>
          <p:spPr>
            <a:xfrm>
              <a:off x="5800393" y="7507324"/>
              <a:ext cx="703579" cy="2727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4E325FEB-82A0-4707-8EF9-9311FAAD0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1325" y="7490536"/>
              <a:ext cx="745943" cy="2895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63E2F131-456A-448E-889C-9036D9BB7E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5897" y="7740498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C01DE38C-1D88-4F94-BFEA-D391B56C8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8458" y="7942777"/>
              <a:ext cx="497047" cy="1850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76A6467-AE95-4511-A95B-BFFAB18C7E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8389" y="8046717"/>
              <a:ext cx="18197" cy="8910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089ACAF6-76C3-4553-A7F3-A351C6DF94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5464" y="958711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9D7BFFA0-03FA-4F3C-8119-0816713BBC2B}"/>
                </a:ext>
              </a:extLst>
            </p:cNvPr>
            <p:cNvCxnSpPr>
              <a:cxnSpLocks/>
            </p:cNvCxnSpPr>
            <p:nvPr/>
          </p:nvCxnSpPr>
          <p:spPr>
            <a:xfrm>
              <a:off x="4370385" y="8046716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D8AE68EB-D065-4959-886D-BE59694F69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0209" y="7788011"/>
              <a:ext cx="12810" cy="559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860BA1B-9165-455E-B3FC-FD8C1D58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048" y="7682846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B5462DB-411C-47CC-AEC3-74E29D21D95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752" y="7679127"/>
              <a:ext cx="474167" cy="180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74DD28B7-6C7D-47AD-B46D-89FFE01E19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2515" y="7676194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8D56A6F4-5736-4717-936E-0094EA7A37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7338041"/>
              <a:ext cx="933914" cy="345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508AA7FA-D18D-4A7F-80B0-FCB4E46FAF0C}"/>
                </a:ext>
              </a:extLst>
            </p:cNvPr>
            <p:cNvCxnSpPr>
              <a:cxnSpLocks/>
            </p:cNvCxnSpPr>
            <p:nvPr/>
          </p:nvCxnSpPr>
          <p:spPr>
            <a:xfrm>
              <a:off x="5791176" y="7329358"/>
              <a:ext cx="703579" cy="2727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ADD90C1-B0A9-4AC6-B615-27AE9867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6673" y="7412444"/>
              <a:ext cx="485109" cy="189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0281F91-2A07-4CBA-990D-5331D4A770AA}"/>
                </a:ext>
              </a:extLst>
            </p:cNvPr>
            <p:cNvCxnSpPr>
              <a:cxnSpLocks/>
            </p:cNvCxnSpPr>
            <p:nvPr/>
          </p:nvCxnSpPr>
          <p:spPr>
            <a:xfrm>
              <a:off x="6960966" y="7394500"/>
              <a:ext cx="458121" cy="1956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9BF33A4A-FBBC-4542-85DA-BA6684739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959" y="749544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9EED8EC2-E59E-4C96-8C26-7BF94C71CBDE}"/>
                </a:ext>
              </a:extLst>
            </p:cNvPr>
            <p:cNvCxnSpPr>
              <a:cxnSpLocks/>
            </p:cNvCxnSpPr>
            <p:nvPr/>
          </p:nvCxnSpPr>
          <p:spPr>
            <a:xfrm>
              <a:off x="7661035" y="7492528"/>
              <a:ext cx="488791" cy="1766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807F4705-E609-4F9A-A88F-2AF5FB796A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6192" y="7475437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D1ED640C-C755-450A-A482-C94B5303A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7106" y="6952325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4DB2F278-2D81-4360-8F37-76347B3981EF}"/>
                </a:ext>
              </a:extLst>
            </p:cNvPr>
            <p:cNvCxnSpPr>
              <a:cxnSpLocks/>
            </p:cNvCxnSpPr>
            <p:nvPr/>
          </p:nvCxnSpPr>
          <p:spPr>
            <a:xfrm>
              <a:off x="8381911" y="739873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0A3D233D-2AF0-47A2-AF11-8962AFDFB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63946" y="7223557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1E6AE68A-E9B9-4B4E-B135-0606433CCACD}"/>
                </a:ext>
              </a:extLst>
            </p:cNvPr>
            <p:cNvCxnSpPr>
              <a:cxnSpLocks/>
            </p:cNvCxnSpPr>
            <p:nvPr/>
          </p:nvCxnSpPr>
          <p:spPr>
            <a:xfrm>
              <a:off x="8366174" y="7215053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53033928-2C0F-4468-8F3B-27BE750882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2826" y="7142415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DFD8C779-5B9F-46A6-A6E0-4E2F373C25BB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8" y="705204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AB1B51D8-CAEE-46B4-BA55-CE4A2A437100}"/>
                </a:ext>
              </a:extLst>
            </p:cNvPr>
            <p:cNvCxnSpPr>
              <a:cxnSpLocks/>
            </p:cNvCxnSpPr>
            <p:nvPr/>
          </p:nvCxnSpPr>
          <p:spPr>
            <a:xfrm>
              <a:off x="8575049" y="694046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F1BE923C-7B08-443F-B967-7C6EA41D5B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1797" y="7501892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B10E9A6D-6851-45EF-A06A-00F3836234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2038" y="6848148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FDD3E6A8-0734-42C3-9940-C58CE14000B3}"/>
                </a:ext>
              </a:extLst>
            </p:cNvPr>
            <p:cNvCxnSpPr>
              <a:cxnSpLocks/>
            </p:cNvCxnSpPr>
            <p:nvPr/>
          </p:nvCxnSpPr>
          <p:spPr>
            <a:xfrm>
              <a:off x="8601319" y="678672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87F9CAD0-FF3F-4B65-AECB-9DC534D222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1063" y="6668464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19C036B3-0E26-4AA0-BBE2-0AA3DD6FA001}"/>
                </a:ext>
              </a:extLst>
            </p:cNvPr>
            <p:cNvCxnSpPr>
              <a:cxnSpLocks/>
            </p:cNvCxnSpPr>
            <p:nvPr/>
          </p:nvCxnSpPr>
          <p:spPr>
            <a:xfrm>
              <a:off x="6706660" y="7694071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6C4A15B9-0B66-4C76-9E11-7B9EDB56BD00}"/>
                </a:ext>
              </a:extLst>
            </p:cNvPr>
            <p:cNvCxnSpPr>
              <a:cxnSpLocks/>
            </p:cNvCxnSpPr>
            <p:nvPr/>
          </p:nvCxnSpPr>
          <p:spPr>
            <a:xfrm>
              <a:off x="9805625" y="6752090"/>
              <a:ext cx="393133" cy="624771"/>
            </a:xfrm>
            <a:prstGeom prst="line">
              <a:avLst/>
            </a:prstGeom>
            <a:ln w="38100">
              <a:solidFill>
                <a:srgbClr val="FFFF00"/>
              </a:solidFill>
              <a:prstDash val="sysDot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61439327-600F-41C5-99A5-F26EA13AFC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07410" y="5859865"/>
              <a:ext cx="680" cy="1689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28334FEC-304D-46BD-BA19-FF72C8C01B04}"/>
                </a:ext>
              </a:extLst>
            </p:cNvPr>
            <p:cNvCxnSpPr>
              <a:cxnSpLocks/>
            </p:cNvCxnSpPr>
            <p:nvPr/>
          </p:nvCxnSpPr>
          <p:spPr>
            <a:xfrm>
              <a:off x="2281422" y="9597200"/>
              <a:ext cx="717492" cy="2718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779953CC-97DE-40BB-97BC-F1CB771671D8}"/>
                </a:ext>
              </a:extLst>
            </p:cNvPr>
            <p:cNvCxnSpPr>
              <a:cxnSpLocks/>
            </p:cNvCxnSpPr>
            <p:nvPr/>
          </p:nvCxnSpPr>
          <p:spPr>
            <a:xfrm>
              <a:off x="3932066" y="8231424"/>
              <a:ext cx="237807" cy="13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A3E5087-A1B9-4D07-BB0C-3F134BA812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290" y="5147402"/>
              <a:ext cx="226227" cy="78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BCC0DE7A-C262-4D88-B9AC-4A4E2C53DF22}"/>
                </a:ext>
              </a:extLst>
            </p:cNvPr>
            <p:cNvCxnSpPr>
              <a:cxnSpLocks/>
            </p:cNvCxnSpPr>
            <p:nvPr/>
          </p:nvCxnSpPr>
          <p:spPr>
            <a:xfrm>
              <a:off x="9517997" y="5130420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B3AE829C-A78A-4B4A-91CB-A5F11BB4B9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0240" y="4947169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C58C808E-5B53-4BAA-B403-2D8127354D32}"/>
                </a:ext>
              </a:extLst>
            </p:cNvPr>
            <p:cNvCxnSpPr>
              <a:cxnSpLocks/>
            </p:cNvCxnSpPr>
            <p:nvPr/>
          </p:nvCxnSpPr>
          <p:spPr>
            <a:xfrm>
              <a:off x="8369286" y="4507695"/>
              <a:ext cx="477004" cy="1779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7A95B031-E2F9-4132-8053-61A8ED659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8590" y="3233125"/>
              <a:ext cx="927125" cy="369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452">
              <a:extLst>
                <a:ext uri="{FF2B5EF4-FFF2-40B4-BE49-F238E27FC236}">
                  <a16:creationId xmlns:a16="http://schemas.microsoft.com/office/drawing/2014/main" id="{7E8BC30D-974C-426D-8FE9-D2B3825CFB6F}"/>
                </a:ext>
              </a:extLst>
            </p:cNvPr>
            <p:cNvCxnSpPr>
              <a:cxnSpLocks/>
            </p:cNvCxnSpPr>
            <p:nvPr/>
          </p:nvCxnSpPr>
          <p:spPr>
            <a:xfrm>
              <a:off x="8381797" y="3416809"/>
              <a:ext cx="467028" cy="1747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B110D48B-61A9-4592-BD1C-DECA29FB8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1718" y="3409849"/>
              <a:ext cx="248016" cy="900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C7FAAC5D-58CF-4079-BC7E-09643CE3B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6192" y="3479278"/>
              <a:ext cx="1659" cy="383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AB39178C-7B67-4B32-BEB5-94A105A6EACC}"/>
                </a:ext>
              </a:extLst>
            </p:cNvPr>
            <p:cNvCxnSpPr>
              <a:cxnSpLocks/>
            </p:cNvCxnSpPr>
            <p:nvPr/>
          </p:nvCxnSpPr>
          <p:spPr>
            <a:xfrm>
              <a:off x="8168145" y="3831382"/>
              <a:ext cx="207201" cy="93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212D52D5-667D-4B4B-9C05-F6EC2F98D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041" y="3922290"/>
              <a:ext cx="262733" cy="1373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D645DB78-8911-4846-B1A7-6834D58C5BB0}"/>
                </a:ext>
              </a:extLst>
            </p:cNvPr>
            <p:cNvCxnSpPr>
              <a:cxnSpLocks/>
            </p:cNvCxnSpPr>
            <p:nvPr/>
          </p:nvCxnSpPr>
          <p:spPr>
            <a:xfrm>
              <a:off x="4395506" y="8923653"/>
              <a:ext cx="236628" cy="1151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07783AF2-DA11-4CD6-8E14-C302476D3D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8261" y="901197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A9FD4328-B147-4E6E-8B38-6EBA51059D61}"/>
                </a:ext>
              </a:extLst>
            </p:cNvPr>
            <p:cNvCxnSpPr>
              <a:cxnSpLocks/>
            </p:cNvCxnSpPr>
            <p:nvPr/>
          </p:nvCxnSpPr>
          <p:spPr>
            <a:xfrm>
              <a:off x="4403789" y="9106557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A85C841F-5159-4BB0-BC2C-25D3F9A821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0752" y="910628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F81C9CD3-F060-4DF8-BCFE-07C94B93C47F}"/>
                </a:ext>
              </a:extLst>
            </p:cNvPr>
            <p:cNvCxnSpPr>
              <a:cxnSpLocks/>
            </p:cNvCxnSpPr>
            <p:nvPr/>
          </p:nvCxnSpPr>
          <p:spPr>
            <a:xfrm>
              <a:off x="4409702" y="9289461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452">
              <a:extLst>
                <a:ext uri="{FF2B5EF4-FFF2-40B4-BE49-F238E27FC236}">
                  <a16:creationId xmlns:a16="http://schemas.microsoft.com/office/drawing/2014/main" id="{6A5CF5DE-177D-454E-9077-DE120BE3F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624" y="940219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2E408E2F-BB4D-49C2-8448-02D72FB06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1633" y="948899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D6005162-5855-4043-8333-0DCD35F3B968}"/>
                </a:ext>
              </a:extLst>
            </p:cNvPr>
            <p:cNvCxnSpPr>
              <a:cxnSpLocks/>
            </p:cNvCxnSpPr>
            <p:nvPr/>
          </p:nvCxnSpPr>
          <p:spPr>
            <a:xfrm>
              <a:off x="4162297" y="9579030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6141F397-6FD3-4707-AD7E-6E2C67B352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2841" y="9580113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452">
              <a:extLst>
                <a:ext uri="{FF2B5EF4-FFF2-40B4-BE49-F238E27FC236}">
                  <a16:creationId xmlns:a16="http://schemas.microsoft.com/office/drawing/2014/main" id="{81DF6356-3418-4734-81FA-3C795C6EE4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544" y="9964795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147FB840-0CCB-4652-B98F-19147E786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7187" y="9683823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CA4E3D0F-25FA-4FF0-BD15-0F79E2A925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636" y="9579030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EAD387BA-76FE-45F7-AB80-672AB3800400}"/>
                </a:ext>
              </a:extLst>
            </p:cNvPr>
            <p:cNvCxnSpPr>
              <a:cxnSpLocks/>
            </p:cNvCxnSpPr>
            <p:nvPr/>
          </p:nvCxnSpPr>
          <p:spPr>
            <a:xfrm>
              <a:off x="3462565" y="9857486"/>
              <a:ext cx="277685" cy="110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405052E0-1BB8-4B80-8BB3-A8AA7470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8701" y="976607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6EC1BECF-75E7-4348-9FF9-22F5E051EC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4488" y="9505196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FD6D677D-9CCA-43D1-8B74-9FEA80D14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565" y="9390625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F80D7180-2247-4F44-B5BE-3073B4D8D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051" y="929389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6C5650A-0409-4936-A63C-921D2B516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564" y="9125081"/>
              <a:ext cx="503899" cy="1802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79C3F502-E9E5-4525-B64A-250F88FAC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9402" y="9111600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F6CADF1E-0641-4F94-9D3A-8DBE4181C0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8249" y="8484157"/>
              <a:ext cx="1" cy="737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AD7AC42-84B6-4975-9207-F9ED8F868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547" y="848082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E5504D8E-B5B1-40A1-9C3B-F373143B0D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8039" y="8588887"/>
              <a:ext cx="2870" cy="365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FA93BDC4-8BBF-4AF6-88F6-CF3754C1C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7451" y="8937755"/>
              <a:ext cx="726263" cy="269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55C625AE-7802-4E02-9B1A-925EE61619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6000" y="9174835"/>
              <a:ext cx="1912" cy="5912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52BAC363-B952-46F2-9D27-6BD8A7BC3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625" y="9410219"/>
              <a:ext cx="474232" cy="1907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7ED3833-1F8E-4691-80E4-0C21B79236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841" y="9382049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CF1F587E-0404-4E2A-9C95-CCEA791E5EDE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94" y="9572863"/>
              <a:ext cx="277685" cy="110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322BD401-279C-4C42-9CB2-2FDB16A019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4676" y="9131465"/>
              <a:ext cx="6674" cy="5566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43049AD5-1FF8-4189-8635-31D7AB803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2816" y="9024601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81371CE5-3F69-4844-ADCF-80DDDCF24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3577" y="8843240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FFFF9AD5-3F46-49FF-A1A1-DF9934E77B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2772" y="884685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AE69EE51-642F-45CE-AE61-7BCC12684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1747" y="876274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9C7B8229-21A8-4603-A21E-BB71A844C6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0787" y="8755185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DC460A8E-90C6-41F1-96EE-1501E08D3F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9649" y="8518835"/>
              <a:ext cx="2870" cy="365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4DC10347-23C0-4B44-A181-B8A83E88F3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5741" y="8395767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6E469E4-0D32-4C71-B399-36FE1A60F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9995" y="8399122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088A110F-6B9A-4CA8-A854-76F51C9001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9857" y="8293381"/>
              <a:ext cx="494993" cy="2141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399BBE8-E665-462A-A13E-46A6C51F9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5420" y="8290901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24D37B13-5A3C-4DAA-B3E9-564927FB6B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4318" y="8374963"/>
              <a:ext cx="0" cy="213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DBD76A0C-540C-410E-9C94-EAECE80BA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0696" y="858205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E0F19CE0-DC43-42C4-B680-F9894BD0A0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073" y="868195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6D2C388F-924D-4570-8842-380C11099F44}"/>
                </a:ext>
              </a:extLst>
            </p:cNvPr>
            <p:cNvCxnSpPr>
              <a:cxnSpLocks/>
            </p:cNvCxnSpPr>
            <p:nvPr/>
          </p:nvCxnSpPr>
          <p:spPr>
            <a:xfrm>
              <a:off x="2515721" y="8759283"/>
              <a:ext cx="245024" cy="1041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51C1DCAB-3414-4A1F-BEBC-65AD5C4934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7111" y="8747311"/>
              <a:ext cx="5903" cy="3841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2339AFD3-A14D-4BD9-A548-71153AE7C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5697" y="9106283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60FB46CC-59B9-4278-8030-1D2C0BFD2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6500" y="9224546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45913F7-DE24-47E5-B67E-5D93706D7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659" y="940632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1EDCEF51-1204-4CB5-9871-221CC4614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8745" y="9155220"/>
              <a:ext cx="953500" cy="3530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14365273-F6A3-4909-BB48-88EBCC52F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31" y="8230091"/>
              <a:ext cx="497784" cy="1967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505FF14F-929B-4E34-AA64-FA0A652373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7911" y="896610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96FC8620-8EE2-4C47-85CD-99CB0C79C514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" y="8778053"/>
              <a:ext cx="499817" cy="201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7CE03424-1988-448F-A510-C0635061E0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7344" y="860281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B9EFF864-98A4-43E6-B73F-E30D9F380630}"/>
                </a:ext>
              </a:extLst>
            </p:cNvPr>
            <p:cNvCxnSpPr>
              <a:cxnSpLocks/>
            </p:cNvCxnSpPr>
            <p:nvPr/>
          </p:nvCxnSpPr>
          <p:spPr>
            <a:xfrm>
              <a:off x="657344" y="8620252"/>
              <a:ext cx="721601" cy="257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820974D1-9EE6-4CA8-84FD-B2660E6CCC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4295" y="887168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F3643A7E-1A55-48C2-AFE9-1392771BCB87}"/>
                </a:ext>
              </a:extLst>
            </p:cNvPr>
            <p:cNvCxnSpPr>
              <a:cxnSpLocks/>
            </p:cNvCxnSpPr>
            <p:nvPr/>
          </p:nvCxnSpPr>
          <p:spPr>
            <a:xfrm>
              <a:off x="1362570" y="9064904"/>
              <a:ext cx="721601" cy="257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F562B277-65A9-4987-A90C-6C8F78961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3439" y="9142591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6B8D5CBC-E3AA-4B78-BB6F-F8485CFE9661}"/>
                </a:ext>
              </a:extLst>
            </p:cNvPr>
            <p:cNvCxnSpPr>
              <a:cxnSpLocks/>
            </p:cNvCxnSpPr>
            <p:nvPr/>
          </p:nvCxnSpPr>
          <p:spPr>
            <a:xfrm>
              <a:off x="1594224" y="8972540"/>
              <a:ext cx="502924" cy="196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D014ED18-9558-44FD-8000-7012107012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1263" y="876790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01F237B-955B-4B20-AD68-A500F712E7DB}"/>
                </a:ext>
              </a:extLst>
            </p:cNvPr>
            <p:cNvCxnSpPr>
              <a:cxnSpLocks/>
            </p:cNvCxnSpPr>
            <p:nvPr/>
          </p:nvCxnSpPr>
          <p:spPr>
            <a:xfrm>
              <a:off x="1603114" y="8764213"/>
              <a:ext cx="704000" cy="2716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67A042C3-8EB4-44F0-BAF9-862416FFD4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2183" y="8853069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2A80CB76-6FA9-4E04-A18D-351C59A4F3CE}"/>
                </a:ext>
              </a:extLst>
            </p:cNvPr>
            <p:cNvCxnSpPr>
              <a:cxnSpLocks/>
            </p:cNvCxnSpPr>
            <p:nvPr/>
          </p:nvCxnSpPr>
          <p:spPr>
            <a:xfrm>
              <a:off x="892003" y="8309361"/>
              <a:ext cx="1420070" cy="5648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51D8F8FB-3515-4CA5-8B5E-F1DC0CBC0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49" y="8304842"/>
              <a:ext cx="492399" cy="2026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D76AFDEC-78FF-48E0-8440-4967BF74E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289" y="8415530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2FE470A7-38D5-46B7-8327-2F4C7432D8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179" y="7852195"/>
              <a:ext cx="465308" cy="212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8E7CA9C-B8F6-4A1E-92A9-A7352F8F0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911" y="8051310"/>
              <a:ext cx="454559" cy="174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F176F8B2-CC27-474D-9DC8-4373441864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5391" y="8232739"/>
              <a:ext cx="1147783" cy="4449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81E3B697-BC83-4CEA-A1B7-97AF56EB7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1870" y="8495853"/>
              <a:ext cx="0" cy="213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8176ACC4-7FAC-49D5-BF77-D854075454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2210" y="8212354"/>
              <a:ext cx="746712" cy="3028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215E3F12-A6E7-489B-B69D-8FF956857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1624" y="8141054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F88C9C6-9B3E-4047-83B1-40BD7320ED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4550" y="8139664"/>
              <a:ext cx="494070" cy="188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E6CD4A0-DD5E-4F61-8F0A-FCC835146C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17870" y="813810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086A6C35-34F0-471F-84DB-09EB6947B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0057" y="804372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6D2ADBC3-2006-4DF3-B483-5EBC9AD50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8423" y="787063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C76E2252-6E2A-4E84-A478-2BA188B6D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148" y="7767679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03A0691-3FE6-470B-8371-457A04C267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97627" y="7743370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AE42EBA8-3CEC-4164-92B0-92F5B258F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1755" y="7838980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98D333F1-3CA6-47C8-A472-77830CF1A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6948" y="765649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A912F85A-8830-49FF-B19C-850F988335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6751" y="7677768"/>
              <a:ext cx="229649" cy="866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6116443E-4A62-4746-8763-A4A65446A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8460" y="7677326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CDC78F86-33C5-45B2-AFC9-9DA0F4A2FC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9371" y="765876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6E39EFD3-4A62-4E2A-B255-386C6A6E1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3429" y="7832075"/>
              <a:ext cx="471272" cy="19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F314999D-11DF-42E8-8241-F3E3546989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33" y="8004198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70D1D27D-4229-4E02-9C25-3F2800510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3341" y="8009981"/>
              <a:ext cx="471272" cy="19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3663BE38-F29B-4D8A-AB8F-1BDA74F81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555" y="803898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C8185D86-37DA-406B-8157-F43E16BFDD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893" y="8225897"/>
              <a:ext cx="229649" cy="866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B37E1990-E5C7-494D-99B9-CF15E5FAB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2201" y="809532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AEA1DAE-1BF0-405D-8F65-22F3F2450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5308" y="8021836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9232C225-48C2-4D50-8E87-68212A33F2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0608" y="801454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630F13C3-84E0-4449-9EA4-EF9F656B0C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1725" y="8229813"/>
              <a:ext cx="481424" cy="1746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7ED505DB-DCA1-430C-92BA-666993B49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9829" y="8214949"/>
              <a:ext cx="6319" cy="195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16CA89E8-B039-4F38-813A-39CE56F5CD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4357" y="6217321"/>
              <a:ext cx="225122" cy="98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AD4F1BDF-283F-47AB-BAC3-6C0B533053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4295" y="6020570"/>
              <a:ext cx="463257" cy="2048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5D9E79FA-2336-42ED-B4A0-7EDD02C8C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3748" y="4757349"/>
              <a:ext cx="7090" cy="556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C73936AC-22C9-4DA3-98B4-A446BEA323E8}"/>
                </a:ext>
              </a:extLst>
            </p:cNvPr>
            <p:cNvCxnSpPr>
              <a:cxnSpLocks/>
            </p:cNvCxnSpPr>
            <p:nvPr/>
          </p:nvCxnSpPr>
          <p:spPr>
            <a:xfrm>
              <a:off x="8376130" y="5036891"/>
              <a:ext cx="684096" cy="265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6F90C367-879E-4D8D-B823-EA2F402F0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4569" y="4949103"/>
              <a:ext cx="276795" cy="92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4D3D7472-F7EA-4E60-8863-0BB960C2D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739" y="4662249"/>
              <a:ext cx="1" cy="38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69895A7D-DD1B-4298-9398-15BF1B654917}"/>
                </a:ext>
              </a:extLst>
            </p:cNvPr>
            <p:cNvCxnSpPr>
              <a:cxnSpLocks/>
            </p:cNvCxnSpPr>
            <p:nvPr/>
          </p:nvCxnSpPr>
          <p:spPr>
            <a:xfrm>
              <a:off x="9063579" y="4787590"/>
              <a:ext cx="480195" cy="1779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5A9579BF-2A09-487A-A5D5-3B6A59574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741" y="7692560"/>
              <a:ext cx="4866" cy="54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074B4EEC-1C49-4CF5-973B-360F95828B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301" y="7598454"/>
              <a:ext cx="247833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25F49652-AF12-423D-887F-84B0750C6C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523" y="7428226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82731FA-83C6-4DA8-A31B-FC71BB8AD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0750" y="742475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84D9A69-2E00-48C6-B076-C11109ABC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50" y="7267738"/>
              <a:ext cx="2490" cy="4151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8C7C5473-1C3A-47C7-BD8D-A9B11A704D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32" y="7597310"/>
              <a:ext cx="510295" cy="194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9973DC1B-21A0-4D0D-87C4-515F98C31E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2996" y="7773316"/>
              <a:ext cx="4589" cy="3635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72D62C32-0C30-4D58-BF5D-7B7051A2A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541" y="8041074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6DB2EFD-C342-496E-A8E2-EB9FC66B8C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6781" y="783795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C3668B0-97FA-4179-84DA-D99F46A945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2965" y="7309361"/>
              <a:ext cx="501259" cy="2161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5CA87C20-C3AD-458C-BC50-E7560490AA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6214" y="7683429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40FF5A7E-8EC5-490B-8933-5228BFF058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1082" y="758698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3EC47AFF-5782-4DDF-ABF0-987A5780A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0198" y="6304460"/>
              <a:ext cx="0" cy="37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FE0224B1-81AC-45D3-8630-4924E2337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5704" y="6283834"/>
              <a:ext cx="720586" cy="2979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452">
              <a:extLst>
                <a:ext uri="{FF2B5EF4-FFF2-40B4-BE49-F238E27FC236}">
                  <a16:creationId xmlns:a16="http://schemas.microsoft.com/office/drawing/2014/main" id="{BFDF44F3-F241-4481-B468-2B9C013CC3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7307" y="6384236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EC6CF797-651A-45AA-A998-FBF30317A822}"/>
                </a:ext>
              </a:extLst>
            </p:cNvPr>
            <p:cNvCxnSpPr>
              <a:cxnSpLocks/>
            </p:cNvCxnSpPr>
            <p:nvPr/>
          </p:nvCxnSpPr>
          <p:spPr>
            <a:xfrm>
              <a:off x="7902705" y="6306989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C1CCB3AD-6692-4D4E-B772-0C479BBBC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4759" y="6210425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452">
              <a:extLst>
                <a:ext uri="{FF2B5EF4-FFF2-40B4-BE49-F238E27FC236}">
                  <a16:creationId xmlns:a16="http://schemas.microsoft.com/office/drawing/2014/main" id="{8FFA50D8-B912-4D53-85A3-FA07E1C5B1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1342" y="6041149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FA49ED0B-C840-45AE-93FA-C8A83E18EFBE}"/>
                </a:ext>
              </a:extLst>
            </p:cNvPr>
            <p:cNvCxnSpPr>
              <a:cxnSpLocks/>
            </p:cNvCxnSpPr>
            <p:nvPr/>
          </p:nvCxnSpPr>
          <p:spPr>
            <a:xfrm>
              <a:off x="7877791" y="5951421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452">
              <a:extLst>
                <a:ext uri="{FF2B5EF4-FFF2-40B4-BE49-F238E27FC236}">
                  <a16:creationId xmlns:a16="http://schemas.microsoft.com/office/drawing/2014/main" id="{03579D36-75B1-4D6C-8085-D3AF59FB62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5594" y="5759102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452">
              <a:extLst>
                <a:ext uri="{FF2B5EF4-FFF2-40B4-BE49-F238E27FC236}">
                  <a16:creationId xmlns:a16="http://schemas.microsoft.com/office/drawing/2014/main" id="{4C55F8F7-46E1-4BB9-84AD-4E6767CDD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1855" y="5493305"/>
              <a:ext cx="729774" cy="301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A543347F-15A0-4C3F-A721-A433301A1C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9797" y="5480579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96B6CC8A-F02D-4159-91AF-9D46AD667E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8318" y="5663254"/>
              <a:ext cx="494338" cy="210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Straight Connector 452">
              <a:extLst>
                <a:ext uri="{FF2B5EF4-FFF2-40B4-BE49-F238E27FC236}">
                  <a16:creationId xmlns:a16="http://schemas.microsoft.com/office/drawing/2014/main" id="{D823A23D-44AC-44A0-9CA6-57A77258C9F1}"/>
                </a:ext>
              </a:extLst>
            </p:cNvPr>
            <p:cNvCxnSpPr>
              <a:cxnSpLocks/>
            </p:cNvCxnSpPr>
            <p:nvPr/>
          </p:nvCxnSpPr>
          <p:spPr>
            <a:xfrm>
              <a:off x="8125484" y="5866298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452">
              <a:extLst>
                <a:ext uri="{FF2B5EF4-FFF2-40B4-BE49-F238E27FC236}">
                  <a16:creationId xmlns:a16="http://schemas.microsoft.com/office/drawing/2014/main" id="{5942E384-D586-41A4-A3E4-71A21475D2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791" y="5943167"/>
              <a:ext cx="0" cy="381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E1174ACE-8A66-4C95-805A-063CC6A055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2067" y="6222352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4A2C2262-D7CF-4D82-8D02-C456E1D028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5359" y="5856910"/>
              <a:ext cx="0" cy="381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B0B9B164-FD6A-42DE-97A9-0517DD058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095" y="5674062"/>
              <a:ext cx="478369" cy="1785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452">
              <a:extLst>
                <a:ext uri="{FF2B5EF4-FFF2-40B4-BE49-F238E27FC236}">
                  <a16:creationId xmlns:a16="http://schemas.microsoft.com/office/drawing/2014/main" id="{B8382684-7C18-4759-983D-0C893E71074F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97" y="5676670"/>
              <a:ext cx="468214" cy="17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CF2A4BB4-A9D9-4D4A-9486-5D7E47105B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5080" y="5848057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81F38C13-9EAE-4BF0-90FA-055D492326F2}"/>
                </a:ext>
              </a:extLst>
            </p:cNvPr>
            <p:cNvCxnSpPr>
              <a:cxnSpLocks/>
            </p:cNvCxnSpPr>
            <p:nvPr/>
          </p:nvCxnSpPr>
          <p:spPr>
            <a:xfrm>
              <a:off x="9084137" y="585073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Straight Connector 452">
              <a:extLst>
                <a:ext uri="{FF2B5EF4-FFF2-40B4-BE49-F238E27FC236}">
                  <a16:creationId xmlns:a16="http://schemas.microsoft.com/office/drawing/2014/main" id="{A8A08065-D65D-4F38-A002-6589031F1C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5210" y="5848112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BF596B73-5D52-4DFC-982F-167BF0B64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60833" y="5973017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452">
              <a:extLst>
                <a:ext uri="{FF2B5EF4-FFF2-40B4-BE49-F238E27FC236}">
                  <a16:creationId xmlns:a16="http://schemas.microsoft.com/office/drawing/2014/main" id="{2F7B6916-EC39-4D2E-B297-87782FC62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689" y="6041580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FFCD8B74-B19A-420D-BF5D-2180A59EF7A4}"/>
                </a:ext>
              </a:extLst>
            </p:cNvPr>
            <p:cNvCxnSpPr>
              <a:cxnSpLocks/>
            </p:cNvCxnSpPr>
            <p:nvPr/>
          </p:nvCxnSpPr>
          <p:spPr>
            <a:xfrm>
              <a:off x="9073997" y="6034139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452">
              <a:extLst>
                <a:ext uri="{FF2B5EF4-FFF2-40B4-BE49-F238E27FC236}">
                  <a16:creationId xmlns:a16="http://schemas.microsoft.com/office/drawing/2014/main" id="{7400C146-4F34-4944-9B23-69041618B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4775" y="6127487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452">
              <a:extLst>
                <a:ext uri="{FF2B5EF4-FFF2-40B4-BE49-F238E27FC236}">
                  <a16:creationId xmlns:a16="http://schemas.microsoft.com/office/drawing/2014/main" id="{69D5982B-6B3D-4560-830F-BD6BCDEB1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730" y="6229199"/>
              <a:ext cx="0" cy="365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FA1077DF-7545-4A23-BAD8-9E947AE0D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9738" y="6499459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E5F87FA9-A6BB-4016-BCE5-0CB60F6F43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87470" y="6318352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CA6EBCCD-833A-4352-84DB-4D41B6B7ED95}"/>
                </a:ext>
              </a:extLst>
            </p:cNvPr>
            <p:cNvCxnSpPr>
              <a:cxnSpLocks/>
            </p:cNvCxnSpPr>
            <p:nvPr/>
          </p:nvCxnSpPr>
          <p:spPr>
            <a:xfrm>
              <a:off x="9285204" y="6316180"/>
              <a:ext cx="470099" cy="1819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5DA033F9-686D-49F9-A0BD-0CEF5A79C2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1355" y="4518339"/>
              <a:ext cx="226227" cy="78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452">
              <a:extLst>
                <a:ext uri="{FF2B5EF4-FFF2-40B4-BE49-F238E27FC236}">
                  <a16:creationId xmlns:a16="http://schemas.microsoft.com/office/drawing/2014/main" id="{F1090E5D-0362-4652-A78B-3104AABC6863}"/>
                </a:ext>
              </a:extLst>
            </p:cNvPr>
            <p:cNvCxnSpPr>
              <a:cxnSpLocks/>
            </p:cNvCxnSpPr>
            <p:nvPr/>
          </p:nvCxnSpPr>
          <p:spPr>
            <a:xfrm>
              <a:off x="7654717" y="4400724"/>
              <a:ext cx="488930" cy="192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E06DF738-CEA7-4F6A-B7D9-B4C2E688BB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2473" y="4413376"/>
              <a:ext cx="229977" cy="760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452">
              <a:extLst>
                <a:ext uri="{FF2B5EF4-FFF2-40B4-BE49-F238E27FC236}">
                  <a16:creationId xmlns:a16="http://schemas.microsoft.com/office/drawing/2014/main" id="{0FCF8BDC-0F94-4648-8D22-299CA1A488BA}"/>
                </a:ext>
              </a:extLst>
            </p:cNvPr>
            <p:cNvCxnSpPr>
              <a:cxnSpLocks/>
            </p:cNvCxnSpPr>
            <p:nvPr/>
          </p:nvCxnSpPr>
          <p:spPr>
            <a:xfrm>
              <a:off x="6971821" y="4509741"/>
              <a:ext cx="248977" cy="1037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Straight Connector 452">
              <a:extLst>
                <a:ext uri="{FF2B5EF4-FFF2-40B4-BE49-F238E27FC236}">
                  <a16:creationId xmlns:a16="http://schemas.microsoft.com/office/drawing/2014/main" id="{91BE4249-CB2E-4D89-A108-5B743574D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1774" y="4133360"/>
              <a:ext cx="471932" cy="1850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452">
              <a:extLst>
                <a:ext uri="{FF2B5EF4-FFF2-40B4-BE49-F238E27FC236}">
                  <a16:creationId xmlns:a16="http://schemas.microsoft.com/office/drawing/2014/main" id="{69AF1B9F-944E-4D06-9613-C6AA5A2810E1}"/>
                </a:ext>
              </a:extLst>
            </p:cNvPr>
            <p:cNvCxnSpPr>
              <a:cxnSpLocks/>
            </p:cNvCxnSpPr>
            <p:nvPr/>
          </p:nvCxnSpPr>
          <p:spPr>
            <a:xfrm>
              <a:off x="6057092" y="3603862"/>
              <a:ext cx="2088176" cy="8049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E9AB8AE-3B38-4635-BAEA-5EBEEBEE089D}"/>
                </a:ext>
              </a:extLst>
            </p:cNvPr>
            <p:cNvCxnSpPr>
              <a:cxnSpLocks/>
            </p:cNvCxnSpPr>
            <p:nvPr/>
          </p:nvCxnSpPr>
          <p:spPr>
            <a:xfrm>
              <a:off x="8580039" y="4943621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Straight Connector 452">
              <a:extLst>
                <a:ext uri="{FF2B5EF4-FFF2-40B4-BE49-F238E27FC236}">
                  <a16:creationId xmlns:a16="http://schemas.microsoft.com/office/drawing/2014/main" id="{D5DA37DF-9EE6-4A20-8976-264E8433AD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5480" y="4325233"/>
              <a:ext cx="2219" cy="17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452">
              <a:extLst>
                <a:ext uri="{FF2B5EF4-FFF2-40B4-BE49-F238E27FC236}">
                  <a16:creationId xmlns:a16="http://schemas.microsoft.com/office/drawing/2014/main" id="{A955A0E2-6E7B-4487-B940-9CA69F74AC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2653" y="4330206"/>
              <a:ext cx="276795" cy="92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452">
              <a:extLst>
                <a:ext uri="{FF2B5EF4-FFF2-40B4-BE49-F238E27FC236}">
                  <a16:creationId xmlns:a16="http://schemas.microsoft.com/office/drawing/2014/main" id="{2DBB6CA2-91C8-4968-BFCB-B8F01BB24D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9437" y="4430280"/>
              <a:ext cx="2219" cy="17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37AC37B1-4C46-4199-8420-D6FC81E10B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4989" y="4342947"/>
              <a:ext cx="2219" cy="17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07923BB2-6E3B-4378-AD8A-6358EC2400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5024" y="4331003"/>
              <a:ext cx="276795" cy="92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7AB04128-9BC3-4CC1-9855-33429A0DD360}"/>
                </a:ext>
              </a:extLst>
            </p:cNvPr>
            <p:cNvCxnSpPr>
              <a:cxnSpLocks/>
            </p:cNvCxnSpPr>
            <p:nvPr/>
          </p:nvCxnSpPr>
          <p:spPr>
            <a:xfrm>
              <a:off x="6491261" y="4318872"/>
              <a:ext cx="248977" cy="1037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720C3AD3-0D91-4301-9277-6E99E0A7EC21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37" y="3958511"/>
              <a:ext cx="420724" cy="1622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6E6CD143-6F8E-45A5-866C-96D136D14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5228" y="3608114"/>
              <a:ext cx="5377" cy="162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8210DC1D-3939-4A9D-9304-90ADD42A1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3963" y="3963729"/>
              <a:ext cx="276795" cy="92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B08B69F4-FB2C-4F0B-A94E-F27927D33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0589" y="3849396"/>
              <a:ext cx="2219" cy="175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1C532950-D819-4A06-9D6D-EFE4E3E57167}"/>
                </a:ext>
              </a:extLst>
            </p:cNvPr>
            <p:cNvCxnSpPr>
              <a:cxnSpLocks/>
            </p:cNvCxnSpPr>
            <p:nvPr/>
          </p:nvCxnSpPr>
          <p:spPr>
            <a:xfrm>
              <a:off x="6014801" y="3756573"/>
              <a:ext cx="248977" cy="1037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05F9951E-D0B5-4921-83E2-DF5AE6CC7991}"/>
                </a:ext>
              </a:extLst>
            </p:cNvPr>
            <p:cNvCxnSpPr>
              <a:cxnSpLocks/>
            </p:cNvCxnSpPr>
            <p:nvPr/>
          </p:nvCxnSpPr>
          <p:spPr>
            <a:xfrm>
              <a:off x="8159685" y="4045585"/>
              <a:ext cx="424038" cy="179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8E7C5C51-05FF-4CF4-9625-24492FC759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55649" y="6311283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A084DD15-7BB0-42C2-997B-1C0BA5086304}"/>
                </a:ext>
              </a:extLst>
            </p:cNvPr>
            <p:cNvCxnSpPr>
              <a:cxnSpLocks/>
            </p:cNvCxnSpPr>
            <p:nvPr/>
          </p:nvCxnSpPr>
          <p:spPr>
            <a:xfrm>
              <a:off x="9301895" y="5592847"/>
              <a:ext cx="714221" cy="2689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1E57EEFD-8618-452D-B845-8E553E646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0252" y="5397251"/>
              <a:ext cx="485671" cy="1885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FB4EC131-A3B7-467A-B43C-39F4BA92F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1283" y="5392666"/>
              <a:ext cx="680" cy="1689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11EA5923-4935-4BC1-9D8C-3154B291F409}"/>
                </a:ext>
              </a:extLst>
            </p:cNvPr>
            <p:cNvCxnSpPr>
              <a:cxnSpLocks/>
            </p:cNvCxnSpPr>
            <p:nvPr/>
          </p:nvCxnSpPr>
          <p:spPr>
            <a:xfrm>
              <a:off x="9764369" y="5578894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47A324CF-E672-4149-9DF6-2036E644F7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4150" y="5140245"/>
              <a:ext cx="0" cy="5384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0D2C7E30-5240-4452-87C1-44DAC9752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1755" y="4227767"/>
              <a:ext cx="386408" cy="165984"/>
            </a:xfrm>
            <a:prstGeom prst="line">
              <a:avLst/>
            </a:prstGeom>
            <a:ln w="38100">
              <a:solidFill>
                <a:srgbClr val="FFFF00"/>
              </a:solidFill>
              <a:prstDash val="sys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3" name="八卦">
            <a:extLst>
              <a:ext uri="{FF2B5EF4-FFF2-40B4-BE49-F238E27FC236}">
                <a16:creationId xmlns:a16="http://schemas.microsoft.com/office/drawing/2014/main" id="{D95A043F-8817-4AFC-AF44-65E684FACBA1}"/>
              </a:ext>
            </a:extLst>
          </p:cNvPr>
          <p:cNvGrpSpPr/>
          <p:nvPr/>
        </p:nvGrpSpPr>
        <p:grpSpPr>
          <a:xfrm>
            <a:off x="2512685" y="692563"/>
            <a:ext cx="8656982" cy="7524846"/>
            <a:chOff x="2512685" y="692563"/>
            <a:chExt cx="8656982" cy="7524846"/>
          </a:xfrm>
        </p:grpSpPr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6FAA12A-BFDB-41A5-97C2-44FCF2F778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8014" y="6760464"/>
              <a:ext cx="218702" cy="7924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452">
              <a:extLst>
                <a:ext uri="{FF2B5EF4-FFF2-40B4-BE49-F238E27FC236}">
                  <a16:creationId xmlns:a16="http://schemas.microsoft.com/office/drawing/2014/main" id="{6CF6326D-E7EB-4545-B3BA-79D795AA6D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0485" y="793129"/>
              <a:ext cx="3823" cy="129402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452">
              <a:extLst>
                <a:ext uri="{FF2B5EF4-FFF2-40B4-BE49-F238E27FC236}">
                  <a16:creationId xmlns:a16="http://schemas.microsoft.com/office/drawing/2014/main" id="{1A6C7EDF-1E77-41C4-8CEC-5D00F7CBB2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4590" y="692563"/>
              <a:ext cx="265077" cy="10056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B6D5751B-79F8-4BC7-B7BB-FA6319D8D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2397" y="2064053"/>
              <a:ext cx="0" cy="3743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C13052BA-7825-41C9-B11D-CA60A853D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4382" y="2408966"/>
              <a:ext cx="218920" cy="9150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452">
              <a:extLst>
                <a:ext uri="{FF2B5EF4-FFF2-40B4-BE49-F238E27FC236}">
                  <a16:creationId xmlns:a16="http://schemas.microsoft.com/office/drawing/2014/main" id="{3B7CF2F1-4C22-45BE-89ED-EEE98BE192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5900" y="2515176"/>
              <a:ext cx="8482" cy="19929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452">
              <a:extLst>
                <a:ext uri="{FF2B5EF4-FFF2-40B4-BE49-F238E27FC236}">
                  <a16:creationId xmlns:a16="http://schemas.microsoft.com/office/drawing/2014/main" id="{85FE1913-B91B-4027-80C7-B64EC3345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3104" y="4304702"/>
              <a:ext cx="482064" cy="2002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52">
              <a:extLst>
                <a:ext uri="{FF2B5EF4-FFF2-40B4-BE49-F238E27FC236}">
                  <a16:creationId xmlns:a16="http://schemas.microsoft.com/office/drawing/2014/main" id="{7AFB5133-EC56-441E-B0FF-779C94F1DE38}"/>
                </a:ext>
              </a:extLst>
            </p:cNvPr>
            <p:cNvCxnSpPr>
              <a:cxnSpLocks/>
            </p:cNvCxnSpPr>
            <p:nvPr/>
          </p:nvCxnSpPr>
          <p:spPr>
            <a:xfrm>
              <a:off x="5803392" y="3316224"/>
              <a:ext cx="3029712" cy="11887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452">
              <a:extLst>
                <a:ext uri="{FF2B5EF4-FFF2-40B4-BE49-F238E27FC236}">
                  <a16:creationId xmlns:a16="http://schemas.microsoft.com/office/drawing/2014/main" id="{9D1FEF33-8FA6-4881-B871-7E65E736A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8985" y="3316226"/>
              <a:ext cx="934407" cy="3596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B5497B73-BFE0-4AB1-A708-B753CB28FF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450" y="3675888"/>
              <a:ext cx="0" cy="1871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6EAD7C09-4526-4062-82B9-AFE9058E78B1}"/>
                </a:ext>
              </a:extLst>
            </p:cNvPr>
            <p:cNvCxnSpPr>
              <a:cxnSpLocks/>
            </p:cNvCxnSpPr>
            <p:nvPr/>
          </p:nvCxnSpPr>
          <p:spPr>
            <a:xfrm>
              <a:off x="3204485" y="3775571"/>
              <a:ext cx="978400" cy="3557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F1BF713D-B07D-49AE-A84E-DAE80340DC08}"/>
                </a:ext>
              </a:extLst>
            </p:cNvPr>
            <p:cNvCxnSpPr>
              <a:cxnSpLocks/>
            </p:cNvCxnSpPr>
            <p:nvPr/>
          </p:nvCxnSpPr>
          <p:spPr>
            <a:xfrm>
              <a:off x="10224521" y="4681941"/>
              <a:ext cx="0" cy="165180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50861627-5E7C-4945-8802-D69AA45E2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7440" y="6333744"/>
              <a:ext cx="218702" cy="7924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44A0B2C1-847B-4AC0-A71D-5F8234A1C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011191" y="6406896"/>
              <a:ext cx="0" cy="35356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F3CB1AF-52C0-48C3-9028-1857D45F2973}"/>
                </a:ext>
              </a:extLst>
            </p:cNvPr>
            <p:cNvCxnSpPr>
              <a:cxnSpLocks/>
            </p:cNvCxnSpPr>
            <p:nvPr/>
          </p:nvCxnSpPr>
          <p:spPr>
            <a:xfrm>
              <a:off x="9979222" y="7315200"/>
              <a:ext cx="9074" cy="7132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ABD65C5C-8B4F-494F-B442-411194616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0240" y="8019288"/>
              <a:ext cx="470951" cy="19812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BF564A16-59FD-4F4C-926F-07F25269F6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1488" y="3243072"/>
              <a:ext cx="240793" cy="7924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E7D18AAF-8572-4490-92FD-F09FDEDF01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3478" y="2878376"/>
              <a:ext cx="8010" cy="3750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4A9BA575-EB79-46B4-A175-8AA891C12B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2685" y="2808976"/>
              <a:ext cx="240793" cy="7924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452">
              <a:extLst>
                <a:ext uri="{FF2B5EF4-FFF2-40B4-BE49-F238E27FC236}">
                  <a16:creationId xmlns:a16="http://schemas.microsoft.com/office/drawing/2014/main" id="{53594060-0E10-472A-A141-DEBB490A7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4318" y="1676400"/>
              <a:ext cx="10259" cy="11325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EEE1388E-530E-4344-AFC6-62982554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0696" y="865632"/>
              <a:ext cx="2118360" cy="81686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C9F4A9D0-D4AE-4B6E-A153-0BF5CC41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210" y="865632"/>
              <a:ext cx="493444" cy="20116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52">
              <a:extLst>
                <a:ext uri="{FF2B5EF4-FFF2-40B4-BE49-F238E27FC236}">
                  <a16:creationId xmlns:a16="http://schemas.microsoft.com/office/drawing/2014/main" id="{CE854DD9-0267-435A-ADF2-A79CD7438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16142" y="4512357"/>
              <a:ext cx="489738" cy="1695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52">
              <a:extLst>
                <a:ext uri="{FF2B5EF4-FFF2-40B4-BE49-F238E27FC236}">
                  <a16:creationId xmlns:a16="http://schemas.microsoft.com/office/drawing/2014/main" id="{886259B4-EB1C-46F0-9F07-DEBD652154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0085" y="4304702"/>
              <a:ext cx="926491" cy="37723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4CB5AEFE-5CDD-43B7-8215-5D596CB03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6894" y="3852083"/>
              <a:ext cx="734073" cy="2937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1E64D183-6345-46E6-9164-CD5218C33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4808" y="966216"/>
              <a:ext cx="262263" cy="914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一队">
            <a:extLst>
              <a:ext uri="{FF2B5EF4-FFF2-40B4-BE49-F238E27FC236}">
                <a16:creationId xmlns:a16="http://schemas.microsoft.com/office/drawing/2014/main" id="{07003564-1ABE-45B5-A313-53CB0695B5DE}"/>
              </a:ext>
            </a:extLst>
          </p:cNvPr>
          <p:cNvGrpSpPr/>
          <p:nvPr/>
        </p:nvGrpSpPr>
        <p:grpSpPr>
          <a:xfrm>
            <a:off x="109728" y="124581"/>
            <a:ext cx="9430512" cy="8025080"/>
            <a:chOff x="109728" y="124581"/>
            <a:chExt cx="9430512" cy="8025080"/>
          </a:xfrm>
        </p:grpSpPr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640558D7-A942-465C-94D0-FB6A89328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2464" y="9398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48DC07-701B-4CF7-932E-E27EE9F92266}"/>
                </a:ext>
              </a:extLst>
            </p:cNvPr>
            <p:cNvSpPr txBox="1"/>
            <p:nvPr/>
          </p:nvSpPr>
          <p:spPr>
            <a:xfrm>
              <a:off x="109728" y="124581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6.0.02</a:t>
              </a:r>
            </a:p>
          </p:txBody>
        </p: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CEE18A49-2B4F-4F62-9F4B-B5F3B0D873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897" y="1115020"/>
              <a:ext cx="246567" cy="1231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08C8921E-2002-4729-BA83-13F7920E0F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150368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D9F034BA-6C5B-46D8-91DB-D03AB3FEE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1218418"/>
              <a:ext cx="703408" cy="3011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452">
              <a:extLst>
                <a:ext uri="{FF2B5EF4-FFF2-40B4-BE49-F238E27FC236}">
                  <a16:creationId xmlns:a16="http://schemas.microsoft.com/office/drawing/2014/main" id="{276C0A86-4433-44A9-BA75-583A84EE0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5340" y="1005058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452">
              <a:extLst>
                <a:ext uri="{FF2B5EF4-FFF2-40B4-BE49-F238E27FC236}">
                  <a16:creationId xmlns:a16="http://schemas.microsoft.com/office/drawing/2014/main" id="{727AF6BC-C73D-4639-BE01-DEAA7B17D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275" y="966216"/>
              <a:ext cx="266548" cy="80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76F28361-3A86-4065-980D-A0EF139CFB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392" y="758952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452">
              <a:extLst>
                <a:ext uri="{FF2B5EF4-FFF2-40B4-BE49-F238E27FC236}">
                  <a16:creationId xmlns:a16="http://schemas.microsoft.com/office/drawing/2014/main" id="{AEB9D4AE-1446-41B1-B07F-1AD52103A1B9}"/>
                </a:ext>
              </a:extLst>
            </p:cNvPr>
            <p:cNvCxnSpPr>
              <a:cxnSpLocks/>
            </p:cNvCxnSpPr>
            <p:nvPr/>
          </p:nvCxnSpPr>
          <p:spPr>
            <a:xfrm>
              <a:off x="4871932" y="423671"/>
              <a:ext cx="912857" cy="332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0125EAD7-83D3-4A8B-B754-A8585763F0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413649"/>
              <a:ext cx="256144" cy="80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B85FCEC2-E380-415C-A4BF-1D9F15E95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056" y="479203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98BA05ED-1172-4536-B809-B779961EF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2385" y="676541"/>
              <a:ext cx="2106671" cy="820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9B565716-09C6-460E-9A78-B3B0A604A833}"/>
                </a:ext>
              </a:extLst>
            </p:cNvPr>
            <p:cNvCxnSpPr>
              <a:cxnSpLocks/>
            </p:cNvCxnSpPr>
            <p:nvPr/>
          </p:nvCxnSpPr>
          <p:spPr>
            <a:xfrm>
              <a:off x="2058423" y="1322284"/>
              <a:ext cx="486154" cy="1745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9CECAD37-34D8-4708-BB48-4C03132369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0129" y="1322168"/>
              <a:ext cx="479928" cy="192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5EEFA401-518E-45EA-967F-FC2C1E58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1521" y="1717040"/>
              <a:ext cx="14158" cy="1682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4BD2B59A-2596-48F0-9275-D42060B0C2F2}"/>
                </a:ext>
              </a:extLst>
            </p:cNvPr>
            <p:cNvCxnSpPr>
              <a:cxnSpLocks/>
            </p:cNvCxnSpPr>
            <p:nvPr/>
          </p:nvCxnSpPr>
          <p:spPr>
            <a:xfrm>
              <a:off x="1602038" y="2416852"/>
              <a:ext cx="679384" cy="2872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B3FFC0F2-4921-46A8-A4EC-04511C50A9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6400" y="2590800"/>
              <a:ext cx="235881" cy="874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D3C1EA34-0432-48A8-B81A-46FBC26C9D28}"/>
                </a:ext>
              </a:extLst>
            </p:cNvPr>
            <p:cNvCxnSpPr>
              <a:cxnSpLocks/>
            </p:cNvCxnSpPr>
            <p:nvPr/>
          </p:nvCxnSpPr>
          <p:spPr>
            <a:xfrm>
              <a:off x="2978701" y="2572513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816BF20E-8D3D-4F6A-B545-9D56572D0E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9580" y="2687434"/>
              <a:ext cx="0" cy="3910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87CF739F-CE3A-4F69-B98A-328FCF975C05}"/>
                </a:ext>
              </a:extLst>
            </p:cNvPr>
            <p:cNvCxnSpPr>
              <a:cxnSpLocks/>
            </p:cNvCxnSpPr>
            <p:nvPr/>
          </p:nvCxnSpPr>
          <p:spPr>
            <a:xfrm>
              <a:off x="3022306" y="2974520"/>
              <a:ext cx="207274" cy="756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0E13BC9-29F9-4A72-91D6-18AFCD908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5506" y="1679589"/>
              <a:ext cx="473479" cy="198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CB51A792-BE55-45D1-9236-96ABB0B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4182885" y="1780538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821AB671-48F2-4831-B4B0-494FC202A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5506" y="1587729"/>
              <a:ext cx="245023" cy="117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665A0651-D6C1-49E7-BB55-5FE677567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13970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E07BD470-E880-42D9-9D1D-75B16320F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0682" y="6759766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32F70F9C-7E0D-4274-B7D4-EC7F57CBD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701" y="6209757"/>
              <a:ext cx="481256" cy="2032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F47707CC-50FF-4795-9A3E-4E01EB63A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1319" y="4877731"/>
              <a:ext cx="242694" cy="91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4D71C0C8-AC06-4402-A69A-86C81C302FAD}"/>
                </a:ext>
              </a:extLst>
            </p:cNvPr>
            <p:cNvCxnSpPr>
              <a:cxnSpLocks/>
            </p:cNvCxnSpPr>
            <p:nvPr/>
          </p:nvCxnSpPr>
          <p:spPr>
            <a:xfrm>
              <a:off x="2990225" y="3845671"/>
              <a:ext cx="482646" cy="1858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0191C503-413D-40B0-946C-574794FC4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2281" y="3198765"/>
              <a:ext cx="0" cy="625007"/>
            </a:xfrm>
            <a:prstGeom prst="line">
              <a:avLst/>
            </a:prstGeom>
            <a:ln w="38100">
              <a:solidFill>
                <a:srgbClr val="FF99CC"/>
              </a:solidFill>
              <a:prstDash val="sysDot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7969B2BD-0418-4AFE-AD17-CE8FBCDD9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2871" y="3998980"/>
              <a:ext cx="0" cy="226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97951B54-6AFE-4407-A483-65C9B6305B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9" y="4124228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BA24116D-ABFC-42B7-BB35-5D565A030337}"/>
                </a:ext>
              </a:extLst>
            </p:cNvPr>
            <p:cNvCxnSpPr>
              <a:cxnSpLocks/>
            </p:cNvCxnSpPr>
            <p:nvPr/>
          </p:nvCxnSpPr>
          <p:spPr>
            <a:xfrm>
              <a:off x="3689553" y="4130861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0E0ED8A3-D375-4889-AE1E-10E90D4B1B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7153" y="4236721"/>
              <a:ext cx="0" cy="1746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992DE2E2-B359-47D7-B419-F4425BAB7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9" y="4394293"/>
              <a:ext cx="458214" cy="2028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CBFF204A-6BB4-4470-BE5C-048501607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090" y="4566121"/>
              <a:ext cx="0" cy="226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AC9D3215-588A-454B-BC8F-6F1BAB5375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0232" y="467401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509F7270-86EF-49A8-950C-6EC28A1CF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046" y="4660686"/>
              <a:ext cx="0" cy="5590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0FB76BC3-8FCB-4060-BEF7-D8C915FB96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1454" y="5214399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DA7B7645-49AF-42EA-90DD-24FD9EC79CCF}"/>
                </a:ext>
              </a:extLst>
            </p:cNvPr>
            <p:cNvCxnSpPr>
              <a:cxnSpLocks/>
            </p:cNvCxnSpPr>
            <p:nvPr/>
          </p:nvCxnSpPr>
          <p:spPr>
            <a:xfrm>
              <a:off x="3471749" y="5327004"/>
              <a:ext cx="226297" cy="825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E994C75E-CDA0-48C1-B7A4-FCBF947E8C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1899" y="5409545"/>
              <a:ext cx="6147" cy="3511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F332FAB6-D4DE-4970-98FE-43E50602E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674" y="576126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E1E7A56E-F492-49BE-8F7F-F0EF0B0E1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5865" y="5867441"/>
              <a:ext cx="6147" cy="3511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F96423-16AA-42A1-8225-335B657EE7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702" y="6414605"/>
              <a:ext cx="250878" cy="819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4603BA2B-C02C-4B53-83BB-170B3474A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6056" y="6476686"/>
              <a:ext cx="923209" cy="3704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70FE9D6B-38DE-40F0-98BE-D1CDE7865235}"/>
                </a:ext>
              </a:extLst>
            </p:cNvPr>
            <p:cNvCxnSpPr>
              <a:cxnSpLocks/>
            </p:cNvCxnSpPr>
            <p:nvPr/>
          </p:nvCxnSpPr>
          <p:spPr>
            <a:xfrm>
              <a:off x="4868150" y="1152426"/>
              <a:ext cx="236749" cy="81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7E9511BB-AC4A-480C-9FCE-7AA9368F14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402" y="113701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9A2E3CCD-673D-4EC1-B8E1-987437507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209" y="1311209"/>
              <a:ext cx="246567" cy="1231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2D0E4CCF-61C6-4FF5-84FC-9C6CCCFCD61F}"/>
                </a:ext>
              </a:extLst>
            </p:cNvPr>
            <p:cNvCxnSpPr>
              <a:cxnSpLocks/>
            </p:cNvCxnSpPr>
            <p:nvPr/>
          </p:nvCxnSpPr>
          <p:spPr>
            <a:xfrm>
              <a:off x="4174571" y="1609301"/>
              <a:ext cx="235131" cy="91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2C3BB3D0-475E-42A6-B542-E98E6E5A9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366" y="1587729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06AB7A5C-454C-4064-B7FA-16ED86AAC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87" y="16764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0384F74-D107-4ADA-95AB-1141A2BA5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2871" y="1856999"/>
              <a:ext cx="481192" cy="2096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E60409DF-D6D2-4AC8-8D33-5ECB649BCE34}"/>
                </a:ext>
              </a:extLst>
            </p:cNvPr>
            <p:cNvCxnSpPr>
              <a:cxnSpLocks/>
            </p:cNvCxnSpPr>
            <p:nvPr/>
          </p:nvCxnSpPr>
          <p:spPr>
            <a:xfrm>
              <a:off x="3249542" y="1979642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6378127-179E-4419-AE49-5C4471E57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3099" y="177864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28A960B8-C7EC-42F3-8C7F-BD8BAB0FA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6315" y="1684121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84D0789-B177-447E-8099-0594EE536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346" y="149461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90FD2E0F-8798-4B1B-B130-4441C611E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6400" y="1514907"/>
              <a:ext cx="679689" cy="2577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94BBBC7-5A65-4993-A239-64694BC311B5}"/>
                </a:ext>
              </a:extLst>
            </p:cNvPr>
            <p:cNvCxnSpPr>
              <a:cxnSpLocks/>
            </p:cNvCxnSpPr>
            <p:nvPr/>
          </p:nvCxnSpPr>
          <p:spPr>
            <a:xfrm>
              <a:off x="2802395" y="1787022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FBC65977-83CB-4698-AE0F-0C9F50A61B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3478" y="1866443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0E9A511C-B217-4437-9FD4-EB9218164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178" y="1957373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AC6D13C6-1A63-4CC4-A7CD-9CB5A4DAA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8823" y="2057537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B26288AA-3320-46D8-A624-161C216F3546}"/>
                </a:ext>
              </a:extLst>
            </p:cNvPr>
            <p:cNvCxnSpPr>
              <a:cxnSpLocks/>
            </p:cNvCxnSpPr>
            <p:nvPr/>
          </p:nvCxnSpPr>
          <p:spPr>
            <a:xfrm>
              <a:off x="2989587" y="2045813"/>
              <a:ext cx="500981" cy="1767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0ABE0EA-B189-4891-8085-68C7D095C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8" y="2206325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AECC4A9D-5CF3-4E43-92FE-32ECA6DE4FED}"/>
                </a:ext>
              </a:extLst>
            </p:cNvPr>
            <p:cNvCxnSpPr>
              <a:cxnSpLocks/>
            </p:cNvCxnSpPr>
            <p:nvPr/>
          </p:nvCxnSpPr>
          <p:spPr>
            <a:xfrm>
              <a:off x="3478458" y="2406253"/>
              <a:ext cx="251225" cy="9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60D2C656-8934-40D6-B65C-FEC178F51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1111" y="2134180"/>
              <a:ext cx="6665" cy="372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84689EEA-D634-4037-AF1D-09859045B5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4614" y="1957032"/>
              <a:ext cx="476878" cy="1961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7F08DE86-D4DB-4B4E-9344-2534242E64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9873" y="177357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3ACC0A87-10C8-4373-9BBB-073FFB5E5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544" y="676118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CCBCF038-7E16-44EC-89D1-E7AF9C041D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3051" y="6763728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6FAE9D2B-B12C-4862-B02F-7B2403C15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0040" y="6768213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841F94D2-4D20-407D-9EEA-DF8FD5D94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5441" y="686027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4E416AE6-0FED-40EC-B43C-A3978AB3BB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897" y="7034864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D04AEDAE-C3DE-453C-9104-6CF3F3E7E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058" y="7061288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EFFD4023-B407-4E27-B8B4-61B4E6F18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831" y="6661933"/>
              <a:ext cx="0" cy="4082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81440B08-9A42-4017-8EA5-5DB0F8BF1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704" y="658243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1375085-78E6-4E29-88A2-20F36D056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490" y="638288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234CEA0-0381-4B58-9418-6201D020D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673" y="6317007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CA5F8FF-6831-4608-B079-3557A9734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58" y="632850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05071D9-A925-46B2-ABE9-B92282B434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804" y="6412891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6CAA05A-2ABE-4F0E-899E-14A679BBA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66" y="6407065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AF072D6E-D5B7-4836-8E4C-0B59CE998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038" y="6504857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E59BAA40-39A1-4AFA-B924-3F671A9BB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59" y="6576239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6B7FEE5-23DC-4CFD-BD73-2972565CF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327" y="675007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4BBAE0CF-258A-42F6-958F-A00F6F86C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11" y="6859753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662CEFBE-1913-4F4D-B0ED-E62EDBE6C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878" y="6936179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E7C074D-86BE-40CB-A8AA-E603CBBAE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816" y="7038041"/>
              <a:ext cx="0" cy="1796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B1737BB-CA93-4275-AAAE-4205AF615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803" y="712428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8708889E-F2F6-475D-A70D-8355A0E59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95" y="709922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AB90511B-BC8D-4F64-9DF0-35D844311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390" y="7219708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0C3C3AE-540E-4E6D-8EAF-7EFCCE08C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560" y="7136521"/>
              <a:ext cx="466664" cy="1751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3C94A143-C051-45D8-A1BD-2BD3FEB2C2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664" y="6941171"/>
              <a:ext cx="5255" cy="2036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7073E39E-19C4-4048-9337-3293B6319C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7302" y="694600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5308231A-00B8-46D2-8F17-F42A4F839F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1290" y="7031042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1CDF61DB-D4B2-4EA5-9DD2-993086EF5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871" y="748547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99ADC4F9-2E3C-474B-B3B4-C33F41BBA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80" y="6929102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8F416D9F-15F6-4D3E-93E3-D321B9F196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433" y="695084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60ACE9B2-7AE3-4ED4-A15B-A8DB3C19F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7886" y="6942554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4E7096EB-78C8-4BCE-B88C-758D87802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1564" y="6933493"/>
              <a:ext cx="572" cy="3833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2910D99A-8CC7-405F-8FD0-3A7AA2F76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0714" y="7317345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F6614770-741E-41A3-B27C-42EB6B5B82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7498" y="6857438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DC967E57-BA35-41C1-A1E9-283D35329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2756" y="675665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68C42005-8AC8-4782-8ACA-4E61D5C63E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1273" y="6756658"/>
              <a:ext cx="10574" cy="7352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8E4F84E1-982D-47A1-BC9E-CCB7F01680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3452" y="740369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10CCBEFB-DFAC-4834-A44C-F809A07612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825" y="7383268"/>
              <a:ext cx="7597" cy="575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29D6A295-8857-47F3-B615-3CD807367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0028" y="7844263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92DCD6E-C49C-4F52-A9D3-9FEC271B0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7748" y="7857576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7E8C87F6-A436-459B-95B8-1E8576717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9089" y="7937919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50D55F5E-A40E-4623-A488-F926EA282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0842" y="803144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9DD47938-244A-4B15-90D8-B78F179BD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6795" y="7850062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8688289-6B40-4665-8CAB-7BCBB6473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4488" y="7680204"/>
              <a:ext cx="481788" cy="1918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9D080037-D456-440E-AEAA-171A8C1D8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6111" y="757884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E2BBD766-6BA3-4A7C-9B5F-45D4C5E6D6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10809" y="7589420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4E8160B9-C9B6-4308-BEA3-02EFC90468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4113" y="7485477"/>
              <a:ext cx="479800" cy="2118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A44A827-1F12-4E0C-BE94-2EA354A894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576" y="748795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66B02EAF-0E15-4592-8ADA-0710E2C40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0043" y="7155145"/>
              <a:ext cx="1194565" cy="430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18277E1C-C859-4228-A708-C00A7B6A4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5904" y="7132513"/>
              <a:ext cx="698068" cy="2887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29801B6B-FA29-439B-9A5A-177BFBEC0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9758" y="7211662"/>
              <a:ext cx="479800" cy="2118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C07AD498-54F9-4FC9-AF46-1227C14A72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2958" y="7208380"/>
              <a:ext cx="492267" cy="2103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6C331945-1DD1-4557-BFA8-D58F6E8BC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1986" y="7229691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A9B4CF11-B933-40A4-8C8E-38CAD0D800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39114" y="723927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2F8ED649-29FC-4219-BC52-C533DFA216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560" y="7217777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0F80F524-F294-451B-AA54-19F902BF0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4584" y="7052046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C18EA43E-4A9E-4308-AC5D-20EEB8635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1720" y="6938506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258BFEC3-7551-4737-ACB6-2AA9E8D76A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2560" y="6763728"/>
              <a:ext cx="464002" cy="183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0277EE8-4FCD-4571-B35C-F9A3E34BEC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0260" y="6747042"/>
              <a:ext cx="0" cy="4081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F173501-AB6B-48B6-9FAB-AC676DE953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6343" y="6948921"/>
              <a:ext cx="471372" cy="1905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A11BF8C-93B0-4C67-AEBE-8A0695800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3659" y="6940733"/>
              <a:ext cx="697825" cy="2693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40EB8E9F-886F-4BCC-AF21-D040E19459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1715" y="6948921"/>
              <a:ext cx="707624" cy="2769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B6A876FE-E3C6-40F8-B715-8CE1617F3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2790" y="6946939"/>
              <a:ext cx="1003877" cy="3624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7FA479C-05AF-4A06-919A-BC3DE2A0D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4875" y="712695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F206FB41-3B97-402A-AA8C-4DF5DC92A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0044" y="711155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E3419A87-AE79-49B9-AFFE-4139AB6FC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446" y="720752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58271F1D-ECD2-46C0-8983-FF7A36D88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3700" y="730396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FB25897-1AB9-4ABF-95E7-703392D39A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87" y="7294226"/>
              <a:ext cx="466137" cy="196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34CC0F1-C728-4741-8A0C-FB1074293C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5718" y="7215610"/>
              <a:ext cx="709343" cy="2877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FFDF7F9-7F0C-4CA0-89D6-3E2AA6899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8561" y="705172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B9C37A12-1C11-4E7A-8FCB-1D1DB8099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3637" y="6955348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BC243C1E-0D3D-47D4-909D-55F777C99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3617" y="694450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C6BF8B07-4982-4180-9F88-562FE73C37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0730" y="7117757"/>
              <a:ext cx="475899" cy="1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FB6E46C-3504-4677-8586-8E1E07416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613" y="7022286"/>
              <a:ext cx="685003" cy="2919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7BB0FE65-64E7-4DDD-9267-1CE898932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683274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38894C91-610F-40B3-BF63-E38155A2D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8826" y="6813249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CB6F954D-C8F8-4CB0-A228-061AFCF48F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0232" y="6844438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4E92BE8E-7CE3-48C4-8A43-6842973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0439" y="6827681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A0801046-5B2B-4D81-87A0-8BAC001BF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6481" y="692399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FA2EB02C-FDB6-4D04-BDEE-4F6E1EBB9E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7723" y="703485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2B3DEBC-8B8A-4C5D-A874-1D7AC7B3EC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333" y="6684094"/>
              <a:ext cx="5045" cy="3500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F7AFDAA5-316D-4F48-978F-09663EC266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2239" y="6573504"/>
              <a:ext cx="248842" cy="110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898C6681-E34F-4CBD-B066-20F3B64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957" y="636851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9301F155-A8A0-4D05-B61D-345C37ACBC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2449" y="638966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D522C75F-D39C-4F30-B38A-F8034BC1BA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4081" y="5937612"/>
              <a:ext cx="6139" cy="5355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993C19EF-DF8E-437E-A0F1-2C6E68E777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1121" y="595966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D375DBBB-D1A5-49E1-AF6D-DFACA88E8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686" y="5826402"/>
              <a:ext cx="0" cy="2204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39C4E16B-1D1F-479C-A3CE-2AD3E0779F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9023" y="5837666"/>
              <a:ext cx="716187" cy="2973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CED49402-37DE-4F47-9BB3-FF1A5F945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2134" y="6095154"/>
              <a:ext cx="0" cy="2204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070B8C1B-D912-41D1-920F-91B0EC1FF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8826" y="6290720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6DF4A4EF-69AA-46AD-A1DC-413F72DA3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5048" y="632099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607513FE-C98B-4A5D-BD2B-743F0CEF08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8627" y="629592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2BFBBCEC-8A76-4CB8-BE18-190FCCA20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20" y="6383985"/>
              <a:ext cx="0" cy="3726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9FA169AA-036F-433B-966B-4EF286E96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1635" y="666007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C5D7A5C9-9C6A-4A04-9AF8-5221B9528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8976" y="649213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32676446-7DE6-4473-BC3E-7EB76E98C0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7949" y="6499133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47A2E7B3-3673-4EE1-9FDC-258494504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4585" y="6577716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26F9B8C7-D96C-410C-9649-4B3146FEC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3637" y="6676281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D823844A-040D-4A8D-AACB-391EB231C7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8637" y="667663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912A7828-6E40-454E-A0E1-97F79A7F4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9328" y="658243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59C31F97-2846-42FC-84D5-F5BA79153E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6419" y="6514555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5F0607CC-1E75-4267-8ABE-9BD8CA071E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628" y="640269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9A440E46-C1CF-48B2-933B-0BCBB49B37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813" y="6043028"/>
              <a:ext cx="0" cy="3594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C47649F5-EDDF-4F23-B7D4-769582A396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0149" y="6041149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639A2934-8F48-4B67-BC65-523E311CA7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897" y="6124234"/>
              <a:ext cx="8911" cy="5358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8A711A40-DA93-43C3-AC6F-8471EFED4C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5116" y="6672088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7D2943B3-A1A5-4248-80E2-32E84710C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4038" y="6248137"/>
              <a:ext cx="8911" cy="5358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452">
              <a:extLst>
                <a:ext uri="{FF2B5EF4-FFF2-40B4-BE49-F238E27FC236}">
                  <a16:creationId xmlns:a16="http://schemas.microsoft.com/office/drawing/2014/main" id="{C9E9B992-9C42-4F60-AB5E-258C004622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7234" y="6128909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B3C35145-F5D5-48D0-B1C7-7E0E60802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0000" y="6108545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642E5729-7889-45F7-A6FA-D2DF715F7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9344" y="6756657"/>
              <a:ext cx="264715" cy="114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80C0475F-2590-4642-833F-50CDD3FEA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3852" y="6035537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452">
              <a:extLst>
                <a:ext uri="{FF2B5EF4-FFF2-40B4-BE49-F238E27FC236}">
                  <a16:creationId xmlns:a16="http://schemas.microsoft.com/office/drawing/2014/main" id="{264BCD1E-856C-4EDA-B117-858FC1604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96996" y="603984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7936E71A-B8BE-41E9-9D2E-853066AB48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879" y="6130986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888AAB8C-1B2F-422F-95E1-CCBFB89E40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3046" y="685536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452">
              <a:extLst>
                <a:ext uri="{FF2B5EF4-FFF2-40B4-BE49-F238E27FC236}">
                  <a16:creationId xmlns:a16="http://schemas.microsoft.com/office/drawing/2014/main" id="{F208B922-F5BE-4C09-A31E-5A2D63641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6605" y="6217754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3F1FF137-6A19-4B30-A0F2-F3022CF53B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9601" y="6239800"/>
              <a:ext cx="681365" cy="2762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452">
              <a:extLst>
                <a:ext uri="{FF2B5EF4-FFF2-40B4-BE49-F238E27FC236}">
                  <a16:creationId xmlns:a16="http://schemas.microsoft.com/office/drawing/2014/main" id="{C74560BE-51C8-48F6-9752-69DEA5D2EC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878" y="649213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452">
              <a:extLst>
                <a:ext uri="{FF2B5EF4-FFF2-40B4-BE49-F238E27FC236}">
                  <a16:creationId xmlns:a16="http://schemas.microsoft.com/office/drawing/2014/main" id="{1BCCD6D5-30DB-4DEA-B294-2C2A02A55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2298" y="6657524"/>
              <a:ext cx="510759" cy="1997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D11F44D6-0E09-42B2-AFE2-8BD811235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0753" y="6831294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02B44306-0EDF-4360-A04D-2D690FBE3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8625" y="6782713"/>
              <a:ext cx="723269" cy="2614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92FB4D5A-62E6-4D9D-B6E0-17520D26E0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4318" y="6782239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881D84D6-B352-4796-A222-30A1BC509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9087" y="670180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20F02B2A-20F6-4366-A572-90DADA0C92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9159" y="659903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44617CBE-4A4D-4B9A-B449-49C11E655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7271" y="6490412"/>
              <a:ext cx="264715" cy="114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19A724DA-E187-4324-B49C-6425E5688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227" y="6130986"/>
              <a:ext cx="7998" cy="3751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E1A39F89-43DE-466E-910C-31F57E123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87" y="6053087"/>
              <a:ext cx="232512" cy="98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452">
              <a:extLst>
                <a:ext uri="{FF2B5EF4-FFF2-40B4-BE49-F238E27FC236}">
                  <a16:creationId xmlns:a16="http://schemas.microsoft.com/office/drawing/2014/main" id="{AAA5B7AE-F2E1-400C-9CB1-E79C15C424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9890" y="587005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452">
              <a:extLst>
                <a:ext uri="{FF2B5EF4-FFF2-40B4-BE49-F238E27FC236}">
                  <a16:creationId xmlns:a16="http://schemas.microsoft.com/office/drawing/2014/main" id="{E581C668-2E79-4E9C-83FB-7B0D5829E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5856" y="5854798"/>
              <a:ext cx="454028" cy="185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38BCE6F8-10B7-4B01-B7C5-9048BCC83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0265" y="6029722"/>
              <a:ext cx="214" cy="388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452">
              <a:extLst>
                <a:ext uri="{FF2B5EF4-FFF2-40B4-BE49-F238E27FC236}">
                  <a16:creationId xmlns:a16="http://schemas.microsoft.com/office/drawing/2014/main" id="{F5BA81F8-2047-45DB-8A66-CDB41FDA3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020" y="5784849"/>
              <a:ext cx="1637772" cy="631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9809D96E-73E6-4183-A2F2-CB2147DC9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2140" y="558457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452">
              <a:extLst>
                <a:ext uri="{FF2B5EF4-FFF2-40B4-BE49-F238E27FC236}">
                  <a16:creationId xmlns:a16="http://schemas.microsoft.com/office/drawing/2014/main" id="{035AD8E5-3DBF-43F8-8AEA-53B5572DF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6823" y="5591472"/>
              <a:ext cx="1379521" cy="5536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5E7EBBBD-8ADC-48BB-8C1C-E7FC60760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186" y="596154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452">
              <a:extLst>
                <a:ext uri="{FF2B5EF4-FFF2-40B4-BE49-F238E27FC236}">
                  <a16:creationId xmlns:a16="http://schemas.microsoft.com/office/drawing/2014/main" id="{255C001C-FA9A-4A73-B037-E304998ED9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2677" y="5768111"/>
              <a:ext cx="489920" cy="2049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F794B06E-6837-462B-A9A5-2D9E2D4B8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9520" y="5681379"/>
              <a:ext cx="253214" cy="848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A01FA0F1-166E-4C1D-92D6-EDD329331CD1}"/>
                </a:ext>
              </a:extLst>
            </p:cNvPr>
            <p:cNvCxnSpPr>
              <a:cxnSpLocks/>
            </p:cNvCxnSpPr>
            <p:nvPr/>
          </p:nvCxnSpPr>
          <p:spPr>
            <a:xfrm>
              <a:off x="6735191" y="5499510"/>
              <a:ext cx="1" cy="1727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452">
              <a:extLst>
                <a:ext uri="{FF2B5EF4-FFF2-40B4-BE49-F238E27FC236}">
                  <a16:creationId xmlns:a16="http://schemas.microsoft.com/office/drawing/2014/main" id="{B7194F69-23DA-4F05-A14F-20F251F88D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9520" y="541603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452">
              <a:extLst>
                <a:ext uri="{FF2B5EF4-FFF2-40B4-BE49-F238E27FC236}">
                  <a16:creationId xmlns:a16="http://schemas.microsoft.com/office/drawing/2014/main" id="{F75A0400-5663-4EEA-891E-DF59A3789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1882" y="5227238"/>
              <a:ext cx="469084" cy="1879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452">
              <a:extLst>
                <a:ext uri="{FF2B5EF4-FFF2-40B4-BE49-F238E27FC236}">
                  <a16:creationId xmlns:a16="http://schemas.microsoft.com/office/drawing/2014/main" id="{F203A58C-0230-42B8-850D-D08290316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558" y="5219214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452">
              <a:extLst>
                <a:ext uri="{FF2B5EF4-FFF2-40B4-BE49-F238E27FC236}">
                  <a16:creationId xmlns:a16="http://schemas.microsoft.com/office/drawing/2014/main" id="{8BB66019-5C2E-4A55-B7FB-06F82C8BEA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249" y="540578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82EC37F2-3346-4008-8156-6B94898E2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362" y="5509160"/>
              <a:ext cx="253214" cy="848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452">
              <a:extLst>
                <a:ext uri="{FF2B5EF4-FFF2-40B4-BE49-F238E27FC236}">
                  <a16:creationId xmlns:a16="http://schemas.microsoft.com/office/drawing/2014/main" id="{78FC18A1-3FFD-4C5C-B309-92B9268E3E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1222" y="5591471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F29FFAE3-97A3-4F7C-961C-016E254436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2627" y="5771458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452">
              <a:extLst>
                <a:ext uri="{FF2B5EF4-FFF2-40B4-BE49-F238E27FC236}">
                  <a16:creationId xmlns:a16="http://schemas.microsoft.com/office/drawing/2014/main" id="{2F1A7040-C490-44F5-A750-430328181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3835" y="5677842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CDD5D878-3EB1-43F9-85D8-8C7181A2E4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1560" y="567625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452">
              <a:extLst>
                <a:ext uri="{FF2B5EF4-FFF2-40B4-BE49-F238E27FC236}">
                  <a16:creationId xmlns:a16="http://schemas.microsoft.com/office/drawing/2014/main" id="{A3D0DE8F-BEAF-4641-B402-B12C06E46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87" y="5597897"/>
              <a:ext cx="463183" cy="190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452">
              <a:extLst>
                <a:ext uri="{FF2B5EF4-FFF2-40B4-BE49-F238E27FC236}">
                  <a16:creationId xmlns:a16="http://schemas.microsoft.com/office/drawing/2014/main" id="{D6D4E557-0677-4E4D-A2C5-64AFFDA90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1720" y="5405787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7ABE6997-8475-4C57-8360-D2AED05372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6033" y="5405786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452">
              <a:extLst>
                <a:ext uri="{FF2B5EF4-FFF2-40B4-BE49-F238E27FC236}">
                  <a16:creationId xmlns:a16="http://schemas.microsoft.com/office/drawing/2014/main" id="{B106F6F4-5893-402C-B3E6-CC7EB997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592" y="5398736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452">
              <a:extLst>
                <a:ext uri="{FF2B5EF4-FFF2-40B4-BE49-F238E27FC236}">
                  <a16:creationId xmlns:a16="http://schemas.microsoft.com/office/drawing/2014/main" id="{9401F706-02D5-45BC-AF96-F3AC85235D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8730" y="530350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452">
              <a:extLst>
                <a:ext uri="{FF2B5EF4-FFF2-40B4-BE49-F238E27FC236}">
                  <a16:creationId xmlns:a16="http://schemas.microsoft.com/office/drawing/2014/main" id="{A1954A55-F027-4ED4-92D4-64B09D8C8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639" y="5215858"/>
              <a:ext cx="236307" cy="1107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A0CBD33F-9DD9-4AF5-A073-7FA4E6560D04}"/>
                </a:ext>
              </a:extLst>
            </p:cNvPr>
            <p:cNvCxnSpPr>
              <a:cxnSpLocks/>
            </p:cNvCxnSpPr>
            <p:nvPr/>
          </p:nvCxnSpPr>
          <p:spPr>
            <a:xfrm>
              <a:off x="8126562" y="5140868"/>
              <a:ext cx="233825" cy="72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F8DBDAE2-197B-4D8B-9B2F-8E896B982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511" y="4953892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452">
              <a:extLst>
                <a:ext uri="{FF2B5EF4-FFF2-40B4-BE49-F238E27FC236}">
                  <a16:creationId xmlns:a16="http://schemas.microsoft.com/office/drawing/2014/main" id="{852EB982-0978-47B8-92B0-91CF6972A3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97987" y="4872086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010B101-B845-4578-80C8-2755344A6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9884" y="4859022"/>
              <a:ext cx="246821" cy="115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452">
              <a:extLst>
                <a:ext uri="{FF2B5EF4-FFF2-40B4-BE49-F238E27FC236}">
                  <a16:creationId xmlns:a16="http://schemas.microsoft.com/office/drawing/2014/main" id="{ADF4CFE6-AA12-4640-B5C5-D44E994EB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1254" y="5051666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4F169173-7980-4BEC-94B2-66B9FAD1CF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0901" y="504687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452">
              <a:extLst>
                <a:ext uri="{FF2B5EF4-FFF2-40B4-BE49-F238E27FC236}">
                  <a16:creationId xmlns:a16="http://schemas.microsoft.com/office/drawing/2014/main" id="{4A4782C4-45FA-4BCA-833E-EB150BF59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227" y="486883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69D72D8D-711A-435C-92B5-4205257C2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8130" y="4792289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452">
              <a:extLst>
                <a:ext uri="{FF2B5EF4-FFF2-40B4-BE49-F238E27FC236}">
                  <a16:creationId xmlns:a16="http://schemas.microsoft.com/office/drawing/2014/main" id="{0C38D79B-83F5-4246-9100-589496290A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1226" y="468502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E7F5865B-C120-44A0-828F-F471A789BA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4792" y="467150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452">
              <a:extLst>
                <a:ext uri="{FF2B5EF4-FFF2-40B4-BE49-F238E27FC236}">
                  <a16:creationId xmlns:a16="http://schemas.microsoft.com/office/drawing/2014/main" id="{D13375D8-D4A6-405B-9A24-12848B9EB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4792" y="4770439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452">
              <a:extLst>
                <a:ext uri="{FF2B5EF4-FFF2-40B4-BE49-F238E27FC236}">
                  <a16:creationId xmlns:a16="http://schemas.microsoft.com/office/drawing/2014/main" id="{91A00FC9-F973-44B1-ABDF-94DEDFC314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7237" y="504406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452">
              <a:extLst>
                <a:ext uri="{FF2B5EF4-FFF2-40B4-BE49-F238E27FC236}">
                  <a16:creationId xmlns:a16="http://schemas.microsoft.com/office/drawing/2014/main" id="{663A1DE3-3C77-4086-85ED-4432570FA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237" y="4671501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452">
              <a:extLst>
                <a:ext uri="{FF2B5EF4-FFF2-40B4-BE49-F238E27FC236}">
                  <a16:creationId xmlns:a16="http://schemas.microsoft.com/office/drawing/2014/main" id="{60B602DF-DFD6-4305-B51B-B0998D9A41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9758" y="4492868"/>
              <a:ext cx="513745" cy="20769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452">
              <a:extLst>
                <a:ext uri="{FF2B5EF4-FFF2-40B4-BE49-F238E27FC236}">
                  <a16:creationId xmlns:a16="http://schemas.microsoft.com/office/drawing/2014/main" id="{0549CE79-2C22-4372-9BC4-FB5B00C80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1757" y="4500991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452">
              <a:extLst>
                <a:ext uri="{FF2B5EF4-FFF2-40B4-BE49-F238E27FC236}">
                  <a16:creationId xmlns:a16="http://schemas.microsoft.com/office/drawing/2014/main" id="{E25C81B6-D18E-44FF-93B9-750806F8F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2685" y="4778793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1965E411-ED9E-4AE2-A7C2-E8D316321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734" y="4770439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452">
              <a:extLst>
                <a:ext uri="{FF2B5EF4-FFF2-40B4-BE49-F238E27FC236}">
                  <a16:creationId xmlns:a16="http://schemas.microsoft.com/office/drawing/2014/main" id="{B773F15C-394A-4A90-941A-CE5860FD74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1888" y="503033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EC585459-4B79-4C5E-8398-397B6F212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2677" y="503444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452">
              <a:extLst>
                <a:ext uri="{FF2B5EF4-FFF2-40B4-BE49-F238E27FC236}">
                  <a16:creationId xmlns:a16="http://schemas.microsoft.com/office/drawing/2014/main" id="{F3A9E16E-C367-4AFE-8CE5-3BCA6DC9E8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687" y="5225877"/>
              <a:ext cx="436939" cy="1865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452">
              <a:extLst>
                <a:ext uri="{FF2B5EF4-FFF2-40B4-BE49-F238E27FC236}">
                  <a16:creationId xmlns:a16="http://schemas.microsoft.com/office/drawing/2014/main" id="{CB26D87B-3F15-42D4-B2BD-140350DFA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9214" y="522646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E3C94722-3F64-41A0-BAE4-18B031343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3795" y="5139218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CA3F8FD6-9618-4CDC-A1A6-2243487B33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5618" y="5040618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452">
              <a:extLst>
                <a:ext uri="{FF2B5EF4-FFF2-40B4-BE49-F238E27FC236}">
                  <a16:creationId xmlns:a16="http://schemas.microsoft.com/office/drawing/2014/main" id="{A599755C-0996-4FF4-B51B-244777EFC4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402" y="503689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FBB29391-E117-4AA3-8BCB-28B819DE54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1704" y="513042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61F77B81-4F52-47E3-949E-E8DD4D125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8874" y="530672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452">
              <a:extLst>
                <a:ext uri="{FF2B5EF4-FFF2-40B4-BE49-F238E27FC236}">
                  <a16:creationId xmlns:a16="http://schemas.microsoft.com/office/drawing/2014/main" id="{274D0BB9-2FF3-4F44-8A71-2B1798B0A8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8874" y="5203366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CDB76F1E-4C9F-4761-B335-B4F2E57D9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3506" y="5211048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91CAD047-2ECA-4D4A-81C3-25E481663B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7293" y="5292805"/>
              <a:ext cx="332" cy="584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452">
              <a:extLst>
                <a:ext uri="{FF2B5EF4-FFF2-40B4-BE49-F238E27FC236}">
                  <a16:creationId xmlns:a16="http://schemas.microsoft.com/office/drawing/2014/main" id="{8DE888CD-30AB-43FB-89D5-4CB653B8C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806" y="5860502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21B4242-2C2A-4ED4-BFE3-B48D61EF0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566" y="5041688"/>
              <a:ext cx="0" cy="9386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D6968708-A16B-472E-8563-1F97B6C15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516" y="4689472"/>
              <a:ext cx="910691" cy="3611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5A0BB2F3-B4CE-4E4F-BE49-58271EF64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789" y="469013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452">
              <a:extLst>
                <a:ext uri="{FF2B5EF4-FFF2-40B4-BE49-F238E27FC236}">
                  <a16:creationId xmlns:a16="http://schemas.microsoft.com/office/drawing/2014/main" id="{D899EDA0-8707-4661-90E9-267BBCF18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3526" y="460200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452">
              <a:extLst>
                <a:ext uri="{FF2B5EF4-FFF2-40B4-BE49-F238E27FC236}">
                  <a16:creationId xmlns:a16="http://schemas.microsoft.com/office/drawing/2014/main" id="{180CBF9F-52A5-4574-83F2-D6DC225B3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3267" y="4499402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452">
              <a:extLst>
                <a:ext uri="{FF2B5EF4-FFF2-40B4-BE49-F238E27FC236}">
                  <a16:creationId xmlns:a16="http://schemas.microsoft.com/office/drawing/2014/main" id="{F06C1615-0380-40FD-92C3-9171A5866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402" y="4490711"/>
              <a:ext cx="243443" cy="1114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08188D13-56D3-4285-AFBE-681F282D2C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7176" y="450051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Straight Connector 452">
              <a:extLst>
                <a:ext uri="{FF2B5EF4-FFF2-40B4-BE49-F238E27FC236}">
                  <a16:creationId xmlns:a16="http://schemas.microsoft.com/office/drawing/2014/main" id="{D516E418-EBCF-46DD-B1DD-EE629817C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7148" y="4496578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Straight Connector 452">
              <a:extLst>
                <a:ext uri="{FF2B5EF4-FFF2-40B4-BE49-F238E27FC236}">
                  <a16:creationId xmlns:a16="http://schemas.microsoft.com/office/drawing/2014/main" id="{82612DB6-83BF-4F53-B7C0-926029ECC3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4440" y="457724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Straight Connector 452">
              <a:extLst>
                <a:ext uri="{FF2B5EF4-FFF2-40B4-BE49-F238E27FC236}">
                  <a16:creationId xmlns:a16="http://schemas.microsoft.com/office/drawing/2014/main" id="{8B36602D-604C-4A73-94B1-A94DF040F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90" y="458933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28140B80-F5D6-45D8-BDA9-7296191F73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2842" y="4692420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AEE3155A-B186-4724-92D4-1374B0CD5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806" y="469095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A9F52A4-2F07-4A5E-879F-C75A9C440F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7025" y="476910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452">
              <a:extLst>
                <a:ext uri="{FF2B5EF4-FFF2-40B4-BE49-F238E27FC236}">
                  <a16:creationId xmlns:a16="http://schemas.microsoft.com/office/drawing/2014/main" id="{1B7651DE-116E-4814-BD99-7A3C526B4D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6331" y="4746893"/>
              <a:ext cx="6251" cy="11160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F377B456-D2E8-47FC-B85F-618EE6740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205" y="5870054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B43A847D-1CDD-44EF-9504-855333587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684" y="5373064"/>
              <a:ext cx="332" cy="584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C2D78AFB-E5C8-4512-9CC3-D4CE2363B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0661" y="5390513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131CF223-5551-4185-9877-C18B8A19CF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5506" y="5477423"/>
              <a:ext cx="7799" cy="3926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A8E54C66-0F55-4595-ADBC-B31EF433E3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1506" y="5676780"/>
              <a:ext cx="485419" cy="1866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452">
              <a:extLst>
                <a:ext uri="{FF2B5EF4-FFF2-40B4-BE49-F238E27FC236}">
                  <a16:creationId xmlns:a16="http://schemas.microsoft.com/office/drawing/2014/main" id="{097C8C8F-A8D6-421E-8555-425783989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7317" y="5593867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41F27A89-9C22-4EDF-8A17-0CB015248B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5310" y="5492105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F6C454CC-05E1-4BDC-B2D7-632C2ACBD8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4966" y="5403995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F4EA4AC2-FAA7-40A3-B616-001F96F86B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2959" y="5302233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63F90F06-E5D9-4F33-9AC4-B57CC7AD92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7420" y="4948618"/>
              <a:ext cx="7799" cy="3926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452">
              <a:extLst>
                <a:ext uri="{FF2B5EF4-FFF2-40B4-BE49-F238E27FC236}">
                  <a16:creationId xmlns:a16="http://schemas.microsoft.com/office/drawing/2014/main" id="{419F57F4-DBDC-4552-91D4-BA62647650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8599" y="486461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A020749E-5B01-479F-AB4C-ED7B412FE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912" y="486909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0DAD90DF-8BBD-4219-AD28-59AB16089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6932" y="469095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452">
              <a:extLst>
                <a:ext uri="{FF2B5EF4-FFF2-40B4-BE49-F238E27FC236}">
                  <a16:creationId xmlns:a16="http://schemas.microsoft.com/office/drawing/2014/main" id="{01528EFA-39EC-4C47-A501-AD59549389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976" y="4695677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6F050800-9AB5-438F-B3CA-0CBD48D22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9317" y="4594299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452">
              <a:extLst>
                <a:ext uri="{FF2B5EF4-FFF2-40B4-BE49-F238E27FC236}">
                  <a16:creationId xmlns:a16="http://schemas.microsoft.com/office/drawing/2014/main" id="{7A5903B8-13EE-474A-A0DC-0D5CC3F4B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405" y="4620294"/>
              <a:ext cx="466173" cy="1605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872E7F1A-37AB-4691-BA5D-DE2F458C9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20" y="4586908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815F74E9-4CAF-4C43-81C4-C09AC6ADD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380" y="4508079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452">
              <a:extLst>
                <a:ext uri="{FF2B5EF4-FFF2-40B4-BE49-F238E27FC236}">
                  <a16:creationId xmlns:a16="http://schemas.microsoft.com/office/drawing/2014/main" id="{ACE0FC51-1F5A-450D-823B-732CA2CBE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3396" y="4318894"/>
              <a:ext cx="5203" cy="2275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ACD5A3-721D-4FD8-98E7-89DD8DF2E3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6560" y="295540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75898CA8-6ECF-4B4A-9E04-0065B857E8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331" y="7224031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BA0FFC5-4876-42EE-92AD-9112019B2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1462" y="3873322"/>
              <a:ext cx="1178077" cy="466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52D3C321-6637-4390-8277-B0C45EB116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0809" y="3852086"/>
              <a:ext cx="276014" cy="1223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4B703F89-DA27-4303-9027-F8754D5259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1447" y="397445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EF174CF5-3E43-4132-9052-33EC1F109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3506" y="3140028"/>
              <a:ext cx="446289" cy="1910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B6230D65-4058-4F38-BFC3-BDF8596C06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8561" y="3039846"/>
              <a:ext cx="287775" cy="1313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C32C834C-8EA6-49D5-ADA1-D6CFDA4EC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0605" y="2687434"/>
              <a:ext cx="6726" cy="374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A968B084-F967-4A5F-9198-632F18C027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6648" y="2498850"/>
              <a:ext cx="502691" cy="206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5F7CA9C-9B71-47A2-B4C7-08E5DC775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8625" y="2478868"/>
              <a:ext cx="284109" cy="1321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DF7178BF-1BF0-4B19-A41E-04518968FD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939" y="2415128"/>
              <a:ext cx="502691" cy="206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BFB95C74-C8F5-4668-B25F-CB33CC83C1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4630" y="2234630"/>
              <a:ext cx="0" cy="367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A87DC337-81DC-44D3-9C0E-AC9D8AD6C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5376" y="2583185"/>
              <a:ext cx="239849" cy="950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BC183C66-37AD-4F3B-823C-80DE1A5597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6255" y="2666487"/>
              <a:ext cx="0" cy="367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435403F-3C46-41E6-A55F-07F37F14C3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1711" y="2415086"/>
              <a:ext cx="502691" cy="206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E0928364-5C04-48DF-BC30-264C671B37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3124" y="2498850"/>
              <a:ext cx="933050" cy="363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56EE2A62-96DE-4709-ACBC-16E8658FA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60750" y="2500259"/>
              <a:ext cx="239849" cy="950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84F51CD7-A4E2-44B2-BC05-5C7B6B40A5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1629" y="2498850"/>
              <a:ext cx="234661" cy="84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45259A17-8291-4E22-87A5-5FAC8AF58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3152" y="2313005"/>
              <a:ext cx="6582" cy="19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CE41B0DA-E076-4264-93E8-4EC977931F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5840" y="2226714"/>
              <a:ext cx="234661" cy="84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087C57D-84B1-4449-9333-35DAFB3BB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9320" y="1674447"/>
              <a:ext cx="12309" cy="5713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595388D5-FE0B-4523-9C1A-D29E72F2D6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4467" y="1674418"/>
              <a:ext cx="925773" cy="3779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6BFC0D0A-FB90-45DD-80A7-680390B0E7EB}"/>
                </a:ext>
              </a:extLst>
            </p:cNvPr>
            <p:cNvCxnSpPr>
              <a:cxnSpLocks/>
            </p:cNvCxnSpPr>
            <p:nvPr/>
          </p:nvCxnSpPr>
          <p:spPr>
            <a:xfrm>
              <a:off x="7675691" y="4975915"/>
              <a:ext cx="233825" cy="72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452">
              <a:extLst>
                <a:ext uri="{FF2B5EF4-FFF2-40B4-BE49-F238E27FC236}">
                  <a16:creationId xmlns:a16="http://schemas.microsoft.com/office/drawing/2014/main" id="{83340E54-A38F-4B2D-974E-53253AC14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0769" y="3496058"/>
              <a:ext cx="6499" cy="7355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F11D7759-9615-4810-8029-37DCB858BDF2}"/>
                </a:ext>
              </a:extLst>
            </p:cNvPr>
            <p:cNvCxnSpPr>
              <a:cxnSpLocks/>
            </p:cNvCxnSpPr>
            <p:nvPr/>
          </p:nvCxnSpPr>
          <p:spPr>
            <a:xfrm>
              <a:off x="5353560" y="3331101"/>
              <a:ext cx="446834" cy="1591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1DAFFF60-18FA-4107-A9CB-63374DDE35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7304" y="3148147"/>
              <a:ext cx="473926" cy="2067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452">
              <a:extLst>
                <a:ext uri="{FF2B5EF4-FFF2-40B4-BE49-F238E27FC236}">
                  <a16:creationId xmlns:a16="http://schemas.microsoft.com/office/drawing/2014/main" id="{04B63ED5-3B6B-4156-87A3-A9601E65F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4157" y="316876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D6976A4F-0478-4743-9D00-A36B140307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9528" y="4131603"/>
              <a:ext cx="276014" cy="1223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61126171-E474-400A-8615-2094B1782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2210" y="130288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74CBBD56-26FB-425C-BB3C-C3DF8469E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4770" y="1309366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B218F24C-BA48-481F-B18E-986867F167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0592" y="1395941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1BCB73EB-7FE2-47B1-B67D-70975B8CCAC0}"/>
                </a:ext>
              </a:extLst>
            </p:cNvPr>
            <p:cNvCxnSpPr>
              <a:cxnSpLocks/>
            </p:cNvCxnSpPr>
            <p:nvPr/>
          </p:nvCxnSpPr>
          <p:spPr>
            <a:xfrm>
              <a:off x="1368168" y="1617508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452">
              <a:extLst>
                <a:ext uri="{FF2B5EF4-FFF2-40B4-BE49-F238E27FC236}">
                  <a16:creationId xmlns:a16="http://schemas.microsoft.com/office/drawing/2014/main" id="{3A9594BE-8B5D-4881-8B1D-4720E7AEEC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9930" y="1674418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3D14244B-E6AC-432C-9939-6A2724247239}"/>
                </a:ext>
              </a:extLst>
            </p:cNvPr>
            <p:cNvCxnSpPr>
              <a:cxnSpLocks/>
            </p:cNvCxnSpPr>
            <p:nvPr/>
          </p:nvCxnSpPr>
          <p:spPr>
            <a:xfrm>
              <a:off x="1124533" y="1694283"/>
              <a:ext cx="484126" cy="1761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452">
              <a:extLst>
                <a:ext uri="{FF2B5EF4-FFF2-40B4-BE49-F238E27FC236}">
                  <a16:creationId xmlns:a16="http://schemas.microsoft.com/office/drawing/2014/main" id="{D651C067-EC89-4496-B895-CD33FC6450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712" y="1881911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Straight Connector 452">
              <a:extLst>
                <a:ext uri="{FF2B5EF4-FFF2-40B4-BE49-F238E27FC236}">
                  <a16:creationId xmlns:a16="http://schemas.microsoft.com/office/drawing/2014/main" id="{37660A56-B1D5-465E-9F9A-AF8D93D73003}"/>
                </a:ext>
              </a:extLst>
            </p:cNvPr>
            <p:cNvCxnSpPr>
              <a:cxnSpLocks/>
            </p:cNvCxnSpPr>
            <p:nvPr/>
          </p:nvCxnSpPr>
          <p:spPr>
            <a:xfrm>
              <a:off x="901187" y="1964097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42EE55D8-8E75-463D-AEF9-3A0B73B85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7486" y="2028416"/>
              <a:ext cx="3755" cy="5705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3AEDA986-4646-4660-94B1-D7F297529D2B}"/>
                </a:ext>
              </a:extLst>
            </p:cNvPr>
            <p:cNvCxnSpPr>
              <a:cxnSpLocks/>
            </p:cNvCxnSpPr>
            <p:nvPr/>
          </p:nvCxnSpPr>
          <p:spPr>
            <a:xfrm>
              <a:off x="1125188" y="2617524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0233C09E-EA16-46F3-9F76-39D7D1779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4649" y="2153225"/>
              <a:ext cx="3755" cy="5705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A1E2141F-87CE-4A9B-AD09-4D7BB007CAEE}"/>
                </a:ext>
              </a:extLst>
            </p:cNvPr>
            <p:cNvCxnSpPr>
              <a:cxnSpLocks/>
            </p:cNvCxnSpPr>
            <p:nvPr/>
          </p:nvCxnSpPr>
          <p:spPr>
            <a:xfrm>
              <a:off x="1373049" y="2152128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16965476-9E6E-4DB8-93F6-CE2295EAD2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6227" y="2201726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三队">
            <a:extLst>
              <a:ext uri="{FF2B5EF4-FFF2-40B4-BE49-F238E27FC236}">
                <a16:creationId xmlns:a16="http://schemas.microsoft.com/office/drawing/2014/main" id="{2465B4A8-572F-40E7-BADA-FE5E61AC5BFF}"/>
              </a:ext>
            </a:extLst>
          </p:cNvPr>
          <p:cNvGrpSpPr/>
          <p:nvPr/>
        </p:nvGrpSpPr>
        <p:grpSpPr>
          <a:xfrm>
            <a:off x="10465653" y="2232657"/>
            <a:ext cx="2076821" cy="1820601"/>
            <a:chOff x="10465653" y="2232657"/>
            <a:chExt cx="2076821" cy="1820601"/>
          </a:xfrm>
        </p:grpSpPr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277D3832-804E-42AE-B465-0EA9C37B31B3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90" y="2232657"/>
              <a:ext cx="1432190" cy="55403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655A234A-DEA2-4762-9089-7B759A60D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1826" y="2689860"/>
              <a:ext cx="430648" cy="18851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B3DA44-32AB-43F8-88E7-D34C88BCC6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1826" y="2886754"/>
              <a:ext cx="0" cy="1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E7FDD306-F958-4D36-B1F6-7D1F44F35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706" y="3038813"/>
              <a:ext cx="957245" cy="3853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02DB1A6B-3855-4186-BD8A-D4F31EB081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70214" y="3425856"/>
              <a:ext cx="10324" cy="34361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E1DF2403-71FA-4D27-8BC2-2C44DC43E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5653" y="3763598"/>
              <a:ext cx="717298" cy="2896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D75D7EE-0375-4276-8345-13C875725DA6}"/>
              </a:ext>
            </a:extLst>
          </p:cNvPr>
          <p:cNvSpPr txBox="1"/>
          <p:nvPr/>
        </p:nvSpPr>
        <p:spPr>
          <a:xfrm>
            <a:off x="2787664" y="29840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75548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二队">
            <a:extLst>
              <a:ext uri="{FF2B5EF4-FFF2-40B4-BE49-F238E27FC236}">
                <a16:creationId xmlns:a16="http://schemas.microsoft.com/office/drawing/2014/main" id="{5EC3C267-CA5D-4EFC-94E8-BC390C4D2048}"/>
              </a:ext>
            </a:extLst>
          </p:cNvPr>
          <p:cNvGrpSpPr/>
          <p:nvPr/>
        </p:nvGrpSpPr>
        <p:grpSpPr>
          <a:xfrm>
            <a:off x="186131" y="2200100"/>
            <a:ext cx="12390050" cy="7867701"/>
            <a:chOff x="186131" y="2200100"/>
            <a:chExt cx="12390050" cy="7867701"/>
          </a:xfrm>
        </p:grpSpPr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BF92BFC1-45E0-4043-811F-121E61FF64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4609" y="8217409"/>
              <a:ext cx="47095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4FCC76B-1328-4481-83B1-5F02108F88E9}"/>
                </a:ext>
              </a:extLst>
            </p:cNvPr>
            <p:cNvCxnSpPr>
              <a:cxnSpLocks/>
            </p:cNvCxnSpPr>
            <p:nvPr/>
          </p:nvCxnSpPr>
          <p:spPr>
            <a:xfrm>
              <a:off x="9064609" y="8391168"/>
              <a:ext cx="698721" cy="2803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71C5216C-CEFE-4C22-A34A-85C0C4152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2821" y="8671560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B645C7F9-65C6-48E4-960B-1222F3411F75}"/>
                </a:ext>
              </a:extLst>
            </p:cNvPr>
            <p:cNvCxnSpPr>
              <a:cxnSpLocks/>
            </p:cNvCxnSpPr>
            <p:nvPr/>
          </p:nvCxnSpPr>
          <p:spPr>
            <a:xfrm>
              <a:off x="8595360" y="8415530"/>
              <a:ext cx="1157461" cy="42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457CBDB8-598C-4BB0-8285-D33221572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280" y="83916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8FB480D5-AE0E-42A3-A758-2B1D93FE1DB0}"/>
                </a:ext>
              </a:extLst>
            </p:cNvPr>
            <p:cNvCxnSpPr>
              <a:cxnSpLocks/>
            </p:cNvCxnSpPr>
            <p:nvPr/>
          </p:nvCxnSpPr>
          <p:spPr>
            <a:xfrm>
              <a:off x="8343279" y="848415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9B08A4C4-AB5F-4D66-8A9B-D867862F4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3723" y="8572499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5ACA8B6A-D747-4524-95BE-9C148A469FF8}"/>
                </a:ext>
              </a:extLst>
            </p:cNvPr>
            <p:cNvCxnSpPr>
              <a:cxnSpLocks/>
            </p:cNvCxnSpPr>
            <p:nvPr/>
          </p:nvCxnSpPr>
          <p:spPr>
            <a:xfrm>
              <a:off x="8331643" y="8651843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884A36B0-D24F-4BBC-880D-33BC950EE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279" y="8656125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D00CA4F-FB5E-467D-A423-EBEC0AFCE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886248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655D7F22-4E88-48F0-9973-B21D1DCF4032}"/>
                </a:ext>
              </a:extLst>
            </p:cNvPr>
            <p:cNvCxnSpPr>
              <a:cxnSpLocks/>
            </p:cNvCxnSpPr>
            <p:nvPr/>
          </p:nvCxnSpPr>
          <p:spPr>
            <a:xfrm>
              <a:off x="8102835" y="8939735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0BBDA7B2-817F-4AA6-8EE1-EA5421845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4915" y="9016981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6D24803-F10D-454A-A9DF-2F5924B10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9388617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0D7AB129-631B-4CFD-ABBB-F48C53AE3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9463845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8E4B9612-51EC-4F8A-B972-BB3B96597124}"/>
                </a:ext>
              </a:extLst>
            </p:cNvPr>
            <p:cNvCxnSpPr>
              <a:cxnSpLocks/>
            </p:cNvCxnSpPr>
            <p:nvPr/>
          </p:nvCxnSpPr>
          <p:spPr>
            <a:xfrm>
              <a:off x="8097017" y="9659368"/>
              <a:ext cx="518663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4071DDB0-39D9-4853-8DD3-FED3ABE1FA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3723" y="9113520"/>
              <a:ext cx="8149" cy="7439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376FC765-B8F9-4646-8506-ED5B058ABD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3577" y="9030005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B5B78990-744E-4FF9-8BB1-9C7768D02F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4022" y="9014459"/>
              <a:ext cx="14806" cy="7696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6B6D2202-D433-4F6D-B8F7-EDF0AB53D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0058" y="96593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35DBD035-ADAB-4583-B06A-3904A729B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1819" y="9301344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DB691C10-8FBF-415D-AA4C-DF8D5138474D}"/>
                </a:ext>
              </a:extLst>
            </p:cNvPr>
            <p:cNvCxnSpPr>
              <a:cxnSpLocks/>
            </p:cNvCxnSpPr>
            <p:nvPr/>
          </p:nvCxnSpPr>
          <p:spPr>
            <a:xfrm>
              <a:off x="9056794" y="930252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005CF148-8801-4954-8EEF-25F1FCC9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0083" y="9402952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7CE91D9E-52FC-4CC8-85D1-06912AB7E7A4}"/>
                </a:ext>
              </a:extLst>
            </p:cNvPr>
            <p:cNvCxnSpPr>
              <a:cxnSpLocks/>
            </p:cNvCxnSpPr>
            <p:nvPr/>
          </p:nvCxnSpPr>
          <p:spPr>
            <a:xfrm>
              <a:off x="9283480" y="975842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038594EE-C658-4C7C-9F8B-489F1BC45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2765" y="966966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E6454689-CAF6-4D27-8134-2BD908E0DF6C}"/>
                </a:ext>
              </a:extLst>
            </p:cNvPr>
            <p:cNvCxnSpPr>
              <a:cxnSpLocks/>
            </p:cNvCxnSpPr>
            <p:nvPr/>
          </p:nvCxnSpPr>
          <p:spPr>
            <a:xfrm>
              <a:off x="9515154" y="9682301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3D21ACF4-281F-427F-B94B-4E9B15A49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290" y="9682301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03732F45-4BD5-489C-9124-98B2642B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5319" y="948550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08D38A3-FD96-4F38-BBEB-47EE02B651A6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83" y="9394265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B8A53DCF-A25C-4545-BF11-1D36189B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1132" y="940013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BCD5205-43F9-4392-A03E-5BF49411A0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2475" y="9113520"/>
              <a:ext cx="1398" cy="4112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BEA01B2-25F0-4E77-B7E5-7589D7AC1895}"/>
                </a:ext>
              </a:extLst>
            </p:cNvPr>
            <p:cNvCxnSpPr>
              <a:cxnSpLocks/>
            </p:cNvCxnSpPr>
            <p:nvPr/>
          </p:nvCxnSpPr>
          <p:spPr>
            <a:xfrm>
              <a:off x="9291694" y="9035849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11D0EF68-6DF2-4771-86F0-9A851F406A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1067" y="8833559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ABBA4F78-B16B-4597-8017-27B2C446A4A6}"/>
                </a:ext>
              </a:extLst>
            </p:cNvPr>
            <p:cNvCxnSpPr>
              <a:cxnSpLocks/>
            </p:cNvCxnSpPr>
            <p:nvPr/>
          </p:nvCxnSpPr>
          <p:spPr>
            <a:xfrm>
              <a:off x="9284077" y="8856820"/>
              <a:ext cx="491638" cy="187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A2E1942-8DD4-4618-8105-C380EFB06A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1290" y="902460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4F57782E-CA2B-455F-B075-831D6FFEA8A7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72" y="922379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2205DADC-138A-43A9-B7D3-C42501E2D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1735" y="9030005"/>
              <a:ext cx="679188" cy="2781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073A6BDF-0CCE-4424-82EB-DA32C9C543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891" y="902815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CC581740-967C-4C0E-AF4A-BC50FFDB1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6670" y="903240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C0384427-0BCA-48DA-96D8-7791D7F67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5718" y="8839085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6D90F071-66EE-41F9-B351-F03173D3B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6471" y="875525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B260BC6F-9F43-4B2B-BAC4-C207D639B0A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6163" y="877128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F9CD3A7E-8F8D-406D-9EBB-C58EE11BD3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30946" y="8654810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885345EC-033E-4A03-A223-C1C2DBCAF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01131" y="8391168"/>
              <a:ext cx="735649" cy="2950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694DBEE5-5D24-49AD-9E85-A433CF399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0266" y="820344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14FED685-C197-4AA0-837A-266524AB06BA}"/>
                </a:ext>
              </a:extLst>
            </p:cNvPr>
            <p:cNvCxnSpPr>
              <a:cxnSpLocks/>
            </p:cNvCxnSpPr>
            <p:nvPr/>
          </p:nvCxnSpPr>
          <p:spPr>
            <a:xfrm>
              <a:off x="12084700" y="8131803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E81B4025-FB03-401E-86BD-6C943B7E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11826" y="7935019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642DF7CA-F47B-4230-BF75-71CBEAA9B618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746" y="7848814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9BE36F56-6EFC-4A71-A3FC-37F9C40E2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7574" y="7823323"/>
              <a:ext cx="480776" cy="205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05DE466B-FEB0-4A05-A52C-9308AA7CDD86}"/>
                </a:ext>
              </a:extLst>
            </p:cNvPr>
            <p:cNvCxnSpPr>
              <a:cxnSpLocks/>
            </p:cNvCxnSpPr>
            <p:nvPr/>
          </p:nvCxnSpPr>
          <p:spPr>
            <a:xfrm>
              <a:off x="10683389" y="7765778"/>
              <a:ext cx="714409" cy="2588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2274E41F-E1C1-4D88-B50E-BE594E0937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3684" y="773707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304E9AAD-3B0C-480E-8F5E-15DF72907E70}"/>
                </a:ext>
              </a:extLst>
            </p:cNvPr>
            <p:cNvCxnSpPr>
              <a:cxnSpLocks/>
            </p:cNvCxnSpPr>
            <p:nvPr/>
          </p:nvCxnSpPr>
          <p:spPr>
            <a:xfrm>
              <a:off x="10683199" y="7942775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C371317A-ACE4-486E-A40A-D14AF8652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9971" y="8019288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631C54B2-F625-40F4-A52C-C90FA519B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8369" y="81278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5B6C4216-764E-4915-8D41-D8F158CD4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156102" y="8120120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20A2FDC5-06C7-4D8A-92B2-48AEB5F4E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3920" y="8017647"/>
              <a:ext cx="508921" cy="2037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60C56AF2-A39E-4A6D-86A0-87256E2DB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68500" y="8007016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9BF06F31-B1C2-42A6-AE3E-AD670C1E35C8}"/>
                </a:ext>
              </a:extLst>
            </p:cNvPr>
            <p:cNvCxnSpPr>
              <a:cxnSpLocks/>
            </p:cNvCxnSpPr>
            <p:nvPr/>
          </p:nvCxnSpPr>
          <p:spPr>
            <a:xfrm>
              <a:off x="11874179" y="8206953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08A2F1A7-B3C3-4DB2-A07D-9FD6218E6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32002" y="8296568"/>
              <a:ext cx="480776" cy="205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780FAA81-AA31-4F11-9DEA-E64F8AEBD5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8380" y="830484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E61488F9-B4E4-4E2C-9404-A64913E9E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5592" y="8304842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4F817314-55B2-4712-A247-0A922745EC58}"/>
                </a:ext>
              </a:extLst>
            </p:cNvPr>
            <p:cNvCxnSpPr>
              <a:cxnSpLocks/>
            </p:cNvCxnSpPr>
            <p:nvPr/>
          </p:nvCxnSpPr>
          <p:spPr>
            <a:xfrm>
              <a:off x="11153949" y="8301233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454A5773-B29E-4588-857A-412297A45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8799" y="828985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2701031B-9FD2-48F4-87A3-2C39A15948B5}"/>
                </a:ext>
              </a:extLst>
            </p:cNvPr>
            <p:cNvCxnSpPr>
              <a:cxnSpLocks/>
            </p:cNvCxnSpPr>
            <p:nvPr/>
          </p:nvCxnSpPr>
          <p:spPr>
            <a:xfrm>
              <a:off x="11161026" y="8491867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E11429FD-3C5B-4E12-966E-412B36D8E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9190" y="8578663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DDC61A2D-80F8-469C-B0F9-C081AB5B2CB4}"/>
                </a:ext>
              </a:extLst>
            </p:cNvPr>
            <p:cNvCxnSpPr>
              <a:cxnSpLocks/>
            </p:cNvCxnSpPr>
            <p:nvPr/>
          </p:nvCxnSpPr>
          <p:spPr>
            <a:xfrm>
              <a:off x="10932027" y="8571308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31DB8A7-FFD9-42F7-9A9F-2880C4435C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9554" y="8557500"/>
              <a:ext cx="3232" cy="3822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A782CC5-DE43-4D7E-9449-3F1505C6DA9C}"/>
                </a:ext>
              </a:extLst>
            </p:cNvPr>
            <p:cNvCxnSpPr>
              <a:cxnSpLocks/>
            </p:cNvCxnSpPr>
            <p:nvPr/>
          </p:nvCxnSpPr>
          <p:spPr>
            <a:xfrm>
              <a:off x="10687549" y="8856072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2AB922A4-F654-494F-BF55-FB5B8CB8D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4219" y="8855487"/>
              <a:ext cx="736223" cy="2717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588F8820-C647-403C-AA65-DFE427E2A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1798" y="8937754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D5D11ADB-AF02-4EAD-92D7-FD50C0407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0676" y="8748617"/>
              <a:ext cx="496411" cy="2089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4729FD8A-F846-4A21-93C9-46D070B1EA1B}"/>
                </a:ext>
              </a:extLst>
            </p:cNvPr>
            <p:cNvCxnSpPr>
              <a:cxnSpLocks/>
            </p:cNvCxnSpPr>
            <p:nvPr/>
          </p:nvCxnSpPr>
          <p:spPr>
            <a:xfrm>
              <a:off x="10228881" y="8670339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9DB831D2-647C-4C1F-A077-E761D3575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2637" y="867222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3D621202-737A-4D83-8651-50C9AA11E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4771" y="8579932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DDD3B5D-A608-4548-B7EE-CB78A7B6B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9556" y="8384654"/>
              <a:ext cx="486097" cy="2217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E46BFB78-6A27-4C35-9115-5FF38189F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2504" y="8201303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8CBEDC97-85C6-4751-846C-454D943C8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5020" y="8202107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A8ED9A3B-3F27-4E6D-804E-706678062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22146" y="7765778"/>
              <a:ext cx="6297" cy="546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181DEF72-2815-4E1D-A6BA-1F5CF5E36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2060" y="7594103"/>
              <a:ext cx="481624" cy="1741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24AC21BB-F700-4593-9306-31282B773E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7549" y="740034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010E1C24-F795-42E0-9D18-75B7C7192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5464" y="7410001"/>
              <a:ext cx="240812" cy="870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2E60FD38-46F9-40D5-BD5A-467F523D4429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758" y="7406376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B85CE67C-DBAF-41CC-821E-D95BC41C1CDF}"/>
                </a:ext>
              </a:extLst>
            </p:cNvPr>
            <p:cNvCxnSpPr>
              <a:cxnSpLocks/>
            </p:cNvCxnSpPr>
            <p:nvPr/>
          </p:nvCxnSpPr>
          <p:spPr>
            <a:xfrm>
              <a:off x="9517202" y="6567963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D99CF61B-03FA-498B-8183-571EF1B57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235" y="6582518"/>
              <a:ext cx="445762" cy="177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25878FD9-9D95-4492-A2D3-1694BE15D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2235" y="6739216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A6DA6944-34F5-4FFB-922A-84950B61A18E}"/>
                </a:ext>
              </a:extLst>
            </p:cNvPr>
            <p:cNvCxnSpPr>
              <a:cxnSpLocks/>
            </p:cNvCxnSpPr>
            <p:nvPr/>
          </p:nvCxnSpPr>
          <p:spPr>
            <a:xfrm>
              <a:off x="9060502" y="696150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9C2E7D3-3247-4DE2-A6E7-4433A537D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8178" y="7055332"/>
              <a:ext cx="2094" cy="171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6236DAEA-35D3-4DCE-80B3-65C38BDBED34}"/>
                </a:ext>
              </a:extLst>
            </p:cNvPr>
            <p:cNvCxnSpPr>
              <a:cxnSpLocks/>
            </p:cNvCxnSpPr>
            <p:nvPr/>
          </p:nvCxnSpPr>
          <p:spPr>
            <a:xfrm>
              <a:off x="9030545" y="7114662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10308797-600A-4A63-9CBF-F14BD6DA6C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828" y="7120550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BBA2A486-2653-4537-83B8-544435A0C7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114" y="7182567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4E75CA71-6280-4279-958B-DA8F49E26EA3}"/>
                </a:ext>
              </a:extLst>
            </p:cNvPr>
            <p:cNvCxnSpPr>
              <a:cxnSpLocks/>
            </p:cNvCxnSpPr>
            <p:nvPr/>
          </p:nvCxnSpPr>
          <p:spPr>
            <a:xfrm>
              <a:off x="8807135" y="7394500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706C29CC-9B6E-4A94-81C7-1E661043A2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0838" y="7461184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2887BD29-6A46-478D-9235-1B708D3455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607" y="7669207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83B3B230-A551-4F9F-8A52-C2F67BC86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1968" y="757288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F3308183-D6EE-40FC-A396-09AE263D6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430" y="7593542"/>
              <a:ext cx="691309" cy="2721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98703FF7-B966-4177-B6CF-12AB6F122133}"/>
                </a:ext>
              </a:extLst>
            </p:cNvPr>
            <p:cNvCxnSpPr>
              <a:cxnSpLocks/>
            </p:cNvCxnSpPr>
            <p:nvPr/>
          </p:nvCxnSpPr>
          <p:spPr>
            <a:xfrm>
              <a:off x="7670262" y="7693901"/>
              <a:ext cx="480178" cy="1781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9C418AD2-A7F5-4556-9B53-FD1DEC98B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340" y="767809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93D52DD3-224E-4C84-BCAD-11EB7B690686}"/>
                </a:ext>
              </a:extLst>
            </p:cNvPr>
            <p:cNvCxnSpPr>
              <a:cxnSpLocks/>
            </p:cNvCxnSpPr>
            <p:nvPr/>
          </p:nvCxnSpPr>
          <p:spPr>
            <a:xfrm>
              <a:off x="7189117" y="767912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237ED0E0-2621-4FBC-BBE3-6DF2261B1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8365" y="768557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38C657B0-111E-4F6C-81BA-B3A67C035FD2}"/>
                </a:ext>
              </a:extLst>
            </p:cNvPr>
            <p:cNvCxnSpPr>
              <a:cxnSpLocks/>
            </p:cNvCxnSpPr>
            <p:nvPr/>
          </p:nvCxnSpPr>
          <p:spPr>
            <a:xfrm>
              <a:off x="8126562" y="750710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DA2D1A45-431F-4EFB-AFF4-9E3F6EE6E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6333" y="768876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FED23938-F54E-4896-8C66-99A275312FD9}"/>
                </a:ext>
              </a:extLst>
            </p:cNvPr>
            <p:cNvCxnSpPr>
              <a:cxnSpLocks/>
            </p:cNvCxnSpPr>
            <p:nvPr/>
          </p:nvCxnSpPr>
          <p:spPr>
            <a:xfrm>
              <a:off x="5800393" y="7507324"/>
              <a:ext cx="703579" cy="2727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4E325FEB-82A0-4707-8EF9-9311FAAD06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1325" y="7490536"/>
              <a:ext cx="745943" cy="2895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63E2F131-456A-448E-889C-9036D9BB7E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5897" y="7740498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C01DE38C-1D88-4F94-BFEA-D391B56C8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8458" y="7942777"/>
              <a:ext cx="497047" cy="1850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F76A6467-AE95-4511-A95B-BFFAB18C7E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8389" y="8046717"/>
              <a:ext cx="18197" cy="8910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089ACAF6-76C3-4553-A7F3-A351C6DF94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5464" y="958711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9D7BFFA0-03FA-4F3C-8119-0816713BBC2B}"/>
                </a:ext>
              </a:extLst>
            </p:cNvPr>
            <p:cNvCxnSpPr>
              <a:cxnSpLocks/>
            </p:cNvCxnSpPr>
            <p:nvPr/>
          </p:nvCxnSpPr>
          <p:spPr>
            <a:xfrm>
              <a:off x="4370385" y="8046716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D8AE68EB-D065-4959-886D-BE59694F69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0209" y="7788011"/>
              <a:ext cx="12810" cy="559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860BA1B-9165-455E-B3FC-FD8C1D58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048" y="7682846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DB5462DB-411C-47CC-AEC3-74E29D21D95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752" y="7679127"/>
              <a:ext cx="474167" cy="180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74DD28B7-6C7D-47AD-B46D-89FFE01E19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2515" y="7676194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8D56A6F4-5736-4717-936E-0094EA7A37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7338041"/>
              <a:ext cx="933914" cy="345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508AA7FA-D18D-4A7F-80B0-FCB4E46FAF0C}"/>
                </a:ext>
              </a:extLst>
            </p:cNvPr>
            <p:cNvCxnSpPr>
              <a:cxnSpLocks/>
            </p:cNvCxnSpPr>
            <p:nvPr/>
          </p:nvCxnSpPr>
          <p:spPr>
            <a:xfrm>
              <a:off x="5791176" y="7329358"/>
              <a:ext cx="703579" cy="2727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ADD90C1-B0A9-4AC6-B615-27AE9867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6673" y="7412444"/>
              <a:ext cx="485109" cy="189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0281F91-2A07-4CBA-990D-5331D4A770AA}"/>
                </a:ext>
              </a:extLst>
            </p:cNvPr>
            <p:cNvCxnSpPr>
              <a:cxnSpLocks/>
            </p:cNvCxnSpPr>
            <p:nvPr/>
          </p:nvCxnSpPr>
          <p:spPr>
            <a:xfrm>
              <a:off x="6960966" y="7394500"/>
              <a:ext cx="458121" cy="1956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9BF33A4A-FBBC-4542-85DA-BA6684739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959" y="749544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9EED8EC2-E59E-4C96-8C26-7BF94C71CBDE}"/>
                </a:ext>
              </a:extLst>
            </p:cNvPr>
            <p:cNvCxnSpPr>
              <a:cxnSpLocks/>
            </p:cNvCxnSpPr>
            <p:nvPr/>
          </p:nvCxnSpPr>
          <p:spPr>
            <a:xfrm>
              <a:off x="7661035" y="7492528"/>
              <a:ext cx="488791" cy="1766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807F4705-E609-4F9A-A88F-2AF5FB796A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6192" y="7475437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D1ED640C-C755-450A-A482-C94B5303A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7106" y="6952325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4DB2F278-2D81-4360-8F37-76347B3981EF}"/>
                </a:ext>
              </a:extLst>
            </p:cNvPr>
            <p:cNvCxnSpPr>
              <a:cxnSpLocks/>
            </p:cNvCxnSpPr>
            <p:nvPr/>
          </p:nvCxnSpPr>
          <p:spPr>
            <a:xfrm>
              <a:off x="8381911" y="739873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0A3D233D-2AF0-47A2-AF11-8962AFDFB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63946" y="7223557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1E6AE68A-E9B9-4B4E-B135-0606433CCACD}"/>
                </a:ext>
              </a:extLst>
            </p:cNvPr>
            <p:cNvCxnSpPr>
              <a:cxnSpLocks/>
            </p:cNvCxnSpPr>
            <p:nvPr/>
          </p:nvCxnSpPr>
          <p:spPr>
            <a:xfrm>
              <a:off x="8366174" y="7215053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53033928-2C0F-4468-8F3B-27BE750882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2826" y="7142415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DFD8C779-5B9F-46A6-A6E0-4E2F373C25BB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8" y="705204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AB1B51D8-CAEE-46B4-BA55-CE4A2A437100}"/>
                </a:ext>
              </a:extLst>
            </p:cNvPr>
            <p:cNvCxnSpPr>
              <a:cxnSpLocks/>
            </p:cNvCxnSpPr>
            <p:nvPr/>
          </p:nvCxnSpPr>
          <p:spPr>
            <a:xfrm>
              <a:off x="8575049" y="694046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F1BE923C-7B08-443F-B967-7C6EA41D5B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1797" y="7501892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B10E9A6D-6851-45EF-A06A-00F3836234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2038" y="6848148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FDD3E6A8-0734-42C3-9940-C58CE14000B3}"/>
                </a:ext>
              </a:extLst>
            </p:cNvPr>
            <p:cNvCxnSpPr>
              <a:cxnSpLocks/>
            </p:cNvCxnSpPr>
            <p:nvPr/>
          </p:nvCxnSpPr>
          <p:spPr>
            <a:xfrm>
              <a:off x="8601319" y="678672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87F9CAD0-FF3F-4B65-AECB-9DC534D222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1063" y="6406281"/>
              <a:ext cx="949177" cy="370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19C036B3-0E26-4AA0-BBE2-0AA3DD6FA001}"/>
                </a:ext>
              </a:extLst>
            </p:cNvPr>
            <p:cNvCxnSpPr>
              <a:cxnSpLocks/>
            </p:cNvCxnSpPr>
            <p:nvPr/>
          </p:nvCxnSpPr>
          <p:spPr>
            <a:xfrm>
              <a:off x="6706660" y="7694071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6C4A15B9-0B66-4C76-9E11-7B9EDB56BD00}"/>
                </a:ext>
              </a:extLst>
            </p:cNvPr>
            <p:cNvCxnSpPr>
              <a:cxnSpLocks/>
            </p:cNvCxnSpPr>
            <p:nvPr/>
          </p:nvCxnSpPr>
          <p:spPr>
            <a:xfrm>
              <a:off x="9805625" y="6752090"/>
              <a:ext cx="393133" cy="624771"/>
            </a:xfrm>
            <a:prstGeom prst="line">
              <a:avLst/>
            </a:prstGeom>
            <a:ln w="38100">
              <a:solidFill>
                <a:srgbClr val="FFFF00"/>
              </a:solidFill>
              <a:prstDash val="sysDot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61439327-600F-41C5-99A5-F26EA13AFC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5320" y="5154168"/>
              <a:ext cx="12769" cy="8746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28334FEC-304D-46BD-BA19-FF72C8C01B04}"/>
                </a:ext>
              </a:extLst>
            </p:cNvPr>
            <p:cNvCxnSpPr>
              <a:cxnSpLocks/>
            </p:cNvCxnSpPr>
            <p:nvPr/>
          </p:nvCxnSpPr>
          <p:spPr>
            <a:xfrm>
              <a:off x="2281422" y="9597200"/>
              <a:ext cx="717492" cy="2718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779953CC-97DE-40BB-97BC-F1CB771671D8}"/>
                </a:ext>
              </a:extLst>
            </p:cNvPr>
            <p:cNvCxnSpPr>
              <a:cxnSpLocks/>
            </p:cNvCxnSpPr>
            <p:nvPr/>
          </p:nvCxnSpPr>
          <p:spPr>
            <a:xfrm>
              <a:off x="3932066" y="8231424"/>
              <a:ext cx="237807" cy="13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6A3E5087-A1B9-4D07-BB0C-3F134BA812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290" y="5147402"/>
              <a:ext cx="226227" cy="78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BCC0DE7A-C262-4D88-B9AC-4A4E2C53DF22}"/>
                </a:ext>
              </a:extLst>
            </p:cNvPr>
            <p:cNvCxnSpPr>
              <a:cxnSpLocks/>
            </p:cNvCxnSpPr>
            <p:nvPr/>
          </p:nvCxnSpPr>
          <p:spPr>
            <a:xfrm>
              <a:off x="9517997" y="5130420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B3AE829C-A78A-4B4A-91CB-A5F11BB4B9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0240" y="4947169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C58C808E-5B53-4BAA-B403-2D8127354D32}"/>
                </a:ext>
              </a:extLst>
            </p:cNvPr>
            <p:cNvCxnSpPr>
              <a:cxnSpLocks/>
            </p:cNvCxnSpPr>
            <p:nvPr/>
          </p:nvCxnSpPr>
          <p:spPr>
            <a:xfrm>
              <a:off x="7189117" y="4049517"/>
              <a:ext cx="1657173" cy="636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1383A708-4F47-4B92-990F-91BF40DA9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0592" y="4137839"/>
              <a:ext cx="1" cy="372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DC3E5B25-2B86-4934-B6C8-874B23726D32}"/>
                </a:ext>
              </a:extLst>
            </p:cNvPr>
            <p:cNvCxnSpPr>
              <a:cxnSpLocks/>
            </p:cNvCxnSpPr>
            <p:nvPr/>
          </p:nvCxnSpPr>
          <p:spPr>
            <a:xfrm>
              <a:off x="6503972" y="4323080"/>
              <a:ext cx="480195" cy="1779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CFDB4400-6053-45D8-B50A-99112B70C6C6}"/>
                </a:ext>
              </a:extLst>
            </p:cNvPr>
            <p:cNvCxnSpPr>
              <a:cxnSpLocks/>
            </p:cNvCxnSpPr>
            <p:nvPr/>
          </p:nvCxnSpPr>
          <p:spPr>
            <a:xfrm>
              <a:off x="9757024" y="4133015"/>
              <a:ext cx="252329" cy="1146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4D3DB32A-6BBB-4573-BFCA-8D08E884338D}"/>
                </a:ext>
              </a:extLst>
            </p:cNvPr>
            <p:cNvCxnSpPr>
              <a:cxnSpLocks/>
            </p:cNvCxnSpPr>
            <p:nvPr/>
          </p:nvCxnSpPr>
          <p:spPr>
            <a:xfrm>
              <a:off x="9509211" y="4218657"/>
              <a:ext cx="492523" cy="2004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252203D4-0A34-4683-929E-EFDCE8AB3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520" y="3316224"/>
              <a:ext cx="1376" cy="9259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7A95B031-E2F9-4132-8053-61A8ED659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8590" y="3233125"/>
              <a:ext cx="927125" cy="369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452">
              <a:extLst>
                <a:ext uri="{FF2B5EF4-FFF2-40B4-BE49-F238E27FC236}">
                  <a16:creationId xmlns:a16="http://schemas.microsoft.com/office/drawing/2014/main" id="{7E8BC30D-974C-426D-8FE9-D2B3825CFB6F}"/>
                </a:ext>
              </a:extLst>
            </p:cNvPr>
            <p:cNvCxnSpPr>
              <a:cxnSpLocks/>
            </p:cNvCxnSpPr>
            <p:nvPr/>
          </p:nvCxnSpPr>
          <p:spPr>
            <a:xfrm>
              <a:off x="8381797" y="3416809"/>
              <a:ext cx="467028" cy="1747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B110D48B-61A9-4592-BD1C-DECA29FB8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1718" y="3409849"/>
              <a:ext cx="248016" cy="900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C7FAAC5D-58CF-4079-BC7E-09643CE3B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6192" y="3479278"/>
              <a:ext cx="1659" cy="383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AB39178C-7B67-4B32-BEB5-94A105A6EACC}"/>
                </a:ext>
              </a:extLst>
            </p:cNvPr>
            <p:cNvCxnSpPr>
              <a:cxnSpLocks/>
            </p:cNvCxnSpPr>
            <p:nvPr/>
          </p:nvCxnSpPr>
          <p:spPr>
            <a:xfrm>
              <a:off x="8168145" y="3831382"/>
              <a:ext cx="207201" cy="93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212D52D5-667D-4B4B-9C05-F6EC2F98DF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4915" y="3936275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9A9AEB9B-3126-4740-AB5E-A12DD4DC9934}"/>
                </a:ext>
              </a:extLst>
            </p:cNvPr>
            <p:cNvCxnSpPr>
              <a:cxnSpLocks/>
            </p:cNvCxnSpPr>
            <p:nvPr/>
          </p:nvCxnSpPr>
          <p:spPr>
            <a:xfrm>
              <a:off x="7910351" y="3958048"/>
              <a:ext cx="452899" cy="1493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E720E79F-B79A-4EA3-A4F8-9DC3EF38D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10350" y="3779210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BEAD8AC0-9450-4A92-BA90-789DD5CDE07B}"/>
                </a:ext>
              </a:extLst>
            </p:cNvPr>
            <p:cNvCxnSpPr>
              <a:cxnSpLocks/>
            </p:cNvCxnSpPr>
            <p:nvPr/>
          </p:nvCxnSpPr>
          <p:spPr>
            <a:xfrm>
              <a:off x="7677672" y="3689773"/>
              <a:ext cx="247640" cy="892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316FFF44-93FC-4C31-92B9-F6D01E91BA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4128" y="3111409"/>
              <a:ext cx="9072" cy="5846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1FEB41CD-A8B4-45A3-925F-2CE9FDC70B6A}"/>
                </a:ext>
              </a:extLst>
            </p:cNvPr>
            <p:cNvCxnSpPr>
              <a:cxnSpLocks/>
            </p:cNvCxnSpPr>
            <p:nvPr/>
          </p:nvCxnSpPr>
          <p:spPr>
            <a:xfrm>
              <a:off x="7215856" y="2975610"/>
              <a:ext cx="442743" cy="1475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5321499-891B-42A6-AE79-C441315E01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5856" y="2200100"/>
              <a:ext cx="0" cy="7793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28958311-F1AA-49B2-BFA5-BFEBC719E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0544" y="2408966"/>
              <a:ext cx="468438" cy="187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9D120C6E-0716-4ABE-85C4-A9FD27390817}"/>
                </a:ext>
              </a:extLst>
            </p:cNvPr>
            <p:cNvCxnSpPr>
              <a:cxnSpLocks/>
            </p:cNvCxnSpPr>
            <p:nvPr/>
          </p:nvCxnSpPr>
          <p:spPr>
            <a:xfrm>
              <a:off x="6543045" y="2506456"/>
              <a:ext cx="207201" cy="93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452">
              <a:extLst>
                <a:ext uri="{FF2B5EF4-FFF2-40B4-BE49-F238E27FC236}">
                  <a16:creationId xmlns:a16="http://schemas.microsoft.com/office/drawing/2014/main" id="{2D488E81-8BAF-44CF-9A14-6FB05DA7E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6010" y="2499883"/>
              <a:ext cx="468438" cy="1879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CF86E49E-6B8D-4710-A1CB-B4D1BBBE5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5006" y="2666712"/>
              <a:ext cx="7937" cy="4082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452">
              <a:extLst>
                <a:ext uri="{FF2B5EF4-FFF2-40B4-BE49-F238E27FC236}">
                  <a16:creationId xmlns:a16="http://schemas.microsoft.com/office/drawing/2014/main" id="{5E226ECE-A5E6-4642-9C41-53F3B42BADAB}"/>
                </a:ext>
              </a:extLst>
            </p:cNvPr>
            <p:cNvCxnSpPr>
              <a:cxnSpLocks/>
            </p:cNvCxnSpPr>
            <p:nvPr/>
          </p:nvCxnSpPr>
          <p:spPr>
            <a:xfrm>
              <a:off x="6036010" y="3055078"/>
              <a:ext cx="234219" cy="83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2A81DA72-54EE-4156-8D97-0F437907F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943" y="4068265"/>
              <a:ext cx="226227" cy="78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8CB68CFC-40B6-45B8-B49D-860FFDB177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4919" y="4243204"/>
              <a:ext cx="226227" cy="78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200E8239-716F-4146-BBF8-418569F06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0544" y="3886912"/>
              <a:ext cx="1" cy="3723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7F6C7AE8-647F-4EDF-A860-0C822388EE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911" y="3897107"/>
              <a:ext cx="935288" cy="3265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1418ECA2-37D0-465C-93B9-C68AF1F7FD1E}"/>
                </a:ext>
              </a:extLst>
            </p:cNvPr>
            <p:cNvCxnSpPr>
              <a:cxnSpLocks/>
            </p:cNvCxnSpPr>
            <p:nvPr/>
          </p:nvCxnSpPr>
          <p:spPr>
            <a:xfrm>
              <a:off x="5312847" y="4060380"/>
              <a:ext cx="480195" cy="1779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B15E35DC-9ECB-4CA1-B5B6-603371F6F0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8584" y="3870500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D8047A8-0DFB-4055-8200-199D4FEAAE77}"/>
                </a:ext>
              </a:extLst>
            </p:cNvPr>
            <p:cNvCxnSpPr>
              <a:cxnSpLocks/>
            </p:cNvCxnSpPr>
            <p:nvPr/>
          </p:nvCxnSpPr>
          <p:spPr>
            <a:xfrm>
              <a:off x="5357293" y="3879765"/>
              <a:ext cx="247640" cy="892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BA971CF7-A1F6-408A-8D63-F3B090690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9046" y="3683375"/>
              <a:ext cx="711561" cy="279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8D01496E-3AF5-4A0A-B0A8-2177487717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58484" y="3137518"/>
              <a:ext cx="19002" cy="5601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F948B682-AD5E-484B-ACDA-D78368D65A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05543" y="4235320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6CC29FCD-A2F5-4B30-8986-3056B515D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75165" y="3943969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452">
              <a:extLst>
                <a:ext uri="{FF2B5EF4-FFF2-40B4-BE49-F238E27FC236}">
                  <a16:creationId xmlns:a16="http://schemas.microsoft.com/office/drawing/2014/main" id="{631CD690-F335-45BF-8E4A-5BB404DD4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7234" y="3870206"/>
              <a:ext cx="248016" cy="900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18274BE0-DECD-4A93-AFB1-E081C1DFDDA8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190" y="3858939"/>
              <a:ext cx="452821" cy="1944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452">
              <a:extLst>
                <a:ext uri="{FF2B5EF4-FFF2-40B4-BE49-F238E27FC236}">
                  <a16:creationId xmlns:a16="http://schemas.microsoft.com/office/drawing/2014/main" id="{484033B6-6978-474A-989B-17A6FB8EC7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5459" y="3766869"/>
              <a:ext cx="693340" cy="286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BFB7678C-D279-479F-BA66-12E74F2EA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950" y="3416809"/>
              <a:ext cx="6601" cy="3714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FB12722-7876-4E19-96DB-30E39C048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949" y="3055078"/>
              <a:ext cx="930751" cy="3735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E086A590-08F0-4168-B91F-C1C0A7B6F7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7765" y="2851602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2BF05B26-1206-49C3-A413-0D0414221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84700" y="2663895"/>
              <a:ext cx="491481" cy="2066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9C1B197F-5F97-4636-9B5E-AC956973139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0551" y="2325661"/>
              <a:ext cx="1184609" cy="449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D645DB78-8911-4846-B1A7-6834D58C5BB0}"/>
                </a:ext>
              </a:extLst>
            </p:cNvPr>
            <p:cNvCxnSpPr>
              <a:cxnSpLocks/>
            </p:cNvCxnSpPr>
            <p:nvPr/>
          </p:nvCxnSpPr>
          <p:spPr>
            <a:xfrm>
              <a:off x="4395506" y="8923653"/>
              <a:ext cx="236628" cy="1151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07783AF2-DA11-4CD6-8E14-C302476D3D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8261" y="901197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452">
              <a:extLst>
                <a:ext uri="{FF2B5EF4-FFF2-40B4-BE49-F238E27FC236}">
                  <a16:creationId xmlns:a16="http://schemas.microsoft.com/office/drawing/2014/main" id="{A9FD4328-B147-4E6E-8B38-6EBA51059D61}"/>
                </a:ext>
              </a:extLst>
            </p:cNvPr>
            <p:cNvCxnSpPr>
              <a:cxnSpLocks/>
            </p:cNvCxnSpPr>
            <p:nvPr/>
          </p:nvCxnSpPr>
          <p:spPr>
            <a:xfrm>
              <a:off x="4403789" y="9106557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A85C841F-5159-4BB0-BC2C-25D3F9A821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0752" y="910628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F81C9CD3-F060-4DF8-BCFE-07C94B93C47F}"/>
                </a:ext>
              </a:extLst>
            </p:cNvPr>
            <p:cNvCxnSpPr>
              <a:cxnSpLocks/>
            </p:cNvCxnSpPr>
            <p:nvPr/>
          </p:nvCxnSpPr>
          <p:spPr>
            <a:xfrm>
              <a:off x="4409702" y="9289461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452">
              <a:extLst>
                <a:ext uri="{FF2B5EF4-FFF2-40B4-BE49-F238E27FC236}">
                  <a16:creationId xmlns:a16="http://schemas.microsoft.com/office/drawing/2014/main" id="{6A5CF5DE-177D-454E-9077-DE120BE3F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624" y="940219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2E408E2F-BB4D-49C2-8448-02D72FB06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1633" y="948899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D6005162-5855-4043-8333-0DCD35F3B968}"/>
                </a:ext>
              </a:extLst>
            </p:cNvPr>
            <p:cNvCxnSpPr>
              <a:cxnSpLocks/>
            </p:cNvCxnSpPr>
            <p:nvPr/>
          </p:nvCxnSpPr>
          <p:spPr>
            <a:xfrm>
              <a:off x="4162297" y="9579030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6141F397-6FD3-4707-AD7E-6E2C67B352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2841" y="9580113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452">
              <a:extLst>
                <a:ext uri="{FF2B5EF4-FFF2-40B4-BE49-F238E27FC236}">
                  <a16:creationId xmlns:a16="http://schemas.microsoft.com/office/drawing/2014/main" id="{81DF6356-3418-4734-81FA-3C795C6EE4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544" y="9964795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147FB840-0CCB-4652-B98F-19147E7862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7187" y="9683823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CA4E3D0F-25FA-4FF0-BD15-0F79E2A925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636" y="9579030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452">
              <a:extLst>
                <a:ext uri="{FF2B5EF4-FFF2-40B4-BE49-F238E27FC236}">
                  <a16:creationId xmlns:a16="http://schemas.microsoft.com/office/drawing/2014/main" id="{EAD387BA-76FE-45F7-AB80-672AB3800400}"/>
                </a:ext>
              </a:extLst>
            </p:cNvPr>
            <p:cNvCxnSpPr>
              <a:cxnSpLocks/>
            </p:cNvCxnSpPr>
            <p:nvPr/>
          </p:nvCxnSpPr>
          <p:spPr>
            <a:xfrm>
              <a:off x="3462565" y="9857486"/>
              <a:ext cx="277685" cy="110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405052E0-1BB8-4B80-8BB3-A8AA7470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8701" y="976607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6EC1BECF-75E7-4348-9FF9-22F5E051EC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4488" y="9505196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FD6D677D-9CCA-43D1-8B74-9FEA80D14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565" y="9390625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F80D7180-2247-4F44-B5BE-3073B4D8D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051" y="929389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C6C5650A-0409-4936-A63C-921D2B516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564" y="9125081"/>
              <a:ext cx="503899" cy="1802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79C3F502-E9E5-4525-B64A-250F88FAC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9402" y="9111600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F6CADF1E-0641-4F94-9D3A-8DBE4181C0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8249" y="8484157"/>
              <a:ext cx="1" cy="737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0AD7AC42-84B6-4975-9207-F9ED8F868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547" y="848082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E5504D8E-B5B1-40A1-9C3B-F373143B0D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8039" y="8588887"/>
              <a:ext cx="2870" cy="365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FA93BDC4-8BBF-4AF6-88F6-CF3754C1C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7451" y="8937755"/>
              <a:ext cx="726263" cy="269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55C625AE-7802-4E02-9B1A-925EE61619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6000" y="9174835"/>
              <a:ext cx="1912" cy="5912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52BAC363-B952-46F2-9D27-6BD8A7BC3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625" y="9410219"/>
              <a:ext cx="474232" cy="1907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7ED3833-1F8E-4691-80E4-0C21B79236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841" y="9382049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CF1F587E-0404-4E2A-9C95-CCEA791E5EDE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94" y="9572863"/>
              <a:ext cx="277685" cy="110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322BD401-279C-4C42-9CB2-2FDB16A019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4676" y="9131465"/>
              <a:ext cx="6674" cy="5566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43049AD5-1FF8-4189-8635-31D7AB803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2816" y="9024601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81371CE5-3F69-4844-ADCF-80DDDCF24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3577" y="8843240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FFFF9AD5-3F46-49FF-A1A1-DF9934E77B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2772" y="884685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AE69EE51-642F-45CE-AE61-7BCC12684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1747" y="876274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9C7B8229-21A8-4603-A21E-BB71A844C6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0787" y="8755185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DC460A8E-90C6-41F1-96EE-1501E08D3F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9649" y="8518835"/>
              <a:ext cx="2870" cy="365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4DC10347-23C0-4B44-A181-B8A83E88F3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5741" y="8395767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6E469E4-0D32-4C71-B399-36FE1A60F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9995" y="8399122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088A110F-6B9A-4CA8-A854-76F51C9001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9857" y="8293381"/>
              <a:ext cx="494993" cy="2141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399BBE8-E665-462A-A13E-46A6C51F9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5420" y="8290901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24D37B13-5A3C-4DAA-B3E9-564927FB6B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4318" y="8374963"/>
              <a:ext cx="0" cy="213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DBD76A0C-540C-410E-9C94-EAECE80BA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0696" y="858205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E0F19CE0-DC43-42C4-B680-F9894BD0A0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073" y="868195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6D2C388F-924D-4570-8842-380C11099F44}"/>
                </a:ext>
              </a:extLst>
            </p:cNvPr>
            <p:cNvCxnSpPr>
              <a:cxnSpLocks/>
            </p:cNvCxnSpPr>
            <p:nvPr/>
          </p:nvCxnSpPr>
          <p:spPr>
            <a:xfrm>
              <a:off x="2515721" y="8759283"/>
              <a:ext cx="245024" cy="1041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51C1DCAB-3414-4A1F-BEBC-65AD5C4934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7111" y="8747311"/>
              <a:ext cx="5903" cy="3841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2339AFD3-A14D-4BD9-A548-71153AE7C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5697" y="9106283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60FB46CC-59B9-4278-8030-1D2C0BFD2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6500" y="9224546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145913F7-DE24-47E5-B67E-5D93706D7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659" y="940632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1EDCEF51-1204-4CB5-9871-221CC4614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8745" y="9155220"/>
              <a:ext cx="953500" cy="3530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14365273-F6A3-4909-BB48-88EBCC52F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31" y="7942776"/>
              <a:ext cx="1200709" cy="484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505FF14F-929B-4E34-AA64-FA0A652373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7911" y="896610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96FC8620-8EE2-4C47-85CD-99CB0C79C514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" y="8778053"/>
              <a:ext cx="499817" cy="201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7CE03424-1988-448F-A510-C0635061E0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7344" y="860281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B9EFF864-98A4-43E6-B73F-E30D9F380630}"/>
                </a:ext>
              </a:extLst>
            </p:cNvPr>
            <p:cNvCxnSpPr>
              <a:cxnSpLocks/>
            </p:cNvCxnSpPr>
            <p:nvPr/>
          </p:nvCxnSpPr>
          <p:spPr>
            <a:xfrm>
              <a:off x="657344" y="8620252"/>
              <a:ext cx="721601" cy="257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820974D1-9EE6-4CA8-84FD-B2660E6CCC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4295" y="887168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F3643A7E-1A55-48C2-AFE9-1392771BCB87}"/>
                </a:ext>
              </a:extLst>
            </p:cNvPr>
            <p:cNvCxnSpPr>
              <a:cxnSpLocks/>
            </p:cNvCxnSpPr>
            <p:nvPr/>
          </p:nvCxnSpPr>
          <p:spPr>
            <a:xfrm>
              <a:off x="1362570" y="9064904"/>
              <a:ext cx="721601" cy="257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F562B277-65A9-4987-A90C-6C8F78961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3439" y="9142591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6B8D5CBC-E3AA-4B78-BB6F-F8485CFE9661}"/>
                </a:ext>
              </a:extLst>
            </p:cNvPr>
            <p:cNvCxnSpPr>
              <a:cxnSpLocks/>
            </p:cNvCxnSpPr>
            <p:nvPr/>
          </p:nvCxnSpPr>
          <p:spPr>
            <a:xfrm>
              <a:off x="1594224" y="8972540"/>
              <a:ext cx="502924" cy="196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D014ED18-9558-44FD-8000-7012107012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1263" y="876790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01F237B-955B-4B20-AD68-A500F712E7DB}"/>
                </a:ext>
              </a:extLst>
            </p:cNvPr>
            <p:cNvCxnSpPr>
              <a:cxnSpLocks/>
            </p:cNvCxnSpPr>
            <p:nvPr/>
          </p:nvCxnSpPr>
          <p:spPr>
            <a:xfrm>
              <a:off x="1603114" y="8764213"/>
              <a:ext cx="704000" cy="2716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67A042C3-8EB4-44F0-BAF9-862416FFD4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2183" y="8853069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2A80CB76-6FA9-4E04-A18D-351C59A4F3CE}"/>
                </a:ext>
              </a:extLst>
            </p:cNvPr>
            <p:cNvCxnSpPr>
              <a:cxnSpLocks/>
            </p:cNvCxnSpPr>
            <p:nvPr/>
          </p:nvCxnSpPr>
          <p:spPr>
            <a:xfrm>
              <a:off x="892003" y="8309361"/>
              <a:ext cx="1420070" cy="5648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51D8F8FB-3515-4CA5-8B5E-F1DC0CBC0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49" y="8304842"/>
              <a:ext cx="492399" cy="2026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D76AFDEC-78FF-48E0-8440-4967BF74E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289" y="8415530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2FE470A7-38D5-46B7-8327-2F4C7432D8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7107" y="794869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8E7CA9C-B8F6-4A1E-92A9-A7352F8F0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911" y="8051310"/>
              <a:ext cx="454559" cy="174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F176F8B2-CC27-474D-9DC8-4373441864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5391" y="8232739"/>
              <a:ext cx="1147783" cy="4449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81E3B697-BC83-4CEA-A1B7-97AF56EB7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1870" y="8495853"/>
              <a:ext cx="0" cy="213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8176ACC4-7FAC-49D5-BF77-D854075454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2210" y="8212354"/>
              <a:ext cx="746712" cy="3028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215E3F12-A6E7-489B-B69D-8FF956857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1624" y="8141054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DF88C9C6-9B3E-4047-83B1-40BD7320ED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4550" y="8139664"/>
              <a:ext cx="494070" cy="188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E6CD4A0-DD5E-4F61-8F0A-FCC835146C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17870" y="813810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086A6C35-34F0-471F-84DB-09EB6947B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0057" y="804372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6D2ADBC3-2006-4DF3-B483-5EBC9AD50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8423" y="787063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C76E2252-6E2A-4E84-A478-2BA188B6D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148" y="7767679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03A0691-3FE6-470B-8371-457A04C267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97627" y="7743370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AE42EBA8-3CEC-4164-92B0-92F5B258F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1755" y="7838980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98D333F1-3CA6-47C8-A472-77830CF1A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6948" y="765649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A912F85A-8830-49FF-B19C-850F988335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6751" y="7677768"/>
              <a:ext cx="229649" cy="866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6116443E-4A62-4746-8763-A4A65446A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8460" y="7677326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CDC78F86-33C5-45B2-AFC9-9DA0F4A2FC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9371" y="765876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6E39EFD3-4A62-4E2A-B255-386C6A6E1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3429" y="7832075"/>
              <a:ext cx="471272" cy="19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F314999D-11DF-42E8-8241-F3E3546989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33" y="8004198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70D1D27D-4229-4E02-9C25-3F2800510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3341" y="8009981"/>
              <a:ext cx="471272" cy="19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3663BE38-F29B-4D8A-AB8F-1BDA74F81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555" y="803898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C8185D86-37DA-406B-8157-F43E16BFDD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893" y="8225897"/>
              <a:ext cx="229649" cy="866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B37E1990-E5C7-494D-99B9-CF15E5FAB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2201" y="809532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AEA1DAE-1BF0-405D-8F65-22F3F2450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5308" y="8021836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9232C225-48C2-4D50-8E87-68212A33F2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0608" y="801454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630F13C3-84E0-4449-9EA4-EF9F656B0C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1725" y="8229813"/>
              <a:ext cx="481424" cy="1746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7ED505DB-DCA1-430C-92BA-666993B49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9829" y="8214949"/>
              <a:ext cx="6319" cy="195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16CA89E8-B039-4F38-813A-39CE56F5CD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4356" y="621732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AD4F1BDF-283F-47AB-BAC3-6C0B533053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4295" y="6020570"/>
              <a:ext cx="463257" cy="2048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5D9E79FA-2336-42ED-B4A0-7EDD02C8C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3748" y="4757349"/>
              <a:ext cx="7090" cy="556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C73936AC-22C9-4DA3-98B4-A446BEA323E8}"/>
                </a:ext>
              </a:extLst>
            </p:cNvPr>
            <p:cNvCxnSpPr>
              <a:cxnSpLocks/>
            </p:cNvCxnSpPr>
            <p:nvPr/>
          </p:nvCxnSpPr>
          <p:spPr>
            <a:xfrm>
              <a:off x="8376130" y="5036891"/>
              <a:ext cx="684096" cy="265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6F90C367-879E-4D8D-B823-EA2F402F0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4569" y="4847119"/>
              <a:ext cx="484170" cy="1945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4D3D7472-F7EA-4E60-8863-0BB960C2D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28739" y="4662248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69895A7D-DD1B-4298-9398-15BF1B654917}"/>
                </a:ext>
              </a:extLst>
            </p:cNvPr>
            <p:cNvCxnSpPr>
              <a:cxnSpLocks/>
            </p:cNvCxnSpPr>
            <p:nvPr/>
          </p:nvCxnSpPr>
          <p:spPr>
            <a:xfrm>
              <a:off x="9063579" y="4787590"/>
              <a:ext cx="480195" cy="1779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3" name="八卦">
            <a:extLst>
              <a:ext uri="{FF2B5EF4-FFF2-40B4-BE49-F238E27FC236}">
                <a16:creationId xmlns:a16="http://schemas.microsoft.com/office/drawing/2014/main" id="{D95A043F-8817-4AFC-AF44-65E684FACBA1}"/>
              </a:ext>
            </a:extLst>
          </p:cNvPr>
          <p:cNvGrpSpPr/>
          <p:nvPr/>
        </p:nvGrpSpPr>
        <p:grpSpPr>
          <a:xfrm>
            <a:off x="2520696" y="692563"/>
            <a:ext cx="8648971" cy="7524846"/>
            <a:chOff x="2520696" y="692563"/>
            <a:chExt cx="8648971" cy="7524846"/>
          </a:xfrm>
        </p:grpSpPr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6FAA12A-BFDB-41A5-97C2-44FCF2F778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8014" y="6760464"/>
              <a:ext cx="218702" cy="7924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452">
              <a:extLst>
                <a:ext uri="{FF2B5EF4-FFF2-40B4-BE49-F238E27FC236}">
                  <a16:creationId xmlns:a16="http://schemas.microsoft.com/office/drawing/2014/main" id="{6CF6326D-E7EB-4545-B3BA-79D795AA6D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0485" y="793129"/>
              <a:ext cx="3823" cy="129402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452">
              <a:extLst>
                <a:ext uri="{FF2B5EF4-FFF2-40B4-BE49-F238E27FC236}">
                  <a16:creationId xmlns:a16="http://schemas.microsoft.com/office/drawing/2014/main" id="{1A6C7EDF-1E77-41C4-8CEC-5D00F7CBB2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4590" y="692563"/>
              <a:ext cx="265077" cy="10056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B6D5751B-79F8-4BC7-B7BB-FA6319D8D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2397" y="2064053"/>
              <a:ext cx="0" cy="3743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C13052BA-7825-41C9-B11D-CA60A853D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4382" y="2408966"/>
              <a:ext cx="218920" cy="9150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452">
              <a:extLst>
                <a:ext uri="{FF2B5EF4-FFF2-40B4-BE49-F238E27FC236}">
                  <a16:creationId xmlns:a16="http://schemas.microsoft.com/office/drawing/2014/main" id="{3B7CF2F1-4C22-45BE-89ED-EEE98BE192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5900" y="2515176"/>
              <a:ext cx="8482" cy="19929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452">
              <a:extLst>
                <a:ext uri="{FF2B5EF4-FFF2-40B4-BE49-F238E27FC236}">
                  <a16:creationId xmlns:a16="http://schemas.microsoft.com/office/drawing/2014/main" id="{85FE1913-B91B-4027-80C7-B64EC3345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3104" y="4304702"/>
              <a:ext cx="482064" cy="2002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52">
              <a:extLst>
                <a:ext uri="{FF2B5EF4-FFF2-40B4-BE49-F238E27FC236}">
                  <a16:creationId xmlns:a16="http://schemas.microsoft.com/office/drawing/2014/main" id="{7AFB5133-EC56-441E-B0FF-779C94F1DE38}"/>
                </a:ext>
              </a:extLst>
            </p:cNvPr>
            <p:cNvCxnSpPr>
              <a:cxnSpLocks/>
            </p:cNvCxnSpPr>
            <p:nvPr/>
          </p:nvCxnSpPr>
          <p:spPr>
            <a:xfrm>
              <a:off x="5803392" y="3316224"/>
              <a:ext cx="3029712" cy="11887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452">
              <a:extLst>
                <a:ext uri="{FF2B5EF4-FFF2-40B4-BE49-F238E27FC236}">
                  <a16:creationId xmlns:a16="http://schemas.microsoft.com/office/drawing/2014/main" id="{9D1FEF33-8FA6-4881-B871-7E65E736A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8985" y="3316226"/>
              <a:ext cx="934407" cy="3596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B5497B73-BFE0-4AB1-A708-B753CB28FF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450" y="3675888"/>
              <a:ext cx="0" cy="1871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6EAD7C09-4526-4062-82B9-AFE9058E78B1}"/>
                </a:ext>
              </a:extLst>
            </p:cNvPr>
            <p:cNvCxnSpPr>
              <a:cxnSpLocks/>
            </p:cNvCxnSpPr>
            <p:nvPr/>
          </p:nvCxnSpPr>
          <p:spPr>
            <a:xfrm>
              <a:off x="3204485" y="3775571"/>
              <a:ext cx="978400" cy="3557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F1BF713D-B07D-49AE-A84E-DAE80340DC08}"/>
                </a:ext>
              </a:extLst>
            </p:cNvPr>
            <p:cNvCxnSpPr>
              <a:cxnSpLocks/>
            </p:cNvCxnSpPr>
            <p:nvPr/>
          </p:nvCxnSpPr>
          <p:spPr>
            <a:xfrm>
              <a:off x="10224521" y="4681941"/>
              <a:ext cx="0" cy="165180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50861627-5E7C-4945-8802-D69AA45E2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7440" y="6333744"/>
              <a:ext cx="218702" cy="7924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44A0B2C1-847B-4AC0-A71D-5F8234A1CA7B}"/>
                </a:ext>
              </a:extLst>
            </p:cNvPr>
            <p:cNvCxnSpPr>
              <a:cxnSpLocks/>
            </p:cNvCxnSpPr>
            <p:nvPr/>
          </p:nvCxnSpPr>
          <p:spPr>
            <a:xfrm>
              <a:off x="10011191" y="6406896"/>
              <a:ext cx="0" cy="35356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F3CB1AF-52C0-48C3-9028-1857D45F2973}"/>
                </a:ext>
              </a:extLst>
            </p:cNvPr>
            <p:cNvCxnSpPr>
              <a:cxnSpLocks/>
            </p:cNvCxnSpPr>
            <p:nvPr/>
          </p:nvCxnSpPr>
          <p:spPr>
            <a:xfrm>
              <a:off x="9979222" y="7315200"/>
              <a:ext cx="9074" cy="7132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ABD65C5C-8B4F-494F-B442-411194616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0240" y="8019288"/>
              <a:ext cx="470951" cy="19812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BF564A16-59FD-4F4C-926F-07F25269F6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1488" y="3243072"/>
              <a:ext cx="240793" cy="7924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E7D18AAF-8572-4490-92FD-F09FDEDF01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1488" y="2334768"/>
              <a:ext cx="0" cy="91869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4A9BA575-EB79-46B4-A175-8AA891C12B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2385" y="2255520"/>
              <a:ext cx="240793" cy="7924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452">
              <a:extLst>
                <a:ext uri="{FF2B5EF4-FFF2-40B4-BE49-F238E27FC236}">
                  <a16:creationId xmlns:a16="http://schemas.microsoft.com/office/drawing/2014/main" id="{53594060-0E10-472A-A141-DEBB490A7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4577" y="1676400"/>
              <a:ext cx="0" cy="58410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EEE1388E-530E-4344-AFC6-62982554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0696" y="865632"/>
              <a:ext cx="2118360" cy="81686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C9F4A9D0-D4AE-4B6E-A153-0BF5CC41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210" y="865632"/>
              <a:ext cx="493444" cy="20116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52">
              <a:extLst>
                <a:ext uri="{FF2B5EF4-FFF2-40B4-BE49-F238E27FC236}">
                  <a16:creationId xmlns:a16="http://schemas.microsoft.com/office/drawing/2014/main" id="{CE854DD9-0267-435A-ADF2-A79CD7438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16142" y="4512357"/>
              <a:ext cx="489738" cy="1695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52">
              <a:extLst>
                <a:ext uri="{FF2B5EF4-FFF2-40B4-BE49-F238E27FC236}">
                  <a16:creationId xmlns:a16="http://schemas.microsoft.com/office/drawing/2014/main" id="{886259B4-EB1C-46F0-9F07-DEBD652154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0085" y="4304702"/>
              <a:ext cx="926491" cy="37723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452">
              <a:extLst>
                <a:ext uri="{FF2B5EF4-FFF2-40B4-BE49-F238E27FC236}">
                  <a16:creationId xmlns:a16="http://schemas.microsoft.com/office/drawing/2014/main" id="{4CB5AEFE-5CDD-43B7-8215-5D596CB03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6894" y="3852083"/>
              <a:ext cx="734073" cy="2937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1E64D183-6345-46E6-9164-CD5218C33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4808" y="966216"/>
              <a:ext cx="262263" cy="914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一队">
            <a:extLst>
              <a:ext uri="{FF2B5EF4-FFF2-40B4-BE49-F238E27FC236}">
                <a16:creationId xmlns:a16="http://schemas.microsoft.com/office/drawing/2014/main" id="{07003564-1ABE-45B5-A313-53CB0695B5DE}"/>
              </a:ext>
            </a:extLst>
          </p:cNvPr>
          <p:cNvGrpSpPr/>
          <p:nvPr/>
        </p:nvGrpSpPr>
        <p:grpSpPr>
          <a:xfrm>
            <a:off x="109728" y="124581"/>
            <a:ext cx="9431858" cy="8025080"/>
            <a:chOff x="109728" y="124581"/>
            <a:chExt cx="9431858" cy="8025080"/>
          </a:xfrm>
        </p:grpSpPr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640558D7-A942-465C-94D0-FB6A89328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2464" y="9398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48DC07-701B-4CF7-932E-E27EE9F92266}"/>
                </a:ext>
              </a:extLst>
            </p:cNvPr>
            <p:cNvSpPr txBox="1"/>
            <p:nvPr/>
          </p:nvSpPr>
          <p:spPr>
            <a:xfrm>
              <a:off x="109728" y="124581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6.0.01</a:t>
              </a:r>
            </a:p>
          </p:txBody>
        </p: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CEE18A49-2B4F-4F62-9F4B-B5F3B0D873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897" y="1115020"/>
              <a:ext cx="246567" cy="1231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08C8921E-2002-4729-BA83-13F7920E0F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150368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D9F034BA-6C5B-46D8-91DB-D03AB3FEE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1218418"/>
              <a:ext cx="703408" cy="3011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452">
              <a:extLst>
                <a:ext uri="{FF2B5EF4-FFF2-40B4-BE49-F238E27FC236}">
                  <a16:creationId xmlns:a16="http://schemas.microsoft.com/office/drawing/2014/main" id="{276C0A86-4433-44A9-BA75-583A84EE0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5340" y="1005058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452">
              <a:extLst>
                <a:ext uri="{FF2B5EF4-FFF2-40B4-BE49-F238E27FC236}">
                  <a16:creationId xmlns:a16="http://schemas.microsoft.com/office/drawing/2014/main" id="{727AF6BC-C73D-4639-BE01-DEAA7B17D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275" y="966216"/>
              <a:ext cx="266548" cy="80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76F28361-3A86-4065-980D-A0EF139CFB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392" y="758952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452">
              <a:extLst>
                <a:ext uri="{FF2B5EF4-FFF2-40B4-BE49-F238E27FC236}">
                  <a16:creationId xmlns:a16="http://schemas.microsoft.com/office/drawing/2014/main" id="{AEB9D4AE-1446-41B1-B07F-1AD52103A1B9}"/>
                </a:ext>
              </a:extLst>
            </p:cNvPr>
            <p:cNvCxnSpPr>
              <a:cxnSpLocks/>
            </p:cNvCxnSpPr>
            <p:nvPr/>
          </p:nvCxnSpPr>
          <p:spPr>
            <a:xfrm>
              <a:off x="4871932" y="423671"/>
              <a:ext cx="912857" cy="332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0125EAD7-83D3-4A8B-B754-A8585763F0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413649"/>
              <a:ext cx="256144" cy="80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B85FCEC2-E380-415C-A4BF-1D9F15E95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056" y="479203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98BA05ED-1172-4536-B809-B779961EF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2385" y="676541"/>
              <a:ext cx="2106671" cy="820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9B565716-09C6-460E-9A78-B3B0A604A833}"/>
                </a:ext>
              </a:extLst>
            </p:cNvPr>
            <p:cNvCxnSpPr>
              <a:cxnSpLocks/>
            </p:cNvCxnSpPr>
            <p:nvPr/>
          </p:nvCxnSpPr>
          <p:spPr>
            <a:xfrm>
              <a:off x="2058423" y="1322284"/>
              <a:ext cx="486154" cy="1745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9CECAD37-34D8-4708-BB48-4C03132369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05" y="1322167"/>
              <a:ext cx="959552" cy="394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5EEFA401-518E-45EA-967F-FC2C1E585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521" y="1717040"/>
              <a:ext cx="0" cy="5341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4BD2B59A-2596-48F0-9275-D42060B0C2F2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37" y="2230810"/>
              <a:ext cx="1447933" cy="568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B3FFC0F2-4921-46A8-A4EC-04511C50A9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4577" y="2590800"/>
              <a:ext cx="457704" cy="198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D3C1EA34-0432-48A8-B81A-46FBC26C9D28}"/>
                </a:ext>
              </a:extLst>
            </p:cNvPr>
            <p:cNvCxnSpPr>
              <a:cxnSpLocks/>
            </p:cNvCxnSpPr>
            <p:nvPr/>
          </p:nvCxnSpPr>
          <p:spPr>
            <a:xfrm>
              <a:off x="2978701" y="2572513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816BF20E-8D3D-4F6A-B545-9D56572D0E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9580" y="2687434"/>
              <a:ext cx="0" cy="3910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87CF739F-CE3A-4F69-B98A-328FCF975C05}"/>
                </a:ext>
              </a:extLst>
            </p:cNvPr>
            <p:cNvCxnSpPr>
              <a:cxnSpLocks/>
            </p:cNvCxnSpPr>
            <p:nvPr/>
          </p:nvCxnSpPr>
          <p:spPr>
            <a:xfrm>
              <a:off x="3022306" y="2974520"/>
              <a:ext cx="207274" cy="756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0E13BC9-29F9-4A72-91D6-18AFCD908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5506" y="1679589"/>
              <a:ext cx="473479" cy="198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CB51A792-BE55-45D1-9236-96ABB0B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4182885" y="1780538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821AB671-48F2-4831-B4B0-494FC202A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5506" y="1587729"/>
              <a:ext cx="245023" cy="117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665A0651-D6C1-49E7-BB55-5FE677567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13970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E07BD470-E880-42D9-9D1D-75B16320F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0682" y="6759766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32F70F9C-7E0D-4274-B7D4-EC7F57CBD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701" y="6209757"/>
              <a:ext cx="481256" cy="2032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F47707CC-50FF-4795-9A3E-4E01EB63A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1319" y="4877731"/>
              <a:ext cx="242694" cy="91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4D71C0C8-AC06-4402-A69A-86C81C302FAD}"/>
                </a:ext>
              </a:extLst>
            </p:cNvPr>
            <p:cNvCxnSpPr>
              <a:cxnSpLocks/>
            </p:cNvCxnSpPr>
            <p:nvPr/>
          </p:nvCxnSpPr>
          <p:spPr>
            <a:xfrm>
              <a:off x="2990225" y="3845671"/>
              <a:ext cx="482646" cy="1858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0191C503-413D-40B0-946C-574794FC4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2281" y="3198765"/>
              <a:ext cx="0" cy="625007"/>
            </a:xfrm>
            <a:prstGeom prst="line">
              <a:avLst/>
            </a:prstGeom>
            <a:ln w="38100">
              <a:solidFill>
                <a:srgbClr val="FF99CC"/>
              </a:solidFill>
              <a:prstDash val="sysDot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7969B2BD-0418-4AFE-AD17-CE8FBCDD9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2871" y="3998980"/>
              <a:ext cx="0" cy="226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97951B54-6AFE-4407-A483-65C9B6305B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9" y="4124228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452">
              <a:extLst>
                <a:ext uri="{FF2B5EF4-FFF2-40B4-BE49-F238E27FC236}">
                  <a16:creationId xmlns:a16="http://schemas.microsoft.com/office/drawing/2014/main" id="{BA24116D-ABFC-42B7-BB35-5D565A030337}"/>
                </a:ext>
              </a:extLst>
            </p:cNvPr>
            <p:cNvCxnSpPr>
              <a:cxnSpLocks/>
            </p:cNvCxnSpPr>
            <p:nvPr/>
          </p:nvCxnSpPr>
          <p:spPr>
            <a:xfrm>
              <a:off x="3689553" y="4130861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0E0ED8A3-D375-4889-AE1E-10E90D4B1B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7153" y="4236721"/>
              <a:ext cx="0" cy="1746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992DE2E2-B359-47D7-B419-F4425BAB7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9" y="4394293"/>
              <a:ext cx="458214" cy="2028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CBFF204A-6BB4-4470-BE5C-048501607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090" y="4566121"/>
              <a:ext cx="0" cy="226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AC9D3215-588A-454B-BC8F-6F1BAB5375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0232" y="467401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509F7270-86EF-49A8-950C-6EC28A1CF1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046" y="4660686"/>
              <a:ext cx="0" cy="5590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0FB76BC3-8FCB-4060-BEF7-D8C915FB96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1454" y="5214399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DA7B7645-49AF-42EA-90DD-24FD9EC79CCF}"/>
                </a:ext>
              </a:extLst>
            </p:cNvPr>
            <p:cNvCxnSpPr>
              <a:cxnSpLocks/>
            </p:cNvCxnSpPr>
            <p:nvPr/>
          </p:nvCxnSpPr>
          <p:spPr>
            <a:xfrm>
              <a:off x="3471749" y="5327004"/>
              <a:ext cx="226297" cy="825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E994C75E-CDA0-48C1-B7A4-FCBF947E8C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1899" y="5409545"/>
              <a:ext cx="6147" cy="3511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F332FAB6-D4DE-4970-98FE-43E50602E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674" y="576126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E1E7A56E-F492-49BE-8F7F-F0EF0B0E1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5865" y="5867441"/>
              <a:ext cx="6147" cy="3511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3DF96423-16AA-42A1-8225-335B657EE7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702" y="6414605"/>
              <a:ext cx="250878" cy="819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4603BA2B-C02C-4B53-83BB-170B3474A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6056" y="6476686"/>
              <a:ext cx="923209" cy="3704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70FE9D6B-38DE-40F0-98BE-D1CDE7865235}"/>
                </a:ext>
              </a:extLst>
            </p:cNvPr>
            <p:cNvCxnSpPr>
              <a:cxnSpLocks/>
            </p:cNvCxnSpPr>
            <p:nvPr/>
          </p:nvCxnSpPr>
          <p:spPr>
            <a:xfrm>
              <a:off x="4868150" y="1152426"/>
              <a:ext cx="236749" cy="81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7E9511BB-AC4A-480C-9FCE-7AA9368F14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402" y="113701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9A2E3CCD-673D-4EC1-B8E1-987437507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209" y="1311209"/>
              <a:ext cx="246567" cy="1231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2D0E4CCF-61C6-4FF5-84FC-9C6CCCFCD61F}"/>
                </a:ext>
              </a:extLst>
            </p:cNvPr>
            <p:cNvCxnSpPr>
              <a:cxnSpLocks/>
            </p:cNvCxnSpPr>
            <p:nvPr/>
          </p:nvCxnSpPr>
          <p:spPr>
            <a:xfrm>
              <a:off x="4174571" y="1609301"/>
              <a:ext cx="235131" cy="91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2C3BB3D0-475E-42A6-B542-E98E6E5A9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366" y="1587729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06AB7A5C-454C-4064-B7FA-16ED86AAC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87" y="16764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0384F74-D107-4ADA-95AB-1141A2BA5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2871" y="1856999"/>
              <a:ext cx="481192" cy="2096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E60409DF-D6D2-4AC8-8D33-5ECB649BCE34}"/>
                </a:ext>
              </a:extLst>
            </p:cNvPr>
            <p:cNvCxnSpPr>
              <a:cxnSpLocks/>
            </p:cNvCxnSpPr>
            <p:nvPr/>
          </p:nvCxnSpPr>
          <p:spPr>
            <a:xfrm>
              <a:off x="3249542" y="1979642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6378127-179E-4419-AE49-5C4471E57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3099" y="177864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28A960B8-C7EC-42F3-8C7F-BD8BAB0FA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6315" y="1684121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84D0789-B177-447E-8099-0594EE536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346" y="149461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90FD2E0F-8798-4B1B-B130-4441C611E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6400" y="1514907"/>
              <a:ext cx="679689" cy="2577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94BBBC7-5A65-4993-A239-64694BC311B5}"/>
                </a:ext>
              </a:extLst>
            </p:cNvPr>
            <p:cNvCxnSpPr>
              <a:cxnSpLocks/>
            </p:cNvCxnSpPr>
            <p:nvPr/>
          </p:nvCxnSpPr>
          <p:spPr>
            <a:xfrm>
              <a:off x="2802395" y="1787022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FBC65977-83CB-4698-AE0F-0C9F50A61B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3478" y="1866443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0E9A511C-B217-4437-9FD4-EB9218164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178" y="1957373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AC6D13C6-1A63-4CC4-A7CD-9CB5A4DAA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8823" y="2057537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B26288AA-3320-46D8-A624-161C216F3546}"/>
                </a:ext>
              </a:extLst>
            </p:cNvPr>
            <p:cNvCxnSpPr>
              <a:cxnSpLocks/>
            </p:cNvCxnSpPr>
            <p:nvPr/>
          </p:nvCxnSpPr>
          <p:spPr>
            <a:xfrm>
              <a:off x="2989587" y="2045813"/>
              <a:ext cx="500981" cy="1767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0ABE0EA-B189-4891-8085-68C7D095C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8" y="2206325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AECC4A9D-5CF3-4E43-92FE-32ECA6DE4FED}"/>
                </a:ext>
              </a:extLst>
            </p:cNvPr>
            <p:cNvCxnSpPr>
              <a:cxnSpLocks/>
            </p:cNvCxnSpPr>
            <p:nvPr/>
          </p:nvCxnSpPr>
          <p:spPr>
            <a:xfrm>
              <a:off x="3478458" y="2406253"/>
              <a:ext cx="251225" cy="9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60D2C656-8934-40D6-B65C-FEC178F51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1111" y="2134180"/>
              <a:ext cx="6665" cy="372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84689EEA-D634-4037-AF1D-09859045B5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4614" y="1957032"/>
              <a:ext cx="476878" cy="1961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7F08DE86-D4DB-4B4E-9344-2534242E64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9873" y="177357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3ACC0A87-10C8-4373-9BBB-073FFB5E5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544" y="676118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CCBCF038-7E16-44EC-89D1-E7AF9C041D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3051" y="6763728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6FAE9D2B-B12C-4862-B02F-7B2403C15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0040" y="6768213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841F94D2-4D20-407D-9EEA-DF8FD5D94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5441" y="686027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4E416AE6-0FED-40EC-B43C-A3978AB3BB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897" y="7034864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D04AEDAE-C3DE-453C-9104-6CF3F3E7E0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058" y="7061288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EFFD4023-B407-4E27-B8B4-61B4E6F18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831" y="6661933"/>
              <a:ext cx="0" cy="4082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81440B08-9A42-4017-8EA5-5DB0F8BF1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704" y="658243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1375085-78E6-4E29-88A2-20F36D056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490" y="638288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234CEA0-0381-4B58-9418-6201D020D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673" y="6317007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BCA5F8FF-6831-4608-B079-3557A9734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58" y="632850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05071D9-A925-46B2-ABE9-B92282B434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804" y="6412891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6CAA05A-2ABE-4F0E-899E-14A679BBA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66" y="6407065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AF072D6E-D5B7-4836-8E4C-0B59CE998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038" y="6504857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E59BAA40-39A1-4AFA-B924-3F671A9BB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59" y="6576239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6B7FEE5-23DC-4CFD-BD73-2972565CF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327" y="675007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4BBAE0CF-258A-42F6-958F-A00F6F86C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11" y="6859753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662CEFBE-1913-4F4D-B0ED-E62EDBE6C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878" y="6936179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E7C074D-86BE-40CB-A8AA-E603CBBAE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816" y="7038041"/>
              <a:ext cx="0" cy="1796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B1737BB-CA93-4275-AAAE-4205AF615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803" y="712428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8708889E-F2F6-475D-A70D-8355A0E59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95" y="709922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AB90511B-BC8D-4F64-9DF0-35D844311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390" y="7219708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A4CBB889-979B-4920-B8B7-6F811F52EB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74" y="7215062"/>
              <a:ext cx="572" cy="3833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4DC84C2A-3F8B-4B83-8136-EE3701522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332" y="7589913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431FA2CE-7169-4AE4-A594-0552964CD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474" y="7684040"/>
              <a:ext cx="0" cy="375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D3347947-FECC-4C22-AA0C-DC6FF1EB7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332" y="7940890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4B858C16-9622-4A10-BBE5-5FBB2D967D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07" y="774412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C55CD027-E8A8-41A7-B6F1-08611A2695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472" y="777931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7D891E45-E579-4E19-958E-35076B3AD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5483" y="7309361"/>
              <a:ext cx="572" cy="5999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0C3C3AE-540E-4E6D-8EAF-7EFCCE08C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560" y="721005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82DA810D-3191-4ED3-9EBD-60F6B5A6E7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9013" y="7187328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8ECCCC4-3FC0-47B1-B62E-1BC5DC4BC5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1534" y="7666195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3C94A143-C051-45D8-A1BD-2BD3FEB2C2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664" y="6941170"/>
              <a:ext cx="1068" cy="7568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7073E39E-19C4-4048-9337-3293B6319C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7302" y="694600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5308231A-00B8-46D2-8F17-F42A4F839F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1290" y="7031042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1CDF61DB-D4B2-4EA5-9DD2-993086EF5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871" y="748547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99ADC4F9-2E3C-474B-B3B4-C33F41BBA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80" y="6929102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8F416D9F-15F6-4D3E-93E3-D321B9F196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433" y="695084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60ACE9B2-7AE3-4ED4-A15B-A8DB3C19F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7886" y="6942554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4E7096EB-78C8-4BCE-B88C-758D87802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1564" y="6933493"/>
              <a:ext cx="572" cy="3833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2910D99A-8CC7-405F-8FD0-3A7AA2F76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0714" y="7317345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F6614770-741E-41A3-B27C-42EB6B5B82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7498" y="6857438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DC967E57-BA35-41C1-A1E9-283D35329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2756" y="675665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68C42005-8AC8-4782-8ACA-4E61D5C63E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1273" y="6756658"/>
              <a:ext cx="10574" cy="7352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8E4F84E1-982D-47A1-BC9E-CCB7F01680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3452" y="740369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10CCBEFB-DFAC-4834-A44C-F809A07612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825" y="7383268"/>
              <a:ext cx="7597" cy="575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29D6A295-8857-47F3-B615-3CD807367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0028" y="7844263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92DCD6E-C49C-4F52-A9D3-9FEC271B0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7748" y="7857576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7E8C87F6-A436-459B-95B8-1E8576717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9089" y="7937919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50D55F5E-A40E-4623-A488-F926EA282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0842" y="803144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9DD47938-244A-4B15-90D8-B78F179BD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6795" y="7850062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8688289-6B40-4665-8CAB-7BCBB6473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4488" y="7680204"/>
              <a:ext cx="481788" cy="1918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9D080037-D456-440E-AEAA-171A8C1D8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6111" y="757884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E2BBD766-6BA3-4A7C-9B5F-45D4C5E6D6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10809" y="7589420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4E8160B9-C9B6-4308-BEA3-02EFC90468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4113" y="7485477"/>
              <a:ext cx="479800" cy="2118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A44A827-1F12-4E0C-BE94-2EA354A894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576" y="748795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66B02EAF-0E15-4592-8ADA-0710E2C40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0043" y="7155145"/>
              <a:ext cx="1194565" cy="430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18277E1C-C859-4228-A708-C00A7B6A4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5904" y="7132513"/>
              <a:ext cx="698068" cy="2887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29801B6B-FA29-439B-9A5A-177BFBEC0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9758" y="7211662"/>
              <a:ext cx="479800" cy="2118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C07AD498-54F9-4FC9-AF46-1227C14A72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2958" y="7208380"/>
              <a:ext cx="492267" cy="2103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6C331945-1DD1-4557-BFA8-D58F6E8BC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1986" y="7229691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A9B4CF11-B933-40A4-8C8E-38CAD0D800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39114" y="723927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2F8ED649-29FC-4219-BC52-C533DFA216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560" y="7217777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0F80F524-F294-451B-AA54-19F902BF0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4584" y="7052046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C18EA43E-4A9E-4308-AC5D-20EEB8635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1720" y="6938506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258BFEC3-7551-4737-ACB6-2AA9E8D76A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2560" y="6763728"/>
              <a:ext cx="464002" cy="183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0277EE8-4FCD-4571-B35C-F9A3E34BEC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0260" y="6747042"/>
              <a:ext cx="0" cy="4081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F173501-AB6B-48B6-9FAB-AC676DE953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6343" y="6948921"/>
              <a:ext cx="471372" cy="1905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A11BF8C-93B0-4C67-AEBE-8A0695800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3659" y="6940733"/>
              <a:ext cx="697825" cy="2693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40EB8E9F-886F-4BCC-AF21-D040E19459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1715" y="6948921"/>
              <a:ext cx="707624" cy="2769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B6A876FE-E3C6-40F8-B715-8CE1617F3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2790" y="6946939"/>
              <a:ext cx="1003877" cy="3624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7FA479C-05AF-4A06-919A-BC3DE2A0DE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4875" y="712695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F206FB41-3B97-402A-AA8C-4DF5DC92A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0044" y="711155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E3419A87-AE79-49B9-AFFE-4139AB6FC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446" y="720752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58271F1D-ECD2-46C0-8983-FF7A36D88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3700" y="730396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FB25897-1AB9-4ABF-95E7-703392D39A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87" y="7294226"/>
              <a:ext cx="466137" cy="196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34CC0F1-C728-4741-8A0C-FB1074293C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5718" y="7215610"/>
              <a:ext cx="709343" cy="2877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FFDF7F9-7F0C-4CA0-89D6-3E2AA6899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8561" y="705172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B9C37A12-1C11-4E7A-8FCB-1D1DB8099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3637" y="6955348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BC243C1E-0D3D-47D4-909D-55F777C99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3617" y="694450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C6BF8B07-4982-4180-9F88-562FE73C37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0730" y="7117757"/>
              <a:ext cx="475899" cy="1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FB6E46C-3504-4677-8586-8E1E07416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613" y="7022286"/>
              <a:ext cx="685003" cy="2919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7BB0FE65-64E7-4DDD-9267-1CE8989325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683274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38894C91-610F-40B3-BF63-E38155A2D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8826" y="6813249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CB6F954D-C8F8-4CB0-A228-061AFCF48F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0232" y="6844438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4E92BE8E-7CE3-48C4-8A43-6842973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0439" y="6827681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A0801046-5B2B-4D81-87A0-8BAC001BF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6481" y="692399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FA2EB02C-FDB6-4D04-BDEE-4F6E1EBB9E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7723" y="703485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2B3DEBC-8B8A-4C5D-A874-1D7AC7B3EC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333" y="6684094"/>
              <a:ext cx="5045" cy="3500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F7AFDAA5-316D-4F48-978F-09663EC266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2239" y="6573504"/>
              <a:ext cx="248842" cy="110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898C6681-E34F-4CBD-B066-20F3B64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957" y="636851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9301F155-A8A0-4D05-B61D-345C37ACBC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2449" y="638966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D522C75F-D39C-4F30-B38A-F8034BC1BA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4081" y="5937612"/>
              <a:ext cx="6139" cy="5355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993C19EF-DF8E-437E-A0F1-2C6E68E777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1121" y="595966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D375DBBB-D1A5-49E1-AF6D-DFACA88E8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686" y="5826402"/>
              <a:ext cx="0" cy="2204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39C4E16B-1D1F-479C-A3CE-2AD3E0779F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9023" y="5837666"/>
              <a:ext cx="716187" cy="2973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CED49402-37DE-4F47-9BB3-FF1A5F945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2134" y="6095154"/>
              <a:ext cx="0" cy="2204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070B8C1B-D912-41D1-920F-91B0EC1FF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8826" y="6290720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6DF4A4EF-69AA-46AD-A1DC-413F72DA3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5048" y="632099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607513FE-C98B-4A5D-BD2B-743F0CEF08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8627" y="629592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2BFBBCEC-8A76-4CB8-BE18-190FCCA20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20" y="6383985"/>
              <a:ext cx="0" cy="3726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9FA169AA-036F-433B-966B-4EF286E96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1635" y="666007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C5D7A5C9-9C6A-4A04-9AF8-5221B9528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8976" y="649213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32676446-7DE6-4473-BC3E-7EB76E98C0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7949" y="6499133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47A2E7B3-3673-4EE1-9FDC-258494504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4585" y="6577716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26F9B8C7-D96C-410C-9649-4B3146FEC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3637" y="6676281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D823844A-040D-4A8D-AACB-391EB231C7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8637" y="667663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912A7828-6E40-454E-A0E1-97F79A7F4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9328" y="658243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59C31F97-2846-42FC-84D5-F5BA79153E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6419" y="6514555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5F0607CC-1E75-4267-8ABE-9BD8CA071E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628" y="640269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9A440E46-C1CF-48B2-933B-0BCBB49B37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813" y="6043028"/>
              <a:ext cx="0" cy="3594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C47649F5-EDDF-4F23-B7D4-769582A396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0149" y="6041149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639A2934-8F48-4B67-BC65-523E311CA7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897" y="6124234"/>
              <a:ext cx="8911" cy="5358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8A711A40-DA93-43C3-AC6F-8471EFED4C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5116" y="6672088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7D2943B3-A1A5-4248-80E2-32E84710C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4038" y="6248137"/>
              <a:ext cx="8911" cy="5358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452">
              <a:extLst>
                <a:ext uri="{FF2B5EF4-FFF2-40B4-BE49-F238E27FC236}">
                  <a16:creationId xmlns:a16="http://schemas.microsoft.com/office/drawing/2014/main" id="{C9E9B992-9C42-4F60-AB5E-258C004622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7234" y="6128909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B3C35145-F5D5-48D0-B1C7-7E0E60802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0000" y="6108545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642E5729-7889-45F7-A6FA-D2DF715F7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9344" y="6756657"/>
              <a:ext cx="264715" cy="114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80C0475F-2590-4642-833F-50CDD3FEA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3852" y="6035537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452">
              <a:extLst>
                <a:ext uri="{FF2B5EF4-FFF2-40B4-BE49-F238E27FC236}">
                  <a16:creationId xmlns:a16="http://schemas.microsoft.com/office/drawing/2014/main" id="{264BCD1E-856C-4EDA-B117-858FC1604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96996" y="603984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7936E71A-B8BE-41E9-9D2E-853066AB48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879" y="6130986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888AAB8C-1B2F-422F-95E1-CCBFB89E40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3046" y="685536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452">
              <a:extLst>
                <a:ext uri="{FF2B5EF4-FFF2-40B4-BE49-F238E27FC236}">
                  <a16:creationId xmlns:a16="http://schemas.microsoft.com/office/drawing/2014/main" id="{F208B922-F5BE-4C09-A31E-5A2D63641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6605" y="6217754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3F1FF137-6A19-4B30-A0F2-F3022CF53B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9601" y="6239800"/>
              <a:ext cx="681365" cy="2762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452">
              <a:extLst>
                <a:ext uri="{FF2B5EF4-FFF2-40B4-BE49-F238E27FC236}">
                  <a16:creationId xmlns:a16="http://schemas.microsoft.com/office/drawing/2014/main" id="{C74560BE-51C8-48F6-9752-69DEA5D2EC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878" y="649213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452">
              <a:extLst>
                <a:ext uri="{FF2B5EF4-FFF2-40B4-BE49-F238E27FC236}">
                  <a16:creationId xmlns:a16="http://schemas.microsoft.com/office/drawing/2014/main" id="{1BCCD6D5-30DB-4DEA-B294-2C2A02A55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2298" y="6657524"/>
              <a:ext cx="510759" cy="1997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D11F44D6-0E09-42B2-AFE2-8BD811235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0753" y="6831294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02B44306-0EDF-4360-A04D-2D690FBE3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8625" y="6782713"/>
              <a:ext cx="723269" cy="2614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92FB4D5A-62E6-4D9D-B6E0-17520D26E0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4318" y="6782239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881D84D6-B352-4796-A222-30A1BC509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9087" y="670180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20F02B2A-20F6-4366-A572-90DADA0C92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9159" y="659903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44617CBE-4A4D-4B9A-B449-49C11E6556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7271" y="6490412"/>
              <a:ext cx="264715" cy="114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19A724DA-E187-4324-B49C-6425E5688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227" y="6130986"/>
              <a:ext cx="7998" cy="3751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E1A39F89-43DE-466E-910C-31F57E123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87" y="6053087"/>
              <a:ext cx="232512" cy="98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BEA9340-398F-4605-B696-CE2831117D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7731" y="5942303"/>
              <a:ext cx="253857" cy="110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452">
              <a:extLst>
                <a:ext uri="{FF2B5EF4-FFF2-40B4-BE49-F238E27FC236}">
                  <a16:creationId xmlns:a16="http://schemas.microsoft.com/office/drawing/2014/main" id="{AAA5B7AE-F2E1-400C-9CB1-E79C15C424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562" y="6022775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452">
              <a:extLst>
                <a:ext uri="{FF2B5EF4-FFF2-40B4-BE49-F238E27FC236}">
                  <a16:creationId xmlns:a16="http://schemas.microsoft.com/office/drawing/2014/main" id="{6C065C88-F0AA-4328-87F4-36D4E3D362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3482" y="6209330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0AE085B1-E595-41D5-80E9-8B3B7D5E39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06937" y="631700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452">
              <a:extLst>
                <a:ext uri="{FF2B5EF4-FFF2-40B4-BE49-F238E27FC236}">
                  <a16:creationId xmlns:a16="http://schemas.microsoft.com/office/drawing/2014/main" id="{2720C44B-3F0D-4B52-AAD7-D93BECE7D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6192" y="6391995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6FA45203-3111-4823-8235-643E1F962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6673" y="6396176"/>
              <a:ext cx="444574" cy="19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4AD2051F-073B-4B99-8517-0ACDFFF72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3383" y="640247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452">
              <a:extLst>
                <a:ext uri="{FF2B5EF4-FFF2-40B4-BE49-F238E27FC236}">
                  <a16:creationId xmlns:a16="http://schemas.microsoft.com/office/drawing/2014/main" id="{3664443A-F3C8-4854-87DB-66A47DEEA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9532" y="6307186"/>
              <a:ext cx="485300" cy="21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6B96F38F-C44C-4E50-8E74-1DF25E4AF2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83480" y="5959661"/>
              <a:ext cx="9395" cy="37160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452">
              <a:extLst>
                <a:ext uri="{FF2B5EF4-FFF2-40B4-BE49-F238E27FC236}">
                  <a16:creationId xmlns:a16="http://schemas.microsoft.com/office/drawing/2014/main" id="{C1B4C629-AF5E-431B-85E6-8A444197A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3480" y="5854798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F96ACCAB-13D2-486E-837B-2641DEE2D3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048" y="5685298"/>
              <a:ext cx="465150" cy="1707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6E798C34-1DFA-4B62-8EAE-24BA96008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2102" y="5670090"/>
              <a:ext cx="11831" cy="5579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452">
              <a:extLst>
                <a:ext uri="{FF2B5EF4-FFF2-40B4-BE49-F238E27FC236}">
                  <a16:creationId xmlns:a16="http://schemas.microsoft.com/office/drawing/2014/main" id="{ADA22056-E8C5-49E8-9439-F20696126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4390" y="621648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452">
              <a:extLst>
                <a:ext uri="{FF2B5EF4-FFF2-40B4-BE49-F238E27FC236}">
                  <a16:creationId xmlns:a16="http://schemas.microsoft.com/office/drawing/2014/main" id="{A7B4FA16-DB57-4B2D-87D3-997DFE0A69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1014" y="5757303"/>
              <a:ext cx="11831" cy="5579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0C37F72-FF6B-487E-A80F-1696715F3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0744" y="5755697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9AFA7CAE-61BA-4FCD-A2F1-495ACDCB1F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8534" y="5857227"/>
              <a:ext cx="9395" cy="37160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452">
              <a:extLst>
                <a:ext uri="{FF2B5EF4-FFF2-40B4-BE49-F238E27FC236}">
                  <a16:creationId xmlns:a16="http://schemas.microsoft.com/office/drawing/2014/main" id="{BB7F6800-09A5-46E1-A5DB-B6168F5383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8630" y="6219210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33FE9B48-11CB-43FA-98B7-E73453100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8717" y="5955948"/>
              <a:ext cx="9395" cy="37160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452">
              <a:extLst>
                <a:ext uri="{FF2B5EF4-FFF2-40B4-BE49-F238E27FC236}">
                  <a16:creationId xmlns:a16="http://schemas.microsoft.com/office/drawing/2014/main" id="{84B20836-711B-42D1-9C0D-9C1921CA52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7971" y="587247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46E34E51-B1CE-4A8E-A018-5A1FA495B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730" y="5674826"/>
              <a:ext cx="480729" cy="2028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B4DF8F24-623E-4A7A-B382-A07C0BCD67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3238" y="548499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452">
              <a:extLst>
                <a:ext uri="{FF2B5EF4-FFF2-40B4-BE49-F238E27FC236}">
                  <a16:creationId xmlns:a16="http://schemas.microsoft.com/office/drawing/2014/main" id="{E581C668-2E79-4E9C-83FB-7B0D5829E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5856" y="5854798"/>
              <a:ext cx="454028" cy="185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38BCE6F8-10B7-4B01-B7C5-9048BCC83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0265" y="6029722"/>
              <a:ext cx="214" cy="388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452">
              <a:extLst>
                <a:ext uri="{FF2B5EF4-FFF2-40B4-BE49-F238E27FC236}">
                  <a16:creationId xmlns:a16="http://schemas.microsoft.com/office/drawing/2014/main" id="{F5BA81F8-2047-45DB-8A66-CDB41FDA3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020" y="5784849"/>
              <a:ext cx="1637772" cy="631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9809D96E-73E6-4183-A2F2-CB2147DC9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2140" y="558457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452">
              <a:extLst>
                <a:ext uri="{FF2B5EF4-FFF2-40B4-BE49-F238E27FC236}">
                  <a16:creationId xmlns:a16="http://schemas.microsoft.com/office/drawing/2014/main" id="{035AD8E5-3DBF-43F8-8AEA-53B5572DF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6823" y="5591472"/>
              <a:ext cx="1379521" cy="5536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5E7EBBBD-8ADC-48BB-8C1C-E7FC60760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186" y="596154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452">
              <a:extLst>
                <a:ext uri="{FF2B5EF4-FFF2-40B4-BE49-F238E27FC236}">
                  <a16:creationId xmlns:a16="http://schemas.microsoft.com/office/drawing/2014/main" id="{255C001C-FA9A-4A73-B037-E304998ED9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2677" y="5768111"/>
              <a:ext cx="489920" cy="2049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F794B06E-6837-462B-A9A5-2D9E2D4B8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9520" y="5681379"/>
              <a:ext cx="253214" cy="848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A01FA0F1-166E-4C1D-92D6-EDD329331CD1}"/>
                </a:ext>
              </a:extLst>
            </p:cNvPr>
            <p:cNvCxnSpPr>
              <a:cxnSpLocks/>
            </p:cNvCxnSpPr>
            <p:nvPr/>
          </p:nvCxnSpPr>
          <p:spPr>
            <a:xfrm>
              <a:off x="6735191" y="5499510"/>
              <a:ext cx="1" cy="1727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452">
              <a:extLst>
                <a:ext uri="{FF2B5EF4-FFF2-40B4-BE49-F238E27FC236}">
                  <a16:creationId xmlns:a16="http://schemas.microsoft.com/office/drawing/2014/main" id="{B7194F69-23DA-4F05-A14F-20F251F88D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9520" y="541603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452">
              <a:extLst>
                <a:ext uri="{FF2B5EF4-FFF2-40B4-BE49-F238E27FC236}">
                  <a16:creationId xmlns:a16="http://schemas.microsoft.com/office/drawing/2014/main" id="{F75A0400-5663-4EEA-891E-DF59A3789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1882" y="5227238"/>
              <a:ext cx="469084" cy="1879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452">
              <a:extLst>
                <a:ext uri="{FF2B5EF4-FFF2-40B4-BE49-F238E27FC236}">
                  <a16:creationId xmlns:a16="http://schemas.microsoft.com/office/drawing/2014/main" id="{F203A58C-0230-42B8-850D-D08290316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558" y="5219214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452">
              <a:extLst>
                <a:ext uri="{FF2B5EF4-FFF2-40B4-BE49-F238E27FC236}">
                  <a16:creationId xmlns:a16="http://schemas.microsoft.com/office/drawing/2014/main" id="{8BB66019-5C2E-4A55-B7FB-06F82C8BEA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249" y="540578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82EC37F2-3346-4008-8156-6B94898E2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362" y="5509160"/>
              <a:ext cx="253214" cy="848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452">
              <a:extLst>
                <a:ext uri="{FF2B5EF4-FFF2-40B4-BE49-F238E27FC236}">
                  <a16:creationId xmlns:a16="http://schemas.microsoft.com/office/drawing/2014/main" id="{78FC18A1-3FFD-4C5C-B309-92B9268E3E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1222" y="5591471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F29FFAE3-97A3-4F7C-961C-016E254436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2627" y="5771458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452">
              <a:extLst>
                <a:ext uri="{FF2B5EF4-FFF2-40B4-BE49-F238E27FC236}">
                  <a16:creationId xmlns:a16="http://schemas.microsoft.com/office/drawing/2014/main" id="{2F1A7040-C490-44F5-A750-430328181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3835" y="5677842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CDD5D878-3EB1-43F9-85D8-8C7181A2E4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1560" y="567625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452">
              <a:extLst>
                <a:ext uri="{FF2B5EF4-FFF2-40B4-BE49-F238E27FC236}">
                  <a16:creationId xmlns:a16="http://schemas.microsoft.com/office/drawing/2014/main" id="{A3D0DE8F-BEAF-4641-B402-B12C06E46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87" y="5597897"/>
              <a:ext cx="463183" cy="190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452">
              <a:extLst>
                <a:ext uri="{FF2B5EF4-FFF2-40B4-BE49-F238E27FC236}">
                  <a16:creationId xmlns:a16="http://schemas.microsoft.com/office/drawing/2014/main" id="{D6D4E557-0677-4E4D-A2C5-64AFFDA90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1720" y="5405787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7ABE6997-8475-4C57-8360-D2AED05372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6033" y="5405786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452">
              <a:extLst>
                <a:ext uri="{FF2B5EF4-FFF2-40B4-BE49-F238E27FC236}">
                  <a16:creationId xmlns:a16="http://schemas.microsoft.com/office/drawing/2014/main" id="{B106F6F4-5893-402C-B3E6-CC7EB997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592" y="5398736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452">
              <a:extLst>
                <a:ext uri="{FF2B5EF4-FFF2-40B4-BE49-F238E27FC236}">
                  <a16:creationId xmlns:a16="http://schemas.microsoft.com/office/drawing/2014/main" id="{9401F706-02D5-45BC-AF96-F3AC85235D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8730" y="530350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452">
              <a:extLst>
                <a:ext uri="{FF2B5EF4-FFF2-40B4-BE49-F238E27FC236}">
                  <a16:creationId xmlns:a16="http://schemas.microsoft.com/office/drawing/2014/main" id="{A1954A55-F027-4ED4-92D4-64B09D8C8F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639" y="5215858"/>
              <a:ext cx="236307" cy="1107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A0CBD33F-9DD9-4AF5-A073-7FA4E6560D04}"/>
                </a:ext>
              </a:extLst>
            </p:cNvPr>
            <p:cNvCxnSpPr>
              <a:cxnSpLocks/>
            </p:cNvCxnSpPr>
            <p:nvPr/>
          </p:nvCxnSpPr>
          <p:spPr>
            <a:xfrm>
              <a:off x="8126562" y="5140868"/>
              <a:ext cx="233825" cy="72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F8DBDAE2-197B-4D8B-9B2F-8E896B982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511" y="4953892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452">
              <a:extLst>
                <a:ext uri="{FF2B5EF4-FFF2-40B4-BE49-F238E27FC236}">
                  <a16:creationId xmlns:a16="http://schemas.microsoft.com/office/drawing/2014/main" id="{852EB982-0978-47B8-92B0-91CF6972A3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97987" y="4872086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010B101-B845-4578-80C8-2755344A6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6705" y="4859022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452">
              <a:extLst>
                <a:ext uri="{FF2B5EF4-FFF2-40B4-BE49-F238E27FC236}">
                  <a16:creationId xmlns:a16="http://schemas.microsoft.com/office/drawing/2014/main" id="{ADF4CFE6-AA12-4640-B5C5-D44E994EB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1254" y="5051666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4F169173-7980-4BEC-94B2-66B9FAD1CF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0901" y="504687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452">
              <a:extLst>
                <a:ext uri="{FF2B5EF4-FFF2-40B4-BE49-F238E27FC236}">
                  <a16:creationId xmlns:a16="http://schemas.microsoft.com/office/drawing/2014/main" id="{4A4782C4-45FA-4BCA-833E-EB150BF59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227" y="486883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69D72D8D-711A-435C-92B5-4205257C2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8130" y="4792289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452">
              <a:extLst>
                <a:ext uri="{FF2B5EF4-FFF2-40B4-BE49-F238E27FC236}">
                  <a16:creationId xmlns:a16="http://schemas.microsoft.com/office/drawing/2014/main" id="{0C38D79B-83F5-4246-9100-589496290A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1226" y="468502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E7F5865B-C120-44A0-828F-F471A789BA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4792" y="467150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452">
              <a:extLst>
                <a:ext uri="{FF2B5EF4-FFF2-40B4-BE49-F238E27FC236}">
                  <a16:creationId xmlns:a16="http://schemas.microsoft.com/office/drawing/2014/main" id="{D13375D8-D4A6-405B-9A24-12848B9EB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4792" y="4770439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452">
              <a:extLst>
                <a:ext uri="{FF2B5EF4-FFF2-40B4-BE49-F238E27FC236}">
                  <a16:creationId xmlns:a16="http://schemas.microsoft.com/office/drawing/2014/main" id="{91A00FC9-F973-44B1-ABDF-94DEDFC314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7237" y="504406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452">
              <a:extLst>
                <a:ext uri="{FF2B5EF4-FFF2-40B4-BE49-F238E27FC236}">
                  <a16:creationId xmlns:a16="http://schemas.microsoft.com/office/drawing/2014/main" id="{663A1DE3-3C77-4086-85ED-4432570FA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237" y="4671501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452">
              <a:extLst>
                <a:ext uri="{FF2B5EF4-FFF2-40B4-BE49-F238E27FC236}">
                  <a16:creationId xmlns:a16="http://schemas.microsoft.com/office/drawing/2014/main" id="{60B602DF-DFD6-4305-B51B-B0998D9A41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9758" y="4492868"/>
              <a:ext cx="513745" cy="20769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452">
              <a:extLst>
                <a:ext uri="{FF2B5EF4-FFF2-40B4-BE49-F238E27FC236}">
                  <a16:creationId xmlns:a16="http://schemas.microsoft.com/office/drawing/2014/main" id="{0549CE79-2C22-4372-9BC4-FB5B00C804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1757" y="4500991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452">
              <a:extLst>
                <a:ext uri="{FF2B5EF4-FFF2-40B4-BE49-F238E27FC236}">
                  <a16:creationId xmlns:a16="http://schemas.microsoft.com/office/drawing/2014/main" id="{E25C81B6-D18E-44FF-93B9-750806F8F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2685" y="4778793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1965E411-ED9E-4AE2-A7C2-E8D316321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734" y="4770439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452">
              <a:extLst>
                <a:ext uri="{FF2B5EF4-FFF2-40B4-BE49-F238E27FC236}">
                  <a16:creationId xmlns:a16="http://schemas.microsoft.com/office/drawing/2014/main" id="{B773F15C-394A-4A90-941A-CE5860FD74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1888" y="503033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EC585459-4B79-4C5E-8398-397B6F212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2677" y="503444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452">
              <a:extLst>
                <a:ext uri="{FF2B5EF4-FFF2-40B4-BE49-F238E27FC236}">
                  <a16:creationId xmlns:a16="http://schemas.microsoft.com/office/drawing/2014/main" id="{F3A9E16E-C367-4AFE-8CE5-3BCA6DC9E8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687" y="5225877"/>
              <a:ext cx="436939" cy="1865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452">
              <a:extLst>
                <a:ext uri="{FF2B5EF4-FFF2-40B4-BE49-F238E27FC236}">
                  <a16:creationId xmlns:a16="http://schemas.microsoft.com/office/drawing/2014/main" id="{CB26D87B-3F15-42D4-B2BD-140350DFA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9214" y="522646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E3C94722-3F64-41A0-BAE4-18B031343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3795" y="5139218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CA3F8FD6-9618-4CDC-A1A6-2243487B33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5618" y="5040618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452">
              <a:extLst>
                <a:ext uri="{FF2B5EF4-FFF2-40B4-BE49-F238E27FC236}">
                  <a16:creationId xmlns:a16="http://schemas.microsoft.com/office/drawing/2014/main" id="{A599755C-0996-4FF4-B51B-244777EFC4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402" y="503689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FBB29391-E117-4AA3-8BCB-28B819DE54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1704" y="513042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61F77B81-4F52-47E3-949E-E8DD4D125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8874" y="530672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452">
              <a:extLst>
                <a:ext uri="{FF2B5EF4-FFF2-40B4-BE49-F238E27FC236}">
                  <a16:creationId xmlns:a16="http://schemas.microsoft.com/office/drawing/2014/main" id="{274D0BB9-2FF3-4F44-8A71-2B1798B0A8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8874" y="5203366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CDB76F1E-4C9F-4761-B335-B4F2E57D9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3506" y="5211048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91CAD047-2ECA-4D4A-81C3-25E481663B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7293" y="5292805"/>
              <a:ext cx="332" cy="584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452">
              <a:extLst>
                <a:ext uri="{FF2B5EF4-FFF2-40B4-BE49-F238E27FC236}">
                  <a16:creationId xmlns:a16="http://schemas.microsoft.com/office/drawing/2014/main" id="{8DE888CD-30AB-43FB-89D5-4CB653B8C9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806" y="5860502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21B4242-2C2A-4ED4-BFE3-B48D61EF0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566" y="5041688"/>
              <a:ext cx="0" cy="9386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D6968708-A16B-472E-8563-1F97B6C15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516" y="4689472"/>
              <a:ext cx="910691" cy="3611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5A0BB2F3-B4CE-4E4F-BE49-58271EF64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789" y="469013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452">
              <a:extLst>
                <a:ext uri="{FF2B5EF4-FFF2-40B4-BE49-F238E27FC236}">
                  <a16:creationId xmlns:a16="http://schemas.microsoft.com/office/drawing/2014/main" id="{D899EDA0-8707-4661-90E9-267BBCF18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3526" y="460200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452">
              <a:extLst>
                <a:ext uri="{FF2B5EF4-FFF2-40B4-BE49-F238E27FC236}">
                  <a16:creationId xmlns:a16="http://schemas.microsoft.com/office/drawing/2014/main" id="{180CBF9F-52A5-4574-83F2-D6DC225B3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3267" y="4499402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452">
              <a:extLst>
                <a:ext uri="{FF2B5EF4-FFF2-40B4-BE49-F238E27FC236}">
                  <a16:creationId xmlns:a16="http://schemas.microsoft.com/office/drawing/2014/main" id="{F06C1615-0380-40FD-92C3-9171A5866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402" y="4490711"/>
              <a:ext cx="243443" cy="1114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08188D13-56D3-4285-AFBE-681F282D2C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7176" y="450051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Straight Connector 452">
              <a:extLst>
                <a:ext uri="{FF2B5EF4-FFF2-40B4-BE49-F238E27FC236}">
                  <a16:creationId xmlns:a16="http://schemas.microsoft.com/office/drawing/2014/main" id="{D516E418-EBCF-46DD-B1DD-EE629817C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7148" y="4496578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Straight Connector 452">
              <a:extLst>
                <a:ext uri="{FF2B5EF4-FFF2-40B4-BE49-F238E27FC236}">
                  <a16:creationId xmlns:a16="http://schemas.microsoft.com/office/drawing/2014/main" id="{82612DB6-83BF-4F53-B7C0-926029ECC3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4440" y="457724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Straight Connector 452">
              <a:extLst>
                <a:ext uri="{FF2B5EF4-FFF2-40B4-BE49-F238E27FC236}">
                  <a16:creationId xmlns:a16="http://schemas.microsoft.com/office/drawing/2014/main" id="{8B36602D-604C-4A73-94B1-A94DF040F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90" y="458933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28140B80-F5D6-45D8-BDA9-7296191F73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2842" y="4692420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AEE3155A-B186-4724-92D4-1374B0CD5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806" y="469095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A9F52A4-2F07-4A5E-879F-C75A9C440F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7025" y="476910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452">
              <a:extLst>
                <a:ext uri="{FF2B5EF4-FFF2-40B4-BE49-F238E27FC236}">
                  <a16:creationId xmlns:a16="http://schemas.microsoft.com/office/drawing/2014/main" id="{1B7651DE-116E-4814-BD99-7A3C526B4D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6331" y="4746893"/>
              <a:ext cx="6251" cy="11160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F377B456-D2E8-47FC-B85F-618EE6740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205" y="5870054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B43A847D-1CDD-44EF-9504-855333587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684" y="5373064"/>
              <a:ext cx="332" cy="584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C2D78AFB-E5C8-4512-9CC3-D4CE2363B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0661" y="5390513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131CF223-5551-4185-9877-C18B8A19CF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5506" y="5477423"/>
              <a:ext cx="7799" cy="3926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A8E54C66-0F55-4595-ADBC-B31EF433E3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1506" y="5676780"/>
              <a:ext cx="485419" cy="1866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452">
              <a:extLst>
                <a:ext uri="{FF2B5EF4-FFF2-40B4-BE49-F238E27FC236}">
                  <a16:creationId xmlns:a16="http://schemas.microsoft.com/office/drawing/2014/main" id="{097C8C8F-A8D6-421E-8555-425783989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7317" y="5593867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41F27A89-9C22-4EDF-8A17-0CB015248B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5310" y="5492105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F6C454CC-05E1-4BDC-B2D7-632C2ACBD8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4966" y="5403995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F4EA4AC2-FAA7-40A3-B616-001F96F86B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2959" y="5302233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63F90F06-E5D9-4F33-9AC4-B57CC7AD92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7420" y="4948618"/>
              <a:ext cx="7799" cy="3926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452">
              <a:extLst>
                <a:ext uri="{FF2B5EF4-FFF2-40B4-BE49-F238E27FC236}">
                  <a16:creationId xmlns:a16="http://schemas.microsoft.com/office/drawing/2014/main" id="{419F57F4-DBDC-4552-91D4-BA62647650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8599" y="486461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A020749E-5B01-479F-AB4C-ED7B412FE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912" y="486909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0DAD90DF-8BBD-4219-AD28-59AB16089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6932" y="469095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452">
              <a:extLst>
                <a:ext uri="{FF2B5EF4-FFF2-40B4-BE49-F238E27FC236}">
                  <a16:creationId xmlns:a16="http://schemas.microsoft.com/office/drawing/2014/main" id="{01528EFA-39EC-4C47-A501-AD59549389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976" y="4695677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6F050800-9AB5-438F-B3CA-0CBD48D22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9317" y="4594299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452">
              <a:extLst>
                <a:ext uri="{FF2B5EF4-FFF2-40B4-BE49-F238E27FC236}">
                  <a16:creationId xmlns:a16="http://schemas.microsoft.com/office/drawing/2014/main" id="{7A5903B8-13EE-474A-A0DC-0D5CC3F4B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405" y="4620294"/>
              <a:ext cx="466173" cy="1605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872E7F1A-37AB-4691-BA5D-DE2F458C9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20" y="4586908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815F74E9-4CAF-4C43-81C4-C09AC6ADD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380" y="4508079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452">
              <a:extLst>
                <a:ext uri="{FF2B5EF4-FFF2-40B4-BE49-F238E27FC236}">
                  <a16:creationId xmlns:a16="http://schemas.microsoft.com/office/drawing/2014/main" id="{ACE0FC51-1F5A-450D-823B-732CA2CBE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3396" y="3953428"/>
              <a:ext cx="0" cy="5930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F2F6BCA1-9A3D-4577-8953-C8A73FEDD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14217" y="3778698"/>
              <a:ext cx="468802" cy="183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ACD5A3-721D-4FD8-98E7-89DD8DF2E3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6560" y="295540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7" name="Straight Connector 452">
            <a:extLst>
              <a:ext uri="{FF2B5EF4-FFF2-40B4-BE49-F238E27FC236}">
                <a16:creationId xmlns:a16="http://schemas.microsoft.com/office/drawing/2014/main" id="{277D3832-804E-42AE-B465-0EA9C37B31B3}"/>
              </a:ext>
            </a:extLst>
          </p:cNvPr>
          <p:cNvCxnSpPr>
            <a:cxnSpLocks/>
          </p:cNvCxnSpPr>
          <p:nvPr/>
        </p:nvCxnSpPr>
        <p:spPr>
          <a:xfrm flipH="1" flipV="1">
            <a:off x="8623611" y="1677046"/>
            <a:ext cx="2080936" cy="83718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箭头2">
            <a:extLst>
              <a:ext uri="{FF2B5EF4-FFF2-40B4-BE49-F238E27FC236}">
                <a16:creationId xmlns:a16="http://schemas.microsoft.com/office/drawing/2014/main" id="{886668B5-1D24-42FA-BCDF-3FD1EFA780D5}"/>
              </a:ext>
            </a:extLst>
          </p:cNvPr>
          <p:cNvGrpSpPr/>
          <p:nvPr/>
        </p:nvGrpSpPr>
        <p:grpSpPr>
          <a:xfrm rot="7021983">
            <a:off x="5476280" y="3471460"/>
            <a:ext cx="909320" cy="440456"/>
            <a:chOff x="1365670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8A4F2895-AAF9-4F47-9807-6B2A2562946B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C000">
                <a:alpha val="38039"/>
              </a:srgb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940690-A849-4858-A0F0-55376FF574DA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箭头1">
            <a:extLst>
              <a:ext uri="{FF2B5EF4-FFF2-40B4-BE49-F238E27FC236}">
                <a16:creationId xmlns:a16="http://schemas.microsoft.com/office/drawing/2014/main" id="{6B495CED-EEB4-44BF-A97F-20A373ADE84E}"/>
              </a:ext>
            </a:extLst>
          </p:cNvPr>
          <p:cNvGrpSpPr/>
          <p:nvPr/>
        </p:nvGrpSpPr>
        <p:grpSpPr>
          <a:xfrm rot="5011035">
            <a:off x="3808092" y="3050420"/>
            <a:ext cx="482240" cy="909320"/>
            <a:chOff x="6104773" y="431293"/>
            <a:chExt cx="482240" cy="909320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39CD9087-0643-41AB-9634-7121AD81AF6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5B9BD5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9EC395-CA2A-4866-9234-213A92A37BE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1" name="箭头3">
            <a:extLst>
              <a:ext uri="{FF2B5EF4-FFF2-40B4-BE49-F238E27FC236}">
                <a16:creationId xmlns:a16="http://schemas.microsoft.com/office/drawing/2014/main" id="{B961D78A-691B-4195-A294-DD708C0DE736}"/>
              </a:ext>
            </a:extLst>
          </p:cNvPr>
          <p:cNvGrpSpPr/>
          <p:nvPr/>
        </p:nvGrpSpPr>
        <p:grpSpPr>
          <a:xfrm rot="5011035">
            <a:off x="10948378" y="782513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212" name="Arrow: Down 211">
              <a:extLst>
                <a:ext uri="{FF2B5EF4-FFF2-40B4-BE49-F238E27FC236}">
                  <a16:creationId xmlns:a16="http://schemas.microsoft.com/office/drawing/2014/main" id="{DCD84071-402D-4356-9A60-AC162057AF50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grpFill/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2E2F871-04A8-4D49-BE22-F548F59F8EC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976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8DB9D-AD64-43F0-A9D7-27A0169801ED}"/>
              </a:ext>
            </a:extLst>
          </p:cNvPr>
          <p:cNvSpPr/>
          <p:nvPr/>
        </p:nvSpPr>
        <p:spPr>
          <a:xfrm>
            <a:off x="0" y="0"/>
            <a:ext cx="12947650" cy="1463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picture containing plant, flower&#10;&#10;Description automatically generated" hidden="1">
            <a:extLst>
              <a:ext uri="{FF2B5EF4-FFF2-40B4-BE49-F238E27FC236}">
                <a16:creationId xmlns:a16="http://schemas.microsoft.com/office/drawing/2014/main" id="{5080C66C-0AAF-49C3-BE98-3DA6FB887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615"/>
            <a:ext cx="12947650" cy="1051481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813357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" name="1级" hidden="1">
            <a:extLst>
              <a:ext uri="{FF2B5EF4-FFF2-40B4-BE49-F238E27FC236}">
                <a16:creationId xmlns:a16="http://schemas.microsoft.com/office/drawing/2014/main" id="{5B77DF93-A4A5-4D13-BDF0-03B36F9DA4B1}"/>
              </a:ext>
            </a:extLst>
          </p:cNvPr>
          <p:cNvGrpSpPr/>
          <p:nvPr/>
        </p:nvGrpSpPr>
        <p:grpSpPr>
          <a:xfrm>
            <a:off x="7978654" y="220553"/>
            <a:ext cx="4735649" cy="2191486"/>
            <a:chOff x="7978654" y="220553"/>
            <a:chExt cx="4735649" cy="2191486"/>
          </a:xfrm>
        </p:grpSpPr>
        <p:sp>
          <p:nvSpPr>
            <p:cNvPr id="1552" name="Hexagon 1551">
              <a:extLst>
                <a:ext uri="{FF2B5EF4-FFF2-40B4-BE49-F238E27FC236}">
                  <a16:creationId xmlns:a16="http://schemas.microsoft.com/office/drawing/2014/main" id="{E279D28A-0B97-4113-8831-83E7E47EE27F}"/>
                </a:ext>
              </a:extLst>
            </p:cNvPr>
            <p:cNvSpPr/>
            <p:nvPr/>
          </p:nvSpPr>
          <p:spPr>
            <a:xfrm>
              <a:off x="11006610" y="59316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3" name="Hexagon 1552">
              <a:extLst>
                <a:ext uri="{FF2B5EF4-FFF2-40B4-BE49-F238E27FC236}">
                  <a16:creationId xmlns:a16="http://schemas.microsoft.com/office/drawing/2014/main" id="{D41441CF-A960-4306-AD86-2BDC1BD3B6E7}"/>
                </a:ext>
              </a:extLst>
            </p:cNvPr>
            <p:cNvSpPr/>
            <p:nvPr/>
          </p:nvSpPr>
          <p:spPr>
            <a:xfrm>
              <a:off x="11239020" y="68198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4" name="Hexagon 1553">
              <a:extLst>
                <a:ext uri="{FF2B5EF4-FFF2-40B4-BE49-F238E27FC236}">
                  <a16:creationId xmlns:a16="http://schemas.microsoft.com/office/drawing/2014/main" id="{F8F4D8F8-610D-422C-9031-D081F6602AE4}"/>
                </a:ext>
              </a:extLst>
            </p:cNvPr>
            <p:cNvSpPr/>
            <p:nvPr/>
          </p:nvSpPr>
          <p:spPr>
            <a:xfrm>
              <a:off x="10774200" y="6819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5" name="Hexagon 1554">
              <a:extLst>
                <a:ext uri="{FF2B5EF4-FFF2-40B4-BE49-F238E27FC236}">
                  <a16:creationId xmlns:a16="http://schemas.microsoft.com/office/drawing/2014/main" id="{803F4F37-38A9-4212-B6A3-34E6F55A0C32}"/>
                </a:ext>
              </a:extLst>
            </p:cNvPr>
            <p:cNvSpPr/>
            <p:nvPr/>
          </p:nvSpPr>
          <p:spPr>
            <a:xfrm>
              <a:off x="11006609" y="7746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6" name="Hexagon 1555">
              <a:extLst>
                <a:ext uri="{FF2B5EF4-FFF2-40B4-BE49-F238E27FC236}">
                  <a16:creationId xmlns:a16="http://schemas.microsoft.com/office/drawing/2014/main" id="{443BF3A6-8773-47DE-906B-B2E21838A85F}"/>
                </a:ext>
              </a:extLst>
            </p:cNvPr>
            <p:cNvSpPr/>
            <p:nvPr/>
          </p:nvSpPr>
          <p:spPr>
            <a:xfrm>
              <a:off x="11237113" y="86342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7" name="Hexagon 1556">
              <a:extLst>
                <a:ext uri="{FF2B5EF4-FFF2-40B4-BE49-F238E27FC236}">
                  <a16:creationId xmlns:a16="http://schemas.microsoft.com/office/drawing/2014/main" id="{FFF5264E-2718-494B-B180-F408FC4033B7}"/>
                </a:ext>
              </a:extLst>
            </p:cNvPr>
            <p:cNvSpPr/>
            <p:nvPr/>
          </p:nvSpPr>
          <p:spPr>
            <a:xfrm>
              <a:off x="11475875" y="77079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8" name="Hexagon 1557">
              <a:extLst>
                <a:ext uri="{FF2B5EF4-FFF2-40B4-BE49-F238E27FC236}">
                  <a16:creationId xmlns:a16="http://schemas.microsoft.com/office/drawing/2014/main" id="{B2A9FAF5-0C46-4A8F-B6C2-E16507C2E678}"/>
                </a:ext>
              </a:extLst>
            </p:cNvPr>
            <p:cNvSpPr/>
            <p:nvPr/>
          </p:nvSpPr>
          <p:spPr>
            <a:xfrm>
              <a:off x="10774199" y="8643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59" name="Hexagon 1558">
              <a:extLst>
                <a:ext uri="{FF2B5EF4-FFF2-40B4-BE49-F238E27FC236}">
                  <a16:creationId xmlns:a16="http://schemas.microsoft.com/office/drawing/2014/main" id="{D3F48A6D-60D7-4F20-A64B-D1D80A723EE1}"/>
                </a:ext>
              </a:extLst>
            </p:cNvPr>
            <p:cNvSpPr/>
            <p:nvPr/>
          </p:nvSpPr>
          <p:spPr>
            <a:xfrm>
              <a:off x="10533530" y="9578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0" name="Hexagon 1559">
              <a:extLst>
                <a:ext uri="{FF2B5EF4-FFF2-40B4-BE49-F238E27FC236}">
                  <a16:creationId xmlns:a16="http://schemas.microsoft.com/office/drawing/2014/main" id="{8A90E47F-433E-4F85-B20B-4DAF519B746B}"/>
                </a:ext>
              </a:extLst>
            </p:cNvPr>
            <p:cNvSpPr/>
            <p:nvPr/>
          </p:nvSpPr>
          <p:spPr>
            <a:xfrm>
              <a:off x="11002796" y="95598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1" name="Hexagon 1560">
              <a:extLst>
                <a:ext uri="{FF2B5EF4-FFF2-40B4-BE49-F238E27FC236}">
                  <a16:creationId xmlns:a16="http://schemas.microsoft.com/office/drawing/2014/main" id="{C9B8B55F-C6D2-4B32-807B-5FE49DFBE429}"/>
                </a:ext>
              </a:extLst>
            </p:cNvPr>
            <p:cNvSpPr/>
            <p:nvPr/>
          </p:nvSpPr>
          <p:spPr>
            <a:xfrm>
              <a:off x="11235205" y="104480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2" name="Hexagon 1561">
              <a:extLst>
                <a:ext uri="{FF2B5EF4-FFF2-40B4-BE49-F238E27FC236}">
                  <a16:creationId xmlns:a16="http://schemas.microsoft.com/office/drawing/2014/main" id="{01BC3C10-0ECE-4361-B936-1E33AEA0FF4E}"/>
                </a:ext>
              </a:extLst>
            </p:cNvPr>
            <p:cNvSpPr/>
            <p:nvPr/>
          </p:nvSpPr>
          <p:spPr>
            <a:xfrm>
              <a:off x="10770386" y="10495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3" name="Hexagon 1562">
              <a:extLst>
                <a:ext uri="{FF2B5EF4-FFF2-40B4-BE49-F238E27FC236}">
                  <a16:creationId xmlns:a16="http://schemas.microsoft.com/office/drawing/2014/main" id="{6CEE9C21-2959-4410-B68E-EE0FC57DF7ED}"/>
                </a:ext>
              </a:extLst>
            </p:cNvPr>
            <p:cNvSpPr/>
            <p:nvPr/>
          </p:nvSpPr>
          <p:spPr>
            <a:xfrm>
              <a:off x="11002796" y="114118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4" name="Hexagon 1563">
              <a:extLst>
                <a:ext uri="{FF2B5EF4-FFF2-40B4-BE49-F238E27FC236}">
                  <a16:creationId xmlns:a16="http://schemas.microsoft.com/office/drawing/2014/main" id="{C8EBE839-C525-47D3-A248-B1A5371B401B}"/>
                </a:ext>
              </a:extLst>
            </p:cNvPr>
            <p:cNvSpPr/>
            <p:nvPr/>
          </p:nvSpPr>
          <p:spPr>
            <a:xfrm>
              <a:off x="11002796" y="13263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5" name="Hexagon 1564">
              <a:extLst>
                <a:ext uri="{FF2B5EF4-FFF2-40B4-BE49-F238E27FC236}">
                  <a16:creationId xmlns:a16="http://schemas.microsoft.com/office/drawing/2014/main" id="{7314D24E-5944-4C57-841C-20C622F56FBE}"/>
                </a:ext>
              </a:extLst>
            </p:cNvPr>
            <p:cNvSpPr/>
            <p:nvPr/>
          </p:nvSpPr>
          <p:spPr>
            <a:xfrm>
              <a:off x="10770386" y="122999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6" name="Hexagon 1565">
              <a:extLst>
                <a:ext uri="{FF2B5EF4-FFF2-40B4-BE49-F238E27FC236}">
                  <a16:creationId xmlns:a16="http://schemas.microsoft.com/office/drawing/2014/main" id="{F4AE5ABD-C84D-4AE0-8577-F5DB4761C73B}"/>
                </a:ext>
              </a:extLst>
            </p:cNvPr>
            <p:cNvSpPr/>
            <p:nvPr/>
          </p:nvSpPr>
          <p:spPr>
            <a:xfrm>
              <a:off x="10537976" y="113361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7" name="Hexagon 1566">
              <a:extLst>
                <a:ext uri="{FF2B5EF4-FFF2-40B4-BE49-F238E27FC236}">
                  <a16:creationId xmlns:a16="http://schemas.microsoft.com/office/drawing/2014/main" id="{1053FCEF-A4DF-4E81-97AE-2A9C336929F4}"/>
                </a:ext>
              </a:extLst>
            </p:cNvPr>
            <p:cNvSpPr/>
            <p:nvPr/>
          </p:nvSpPr>
          <p:spPr>
            <a:xfrm>
              <a:off x="10533529" y="13140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8" name="Hexagon 1567">
              <a:extLst>
                <a:ext uri="{FF2B5EF4-FFF2-40B4-BE49-F238E27FC236}">
                  <a16:creationId xmlns:a16="http://schemas.microsoft.com/office/drawing/2014/main" id="{9B67FF44-937E-4805-BED9-21C4DA040152}"/>
                </a:ext>
              </a:extLst>
            </p:cNvPr>
            <p:cNvSpPr/>
            <p:nvPr/>
          </p:nvSpPr>
          <p:spPr>
            <a:xfrm>
              <a:off x="10296672" y="123294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69" name="Hexagon 1568">
              <a:extLst>
                <a:ext uri="{FF2B5EF4-FFF2-40B4-BE49-F238E27FC236}">
                  <a16:creationId xmlns:a16="http://schemas.microsoft.com/office/drawing/2014/main" id="{28805D3A-6451-4BEF-8BD2-C0FB911BDD84}"/>
                </a:ext>
              </a:extLst>
            </p:cNvPr>
            <p:cNvSpPr/>
            <p:nvPr/>
          </p:nvSpPr>
          <p:spPr>
            <a:xfrm>
              <a:off x="10302387" y="141241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0" name="Hexagon 1569">
              <a:extLst>
                <a:ext uri="{FF2B5EF4-FFF2-40B4-BE49-F238E27FC236}">
                  <a16:creationId xmlns:a16="http://schemas.microsoft.com/office/drawing/2014/main" id="{E6764024-40B8-4B7B-90EC-D4592ADB9400}"/>
                </a:ext>
              </a:extLst>
            </p:cNvPr>
            <p:cNvSpPr/>
            <p:nvPr/>
          </p:nvSpPr>
          <p:spPr>
            <a:xfrm>
              <a:off x="10765939" y="140571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1" name="Hexagon 1570">
              <a:extLst>
                <a:ext uri="{FF2B5EF4-FFF2-40B4-BE49-F238E27FC236}">
                  <a16:creationId xmlns:a16="http://schemas.microsoft.com/office/drawing/2014/main" id="{705689D9-1D9D-4471-983B-32937F8432FA}"/>
                </a:ext>
              </a:extLst>
            </p:cNvPr>
            <p:cNvSpPr/>
            <p:nvPr/>
          </p:nvSpPr>
          <p:spPr>
            <a:xfrm>
              <a:off x="11235205" y="141519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2" name="Hexagon 1571">
              <a:extLst>
                <a:ext uri="{FF2B5EF4-FFF2-40B4-BE49-F238E27FC236}">
                  <a16:creationId xmlns:a16="http://schemas.microsoft.com/office/drawing/2014/main" id="{09D82A0D-53AE-4D39-AA33-32F5577F6F1C}"/>
                </a:ext>
              </a:extLst>
            </p:cNvPr>
            <p:cNvSpPr/>
            <p:nvPr/>
          </p:nvSpPr>
          <p:spPr>
            <a:xfrm>
              <a:off x="11469521" y="13263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3" name="Hexagon 1572">
              <a:extLst>
                <a:ext uri="{FF2B5EF4-FFF2-40B4-BE49-F238E27FC236}">
                  <a16:creationId xmlns:a16="http://schemas.microsoft.com/office/drawing/2014/main" id="{05D4E8A7-8A63-459D-A780-22B731AE0346}"/>
                </a:ext>
              </a:extLst>
            </p:cNvPr>
            <p:cNvSpPr/>
            <p:nvPr/>
          </p:nvSpPr>
          <p:spPr>
            <a:xfrm>
              <a:off x="11708919" y="123374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4" name="Hexagon 1573">
              <a:extLst>
                <a:ext uri="{FF2B5EF4-FFF2-40B4-BE49-F238E27FC236}">
                  <a16:creationId xmlns:a16="http://schemas.microsoft.com/office/drawing/2014/main" id="{E61BE0DF-B665-4ECB-9C4F-A811D4FEA58F}"/>
                </a:ext>
              </a:extLst>
            </p:cNvPr>
            <p:cNvSpPr/>
            <p:nvPr/>
          </p:nvSpPr>
          <p:spPr>
            <a:xfrm>
              <a:off x="11941328" y="131694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5" name="Hexagon 1574">
              <a:extLst>
                <a:ext uri="{FF2B5EF4-FFF2-40B4-BE49-F238E27FC236}">
                  <a16:creationId xmlns:a16="http://schemas.microsoft.com/office/drawing/2014/main" id="{FC980BF2-D168-48B6-8796-A7B327E845E1}"/>
                </a:ext>
              </a:extLst>
            </p:cNvPr>
            <p:cNvSpPr/>
            <p:nvPr/>
          </p:nvSpPr>
          <p:spPr>
            <a:xfrm>
              <a:off x="11708919" y="141518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6" name="Hexagon 1575">
              <a:extLst>
                <a:ext uri="{FF2B5EF4-FFF2-40B4-BE49-F238E27FC236}">
                  <a16:creationId xmlns:a16="http://schemas.microsoft.com/office/drawing/2014/main" id="{41724FF3-899C-4EAC-A8D1-D05C6D0D0267}"/>
                </a:ext>
              </a:extLst>
            </p:cNvPr>
            <p:cNvSpPr/>
            <p:nvPr/>
          </p:nvSpPr>
          <p:spPr>
            <a:xfrm>
              <a:off x="11945535" y="150028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7" name="Hexagon 1576">
              <a:extLst>
                <a:ext uri="{FF2B5EF4-FFF2-40B4-BE49-F238E27FC236}">
                  <a16:creationId xmlns:a16="http://schemas.microsoft.com/office/drawing/2014/main" id="{4BBC3BC5-3FF9-4801-A34C-4BCEC1315105}"/>
                </a:ext>
              </a:extLst>
            </p:cNvPr>
            <p:cNvSpPr/>
            <p:nvPr/>
          </p:nvSpPr>
          <p:spPr>
            <a:xfrm>
              <a:off x="12182633" y="15891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8" name="Hexagon 1577">
              <a:extLst>
                <a:ext uri="{FF2B5EF4-FFF2-40B4-BE49-F238E27FC236}">
                  <a16:creationId xmlns:a16="http://schemas.microsoft.com/office/drawing/2014/main" id="{E48BA4EA-6153-4D99-B175-3DE25C05AB11}"/>
                </a:ext>
              </a:extLst>
            </p:cNvPr>
            <p:cNvSpPr/>
            <p:nvPr/>
          </p:nvSpPr>
          <p:spPr>
            <a:xfrm>
              <a:off x="12179460" y="17667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9" name="Hexagon 1578">
              <a:extLst>
                <a:ext uri="{FF2B5EF4-FFF2-40B4-BE49-F238E27FC236}">
                  <a16:creationId xmlns:a16="http://schemas.microsoft.com/office/drawing/2014/main" id="{2B754743-DE8F-472B-B008-BA1E3B4CEC25}"/>
                </a:ext>
              </a:extLst>
            </p:cNvPr>
            <p:cNvSpPr/>
            <p:nvPr/>
          </p:nvSpPr>
          <p:spPr>
            <a:xfrm>
              <a:off x="11710588" y="15966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7" name="Hexagon 1616">
              <a:extLst>
                <a:ext uri="{FF2B5EF4-FFF2-40B4-BE49-F238E27FC236}">
                  <a16:creationId xmlns:a16="http://schemas.microsoft.com/office/drawing/2014/main" id="{4E14ED04-0EEB-4613-B155-A6F500E07AD4}"/>
                </a:ext>
              </a:extLst>
            </p:cNvPr>
            <p:cNvSpPr/>
            <p:nvPr/>
          </p:nvSpPr>
          <p:spPr>
            <a:xfrm>
              <a:off x="11232663" y="15966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8" name="Hexagon 1617">
              <a:extLst>
                <a:ext uri="{FF2B5EF4-FFF2-40B4-BE49-F238E27FC236}">
                  <a16:creationId xmlns:a16="http://schemas.microsoft.com/office/drawing/2014/main" id="{3F6E5601-15B7-49B0-A1A3-2DE7F74F4066}"/>
                </a:ext>
              </a:extLst>
            </p:cNvPr>
            <p:cNvSpPr/>
            <p:nvPr/>
          </p:nvSpPr>
          <p:spPr>
            <a:xfrm>
              <a:off x="11002159" y="15040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9" name="Hexagon 1618">
              <a:extLst>
                <a:ext uri="{FF2B5EF4-FFF2-40B4-BE49-F238E27FC236}">
                  <a16:creationId xmlns:a16="http://schemas.microsoft.com/office/drawing/2014/main" id="{029F2383-C634-49A8-BC13-53B9CE6D6A9A}"/>
                </a:ext>
              </a:extLst>
            </p:cNvPr>
            <p:cNvSpPr/>
            <p:nvPr/>
          </p:nvSpPr>
          <p:spPr>
            <a:xfrm>
              <a:off x="11475875" y="16892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0" name="Hexagon 1889">
              <a:extLst>
                <a:ext uri="{FF2B5EF4-FFF2-40B4-BE49-F238E27FC236}">
                  <a16:creationId xmlns:a16="http://schemas.microsoft.com/office/drawing/2014/main" id="{24FF3A9C-49E9-49EB-A85A-F8591CAE99C3}"/>
                </a:ext>
              </a:extLst>
            </p:cNvPr>
            <p:cNvSpPr/>
            <p:nvPr/>
          </p:nvSpPr>
          <p:spPr>
            <a:xfrm>
              <a:off x="11708046" y="177432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1" name="Hexagon 1890">
              <a:extLst>
                <a:ext uri="{FF2B5EF4-FFF2-40B4-BE49-F238E27FC236}">
                  <a16:creationId xmlns:a16="http://schemas.microsoft.com/office/drawing/2014/main" id="{93AA7AD8-1FCA-47EF-9248-7C7A6BA2BD03}"/>
                </a:ext>
              </a:extLst>
            </p:cNvPr>
            <p:cNvSpPr/>
            <p:nvPr/>
          </p:nvSpPr>
          <p:spPr>
            <a:xfrm>
              <a:off x="11946331" y="18632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5" name="Hexagon 1924">
              <a:extLst>
                <a:ext uri="{FF2B5EF4-FFF2-40B4-BE49-F238E27FC236}">
                  <a16:creationId xmlns:a16="http://schemas.microsoft.com/office/drawing/2014/main" id="{893FCAAB-D995-4B5D-88B8-9CDAD778BBAB}"/>
                </a:ext>
              </a:extLst>
            </p:cNvPr>
            <p:cNvSpPr/>
            <p:nvPr/>
          </p:nvSpPr>
          <p:spPr>
            <a:xfrm>
              <a:off x="11475875" y="187064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8" name="Hexagon 1927">
              <a:extLst>
                <a:ext uri="{FF2B5EF4-FFF2-40B4-BE49-F238E27FC236}">
                  <a16:creationId xmlns:a16="http://schemas.microsoft.com/office/drawing/2014/main" id="{43CA3A57-A75F-401B-9731-08183B9653A5}"/>
                </a:ext>
              </a:extLst>
            </p:cNvPr>
            <p:cNvSpPr/>
            <p:nvPr/>
          </p:nvSpPr>
          <p:spPr>
            <a:xfrm>
              <a:off x="11239019" y="178182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7" name="Hexagon 1976">
              <a:extLst>
                <a:ext uri="{FF2B5EF4-FFF2-40B4-BE49-F238E27FC236}">
                  <a16:creationId xmlns:a16="http://schemas.microsoft.com/office/drawing/2014/main" id="{D6EAD0B6-5E68-4C47-AECB-84B5A73B2E56}"/>
                </a:ext>
              </a:extLst>
            </p:cNvPr>
            <p:cNvSpPr/>
            <p:nvPr/>
          </p:nvSpPr>
          <p:spPr>
            <a:xfrm>
              <a:off x="11708046" y="19521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8" name="Hexagon 1977">
              <a:extLst>
                <a:ext uri="{FF2B5EF4-FFF2-40B4-BE49-F238E27FC236}">
                  <a16:creationId xmlns:a16="http://schemas.microsoft.com/office/drawing/2014/main" id="{19D4D4A4-36FB-49C9-8F13-E79357432D20}"/>
                </a:ext>
              </a:extLst>
            </p:cNvPr>
            <p:cNvSpPr/>
            <p:nvPr/>
          </p:nvSpPr>
          <p:spPr>
            <a:xfrm>
              <a:off x="11940217" y="20408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8" name="Hexagon 2027">
              <a:extLst>
                <a:ext uri="{FF2B5EF4-FFF2-40B4-BE49-F238E27FC236}">
                  <a16:creationId xmlns:a16="http://schemas.microsoft.com/office/drawing/2014/main" id="{964215C5-C2F0-4C8D-9390-C6AD9153D34E}"/>
                </a:ext>
              </a:extLst>
            </p:cNvPr>
            <p:cNvSpPr/>
            <p:nvPr/>
          </p:nvSpPr>
          <p:spPr>
            <a:xfrm>
              <a:off x="12172388" y="213763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9" name="Hexagon 2028">
              <a:extLst>
                <a:ext uri="{FF2B5EF4-FFF2-40B4-BE49-F238E27FC236}">
                  <a16:creationId xmlns:a16="http://schemas.microsoft.com/office/drawing/2014/main" id="{1F8D3B47-288A-4093-AB6C-0544CF6A3F32}"/>
                </a:ext>
              </a:extLst>
            </p:cNvPr>
            <p:cNvSpPr/>
            <p:nvPr/>
          </p:nvSpPr>
          <p:spPr>
            <a:xfrm>
              <a:off x="12407379" y="204882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0" name="Hexagon 2039">
              <a:extLst>
                <a:ext uri="{FF2B5EF4-FFF2-40B4-BE49-F238E27FC236}">
                  <a16:creationId xmlns:a16="http://schemas.microsoft.com/office/drawing/2014/main" id="{A1437994-B479-4E3F-BB04-D5D6F2C9CDC2}"/>
                </a:ext>
              </a:extLst>
            </p:cNvPr>
            <p:cNvSpPr/>
            <p:nvPr/>
          </p:nvSpPr>
          <p:spPr>
            <a:xfrm>
              <a:off x="12409024" y="22344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1" name="Hexagon 2040">
              <a:extLst>
                <a:ext uri="{FF2B5EF4-FFF2-40B4-BE49-F238E27FC236}">
                  <a16:creationId xmlns:a16="http://schemas.microsoft.com/office/drawing/2014/main" id="{B6DD12FE-56E6-4D0D-B34B-6F0B867F6787}"/>
                </a:ext>
              </a:extLst>
            </p:cNvPr>
            <p:cNvSpPr/>
            <p:nvPr/>
          </p:nvSpPr>
          <p:spPr>
            <a:xfrm>
              <a:off x="11000010" y="168984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3" name="Hexagon 2062">
              <a:extLst>
                <a:ext uri="{FF2B5EF4-FFF2-40B4-BE49-F238E27FC236}">
                  <a16:creationId xmlns:a16="http://schemas.microsoft.com/office/drawing/2014/main" id="{5273AC6F-7364-466A-8FF4-096077B809EE}"/>
                </a:ext>
              </a:extLst>
            </p:cNvPr>
            <p:cNvSpPr/>
            <p:nvPr/>
          </p:nvSpPr>
          <p:spPr>
            <a:xfrm>
              <a:off x="11006366" y="18750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4" name="Hexagon 2063">
              <a:extLst>
                <a:ext uri="{FF2B5EF4-FFF2-40B4-BE49-F238E27FC236}">
                  <a16:creationId xmlns:a16="http://schemas.microsoft.com/office/drawing/2014/main" id="{230F9BF2-348C-4130-8FC2-267811356ED7}"/>
                </a:ext>
              </a:extLst>
            </p:cNvPr>
            <p:cNvSpPr/>
            <p:nvPr/>
          </p:nvSpPr>
          <p:spPr>
            <a:xfrm>
              <a:off x="10765938" y="15899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1" name="Hexagon 2150">
              <a:extLst>
                <a:ext uri="{FF2B5EF4-FFF2-40B4-BE49-F238E27FC236}">
                  <a16:creationId xmlns:a16="http://schemas.microsoft.com/office/drawing/2014/main" id="{939AB429-A7E1-4164-8A29-D5CA7BD2F57A}"/>
                </a:ext>
              </a:extLst>
            </p:cNvPr>
            <p:cNvSpPr/>
            <p:nvPr/>
          </p:nvSpPr>
          <p:spPr>
            <a:xfrm>
              <a:off x="10532637" y="168718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2" name="Hexagon 2151">
              <a:extLst>
                <a:ext uri="{FF2B5EF4-FFF2-40B4-BE49-F238E27FC236}">
                  <a16:creationId xmlns:a16="http://schemas.microsoft.com/office/drawing/2014/main" id="{443ECC56-15D5-47B6-9D36-A401A1161115}"/>
                </a:ext>
              </a:extLst>
            </p:cNvPr>
            <p:cNvSpPr/>
            <p:nvPr/>
          </p:nvSpPr>
          <p:spPr>
            <a:xfrm>
              <a:off x="10772785" y="19612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3" name="Hexagon 2152">
              <a:extLst>
                <a:ext uri="{FF2B5EF4-FFF2-40B4-BE49-F238E27FC236}">
                  <a16:creationId xmlns:a16="http://schemas.microsoft.com/office/drawing/2014/main" id="{F0F4A03E-8F99-43E7-9E52-1FA747274F28}"/>
                </a:ext>
              </a:extLst>
            </p:cNvPr>
            <p:cNvSpPr/>
            <p:nvPr/>
          </p:nvSpPr>
          <p:spPr>
            <a:xfrm>
              <a:off x="10533528" y="18694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4" name="Hexagon 2153">
              <a:extLst>
                <a:ext uri="{FF2B5EF4-FFF2-40B4-BE49-F238E27FC236}">
                  <a16:creationId xmlns:a16="http://schemas.microsoft.com/office/drawing/2014/main" id="{AE4324D7-E663-4DD1-A18F-8E395E09ADF2}"/>
                </a:ext>
              </a:extLst>
            </p:cNvPr>
            <p:cNvSpPr/>
            <p:nvPr/>
          </p:nvSpPr>
          <p:spPr>
            <a:xfrm>
              <a:off x="10533528" y="20434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5" name="Hexagon 2154">
              <a:extLst>
                <a:ext uri="{FF2B5EF4-FFF2-40B4-BE49-F238E27FC236}">
                  <a16:creationId xmlns:a16="http://schemas.microsoft.com/office/drawing/2014/main" id="{AD3707B4-001B-40F6-BF8C-EBDF1B92FFA8}"/>
                </a:ext>
              </a:extLst>
            </p:cNvPr>
            <p:cNvSpPr/>
            <p:nvPr/>
          </p:nvSpPr>
          <p:spPr>
            <a:xfrm>
              <a:off x="10536818" y="222408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0" name="Hexagon 2179">
              <a:extLst>
                <a:ext uri="{FF2B5EF4-FFF2-40B4-BE49-F238E27FC236}">
                  <a16:creationId xmlns:a16="http://schemas.microsoft.com/office/drawing/2014/main" id="{5252964A-893C-4C0F-855E-E7683BB9E7E3}"/>
                </a:ext>
              </a:extLst>
            </p:cNvPr>
            <p:cNvSpPr/>
            <p:nvPr/>
          </p:nvSpPr>
          <p:spPr>
            <a:xfrm>
              <a:off x="10304654" y="17799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1" name="Hexagon 2180">
              <a:extLst>
                <a:ext uri="{FF2B5EF4-FFF2-40B4-BE49-F238E27FC236}">
                  <a16:creationId xmlns:a16="http://schemas.microsoft.com/office/drawing/2014/main" id="{1D40CE3A-B0EE-4B8F-B7B1-B24495E4AFC8}"/>
                </a:ext>
              </a:extLst>
            </p:cNvPr>
            <p:cNvSpPr/>
            <p:nvPr/>
          </p:nvSpPr>
          <p:spPr>
            <a:xfrm>
              <a:off x="10302749" y="19539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2" name="Hexagon 2181">
              <a:extLst>
                <a:ext uri="{FF2B5EF4-FFF2-40B4-BE49-F238E27FC236}">
                  <a16:creationId xmlns:a16="http://schemas.microsoft.com/office/drawing/2014/main" id="{A990D20E-D989-4C89-8E5C-18FABF6037E5}"/>
                </a:ext>
              </a:extLst>
            </p:cNvPr>
            <p:cNvSpPr/>
            <p:nvPr/>
          </p:nvSpPr>
          <p:spPr>
            <a:xfrm>
              <a:off x="10306039" y="213834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3" name="Hexagon 2182">
              <a:extLst>
                <a:ext uri="{FF2B5EF4-FFF2-40B4-BE49-F238E27FC236}">
                  <a16:creationId xmlns:a16="http://schemas.microsoft.com/office/drawing/2014/main" id="{3D3E562A-5448-491A-9BF0-11B9324267F1}"/>
                </a:ext>
              </a:extLst>
            </p:cNvPr>
            <p:cNvSpPr/>
            <p:nvPr/>
          </p:nvSpPr>
          <p:spPr>
            <a:xfrm>
              <a:off x="10071112" y="16891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4" name="Hexagon 2183">
              <a:extLst>
                <a:ext uri="{FF2B5EF4-FFF2-40B4-BE49-F238E27FC236}">
                  <a16:creationId xmlns:a16="http://schemas.microsoft.com/office/drawing/2014/main" id="{201E7ABF-0F30-444B-AFF8-AED2CD520190}"/>
                </a:ext>
              </a:extLst>
            </p:cNvPr>
            <p:cNvSpPr/>
            <p:nvPr/>
          </p:nvSpPr>
          <p:spPr>
            <a:xfrm>
              <a:off x="10071112" y="18650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5" name="Hexagon 2184">
              <a:extLst>
                <a:ext uri="{FF2B5EF4-FFF2-40B4-BE49-F238E27FC236}">
                  <a16:creationId xmlns:a16="http://schemas.microsoft.com/office/drawing/2014/main" id="{57FC7021-7DF9-4057-B91C-D8B338B1F36D}"/>
                </a:ext>
              </a:extLst>
            </p:cNvPr>
            <p:cNvSpPr/>
            <p:nvPr/>
          </p:nvSpPr>
          <p:spPr>
            <a:xfrm>
              <a:off x="10072497" y="204755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6" name="Hexagon 2185">
              <a:extLst>
                <a:ext uri="{FF2B5EF4-FFF2-40B4-BE49-F238E27FC236}">
                  <a16:creationId xmlns:a16="http://schemas.microsoft.com/office/drawing/2014/main" id="{026171D2-98F2-4352-B76C-23F9FF09E73B}"/>
                </a:ext>
              </a:extLst>
            </p:cNvPr>
            <p:cNvSpPr/>
            <p:nvPr/>
          </p:nvSpPr>
          <p:spPr>
            <a:xfrm>
              <a:off x="10067300" y="131817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7" name="Hexagon 2186">
              <a:extLst>
                <a:ext uri="{FF2B5EF4-FFF2-40B4-BE49-F238E27FC236}">
                  <a16:creationId xmlns:a16="http://schemas.microsoft.com/office/drawing/2014/main" id="{E7E9B3CF-35E9-4E87-98A5-89F9D3D62DE7}"/>
                </a:ext>
              </a:extLst>
            </p:cNvPr>
            <p:cNvSpPr/>
            <p:nvPr/>
          </p:nvSpPr>
          <p:spPr>
            <a:xfrm>
              <a:off x="10073015" y="15052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8" name="Hexagon 2187">
              <a:extLst>
                <a:ext uri="{FF2B5EF4-FFF2-40B4-BE49-F238E27FC236}">
                  <a16:creationId xmlns:a16="http://schemas.microsoft.com/office/drawing/2014/main" id="{5F5FCC39-593E-4BFB-9E41-2976DA106B8B}"/>
                </a:ext>
              </a:extLst>
            </p:cNvPr>
            <p:cNvSpPr/>
            <p:nvPr/>
          </p:nvSpPr>
          <p:spPr>
            <a:xfrm>
              <a:off x="9837765" y="122885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9" name="Hexagon 2188">
              <a:extLst>
                <a:ext uri="{FF2B5EF4-FFF2-40B4-BE49-F238E27FC236}">
                  <a16:creationId xmlns:a16="http://schemas.microsoft.com/office/drawing/2014/main" id="{88C08ECA-0D1D-454B-9CEB-2974D4FAC98A}"/>
                </a:ext>
              </a:extLst>
            </p:cNvPr>
            <p:cNvSpPr/>
            <p:nvPr/>
          </p:nvSpPr>
          <p:spPr>
            <a:xfrm>
              <a:off x="9837765" y="14102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0" name="Hexagon 2189">
              <a:extLst>
                <a:ext uri="{FF2B5EF4-FFF2-40B4-BE49-F238E27FC236}">
                  <a16:creationId xmlns:a16="http://schemas.microsoft.com/office/drawing/2014/main" id="{2C679E0E-B211-4C66-8D29-440DC504F124}"/>
                </a:ext>
              </a:extLst>
            </p:cNvPr>
            <p:cNvSpPr/>
            <p:nvPr/>
          </p:nvSpPr>
          <p:spPr>
            <a:xfrm>
              <a:off x="9845083" y="15899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1" name="Hexagon 2190">
              <a:extLst>
                <a:ext uri="{FF2B5EF4-FFF2-40B4-BE49-F238E27FC236}">
                  <a16:creationId xmlns:a16="http://schemas.microsoft.com/office/drawing/2014/main" id="{D576EEB2-ABBB-46AE-A66D-E7D37443E0AA}"/>
                </a:ext>
              </a:extLst>
            </p:cNvPr>
            <p:cNvSpPr/>
            <p:nvPr/>
          </p:nvSpPr>
          <p:spPr>
            <a:xfrm>
              <a:off x="9836599" y="195683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2" name="Hexagon 2191">
              <a:extLst>
                <a:ext uri="{FF2B5EF4-FFF2-40B4-BE49-F238E27FC236}">
                  <a16:creationId xmlns:a16="http://schemas.microsoft.com/office/drawing/2014/main" id="{1524E981-0474-4F9C-8082-09BFF089D50E}"/>
                </a:ext>
              </a:extLst>
            </p:cNvPr>
            <p:cNvSpPr/>
            <p:nvPr/>
          </p:nvSpPr>
          <p:spPr>
            <a:xfrm>
              <a:off x="9609151" y="204561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3" name="Hexagon 2192">
              <a:extLst>
                <a:ext uri="{FF2B5EF4-FFF2-40B4-BE49-F238E27FC236}">
                  <a16:creationId xmlns:a16="http://schemas.microsoft.com/office/drawing/2014/main" id="{9C5D3F52-D927-4D86-9A04-5C4A9B9145B3}"/>
                </a:ext>
              </a:extLst>
            </p:cNvPr>
            <p:cNvSpPr/>
            <p:nvPr/>
          </p:nvSpPr>
          <p:spPr>
            <a:xfrm>
              <a:off x="9611055" y="186617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4" name="Hexagon 2193">
              <a:extLst>
                <a:ext uri="{FF2B5EF4-FFF2-40B4-BE49-F238E27FC236}">
                  <a16:creationId xmlns:a16="http://schemas.microsoft.com/office/drawing/2014/main" id="{26447A8E-5ADC-44C5-8006-9DF036B53FD1}"/>
                </a:ext>
              </a:extLst>
            </p:cNvPr>
            <p:cNvSpPr/>
            <p:nvPr/>
          </p:nvSpPr>
          <p:spPr>
            <a:xfrm>
              <a:off x="9611548" y="16828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5" name="Hexagon 2194">
              <a:extLst>
                <a:ext uri="{FF2B5EF4-FFF2-40B4-BE49-F238E27FC236}">
                  <a16:creationId xmlns:a16="http://schemas.microsoft.com/office/drawing/2014/main" id="{81B200F1-7FCE-49C3-811C-FFC197464FE8}"/>
                </a:ext>
              </a:extLst>
            </p:cNvPr>
            <p:cNvSpPr/>
            <p:nvPr/>
          </p:nvSpPr>
          <p:spPr>
            <a:xfrm>
              <a:off x="9605459" y="11344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6" name="Hexagon 2195">
              <a:extLst>
                <a:ext uri="{FF2B5EF4-FFF2-40B4-BE49-F238E27FC236}">
                  <a16:creationId xmlns:a16="http://schemas.microsoft.com/office/drawing/2014/main" id="{CD8F958E-6EC2-440D-89F3-B552C18829D4}"/>
                </a:ext>
              </a:extLst>
            </p:cNvPr>
            <p:cNvSpPr/>
            <p:nvPr/>
          </p:nvSpPr>
          <p:spPr>
            <a:xfrm>
              <a:off x="9611174" y="132155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7" name="Hexagon 2196">
              <a:extLst>
                <a:ext uri="{FF2B5EF4-FFF2-40B4-BE49-F238E27FC236}">
                  <a16:creationId xmlns:a16="http://schemas.microsoft.com/office/drawing/2014/main" id="{B7B9512F-61EB-4378-948B-E5E94EF52A0B}"/>
                </a:ext>
              </a:extLst>
            </p:cNvPr>
            <p:cNvSpPr/>
            <p:nvPr/>
          </p:nvSpPr>
          <p:spPr>
            <a:xfrm>
              <a:off x="9614682" y="15012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8" name="Hexagon 2197">
              <a:extLst>
                <a:ext uri="{FF2B5EF4-FFF2-40B4-BE49-F238E27FC236}">
                  <a16:creationId xmlns:a16="http://schemas.microsoft.com/office/drawing/2014/main" id="{B3E09C7E-8AE6-473B-8745-12BDA1D44ADC}"/>
                </a:ext>
              </a:extLst>
            </p:cNvPr>
            <p:cNvSpPr/>
            <p:nvPr/>
          </p:nvSpPr>
          <p:spPr>
            <a:xfrm>
              <a:off x="9607703" y="9544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9" name="Hexagon 2198">
              <a:extLst>
                <a:ext uri="{FF2B5EF4-FFF2-40B4-BE49-F238E27FC236}">
                  <a16:creationId xmlns:a16="http://schemas.microsoft.com/office/drawing/2014/main" id="{24A6A24B-9277-4057-BACD-726B7EEC8E36}"/>
                </a:ext>
              </a:extLst>
            </p:cNvPr>
            <p:cNvSpPr/>
            <p:nvPr/>
          </p:nvSpPr>
          <p:spPr>
            <a:xfrm>
              <a:off x="9846011" y="8611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0" name="Hexagon 2199">
              <a:extLst>
                <a:ext uri="{FF2B5EF4-FFF2-40B4-BE49-F238E27FC236}">
                  <a16:creationId xmlns:a16="http://schemas.microsoft.com/office/drawing/2014/main" id="{2C76BA92-836A-426E-AF30-49C430ED00FD}"/>
                </a:ext>
              </a:extLst>
            </p:cNvPr>
            <p:cNvSpPr/>
            <p:nvPr/>
          </p:nvSpPr>
          <p:spPr>
            <a:xfrm>
              <a:off x="10080328" y="94801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1" name="Hexagon 2200">
              <a:extLst>
                <a:ext uri="{FF2B5EF4-FFF2-40B4-BE49-F238E27FC236}">
                  <a16:creationId xmlns:a16="http://schemas.microsoft.com/office/drawing/2014/main" id="{81E08E27-8BAC-49CC-8D59-9BF6635BA76B}"/>
                </a:ext>
              </a:extLst>
            </p:cNvPr>
            <p:cNvSpPr/>
            <p:nvPr/>
          </p:nvSpPr>
          <p:spPr>
            <a:xfrm>
              <a:off x="10082235" y="77409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2" name="Hexagon 2201">
              <a:extLst>
                <a:ext uri="{FF2B5EF4-FFF2-40B4-BE49-F238E27FC236}">
                  <a16:creationId xmlns:a16="http://schemas.microsoft.com/office/drawing/2014/main" id="{ABC587C3-0B43-498A-93E6-5CA2C1E3A407}"/>
                </a:ext>
              </a:extLst>
            </p:cNvPr>
            <p:cNvSpPr/>
            <p:nvPr/>
          </p:nvSpPr>
          <p:spPr>
            <a:xfrm>
              <a:off x="9845082" y="68007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3" name="Hexagon 2202">
              <a:extLst>
                <a:ext uri="{FF2B5EF4-FFF2-40B4-BE49-F238E27FC236}">
                  <a16:creationId xmlns:a16="http://schemas.microsoft.com/office/drawing/2014/main" id="{3D12EC79-89ED-4667-A063-242B6AE41B1A}"/>
                </a:ext>
              </a:extLst>
            </p:cNvPr>
            <p:cNvSpPr/>
            <p:nvPr/>
          </p:nvSpPr>
          <p:spPr>
            <a:xfrm>
              <a:off x="10084142" y="59635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4" name="Hexagon 2203">
              <a:extLst>
                <a:ext uri="{FF2B5EF4-FFF2-40B4-BE49-F238E27FC236}">
                  <a16:creationId xmlns:a16="http://schemas.microsoft.com/office/drawing/2014/main" id="{FAE5C243-9983-4D27-A687-2B6BB7C522FC}"/>
                </a:ext>
              </a:extLst>
            </p:cNvPr>
            <p:cNvSpPr/>
            <p:nvPr/>
          </p:nvSpPr>
          <p:spPr>
            <a:xfrm>
              <a:off x="10318672" y="49826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5" name="Hexagon 2204">
              <a:extLst>
                <a:ext uri="{FF2B5EF4-FFF2-40B4-BE49-F238E27FC236}">
                  <a16:creationId xmlns:a16="http://schemas.microsoft.com/office/drawing/2014/main" id="{F2B48B3B-B1F6-4202-9DD0-8C46E417A176}"/>
                </a:ext>
              </a:extLst>
            </p:cNvPr>
            <p:cNvSpPr/>
            <p:nvPr/>
          </p:nvSpPr>
          <p:spPr>
            <a:xfrm>
              <a:off x="10318672" y="30896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6" name="Hexagon 2205">
              <a:extLst>
                <a:ext uri="{FF2B5EF4-FFF2-40B4-BE49-F238E27FC236}">
                  <a16:creationId xmlns:a16="http://schemas.microsoft.com/office/drawing/2014/main" id="{86E6E956-72B0-42A6-AAD3-449EC04976E9}"/>
                </a:ext>
              </a:extLst>
            </p:cNvPr>
            <p:cNvSpPr/>
            <p:nvPr/>
          </p:nvSpPr>
          <p:spPr>
            <a:xfrm>
              <a:off x="10080328" y="4099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7" name="Hexagon 2206">
              <a:extLst>
                <a:ext uri="{FF2B5EF4-FFF2-40B4-BE49-F238E27FC236}">
                  <a16:creationId xmlns:a16="http://schemas.microsoft.com/office/drawing/2014/main" id="{21E6396F-78A3-4C3E-97E1-790AE2C558C6}"/>
                </a:ext>
              </a:extLst>
            </p:cNvPr>
            <p:cNvSpPr/>
            <p:nvPr/>
          </p:nvSpPr>
          <p:spPr>
            <a:xfrm>
              <a:off x="10080328" y="22068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8" name="Hexagon 2207">
              <a:extLst>
                <a:ext uri="{FF2B5EF4-FFF2-40B4-BE49-F238E27FC236}">
                  <a16:creationId xmlns:a16="http://schemas.microsoft.com/office/drawing/2014/main" id="{75900775-BCBD-4A4B-A122-774E81BEEFFF}"/>
                </a:ext>
              </a:extLst>
            </p:cNvPr>
            <p:cNvSpPr/>
            <p:nvPr/>
          </p:nvSpPr>
          <p:spPr>
            <a:xfrm>
              <a:off x="9605459" y="58431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9" name="Hexagon 2208">
              <a:extLst>
                <a:ext uri="{FF2B5EF4-FFF2-40B4-BE49-F238E27FC236}">
                  <a16:creationId xmlns:a16="http://schemas.microsoft.com/office/drawing/2014/main" id="{D3C983FF-DA22-4CCD-96E8-AE0307E62F2E}"/>
                </a:ext>
              </a:extLst>
            </p:cNvPr>
            <p:cNvSpPr/>
            <p:nvPr/>
          </p:nvSpPr>
          <p:spPr>
            <a:xfrm>
              <a:off x="9605459" y="4007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0" name="Hexagon 2209">
              <a:extLst>
                <a:ext uri="{FF2B5EF4-FFF2-40B4-BE49-F238E27FC236}">
                  <a16:creationId xmlns:a16="http://schemas.microsoft.com/office/drawing/2014/main" id="{56EE19F3-D483-465D-9D02-980DDCED5B16}"/>
                </a:ext>
              </a:extLst>
            </p:cNvPr>
            <p:cNvSpPr/>
            <p:nvPr/>
          </p:nvSpPr>
          <p:spPr>
            <a:xfrm>
              <a:off x="9844285" y="3088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1" name="Hexagon 2210">
              <a:extLst>
                <a:ext uri="{FF2B5EF4-FFF2-40B4-BE49-F238E27FC236}">
                  <a16:creationId xmlns:a16="http://schemas.microsoft.com/office/drawing/2014/main" id="{8FE87BDE-DD33-48D7-8BE2-1DC043D7813D}"/>
                </a:ext>
              </a:extLst>
            </p:cNvPr>
            <p:cNvSpPr/>
            <p:nvPr/>
          </p:nvSpPr>
          <p:spPr>
            <a:xfrm>
              <a:off x="9607846" y="22055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2" name="Hexagon 2211">
              <a:extLst>
                <a:ext uri="{FF2B5EF4-FFF2-40B4-BE49-F238E27FC236}">
                  <a16:creationId xmlns:a16="http://schemas.microsoft.com/office/drawing/2014/main" id="{FEFB9F2A-6484-409A-9C2F-AFB7F9480FC5}"/>
                </a:ext>
              </a:extLst>
            </p:cNvPr>
            <p:cNvSpPr/>
            <p:nvPr/>
          </p:nvSpPr>
          <p:spPr>
            <a:xfrm>
              <a:off x="9375816" y="68805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3" name="Hexagon 2212">
              <a:extLst>
                <a:ext uri="{FF2B5EF4-FFF2-40B4-BE49-F238E27FC236}">
                  <a16:creationId xmlns:a16="http://schemas.microsoft.com/office/drawing/2014/main" id="{D1FCD8B7-5595-4524-9CD7-4766EBDD87F5}"/>
                </a:ext>
              </a:extLst>
            </p:cNvPr>
            <p:cNvSpPr/>
            <p:nvPr/>
          </p:nvSpPr>
          <p:spPr>
            <a:xfrm>
              <a:off x="9378203" y="50787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4" name="Hexagon 2213">
              <a:extLst>
                <a:ext uri="{FF2B5EF4-FFF2-40B4-BE49-F238E27FC236}">
                  <a16:creationId xmlns:a16="http://schemas.microsoft.com/office/drawing/2014/main" id="{BCCC556D-5B0C-4F0D-ACD5-DD7645B6A947}"/>
                </a:ext>
              </a:extLst>
            </p:cNvPr>
            <p:cNvSpPr/>
            <p:nvPr/>
          </p:nvSpPr>
          <p:spPr>
            <a:xfrm>
              <a:off x="9142160" y="5870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5" name="Hexagon 2214">
              <a:extLst>
                <a:ext uri="{FF2B5EF4-FFF2-40B4-BE49-F238E27FC236}">
                  <a16:creationId xmlns:a16="http://schemas.microsoft.com/office/drawing/2014/main" id="{1CD6C4E1-7CF9-49D2-BDC0-93AE6DCD0BFB}"/>
                </a:ext>
              </a:extLst>
            </p:cNvPr>
            <p:cNvSpPr/>
            <p:nvPr/>
          </p:nvSpPr>
          <p:spPr>
            <a:xfrm>
              <a:off x="9144547" y="4068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6" name="Hexagon 2215">
              <a:extLst>
                <a:ext uri="{FF2B5EF4-FFF2-40B4-BE49-F238E27FC236}">
                  <a16:creationId xmlns:a16="http://schemas.microsoft.com/office/drawing/2014/main" id="{F02A0270-13EE-4839-B48A-D0BDBB8BB9E5}"/>
                </a:ext>
              </a:extLst>
            </p:cNvPr>
            <p:cNvSpPr/>
            <p:nvPr/>
          </p:nvSpPr>
          <p:spPr>
            <a:xfrm>
              <a:off x="9371605" y="105454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7" name="Hexagon 2216">
              <a:extLst>
                <a:ext uri="{FF2B5EF4-FFF2-40B4-BE49-F238E27FC236}">
                  <a16:creationId xmlns:a16="http://schemas.microsoft.com/office/drawing/2014/main" id="{16022CD0-E3D5-4DF5-B5A8-27608BA3EEC5}"/>
                </a:ext>
              </a:extLst>
            </p:cNvPr>
            <p:cNvSpPr/>
            <p:nvPr/>
          </p:nvSpPr>
          <p:spPr>
            <a:xfrm>
              <a:off x="9374684" y="87316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8" name="Hexagon 2217">
              <a:extLst>
                <a:ext uri="{FF2B5EF4-FFF2-40B4-BE49-F238E27FC236}">
                  <a16:creationId xmlns:a16="http://schemas.microsoft.com/office/drawing/2014/main" id="{41DAF9C2-F565-4270-BA0C-7598A51B253E}"/>
                </a:ext>
              </a:extLst>
            </p:cNvPr>
            <p:cNvSpPr/>
            <p:nvPr/>
          </p:nvSpPr>
          <p:spPr>
            <a:xfrm>
              <a:off x="9380091" y="141022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9" name="Hexagon 2218">
              <a:extLst>
                <a:ext uri="{FF2B5EF4-FFF2-40B4-BE49-F238E27FC236}">
                  <a16:creationId xmlns:a16="http://schemas.microsoft.com/office/drawing/2014/main" id="{AA24DEC9-2312-42DA-9CC8-403FB947E70A}"/>
                </a:ext>
              </a:extLst>
            </p:cNvPr>
            <p:cNvSpPr/>
            <p:nvPr/>
          </p:nvSpPr>
          <p:spPr>
            <a:xfrm>
              <a:off x="9382478" y="123004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0" name="Hexagon 2219">
              <a:extLst>
                <a:ext uri="{FF2B5EF4-FFF2-40B4-BE49-F238E27FC236}">
                  <a16:creationId xmlns:a16="http://schemas.microsoft.com/office/drawing/2014/main" id="{096ED912-E789-429B-82D5-55CCFD5515BB}"/>
                </a:ext>
              </a:extLst>
            </p:cNvPr>
            <p:cNvSpPr/>
            <p:nvPr/>
          </p:nvSpPr>
          <p:spPr>
            <a:xfrm>
              <a:off x="8907662" y="10484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1" name="Hexagon 2220">
              <a:extLst>
                <a:ext uri="{FF2B5EF4-FFF2-40B4-BE49-F238E27FC236}">
                  <a16:creationId xmlns:a16="http://schemas.microsoft.com/office/drawing/2014/main" id="{797A5A4A-3427-4208-A55A-BC31AEFF4AE6}"/>
                </a:ext>
              </a:extLst>
            </p:cNvPr>
            <p:cNvSpPr/>
            <p:nvPr/>
          </p:nvSpPr>
          <p:spPr>
            <a:xfrm>
              <a:off x="8910049" y="86821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2" name="Hexagon 2221">
              <a:extLst>
                <a:ext uri="{FF2B5EF4-FFF2-40B4-BE49-F238E27FC236}">
                  <a16:creationId xmlns:a16="http://schemas.microsoft.com/office/drawing/2014/main" id="{BBBDA6EB-6C48-4F60-AE23-F00BF1957BBA}"/>
                </a:ext>
              </a:extLst>
            </p:cNvPr>
            <p:cNvSpPr/>
            <p:nvPr/>
          </p:nvSpPr>
          <p:spPr>
            <a:xfrm>
              <a:off x="9142159" y="77108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3" name="Hexagon 2222">
              <a:extLst>
                <a:ext uri="{FF2B5EF4-FFF2-40B4-BE49-F238E27FC236}">
                  <a16:creationId xmlns:a16="http://schemas.microsoft.com/office/drawing/2014/main" id="{797550C4-EB62-4A6B-ADE9-3E977F8C7B01}"/>
                </a:ext>
              </a:extLst>
            </p:cNvPr>
            <p:cNvSpPr/>
            <p:nvPr/>
          </p:nvSpPr>
          <p:spPr>
            <a:xfrm>
              <a:off x="9142158" y="11433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4" name="Hexagon 2223">
              <a:extLst>
                <a:ext uri="{FF2B5EF4-FFF2-40B4-BE49-F238E27FC236}">
                  <a16:creationId xmlns:a16="http://schemas.microsoft.com/office/drawing/2014/main" id="{1EC38561-146E-422F-AC34-4F6C6ED679E3}"/>
                </a:ext>
              </a:extLst>
            </p:cNvPr>
            <p:cNvSpPr/>
            <p:nvPr/>
          </p:nvSpPr>
          <p:spPr>
            <a:xfrm>
              <a:off x="8909782" y="122525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5" name="Hexagon 2224">
              <a:extLst>
                <a:ext uri="{FF2B5EF4-FFF2-40B4-BE49-F238E27FC236}">
                  <a16:creationId xmlns:a16="http://schemas.microsoft.com/office/drawing/2014/main" id="{04EE1C9A-9CE0-4EAA-B049-56C44128096F}"/>
                </a:ext>
              </a:extLst>
            </p:cNvPr>
            <p:cNvSpPr/>
            <p:nvPr/>
          </p:nvSpPr>
          <p:spPr>
            <a:xfrm>
              <a:off x="9144278" y="132022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6" name="Hexagon 2225">
              <a:extLst>
                <a:ext uri="{FF2B5EF4-FFF2-40B4-BE49-F238E27FC236}">
                  <a16:creationId xmlns:a16="http://schemas.microsoft.com/office/drawing/2014/main" id="{E888E97B-8C6F-40B7-9EE7-F232C8961380}"/>
                </a:ext>
              </a:extLst>
            </p:cNvPr>
            <p:cNvSpPr/>
            <p:nvPr/>
          </p:nvSpPr>
          <p:spPr>
            <a:xfrm>
              <a:off x="9383304" y="17786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7" name="Hexagon 2226">
              <a:extLst>
                <a:ext uri="{FF2B5EF4-FFF2-40B4-BE49-F238E27FC236}">
                  <a16:creationId xmlns:a16="http://schemas.microsoft.com/office/drawing/2014/main" id="{05CFE501-96FA-4CDF-9B7A-1E084224CA1F}"/>
                </a:ext>
              </a:extLst>
            </p:cNvPr>
            <p:cNvSpPr/>
            <p:nvPr/>
          </p:nvSpPr>
          <p:spPr>
            <a:xfrm>
              <a:off x="9386438" y="159700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8" name="Hexagon 2227">
              <a:extLst>
                <a:ext uri="{FF2B5EF4-FFF2-40B4-BE49-F238E27FC236}">
                  <a16:creationId xmlns:a16="http://schemas.microsoft.com/office/drawing/2014/main" id="{10F1353F-F3DB-4216-A58C-89D2B64FEFBE}"/>
                </a:ext>
              </a:extLst>
            </p:cNvPr>
            <p:cNvSpPr/>
            <p:nvPr/>
          </p:nvSpPr>
          <p:spPr>
            <a:xfrm>
              <a:off x="9144880" y="18635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9" name="Hexagon 2228">
              <a:extLst>
                <a:ext uri="{FF2B5EF4-FFF2-40B4-BE49-F238E27FC236}">
                  <a16:creationId xmlns:a16="http://schemas.microsoft.com/office/drawing/2014/main" id="{713A86B4-F6F1-4C9D-92F8-9AEB51783B94}"/>
                </a:ext>
              </a:extLst>
            </p:cNvPr>
            <p:cNvSpPr/>
            <p:nvPr/>
          </p:nvSpPr>
          <p:spPr>
            <a:xfrm>
              <a:off x="9148014" y="168191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0" name="Hexagon 2229">
              <a:extLst>
                <a:ext uri="{FF2B5EF4-FFF2-40B4-BE49-F238E27FC236}">
                  <a16:creationId xmlns:a16="http://schemas.microsoft.com/office/drawing/2014/main" id="{CBCB80EE-2E3E-42A5-AF86-3658E0716D4C}"/>
                </a:ext>
              </a:extLst>
            </p:cNvPr>
            <p:cNvSpPr/>
            <p:nvPr/>
          </p:nvSpPr>
          <p:spPr>
            <a:xfrm>
              <a:off x="8911751" y="214222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1" name="Hexagon 2230">
              <a:extLst>
                <a:ext uri="{FF2B5EF4-FFF2-40B4-BE49-F238E27FC236}">
                  <a16:creationId xmlns:a16="http://schemas.microsoft.com/office/drawing/2014/main" id="{F7500ED2-AEAF-4071-9CC0-E3B9AAB626DD}"/>
                </a:ext>
              </a:extLst>
            </p:cNvPr>
            <p:cNvSpPr/>
            <p:nvPr/>
          </p:nvSpPr>
          <p:spPr>
            <a:xfrm>
              <a:off x="8914885" y="196056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3" name="Hexagon 2232">
              <a:extLst>
                <a:ext uri="{FF2B5EF4-FFF2-40B4-BE49-F238E27FC236}">
                  <a16:creationId xmlns:a16="http://schemas.microsoft.com/office/drawing/2014/main" id="{8FF88C4E-9A10-4F6D-AEDE-1DF3AB58E52F}"/>
                </a:ext>
              </a:extLst>
            </p:cNvPr>
            <p:cNvSpPr/>
            <p:nvPr/>
          </p:nvSpPr>
          <p:spPr>
            <a:xfrm>
              <a:off x="9144880" y="204885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4" name="Hexagon 2233">
              <a:extLst>
                <a:ext uri="{FF2B5EF4-FFF2-40B4-BE49-F238E27FC236}">
                  <a16:creationId xmlns:a16="http://schemas.microsoft.com/office/drawing/2014/main" id="{ADD9FCC4-92EE-4E72-9600-6549C2DEFB1D}"/>
                </a:ext>
              </a:extLst>
            </p:cNvPr>
            <p:cNvSpPr/>
            <p:nvPr/>
          </p:nvSpPr>
          <p:spPr>
            <a:xfrm>
              <a:off x="8681365" y="20483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5" name="Hexagon 2234">
              <a:extLst>
                <a:ext uri="{FF2B5EF4-FFF2-40B4-BE49-F238E27FC236}">
                  <a16:creationId xmlns:a16="http://schemas.microsoft.com/office/drawing/2014/main" id="{ADCA5460-C92D-4DD8-AF2C-A2CE852E2D7D}"/>
                </a:ext>
              </a:extLst>
            </p:cNvPr>
            <p:cNvSpPr/>
            <p:nvPr/>
          </p:nvSpPr>
          <p:spPr>
            <a:xfrm>
              <a:off x="8684499" y="18647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6" name="Hexagon 2235">
              <a:extLst>
                <a:ext uri="{FF2B5EF4-FFF2-40B4-BE49-F238E27FC236}">
                  <a16:creationId xmlns:a16="http://schemas.microsoft.com/office/drawing/2014/main" id="{464EF3EA-4D9F-4178-8A71-745FA67A38A2}"/>
                </a:ext>
              </a:extLst>
            </p:cNvPr>
            <p:cNvSpPr/>
            <p:nvPr/>
          </p:nvSpPr>
          <p:spPr>
            <a:xfrm>
              <a:off x="8683736" y="16814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7" name="Hexagon 2236">
              <a:extLst>
                <a:ext uri="{FF2B5EF4-FFF2-40B4-BE49-F238E27FC236}">
                  <a16:creationId xmlns:a16="http://schemas.microsoft.com/office/drawing/2014/main" id="{EAB5664F-85FC-46BE-B65D-785EF0630DCC}"/>
                </a:ext>
              </a:extLst>
            </p:cNvPr>
            <p:cNvSpPr/>
            <p:nvPr/>
          </p:nvSpPr>
          <p:spPr>
            <a:xfrm>
              <a:off x="8686870" y="14998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8" name="Hexagon 2237">
              <a:extLst>
                <a:ext uri="{FF2B5EF4-FFF2-40B4-BE49-F238E27FC236}">
                  <a16:creationId xmlns:a16="http://schemas.microsoft.com/office/drawing/2014/main" id="{254E4F75-BE6E-4CFC-87C4-C67126006E0F}"/>
                </a:ext>
              </a:extLst>
            </p:cNvPr>
            <p:cNvSpPr/>
            <p:nvPr/>
          </p:nvSpPr>
          <p:spPr>
            <a:xfrm>
              <a:off x="8449209" y="19608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D36FB0F8-1092-4AE1-A3BB-FEEC7C185D57}"/>
                </a:ext>
              </a:extLst>
            </p:cNvPr>
            <p:cNvSpPr/>
            <p:nvPr/>
          </p:nvSpPr>
          <p:spPr>
            <a:xfrm>
              <a:off x="8452343" y="177914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66D82B8B-F896-4E82-B058-F328F9B91B18}"/>
                </a:ext>
              </a:extLst>
            </p:cNvPr>
            <p:cNvSpPr/>
            <p:nvPr/>
          </p:nvSpPr>
          <p:spPr>
            <a:xfrm>
              <a:off x="8207628" y="20476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499A6A2D-0CDA-4C5C-B61B-ACF928E86DC8}"/>
                </a:ext>
              </a:extLst>
            </p:cNvPr>
            <p:cNvSpPr/>
            <p:nvPr/>
          </p:nvSpPr>
          <p:spPr>
            <a:xfrm>
              <a:off x="8210762" y="186602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7571138B-7515-4C70-8776-ADC0D620E624}"/>
                </a:ext>
              </a:extLst>
            </p:cNvPr>
            <p:cNvSpPr/>
            <p:nvPr/>
          </p:nvSpPr>
          <p:spPr>
            <a:xfrm>
              <a:off x="8446451" y="214625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9673DF75-F37C-4874-B885-75F818FBF9CA}"/>
                </a:ext>
              </a:extLst>
            </p:cNvPr>
            <p:cNvSpPr/>
            <p:nvPr/>
          </p:nvSpPr>
          <p:spPr>
            <a:xfrm>
              <a:off x="7978654" y="21346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0D09FA20-CDE2-4F6C-83F2-D641E06C0503}"/>
                </a:ext>
              </a:extLst>
            </p:cNvPr>
            <p:cNvSpPr/>
            <p:nvPr/>
          </p:nvSpPr>
          <p:spPr>
            <a:xfrm>
              <a:off x="8215572" y="22312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2" name="Hexagon 3671">
              <a:extLst>
                <a:ext uri="{FF2B5EF4-FFF2-40B4-BE49-F238E27FC236}">
                  <a16:creationId xmlns:a16="http://schemas.microsoft.com/office/drawing/2014/main" id="{DCD34512-2350-4372-AEEF-04D1A8F38DAF}"/>
                </a:ext>
              </a:extLst>
            </p:cNvPr>
            <p:cNvSpPr/>
            <p:nvPr/>
          </p:nvSpPr>
          <p:spPr>
            <a:xfrm>
              <a:off x="10307847" y="159955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8" name="2级" hidden="1">
            <a:extLst>
              <a:ext uri="{FF2B5EF4-FFF2-40B4-BE49-F238E27FC236}">
                <a16:creationId xmlns:a16="http://schemas.microsoft.com/office/drawing/2014/main" id="{666545C1-49AB-47E2-BE1E-22D5F7AD4B40}"/>
              </a:ext>
            </a:extLst>
          </p:cNvPr>
          <p:cNvGrpSpPr/>
          <p:nvPr/>
        </p:nvGrpSpPr>
        <p:grpSpPr>
          <a:xfrm>
            <a:off x="5635991" y="2043066"/>
            <a:ext cx="7073534" cy="2630727"/>
            <a:chOff x="5635991" y="2043066"/>
            <a:chExt cx="7073534" cy="2630727"/>
          </a:xfrm>
        </p:grpSpPr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D9728BBC-7389-41ED-9185-1FF0A09A0B9A}"/>
                </a:ext>
              </a:extLst>
            </p:cNvPr>
            <p:cNvSpPr/>
            <p:nvPr/>
          </p:nvSpPr>
          <p:spPr>
            <a:xfrm>
              <a:off x="10080010" y="223338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1F3EC431-283A-4DEC-8CC2-AC6854EDFA17}"/>
                </a:ext>
              </a:extLst>
            </p:cNvPr>
            <p:cNvSpPr/>
            <p:nvPr/>
          </p:nvSpPr>
          <p:spPr>
            <a:xfrm>
              <a:off x="10310515" y="23222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0B2FCC12-AD09-4631-AD59-A7AFB814CC9B}"/>
                </a:ext>
              </a:extLst>
            </p:cNvPr>
            <p:cNvSpPr/>
            <p:nvPr/>
          </p:nvSpPr>
          <p:spPr>
            <a:xfrm>
              <a:off x="10541020" y="241104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DC51DCC5-8630-4DFC-B6BA-24F5215C5450}"/>
                </a:ext>
              </a:extLst>
            </p:cNvPr>
            <p:cNvSpPr/>
            <p:nvPr/>
          </p:nvSpPr>
          <p:spPr>
            <a:xfrm>
              <a:off x="10771525" y="214243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0" name="Hexagon 2249">
              <a:extLst>
                <a:ext uri="{FF2B5EF4-FFF2-40B4-BE49-F238E27FC236}">
                  <a16:creationId xmlns:a16="http://schemas.microsoft.com/office/drawing/2014/main" id="{AE8F8AB6-1B8A-4362-90BB-A50FE0D4C278}"/>
                </a:ext>
              </a:extLst>
            </p:cNvPr>
            <p:cNvSpPr/>
            <p:nvPr/>
          </p:nvSpPr>
          <p:spPr>
            <a:xfrm>
              <a:off x="10771525" y="23222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1" name="Hexagon 2250">
              <a:extLst>
                <a:ext uri="{FF2B5EF4-FFF2-40B4-BE49-F238E27FC236}">
                  <a16:creationId xmlns:a16="http://schemas.microsoft.com/office/drawing/2014/main" id="{13A4E0B6-B9F5-46D4-AC5D-D88573BEF8C2}"/>
                </a:ext>
              </a:extLst>
            </p:cNvPr>
            <p:cNvSpPr/>
            <p:nvPr/>
          </p:nvSpPr>
          <p:spPr>
            <a:xfrm>
              <a:off x="10771525" y="25017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EF661A0D-1CB0-4EB8-8FE4-0805F809EB61}"/>
                </a:ext>
              </a:extLst>
            </p:cNvPr>
            <p:cNvSpPr/>
            <p:nvPr/>
          </p:nvSpPr>
          <p:spPr>
            <a:xfrm>
              <a:off x="10541020" y="259060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0DBEA018-FA77-4123-9AB6-AE6B422AB2CD}"/>
                </a:ext>
              </a:extLst>
            </p:cNvPr>
            <p:cNvSpPr/>
            <p:nvPr/>
          </p:nvSpPr>
          <p:spPr>
            <a:xfrm>
              <a:off x="10310515" y="24998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7" name="Hexagon 2256">
              <a:extLst>
                <a:ext uri="{FF2B5EF4-FFF2-40B4-BE49-F238E27FC236}">
                  <a16:creationId xmlns:a16="http://schemas.microsoft.com/office/drawing/2014/main" id="{15E7FCB3-E1E6-4188-B7C3-E5F26E837E35}"/>
                </a:ext>
              </a:extLst>
            </p:cNvPr>
            <p:cNvSpPr/>
            <p:nvPr/>
          </p:nvSpPr>
          <p:spPr>
            <a:xfrm>
              <a:off x="10080010" y="241325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8" name="Hexagon 2257">
              <a:extLst>
                <a:ext uri="{FF2B5EF4-FFF2-40B4-BE49-F238E27FC236}">
                  <a16:creationId xmlns:a16="http://schemas.microsoft.com/office/drawing/2014/main" id="{0630B2DD-8653-4EF4-8C6B-50D2E6117834}"/>
                </a:ext>
              </a:extLst>
            </p:cNvPr>
            <p:cNvSpPr/>
            <p:nvPr/>
          </p:nvSpPr>
          <p:spPr>
            <a:xfrm>
              <a:off x="9849505" y="232411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9" name="Hexagon 2258">
              <a:extLst>
                <a:ext uri="{FF2B5EF4-FFF2-40B4-BE49-F238E27FC236}">
                  <a16:creationId xmlns:a16="http://schemas.microsoft.com/office/drawing/2014/main" id="{1BE51426-5700-4160-BD40-92CCD6B6A75F}"/>
                </a:ext>
              </a:extLst>
            </p:cNvPr>
            <p:cNvSpPr/>
            <p:nvPr/>
          </p:nvSpPr>
          <p:spPr>
            <a:xfrm>
              <a:off x="9847600" y="25017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0" name="Hexagon 2259">
              <a:extLst>
                <a:ext uri="{FF2B5EF4-FFF2-40B4-BE49-F238E27FC236}">
                  <a16:creationId xmlns:a16="http://schemas.microsoft.com/office/drawing/2014/main" id="{01C9C4A8-8319-4BED-9554-3D593855EEDA}"/>
                </a:ext>
              </a:extLst>
            </p:cNvPr>
            <p:cNvSpPr/>
            <p:nvPr/>
          </p:nvSpPr>
          <p:spPr>
            <a:xfrm>
              <a:off x="10771525" y="267964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439CE7D7-996F-40EE-A21E-61A8562AA20F}"/>
                </a:ext>
              </a:extLst>
            </p:cNvPr>
            <p:cNvSpPr/>
            <p:nvPr/>
          </p:nvSpPr>
          <p:spPr>
            <a:xfrm>
              <a:off x="10771525" y="28592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3634627F-5E4E-46D7-AE4A-11D270518C94}"/>
                </a:ext>
              </a:extLst>
            </p:cNvPr>
            <p:cNvSpPr/>
            <p:nvPr/>
          </p:nvSpPr>
          <p:spPr>
            <a:xfrm>
              <a:off x="11002030" y="25946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EDD204-1A97-4567-837A-E7B327387C65}"/>
                </a:ext>
              </a:extLst>
            </p:cNvPr>
            <p:cNvSpPr/>
            <p:nvPr/>
          </p:nvSpPr>
          <p:spPr>
            <a:xfrm>
              <a:off x="11002030" y="277419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9C1F68FE-4FA7-4093-BB34-FB795A9F1249}"/>
                </a:ext>
              </a:extLst>
            </p:cNvPr>
            <p:cNvSpPr/>
            <p:nvPr/>
          </p:nvSpPr>
          <p:spPr>
            <a:xfrm>
              <a:off x="11002030" y="24110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077DA9DC-7BE3-407C-9C4C-248E0E48A818}"/>
                </a:ext>
              </a:extLst>
            </p:cNvPr>
            <p:cNvSpPr/>
            <p:nvPr/>
          </p:nvSpPr>
          <p:spPr>
            <a:xfrm>
              <a:off x="11238250" y="23203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CC7A9570-1E06-400B-83A0-7803559C8976}"/>
                </a:ext>
              </a:extLst>
            </p:cNvPr>
            <p:cNvSpPr/>
            <p:nvPr/>
          </p:nvSpPr>
          <p:spPr>
            <a:xfrm>
              <a:off x="11238250" y="25052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B688DF10-2E69-400D-8641-513A0C453BEC}"/>
                </a:ext>
              </a:extLst>
            </p:cNvPr>
            <p:cNvSpPr/>
            <p:nvPr/>
          </p:nvSpPr>
          <p:spPr>
            <a:xfrm>
              <a:off x="11232535" y="26786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EFB9F22F-4EB0-47B9-BC23-D7289E0637B6}"/>
                </a:ext>
              </a:extLst>
            </p:cNvPr>
            <p:cNvSpPr/>
            <p:nvPr/>
          </p:nvSpPr>
          <p:spPr>
            <a:xfrm>
              <a:off x="11472565" y="24098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7E28681D-E6A5-4AC1-88C9-D6396DA26236}"/>
                </a:ext>
              </a:extLst>
            </p:cNvPr>
            <p:cNvSpPr/>
            <p:nvPr/>
          </p:nvSpPr>
          <p:spPr>
            <a:xfrm>
              <a:off x="11708785" y="23203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D7A774A4-0538-467F-B325-F684A1C0EE29}"/>
                </a:ext>
              </a:extLst>
            </p:cNvPr>
            <p:cNvSpPr/>
            <p:nvPr/>
          </p:nvSpPr>
          <p:spPr>
            <a:xfrm>
              <a:off x="11706880" y="24993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956B757C-22B4-4807-8025-6D7B3CE18623}"/>
                </a:ext>
              </a:extLst>
            </p:cNvPr>
            <p:cNvSpPr/>
            <p:nvPr/>
          </p:nvSpPr>
          <p:spPr>
            <a:xfrm>
              <a:off x="11704975" y="26847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7C3EDD5D-87A8-4577-94D7-04A63D42D581}"/>
                </a:ext>
              </a:extLst>
            </p:cNvPr>
            <p:cNvSpPr/>
            <p:nvPr/>
          </p:nvSpPr>
          <p:spPr>
            <a:xfrm>
              <a:off x="11704975" y="28701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4C62DD3D-8FEA-472B-AE00-A0F24F743DCE}"/>
                </a:ext>
              </a:extLst>
            </p:cNvPr>
            <p:cNvSpPr/>
            <p:nvPr/>
          </p:nvSpPr>
          <p:spPr>
            <a:xfrm>
              <a:off x="11943979" y="24139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C2AF8AD3-B5E0-43B7-8DF7-824F8437D94E}"/>
                </a:ext>
              </a:extLst>
            </p:cNvPr>
            <p:cNvSpPr/>
            <p:nvPr/>
          </p:nvSpPr>
          <p:spPr>
            <a:xfrm>
              <a:off x="11943979" y="25911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DEB29EDE-0897-4833-A5CC-DE61EBCE587B}"/>
                </a:ext>
              </a:extLst>
            </p:cNvPr>
            <p:cNvSpPr/>
            <p:nvPr/>
          </p:nvSpPr>
          <p:spPr>
            <a:xfrm>
              <a:off x="12179173" y="26826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DBC0F58E-4428-4CF5-A601-FC6B6588A647}"/>
                </a:ext>
              </a:extLst>
            </p:cNvPr>
            <p:cNvSpPr/>
            <p:nvPr/>
          </p:nvSpPr>
          <p:spPr>
            <a:xfrm>
              <a:off x="12175363" y="28673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7AD93E2D-D9F7-4388-989D-34AAEEC18D14}"/>
                </a:ext>
              </a:extLst>
            </p:cNvPr>
            <p:cNvSpPr/>
            <p:nvPr/>
          </p:nvSpPr>
          <p:spPr>
            <a:xfrm>
              <a:off x="12407773" y="27748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4D3052A2-BD6A-4C93-ABC5-B7E0BE9CA6F6}"/>
                </a:ext>
              </a:extLst>
            </p:cNvPr>
            <p:cNvSpPr/>
            <p:nvPr/>
          </p:nvSpPr>
          <p:spPr>
            <a:xfrm>
              <a:off x="12407773" y="29512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B23A7577-8A29-4DD5-ABBB-9AF57264A2AB}"/>
                </a:ext>
              </a:extLst>
            </p:cNvPr>
            <p:cNvSpPr/>
            <p:nvPr/>
          </p:nvSpPr>
          <p:spPr>
            <a:xfrm>
              <a:off x="12173458" y="32301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551F74B5-6D4B-4D6D-B144-6DFB9778B546}"/>
                </a:ext>
              </a:extLst>
            </p:cNvPr>
            <p:cNvSpPr/>
            <p:nvPr/>
          </p:nvSpPr>
          <p:spPr>
            <a:xfrm>
              <a:off x="12173458" y="34065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31F73EFA-D0F3-40E0-B6A7-0D6BA3D730A3}"/>
                </a:ext>
              </a:extLst>
            </p:cNvPr>
            <p:cNvSpPr/>
            <p:nvPr/>
          </p:nvSpPr>
          <p:spPr>
            <a:xfrm>
              <a:off x="11939290" y="29593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F5CEC93-41CF-442D-B317-F1FEDC50D4D1}"/>
                </a:ext>
              </a:extLst>
            </p:cNvPr>
            <p:cNvSpPr/>
            <p:nvPr/>
          </p:nvSpPr>
          <p:spPr>
            <a:xfrm>
              <a:off x="11939290" y="31358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481546-BE46-4637-8F91-61C6185D3DC4}"/>
                </a:ext>
              </a:extLst>
            </p:cNvPr>
            <p:cNvSpPr/>
            <p:nvPr/>
          </p:nvSpPr>
          <p:spPr>
            <a:xfrm>
              <a:off x="11939290" y="33220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8B2CDD80-7274-4646-9DFD-D5943B10C3AD}"/>
                </a:ext>
              </a:extLst>
            </p:cNvPr>
            <p:cNvSpPr/>
            <p:nvPr/>
          </p:nvSpPr>
          <p:spPr>
            <a:xfrm>
              <a:off x="11939290" y="34985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D29759EE-4DF7-4937-A8FA-588601BD4260}"/>
                </a:ext>
              </a:extLst>
            </p:cNvPr>
            <p:cNvSpPr/>
            <p:nvPr/>
          </p:nvSpPr>
          <p:spPr>
            <a:xfrm>
              <a:off x="11939290" y="36799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6" name="Hexagon 2285">
              <a:extLst>
                <a:ext uri="{FF2B5EF4-FFF2-40B4-BE49-F238E27FC236}">
                  <a16:creationId xmlns:a16="http://schemas.microsoft.com/office/drawing/2014/main" id="{5024CE0C-D56D-4863-AD1A-95E0EEA87576}"/>
                </a:ext>
              </a:extLst>
            </p:cNvPr>
            <p:cNvSpPr/>
            <p:nvPr/>
          </p:nvSpPr>
          <p:spPr>
            <a:xfrm>
              <a:off x="11704975" y="30504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286345FD-22F9-44C3-A51A-2E35F0E54A66}"/>
                </a:ext>
              </a:extLst>
            </p:cNvPr>
            <p:cNvSpPr/>
            <p:nvPr/>
          </p:nvSpPr>
          <p:spPr>
            <a:xfrm>
              <a:off x="11704975" y="32268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AAE28181-1409-40CE-AB73-137A30690768}"/>
                </a:ext>
              </a:extLst>
            </p:cNvPr>
            <p:cNvSpPr/>
            <p:nvPr/>
          </p:nvSpPr>
          <p:spPr>
            <a:xfrm>
              <a:off x="11704975" y="34131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9F6B5390-624F-4C5D-A5B3-3435A751A2E9}"/>
                </a:ext>
              </a:extLst>
            </p:cNvPr>
            <p:cNvSpPr/>
            <p:nvPr/>
          </p:nvSpPr>
          <p:spPr>
            <a:xfrm>
              <a:off x="11704975" y="35896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674FB541-26B9-4B5C-B079-98E0F4039DE6}"/>
                </a:ext>
              </a:extLst>
            </p:cNvPr>
            <p:cNvSpPr/>
            <p:nvPr/>
          </p:nvSpPr>
          <p:spPr>
            <a:xfrm>
              <a:off x="11468902" y="31415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FE54E58D-642C-4813-811F-107414878937}"/>
                </a:ext>
              </a:extLst>
            </p:cNvPr>
            <p:cNvSpPr/>
            <p:nvPr/>
          </p:nvSpPr>
          <p:spPr>
            <a:xfrm>
              <a:off x="11468902" y="33218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17134AB1-B21E-44ED-9CFE-A3361E8FF69B}"/>
                </a:ext>
              </a:extLst>
            </p:cNvPr>
            <p:cNvSpPr/>
            <p:nvPr/>
          </p:nvSpPr>
          <p:spPr>
            <a:xfrm>
              <a:off x="11468902" y="36752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20E51F0D-06F7-479E-99EE-D73BE601FB7A}"/>
                </a:ext>
              </a:extLst>
            </p:cNvPr>
            <p:cNvSpPr/>
            <p:nvPr/>
          </p:nvSpPr>
          <p:spPr>
            <a:xfrm>
              <a:off x="11468902" y="38555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B69AF710-F0C9-4B80-A4E1-0B59C9F1C6BF}"/>
                </a:ext>
              </a:extLst>
            </p:cNvPr>
            <p:cNvSpPr/>
            <p:nvPr/>
          </p:nvSpPr>
          <p:spPr>
            <a:xfrm>
              <a:off x="11232535" y="30462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6D18CD45-FD40-48D8-8E88-A2CBB8121FBE}"/>
                </a:ext>
              </a:extLst>
            </p:cNvPr>
            <p:cNvSpPr/>
            <p:nvPr/>
          </p:nvSpPr>
          <p:spPr>
            <a:xfrm>
              <a:off x="11232535" y="32264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BDD86571-2683-45D6-A499-04B69380B04B}"/>
                </a:ext>
              </a:extLst>
            </p:cNvPr>
            <p:cNvSpPr/>
            <p:nvPr/>
          </p:nvSpPr>
          <p:spPr>
            <a:xfrm>
              <a:off x="11236345" y="34029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6A4E5F0A-4A2B-4A6E-8991-4CA19733C974}"/>
                </a:ext>
              </a:extLst>
            </p:cNvPr>
            <p:cNvSpPr/>
            <p:nvPr/>
          </p:nvSpPr>
          <p:spPr>
            <a:xfrm>
              <a:off x="11234440" y="35872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475FF2F2-7FFF-4D19-9DBD-2FB5D56F6928}"/>
                </a:ext>
              </a:extLst>
            </p:cNvPr>
            <p:cNvSpPr/>
            <p:nvPr/>
          </p:nvSpPr>
          <p:spPr>
            <a:xfrm>
              <a:off x="11232535" y="376565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E3550FEE-DBA6-4DD1-8916-7A9CF12DEFDB}"/>
                </a:ext>
              </a:extLst>
            </p:cNvPr>
            <p:cNvSpPr/>
            <p:nvPr/>
          </p:nvSpPr>
          <p:spPr>
            <a:xfrm>
              <a:off x="11005693" y="34985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70E1E0D6-C501-4C39-9DF0-215C2FB3D445}"/>
                </a:ext>
              </a:extLst>
            </p:cNvPr>
            <p:cNvSpPr/>
            <p:nvPr/>
          </p:nvSpPr>
          <p:spPr>
            <a:xfrm>
              <a:off x="11003788" y="36828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A4D0FB94-9895-49C6-AF88-D0C4B072D01F}"/>
                </a:ext>
              </a:extLst>
            </p:cNvPr>
            <p:cNvSpPr/>
            <p:nvPr/>
          </p:nvSpPr>
          <p:spPr>
            <a:xfrm>
              <a:off x="11001883" y="386125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1FF2D759-F323-47A5-B402-0309B6B061A2}"/>
                </a:ext>
              </a:extLst>
            </p:cNvPr>
            <p:cNvSpPr/>
            <p:nvPr/>
          </p:nvSpPr>
          <p:spPr>
            <a:xfrm>
              <a:off x="11470807" y="40388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9AE71987-3788-4145-A40F-D1B65582A1AF}"/>
                </a:ext>
              </a:extLst>
            </p:cNvPr>
            <p:cNvSpPr/>
            <p:nvPr/>
          </p:nvSpPr>
          <p:spPr>
            <a:xfrm>
              <a:off x="11234440" y="39489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BD262225-162B-4C38-9596-CB5F53665A92}"/>
                </a:ext>
              </a:extLst>
            </p:cNvPr>
            <p:cNvSpPr/>
            <p:nvPr/>
          </p:nvSpPr>
          <p:spPr>
            <a:xfrm>
              <a:off x="11236345" y="41312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F1427DF7-4E7B-4A7D-B156-4C06F7650F27}"/>
                </a:ext>
              </a:extLst>
            </p:cNvPr>
            <p:cNvSpPr/>
            <p:nvPr/>
          </p:nvSpPr>
          <p:spPr>
            <a:xfrm>
              <a:off x="11005693" y="40388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774A65F3-9999-4037-BA52-BAB84308D249}"/>
                </a:ext>
              </a:extLst>
            </p:cNvPr>
            <p:cNvSpPr/>
            <p:nvPr/>
          </p:nvSpPr>
          <p:spPr>
            <a:xfrm>
              <a:off x="10770151" y="37695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BB12680C-776F-4B20-BF1D-0B30A8092C02}"/>
                </a:ext>
              </a:extLst>
            </p:cNvPr>
            <p:cNvSpPr/>
            <p:nvPr/>
          </p:nvSpPr>
          <p:spPr>
            <a:xfrm>
              <a:off x="10770786" y="39538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F16E713A-3F2F-456D-A523-B68815CD8E32}"/>
                </a:ext>
              </a:extLst>
            </p:cNvPr>
            <p:cNvSpPr/>
            <p:nvPr/>
          </p:nvSpPr>
          <p:spPr>
            <a:xfrm>
              <a:off x="10768881" y="41322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DC1FDD90-42A9-4AD1-AF3C-5C3327E9462C}"/>
                </a:ext>
              </a:extLst>
            </p:cNvPr>
            <p:cNvSpPr/>
            <p:nvPr/>
          </p:nvSpPr>
          <p:spPr>
            <a:xfrm>
              <a:off x="10772691" y="43098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209EE2A5-C065-4511-A521-BB0520CC7A5B}"/>
                </a:ext>
              </a:extLst>
            </p:cNvPr>
            <p:cNvSpPr/>
            <p:nvPr/>
          </p:nvSpPr>
          <p:spPr>
            <a:xfrm>
              <a:off x="10776501" y="44949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57D18F95-E7B7-406A-9A3F-9C019F41752F}"/>
                </a:ext>
              </a:extLst>
            </p:cNvPr>
            <p:cNvSpPr/>
            <p:nvPr/>
          </p:nvSpPr>
          <p:spPr>
            <a:xfrm>
              <a:off x="10534419" y="40354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8E6EA47F-1BF1-41FD-BA0A-01D7B5726631}"/>
                </a:ext>
              </a:extLst>
            </p:cNvPr>
            <p:cNvSpPr/>
            <p:nvPr/>
          </p:nvSpPr>
          <p:spPr>
            <a:xfrm>
              <a:off x="10538229" y="42206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9EAB0B20-2ADB-4048-B236-C0E7020129E2}"/>
                </a:ext>
              </a:extLst>
            </p:cNvPr>
            <p:cNvSpPr/>
            <p:nvPr/>
          </p:nvSpPr>
          <p:spPr>
            <a:xfrm>
              <a:off x="10309482" y="41260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40F95DF7-4C1E-466F-B26F-AA8061281D04}"/>
                </a:ext>
              </a:extLst>
            </p:cNvPr>
            <p:cNvSpPr/>
            <p:nvPr/>
          </p:nvSpPr>
          <p:spPr>
            <a:xfrm>
              <a:off x="10535940" y="38561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90DEE88B-4560-472E-AC9F-3DB3F53D2476}"/>
                </a:ext>
              </a:extLst>
            </p:cNvPr>
            <p:cNvSpPr/>
            <p:nvPr/>
          </p:nvSpPr>
          <p:spPr>
            <a:xfrm>
              <a:off x="10304653" y="37646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D4379B55-3025-4F81-85DE-2F06CCF8DB7A}"/>
                </a:ext>
              </a:extLst>
            </p:cNvPr>
            <p:cNvSpPr/>
            <p:nvPr/>
          </p:nvSpPr>
          <p:spPr>
            <a:xfrm>
              <a:off x="10072921" y="38601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C02C84EB-01FA-4D32-B676-434FAF9F916E}"/>
                </a:ext>
              </a:extLst>
            </p:cNvPr>
            <p:cNvSpPr/>
            <p:nvPr/>
          </p:nvSpPr>
          <p:spPr>
            <a:xfrm>
              <a:off x="9846479" y="37715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86CD79FD-F1DB-4D7B-93AB-0D08EEF30606}"/>
                </a:ext>
              </a:extLst>
            </p:cNvPr>
            <p:cNvSpPr/>
            <p:nvPr/>
          </p:nvSpPr>
          <p:spPr>
            <a:xfrm>
              <a:off x="10535940" y="34886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44F6EC4D-A259-465C-AA86-4121FFD601ED}"/>
                </a:ext>
              </a:extLst>
            </p:cNvPr>
            <p:cNvSpPr/>
            <p:nvPr/>
          </p:nvSpPr>
          <p:spPr>
            <a:xfrm>
              <a:off x="10539750" y="36737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41AE9DAB-F3A5-4FA5-B7BF-B9EFAAB61D4B}"/>
                </a:ext>
              </a:extLst>
            </p:cNvPr>
            <p:cNvSpPr/>
            <p:nvPr/>
          </p:nvSpPr>
          <p:spPr>
            <a:xfrm>
              <a:off x="10537461" y="33093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1910F655-796D-4A85-ADAA-CA9A4BB00EF9}"/>
                </a:ext>
              </a:extLst>
            </p:cNvPr>
            <p:cNvSpPr/>
            <p:nvPr/>
          </p:nvSpPr>
          <p:spPr>
            <a:xfrm>
              <a:off x="10300696" y="33980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07F94EA6-57ED-4053-B035-3FFBFCED98B1}"/>
                </a:ext>
              </a:extLst>
            </p:cNvPr>
            <p:cNvSpPr/>
            <p:nvPr/>
          </p:nvSpPr>
          <p:spPr>
            <a:xfrm>
              <a:off x="10304506" y="35832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A95CCA60-1C9F-48C6-976A-4DCB6CCFD491}"/>
                </a:ext>
              </a:extLst>
            </p:cNvPr>
            <p:cNvSpPr/>
            <p:nvPr/>
          </p:nvSpPr>
          <p:spPr>
            <a:xfrm>
              <a:off x="10302217" y="32187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46CEC42E-C592-4D49-BBE8-09C4B3D50508}"/>
                </a:ext>
              </a:extLst>
            </p:cNvPr>
            <p:cNvSpPr/>
            <p:nvPr/>
          </p:nvSpPr>
          <p:spPr>
            <a:xfrm>
              <a:off x="10071949" y="34900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3077CE60-4775-437C-8FF7-C205B62B79CB}"/>
                </a:ext>
              </a:extLst>
            </p:cNvPr>
            <p:cNvSpPr/>
            <p:nvPr/>
          </p:nvSpPr>
          <p:spPr>
            <a:xfrm>
              <a:off x="10075759" y="36752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349BDD75-AF88-4B65-AEBB-8E198F2F145D}"/>
                </a:ext>
              </a:extLst>
            </p:cNvPr>
            <p:cNvSpPr/>
            <p:nvPr/>
          </p:nvSpPr>
          <p:spPr>
            <a:xfrm>
              <a:off x="10073470" y="3310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6BEC6524-BB57-4899-AA56-8202D700A91D}"/>
                </a:ext>
              </a:extLst>
            </p:cNvPr>
            <p:cNvSpPr/>
            <p:nvPr/>
          </p:nvSpPr>
          <p:spPr>
            <a:xfrm>
              <a:off x="10534419" y="31312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7041B936-E751-4D58-BB9E-50E56ECCD566}"/>
                </a:ext>
              </a:extLst>
            </p:cNvPr>
            <p:cNvSpPr/>
            <p:nvPr/>
          </p:nvSpPr>
          <p:spPr>
            <a:xfrm>
              <a:off x="10300696" y="30346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3AADBC91-B9CC-49B3-BBE8-2E61B0AC31B7}"/>
                </a:ext>
              </a:extLst>
            </p:cNvPr>
            <p:cNvSpPr/>
            <p:nvPr/>
          </p:nvSpPr>
          <p:spPr>
            <a:xfrm>
              <a:off x="10071949" y="31296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2C8C3ECC-B96A-4211-9ADD-FE6B733189B9}"/>
                </a:ext>
              </a:extLst>
            </p:cNvPr>
            <p:cNvSpPr/>
            <p:nvPr/>
          </p:nvSpPr>
          <p:spPr>
            <a:xfrm>
              <a:off x="10304417" y="28475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418AF35-61AE-4CFA-80D4-8AE2BC71AAC3}"/>
                </a:ext>
              </a:extLst>
            </p:cNvPr>
            <p:cNvSpPr/>
            <p:nvPr/>
          </p:nvSpPr>
          <p:spPr>
            <a:xfrm>
              <a:off x="10536619" y="27599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CD6DBC98-D192-43CD-9839-CA0C3286E0F8}"/>
                </a:ext>
              </a:extLst>
            </p:cNvPr>
            <p:cNvSpPr/>
            <p:nvPr/>
          </p:nvSpPr>
          <p:spPr>
            <a:xfrm>
              <a:off x="10071082" y="29476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0DB6AAB9-B7FC-49C3-9F4D-3A63171347BA}"/>
                </a:ext>
              </a:extLst>
            </p:cNvPr>
            <p:cNvSpPr/>
            <p:nvPr/>
          </p:nvSpPr>
          <p:spPr>
            <a:xfrm>
              <a:off x="10072603" y="27683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87E86D0E-7B3A-4DA1-B0B0-107584E351E8}"/>
                </a:ext>
              </a:extLst>
            </p:cNvPr>
            <p:cNvSpPr/>
            <p:nvPr/>
          </p:nvSpPr>
          <p:spPr>
            <a:xfrm>
              <a:off x="10071082" y="25871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B743EDDF-936F-4EF4-B2D3-4476EA776B38}"/>
                </a:ext>
              </a:extLst>
            </p:cNvPr>
            <p:cNvSpPr/>
            <p:nvPr/>
          </p:nvSpPr>
          <p:spPr>
            <a:xfrm>
              <a:off x="9838288" y="28550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00FDA07C-E29B-4B8F-88DB-5DB8A58C5381}"/>
                </a:ext>
              </a:extLst>
            </p:cNvPr>
            <p:cNvSpPr/>
            <p:nvPr/>
          </p:nvSpPr>
          <p:spPr>
            <a:xfrm>
              <a:off x="9842009" y="26678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B1602245-A5E7-4744-95E4-D1FD8353FA9E}"/>
                </a:ext>
              </a:extLst>
            </p:cNvPr>
            <p:cNvSpPr/>
            <p:nvPr/>
          </p:nvSpPr>
          <p:spPr>
            <a:xfrm>
              <a:off x="9608641" y="27683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B805DC05-717A-40B9-BF32-4A95C221454A}"/>
                </a:ext>
              </a:extLst>
            </p:cNvPr>
            <p:cNvSpPr/>
            <p:nvPr/>
          </p:nvSpPr>
          <p:spPr>
            <a:xfrm>
              <a:off x="9612362" y="25811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F2911026-D89D-4756-9BA6-62A1DDB8EB9D}"/>
                </a:ext>
              </a:extLst>
            </p:cNvPr>
            <p:cNvSpPr/>
            <p:nvPr/>
          </p:nvSpPr>
          <p:spPr>
            <a:xfrm>
              <a:off x="9616408" y="240932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C1AF2CC1-C4A3-4810-87C7-B3E35C7D9AA3}"/>
                </a:ext>
              </a:extLst>
            </p:cNvPr>
            <p:cNvSpPr/>
            <p:nvPr/>
          </p:nvSpPr>
          <p:spPr>
            <a:xfrm>
              <a:off x="9372751" y="28577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F1432D19-97CB-4CA3-BB12-F76DC2A5B9AB}"/>
                </a:ext>
              </a:extLst>
            </p:cNvPr>
            <p:cNvSpPr/>
            <p:nvPr/>
          </p:nvSpPr>
          <p:spPr>
            <a:xfrm>
              <a:off x="9376472" y="26706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6B1A9C8E-5F39-4601-AD9F-CC83484967E9}"/>
                </a:ext>
              </a:extLst>
            </p:cNvPr>
            <p:cNvSpPr/>
            <p:nvPr/>
          </p:nvSpPr>
          <p:spPr>
            <a:xfrm>
              <a:off x="9380518" y="249873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FB350C7E-9F6E-4F61-9EE7-E9259C5AB7FC}"/>
                </a:ext>
              </a:extLst>
            </p:cNvPr>
            <p:cNvSpPr/>
            <p:nvPr/>
          </p:nvSpPr>
          <p:spPr>
            <a:xfrm>
              <a:off x="9377831" y="232445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7A030138-C0C7-492B-8292-35D9CF96B80F}"/>
                </a:ext>
              </a:extLst>
            </p:cNvPr>
            <p:cNvSpPr/>
            <p:nvPr/>
          </p:nvSpPr>
          <p:spPr>
            <a:xfrm>
              <a:off x="9137955" y="29501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E2C0F0EE-A28C-4813-93DC-A19B92E703D3}"/>
                </a:ext>
              </a:extLst>
            </p:cNvPr>
            <p:cNvSpPr/>
            <p:nvPr/>
          </p:nvSpPr>
          <p:spPr>
            <a:xfrm>
              <a:off x="9141676" y="27629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7935D812-E3AC-4DAF-A1A2-1DF91F33DEB0}"/>
                </a:ext>
              </a:extLst>
            </p:cNvPr>
            <p:cNvSpPr/>
            <p:nvPr/>
          </p:nvSpPr>
          <p:spPr>
            <a:xfrm>
              <a:off x="9145722" y="259108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CC2FAF1C-D981-41DB-B41C-43ABA57BBE5D}"/>
                </a:ext>
              </a:extLst>
            </p:cNvPr>
            <p:cNvSpPr/>
            <p:nvPr/>
          </p:nvSpPr>
          <p:spPr>
            <a:xfrm>
              <a:off x="9602320" y="33155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BF834471-1888-4467-8A4C-3AE5A2323477}"/>
                </a:ext>
              </a:extLst>
            </p:cNvPr>
            <p:cNvSpPr/>
            <p:nvPr/>
          </p:nvSpPr>
          <p:spPr>
            <a:xfrm>
              <a:off x="9372673" y="32288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7BC5AADB-25E0-4532-9B24-4181D4E7ADAA}"/>
                </a:ext>
              </a:extLst>
            </p:cNvPr>
            <p:cNvSpPr/>
            <p:nvPr/>
          </p:nvSpPr>
          <p:spPr>
            <a:xfrm>
              <a:off x="9140504" y="31311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A1C02005-3914-4341-B6DF-FED8D3E7412A}"/>
                </a:ext>
              </a:extLst>
            </p:cNvPr>
            <p:cNvSpPr/>
            <p:nvPr/>
          </p:nvSpPr>
          <p:spPr>
            <a:xfrm>
              <a:off x="9842532" y="35872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D3814A4A-8879-4DCE-9E5D-181231716E75}"/>
                </a:ext>
              </a:extLst>
            </p:cNvPr>
            <p:cNvSpPr/>
            <p:nvPr/>
          </p:nvSpPr>
          <p:spPr>
            <a:xfrm>
              <a:off x="9607805" y="35005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A83A739F-2F77-45F5-8DE8-EBF49BCCA0D8}"/>
                </a:ext>
              </a:extLst>
            </p:cNvPr>
            <p:cNvSpPr/>
            <p:nvPr/>
          </p:nvSpPr>
          <p:spPr>
            <a:xfrm>
              <a:off x="9373096" y="34078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FDDE2911-10B8-4525-8611-3A0987C00A46}"/>
                </a:ext>
              </a:extLst>
            </p:cNvPr>
            <p:cNvSpPr/>
            <p:nvPr/>
          </p:nvSpPr>
          <p:spPr>
            <a:xfrm>
              <a:off x="9608493" y="40436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2AB503AF-7D29-41A6-A741-E969FA4F4FFD}"/>
                </a:ext>
              </a:extLst>
            </p:cNvPr>
            <p:cNvSpPr/>
            <p:nvPr/>
          </p:nvSpPr>
          <p:spPr>
            <a:xfrm>
              <a:off x="9612601" y="36812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192ED6C2-C93D-4196-AD83-F5A594C12FF6}"/>
                </a:ext>
              </a:extLst>
            </p:cNvPr>
            <p:cNvSpPr/>
            <p:nvPr/>
          </p:nvSpPr>
          <p:spPr>
            <a:xfrm>
              <a:off x="9611331" y="38613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09678DE1-83F8-4CC8-80B7-BA87BF0B02BB}"/>
                </a:ext>
              </a:extLst>
            </p:cNvPr>
            <p:cNvSpPr/>
            <p:nvPr/>
          </p:nvSpPr>
          <p:spPr>
            <a:xfrm>
              <a:off x="9373945" y="39504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5B9979BB-F430-4A89-874D-406B31F5E830}"/>
                </a:ext>
              </a:extLst>
            </p:cNvPr>
            <p:cNvSpPr/>
            <p:nvPr/>
          </p:nvSpPr>
          <p:spPr>
            <a:xfrm>
              <a:off x="9379323" y="37680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7E50AA92-2042-49F5-89B0-453452C0F4FA}"/>
                </a:ext>
              </a:extLst>
            </p:cNvPr>
            <p:cNvSpPr/>
            <p:nvPr/>
          </p:nvSpPr>
          <p:spPr>
            <a:xfrm>
              <a:off x="9143876" y="40401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5F901393-3B82-4505-B900-C24D6CE7FF2B}"/>
                </a:ext>
              </a:extLst>
            </p:cNvPr>
            <p:cNvSpPr/>
            <p:nvPr/>
          </p:nvSpPr>
          <p:spPr>
            <a:xfrm>
              <a:off x="9146714" y="38578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7DB36410-3EDC-4023-9690-AC1DC61264BB}"/>
                </a:ext>
              </a:extLst>
            </p:cNvPr>
            <p:cNvSpPr/>
            <p:nvPr/>
          </p:nvSpPr>
          <p:spPr>
            <a:xfrm>
              <a:off x="9143872" y="36742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4FB6D19F-A693-4CEC-A9AE-D179F8D1E4D8}"/>
                </a:ext>
              </a:extLst>
            </p:cNvPr>
            <p:cNvSpPr/>
            <p:nvPr/>
          </p:nvSpPr>
          <p:spPr>
            <a:xfrm>
              <a:off x="9146710" y="34919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83641F33-C08F-463D-BC1D-2D2216148FB0}"/>
                </a:ext>
              </a:extLst>
            </p:cNvPr>
            <p:cNvSpPr/>
            <p:nvPr/>
          </p:nvSpPr>
          <p:spPr>
            <a:xfrm>
              <a:off x="9144031" y="33135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B17B395D-28DA-4EE6-A3DA-195130C456D1}"/>
                </a:ext>
              </a:extLst>
            </p:cNvPr>
            <p:cNvSpPr/>
            <p:nvPr/>
          </p:nvSpPr>
          <p:spPr>
            <a:xfrm>
              <a:off x="8908002" y="41272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5C9EB225-2B35-46BF-8724-D096BD5F1E69}"/>
                </a:ext>
              </a:extLst>
            </p:cNvPr>
            <p:cNvSpPr/>
            <p:nvPr/>
          </p:nvSpPr>
          <p:spPr>
            <a:xfrm>
              <a:off x="8673454" y="40340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D31AE1D6-1E0A-4FA0-A2F9-864F8D42B039}"/>
                </a:ext>
              </a:extLst>
            </p:cNvPr>
            <p:cNvSpPr/>
            <p:nvPr/>
          </p:nvSpPr>
          <p:spPr>
            <a:xfrm>
              <a:off x="8913952" y="3767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9F3182E5-AF27-466D-A4F8-67769E971171}"/>
                </a:ext>
              </a:extLst>
            </p:cNvPr>
            <p:cNvSpPr/>
            <p:nvPr/>
          </p:nvSpPr>
          <p:spPr>
            <a:xfrm>
              <a:off x="8911110" y="35868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34806050-5CC6-4835-829B-E362B0E990E3}"/>
                </a:ext>
              </a:extLst>
            </p:cNvPr>
            <p:cNvSpPr/>
            <p:nvPr/>
          </p:nvSpPr>
          <p:spPr>
            <a:xfrm>
              <a:off x="8913948" y="34044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724ACA1B-24A6-41F4-A448-1ACA9D86736C}"/>
                </a:ext>
              </a:extLst>
            </p:cNvPr>
            <p:cNvSpPr/>
            <p:nvPr/>
          </p:nvSpPr>
          <p:spPr>
            <a:xfrm>
              <a:off x="8685603" y="36858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65CC4BB3-1774-4B14-B4D7-485D76F97196}"/>
                </a:ext>
              </a:extLst>
            </p:cNvPr>
            <p:cNvSpPr/>
            <p:nvPr/>
          </p:nvSpPr>
          <p:spPr>
            <a:xfrm>
              <a:off x="8682761" y="35048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A00FF6D7-E956-4188-B857-FEED2B21083B}"/>
                </a:ext>
              </a:extLst>
            </p:cNvPr>
            <p:cNvSpPr/>
            <p:nvPr/>
          </p:nvSpPr>
          <p:spPr>
            <a:xfrm>
              <a:off x="8452854" y="35923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55C420A8-8A14-4E2E-B024-7FEF8FE3E525}"/>
                </a:ext>
              </a:extLst>
            </p:cNvPr>
            <p:cNvSpPr/>
            <p:nvPr/>
          </p:nvSpPr>
          <p:spPr>
            <a:xfrm>
              <a:off x="8680118" y="33188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A22FDA58-B6C7-4FE4-8383-05CB7EA5D7C8}"/>
                </a:ext>
              </a:extLst>
            </p:cNvPr>
            <p:cNvSpPr/>
            <p:nvPr/>
          </p:nvSpPr>
          <p:spPr>
            <a:xfrm>
              <a:off x="8677276" y="31378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F6485B27-972A-494D-B52A-775FA879D47D}"/>
                </a:ext>
              </a:extLst>
            </p:cNvPr>
            <p:cNvSpPr/>
            <p:nvPr/>
          </p:nvSpPr>
          <p:spPr>
            <a:xfrm>
              <a:off x="8910857" y="30387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DF34C337-ED70-4216-94EA-080F1922F518}"/>
                </a:ext>
              </a:extLst>
            </p:cNvPr>
            <p:cNvSpPr/>
            <p:nvPr/>
          </p:nvSpPr>
          <p:spPr>
            <a:xfrm>
              <a:off x="8908015" y="28577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4BF9259A-88B2-4202-B694-E6694124F88A}"/>
                </a:ext>
              </a:extLst>
            </p:cNvPr>
            <p:cNvSpPr/>
            <p:nvPr/>
          </p:nvSpPr>
          <p:spPr>
            <a:xfrm>
              <a:off x="8913878" y="26714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039C11A8-9772-4D2B-AA99-14656C8A3D51}"/>
                </a:ext>
              </a:extLst>
            </p:cNvPr>
            <p:cNvSpPr/>
            <p:nvPr/>
          </p:nvSpPr>
          <p:spPr>
            <a:xfrm>
              <a:off x="8678544" y="277205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96D2999D-FFAF-4535-BE97-117D4AAC8F77}"/>
                </a:ext>
              </a:extLst>
            </p:cNvPr>
            <p:cNvSpPr/>
            <p:nvPr/>
          </p:nvSpPr>
          <p:spPr>
            <a:xfrm>
              <a:off x="8679327" y="25908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82D3E80D-354D-49D8-9E44-F448FA261F28}"/>
                </a:ext>
              </a:extLst>
            </p:cNvPr>
            <p:cNvSpPr/>
            <p:nvPr/>
          </p:nvSpPr>
          <p:spPr>
            <a:xfrm>
              <a:off x="8449613" y="322409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006EC7E-757A-4B0E-8602-00E6BFBA927F}"/>
                </a:ext>
              </a:extLst>
            </p:cNvPr>
            <p:cNvSpPr/>
            <p:nvPr/>
          </p:nvSpPr>
          <p:spPr>
            <a:xfrm>
              <a:off x="8446771" y="30431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2BF8D3E4-4518-4BAC-8391-4C46FD119CB6}"/>
                </a:ext>
              </a:extLst>
            </p:cNvPr>
            <p:cNvSpPr/>
            <p:nvPr/>
          </p:nvSpPr>
          <p:spPr>
            <a:xfrm>
              <a:off x="8444128" y="28571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4" name="Hexagon 2383">
              <a:extLst>
                <a:ext uri="{FF2B5EF4-FFF2-40B4-BE49-F238E27FC236}">
                  <a16:creationId xmlns:a16="http://schemas.microsoft.com/office/drawing/2014/main" id="{DEF3AC65-A1F9-4670-9D74-5AF59C0B3B1D}"/>
                </a:ext>
              </a:extLst>
            </p:cNvPr>
            <p:cNvSpPr/>
            <p:nvPr/>
          </p:nvSpPr>
          <p:spPr>
            <a:xfrm>
              <a:off x="8441286" y="26761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4DE8E5F0-E9CA-4408-AF94-D316AEC25CF1}"/>
                </a:ext>
              </a:extLst>
            </p:cNvPr>
            <p:cNvSpPr/>
            <p:nvPr/>
          </p:nvSpPr>
          <p:spPr>
            <a:xfrm>
              <a:off x="8218961" y="331335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36DA79C7-82EC-4C08-99C8-4EA931CF5DC0}"/>
                </a:ext>
              </a:extLst>
            </p:cNvPr>
            <p:cNvSpPr/>
            <p:nvPr/>
          </p:nvSpPr>
          <p:spPr>
            <a:xfrm>
              <a:off x="8216119" y="31323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A9546B4-D6FC-4FE0-964D-63583C880A76}"/>
                </a:ext>
              </a:extLst>
            </p:cNvPr>
            <p:cNvSpPr/>
            <p:nvPr/>
          </p:nvSpPr>
          <p:spPr>
            <a:xfrm>
              <a:off x="8213476" y="29463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53857FFF-83F0-4DCC-97BA-3862B5DA0432}"/>
                </a:ext>
              </a:extLst>
            </p:cNvPr>
            <p:cNvSpPr/>
            <p:nvPr/>
          </p:nvSpPr>
          <p:spPr>
            <a:xfrm>
              <a:off x="8210634" y="27653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11395958-5111-43C2-9CBA-637EFAA2FA18}"/>
                </a:ext>
              </a:extLst>
            </p:cNvPr>
            <p:cNvSpPr/>
            <p:nvPr/>
          </p:nvSpPr>
          <p:spPr>
            <a:xfrm>
              <a:off x="8447502" y="25007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05F99DB5-4FDF-48CB-AA32-37B7871ED8D8}"/>
                </a:ext>
              </a:extLst>
            </p:cNvPr>
            <p:cNvSpPr/>
            <p:nvPr/>
          </p:nvSpPr>
          <p:spPr>
            <a:xfrm>
              <a:off x="8213086" y="2585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573A3B8F-A2E1-4F7A-B731-0248559BC190}"/>
                </a:ext>
              </a:extLst>
            </p:cNvPr>
            <p:cNvSpPr/>
            <p:nvPr/>
          </p:nvSpPr>
          <p:spPr>
            <a:xfrm>
              <a:off x="8210244" y="24048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EE25288-74F5-40E9-80A4-F838D8EB312D}"/>
                </a:ext>
              </a:extLst>
            </p:cNvPr>
            <p:cNvSpPr/>
            <p:nvPr/>
          </p:nvSpPr>
          <p:spPr>
            <a:xfrm>
              <a:off x="7977172" y="26735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50E3B1F9-AA72-4298-8217-83EEB78F518E}"/>
                </a:ext>
              </a:extLst>
            </p:cNvPr>
            <p:cNvSpPr/>
            <p:nvPr/>
          </p:nvSpPr>
          <p:spPr>
            <a:xfrm>
              <a:off x="7979624" y="24940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153CCD5B-4D97-4992-85D5-F05F6D68FA64}"/>
                </a:ext>
              </a:extLst>
            </p:cNvPr>
            <p:cNvSpPr/>
            <p:nvPr/>
          </p:nvSpPr>
          <p:spPr>
            <a:xfrm>
              <a:off x="7976782" y="23130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22EC60A7-F479-43F4-B1DB-56E96D05B8B2}"/>
                </a:ext>
              </a:extLst>
            </p:cNvPr>
            <p:cNvSpPr/>
            <p:nvPr/>
          </p:nvSpPr>
          <p:spPr>
            <a:xfrm>
              <a:off x="7980133" y="34044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3D5C14E6-C88D-4055-A6D8-5371BABCCF78}"/>
                </a:ext>
              </a:extLst>
            </p:cNvPr>
            <p:cNvSpPr/>
            <p:nvPr/>
          </p:nvSpPr>
          <p:spPr>
            <a:xfrm>
              <a:off x="7982585" y="32249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3E6BB1F-A4F6-4D09-890E-F0242650A357}"/>
                </a:ext>
              </a:extLst>
            </p:cNvPr>
            <p:cNvSpPr/>
            <p:nvPr/>
          </p:nvSpPr>
          <p:spPr>
            <a:xfrm>
              <a:off x="7979743" y="30439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A8A447D6-2EBF-4CE6-A0A4-6C84156D97B6}"/>
                </a:ext>
              </a:extLst>
            </p:cNvPr>
            <p:cNvSpPr/>
            <p:nvPr/>
          </p:nvSpPr>
          <p:spPr>
            <a:xfrm>
              <a:off x="7751927" y="35024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24D4A7AF-4E2B-4B93-BCE6-FECCA8A674E6}"/>
                </a:ext>
              </a:extLst>
            </p:cNvPr>
            <p:cNvSpPr/>
            <p:nvPr/>
          </p:nvSpPr>
          <p:spPr>
            <a:xfrm>
              <a:off x="7754379" y="33228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F2F7D3CB-A026-4CD6-8B45-FD2660C2663A}"/>
                </a:ext>
              </a:extLst>
            </p:cNvPr>
            <p:cNvSpPr/>
            <p:nvPr/>
          </p:nvSpPr>
          <p:spPr>
            <a:xfrm>
              <a:off x="7748997" y="31393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3DE437CB-C9FB-424A-9830-CBE37CEBD8A3}"/>
                </a:ext>
              </a:extLst>
            </p:cNvPr>
            <p:cNvSpPr/>
            <p:nvPr/>
          </p:nvSpPr>
          <p:spPr>
            <a:xfrm>
              <a:off x="7513800" y="35848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2" name="Hexagon 2401">
              <a:extLst>
                <a:ext uri="{FF2B5EF4-FFF2-40B4-BE49-F238E27FC236}">
                  <a16:creationId xmlns:a16="http://schemas.microsoft.com/office/drawing/2014/main" id="{BEF736B5-502A-4448-BD50-BAFC9305F8BA}"/>
                </a:ext>
              </a:extLst>
            </p:cNvPr>
            <p:cNvSpPr/>
            <p:nvPr/>
          </p:nvSpPr>
          <p:spPr>
            <a:xfrm>
              <a:off x="7516252" y="34053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3" name="Hexagon 2402">
              <a:extLst>
                <a:ext uri="{FF2B5EF4-FFF2-40B4-BE49-F238E27FC236}">
                  <a16:creationId xmlns:a16="http://schemas.microsoft.com/office/drawing/2014/main" id="{14070B3B-BE06-49F5-88FA-F8D92808ECC8}"/>
                </a:ext>
              </a:extLst>
            </p:cNvPr>
            <p:cNvSpPr/>
            <p:nvPr/>
          </p:nvSpPr>
          <p:spPr>
            <a:xfrm>
              <a:off x="7515950" y="32319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4" name="Hexagon 2403">
              <a:extLst>
                <a:ext uri="{FF2B5EF4-FFF2-40B4-BE49-F238E27FC236}">
                  <a16:creationId xmlns:a16="http://schemas.microsoft.com/office/drawing/2014/main" id="{B74C3721-2B41-4B8E-B59D-27CC6F073CF0}"/>
                </a:ext>
              </a:extLst>
            </p:cNvPr>
            <p:cNvSpPr/>
            <p:nvPr/>
          </p:nvSpPr>
          <p:spPr>
            <a:xfrm>
              <a:off x="7748612" y="29535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B07A4780-C0D2-4E86-8D39-C78A83AEBAAE}"/>
                </a:ext>
              </a:extLst>
            </p:cNvPr>
            <p:cNvSpPr/>
            <p:nvPr/>
          </p:nvSpPr>
          <p:spPr>
            <a:xfrm>
              <a:off x="7517866" y="30489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E04A941B-D55D-4805-A4EB-E50CD5AEA35D}"/>
                </a:ext>
              </a:extLst>
            </p:cNvPr>
            <p:cNvSpPr/>
            <p:nvPr/>
          </p:nvSpPr>
          <p:spPr>
            <a:xfrm>
              <a:off x="7284819" y="31415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A30C3D84-FD0F-4620-81B0-2BA631968153}"/>
                </a:ext>
              </a:extLst>
            </p:cNvPr>
            <p:cNvSpPr/>
            <p:nvPr/>
          </p:nvSpPr>
          <p:spPr>
            <a:xfrm>
              <a:off x="7276557" y="33218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141C8494-A12C-476A-9438-30FBEB91DFAF}"/>
                </a:ext>
              </a:extLst>
            </p:cNvPr>
            <p:cNvSpPr/>
            <p:nvPr/>
          </p:nvSpPr>
          <p:spPr>
            <a:xfrm>
              <a:off x="7046744" y="34112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DB30F2FC-08B3-4E1F-A234-088D7F32CF11}"/>
                </a:ext>
              </a:extLst>
            </p:cNvPr>
            <p:cNvSpPr/>
            <p:nvPr/>
          </p:nvSpPr>
          <p:spPr>
            <a:xfrm>
              <a:off x="7049215" y="304484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8B36B1E0-92F0-42BA-97D4-596E857AB1F9}"/>
                </a:ext>
              </a:extLst>
            </p:cNvPr>
            <p:cNvSpPr/>
            <p:nvPr/>
          </p:nvSpPr>
          <p:spPr>
            <a:xfrm>
              <a:off x="7048913" y="28689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764471ED-30FE-4E06-921B-4CD59C8596ED}"/>
                </a:ext>
              </a:extLst>
            </p:cNvPr>
            <p:cNvSpPr/>
            <p:nvPr/>
          </p:nvSpPr>
          <p:spPr>
            <a:xfrm>
              <a:off x="7050829" y="26859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5169544B-D739-4E57-B04B-918886439F9A}"/>
                </a:ext>
              </a:extLst>
            </p:cNvPr>
            <p:cNvSpPr/>
            <p:nvPr/>
          </p:nvSpPr>
          <p:spPr>
            <a:xfrm>
              <a:off x="7749381" y="240555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6D6CE5BF-BB94-4139-8146-83ACCB353DCF}"/>
                </a:ext>
              </a:extLst>
            </p:cNvPr>
            <p:cNvSpPr/>
            <p:nvPr/>
          </p:nvSpPr>
          <p:spPr>
            <a:xfrm>
              <a:off x="7741119" y="2585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BD2D6BB6-3D99-4CDB-AA11-A6DC29B6AC2E}"/>
                </a:ext>
              </a:extLst>
            </p:cNvPr>
            <p:cNvSpPr/>
            <p:nvPr/>
          </p:nvSpPr>
          <p:spPr>
            <a:xfrm>
              <a:off x="7516002" y="24992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970898AB-E7E9-4148-86A3-C2574A5EB3E2}"/>
                </a:ext>
              </a:extLst>
            </p:cNvPr>
            <p:cNvSpPr/>
            <p:nvPr/>
          </p:nvSpPr>
          <p:spPr>
            <a:xfrm>
              <a:off x="7507740" y="26795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62545D0F-2891-425B-B16B-2EE314C705B7}"/>
                </a:ext>
              </a:extLst>
            </p:cNvPr>
            <p:cNvSpPr/>
            <p:nvPr/>
          </p:nvSpPr>
          <p:spPr>
            <a:xfrm>
              <a:off x="7284713" y="25929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4C594BEC-148A-4D3F-A45A-06A4961F9684}"/>
                </a:ext>
              </a:extLst>
            </p:cNvPr>
            <p:cNvSpPr/>
            <p:nvPr/>
          </p:nvSpPr>
          <p:spPr>
            <a:xfrm>
              <a:off x="7276451" y="27732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D0F9D153-93F4-4018-85CC-10FF9C02C11A}"/>
                </a:ext>
              </a:extLst>
            </p:cNvPr>
            <p:cNvSpPr/>
            <p:nvPr/>
          </p:nvSpPr>
          <p:spPr>
            <a:xfrm>
              <a:off x="7289628" y="22329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C3862489-9750-412C-8233-3705B2BE29AC}"/>
                </a:ext>
              </a:extLst>
            </p:cNvPr>
            <p:cNvSpPr/>
            <p:nvPr/>
          </p:nvSpPr>
          <p:spPr>
            <a:xfrm>
              <a:off x="7281366" y="24131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468AC071-957D-4445-B60E-61884575BC88}"/>
                </a:ext>
              </a:extLst>
            </p:cNvPr>
            <p:cNvSpPr/>
            <p:nvPr/>
          </p:nvSpPr>
          <p:spPr>
            <a:xfrm>
              <a:off x="7284713" y="20453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2AB8318A-CE6E-412E-9D89-A335675B10A8}"/>
                </a:ext>
              </a:extLst>
            </p:cNvPr>
            <p:cNvSpPr/>
            <p:nvPr/>
          </p:nvSpPr>
          <p:spPr>
            <a:xfrm>
              <a:off x="7052208" y="23145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993E7B5C-DF67-4A24-9B30-E417610725C7}"/>
                </a:ext>
              </a:extLst>
            </p:cNvPr>
            <p:cNvSpPr/>
            <p:nvPr/>
          </p:nvSpPr>
          <p:spPr>
            <a:xfrm>
              <a:off x="6822344" y="222515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90D82D4E-79B5-4921-AFAF-18F9BF89F479}"/>
                </a:ext>
              </a:extLst>
            </p:cNvPr>
            <p:cNvSpPr/>
            <p:nvPr/>
          </p:nvSpPr>
          <p:spPr>
            <a:xfrm>
              <a:off x="6814082" y="24079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DA070D1F-79AE-4E9E-A08E-F7D1BE2C9711}"/>
                </a:ext>
              </a:extLst>
            </p:cNvPr>
            <p:cNvSpPr/>
            <p:nvPr/>
          </p:nvSpPr>
          <p:spPr>
            <a:xfrm>
              <a:off x="6822344" y="20430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13F21EB7-8892-4C5F-B47C-8849B9760D84}"/>
                </a:ext>
              </a:extLst>
            </p:cNvPr>
            <p:cNvSpPr/>
            <p:nvPr/>
          </p:nvSpPr>
          <p:spPr>
            <a:xfrm>
              <a:off x="6814638" y="31367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0C70305E-5819-4F47-8E31-EEBBB18DFC7B}"/>
                </a:ext>
              </a:extLst>
            </p:cNvPr>
            <p:cNvSpPr/>
            <p:nvPr/>
          </p:nvSpPr>
          <p:spPr>
            <a:xfrm>
              <a:off x="6814336" y="29608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159F8ACA-E576-4042-A3A1-65579F302D50}"/>
                </a:ext>
              </a:extLst>
            </p:cNvPr>
            <p:cNvSpPr/>
            <p:nvPr/>
          </p:nvSpPr>
          <p:spPr>
            <a:xfrm>
              <a:off x="6816252" y="27777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C3AEDFD3-E3BF-4FD7-BA3C-68F7F7D72B80}"/>
                </a:ext>
              </a:extLst>
            </p:cNvPr>
            <p:cNvSpPr/>
            <p:nvPr/>
          </p:nvSpPr>
          <p:spPr>
            <a:xfrm>
              <a:off x="6821927" y="25886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2EC15338-3296-426F-AFC3-4D86C86A8EB4}"/>
                </a:ext>
              </a:extLst>
            </p:cNvPr>
            <p:cNvSpPr/>
            <p:nvPr/>
          </p:nvSpPr>
          <p:spPr>
            <a:xfrm>
              <a:off x="6579705" y="30440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10D4D4E8-204B-471F-8A5C-5E4C8927DF9F}"/>
                </a:ext>
              </a:extLst>
            </p:cNvPr>
            <p:cNvSpPr/>
            <p:nvPr/>
          </p:nvSpPr>
          <p:spPr>
            <a:xfrm>
              <a:off x="6583213" y="28681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322A18D7-CB4E-4550-B1AF-DE630C2FB17C}"/>
                </a:ext>
              </a:extLst>
            </p:cNvPr>
            <p:cNvSpPr/>
            <p:nvPr/>
          </p:nvSpPr>
          <p:spPr>
            <a:xfrm>
              <a:off x="6587669" y="26826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69519BEC-C2B8-4202-B72B-7ECED1836F54}"/>
                </a:ext>
              </a:extLst>
            </p:cNvPr>
            <p:cNvSpPr/>
            <p:nvPr/>
          </p:nvSpPr>
          <p:spPr>
            <a:xfrm>
              <a:off x="6585724" y="25010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6C677F5-D710-43D5-84DC-57162DCA32B8}"/>
                </a:ext>
              </a:extLst>
            </p:cNvPr>
            <p:cNvSpPr/>
            <p:nvPr/>
          </p:nvSpPr>
          <p:spPr>
            <a:xfrm>
              <a:off x="6350316" y="29527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BA0C6F75-2BC4-4C4C-B58A-A2EDBA47864E}"/>
                </a:ext>
              </a:extLst>
            </p:cNvPr>
            <p:cNvSpPr/>
            <p:nvPr/>
          </p:nvSpPr>
          <p:spPr>
            <a:xfrm>
              <a:off x="6348065" y="25928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39D984D8-30FD-4B34-96F6-62DD623CDA9B}"/>
                </a:ext>
              </a:extLst>
            </p:cNvPr>
            <p:cNvSpPr/>
            <p:nvPr/>
          </p:nvSpPr>
          <p:spPr>
            <a:xfrm>
              <a:off x="6344253" y="22271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8E141C33-DA6C-4AC7-A559-0DD45A42C8E7}"/>
                </a:ext>
              </a:extLst>
            </p:cNvPr>
            <p:cNvSpPr/>
            <p:nvPr/>
          </p:nvSpPr>
          <p:spPr>
            <a:xfrm>
              <a:off x="6112054" y="28623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9AB3EA3E-69F5-4620-9A58-6D7A709D737A}"/>
                </a:ext>
              </a:extLst>
            </p:cNvPr>
            <p:cNvSpPr/>
            <p:nvPr/>
          </p:nvSpPr>
          <p:spPr>
            <a:xfrm>
              <a:off x="6112373" y="26814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675AFBE3-0F3C-4C83-AB9B-AF7F11996E7E}"/>
                </a:ext>
              </a:extLst>
            </p:cNvPr>
            <p:cNvSpPr/>
            <p:nvPr/>
          </p:nvSpPr>
          <p:spPr>
            <a:xfrm>
              <a:off x="6106951" y="25076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9510E25-7AA7-4BD6-B10A-2D59DC2662B2}"/>
                </a:ext>
              </a:extLst>
            </p:cNvPr>
            <p:cNvSpPr/>
            <p:nvPr/>
          </p:nvSpPr>
          <p:spPr>
            <a:xfrm>
              <a:off x="6110086" y="23235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DB0FC379-17F4-4300-B18B-D8B9B235051F}"/>
                </a:ext>
              </a:extLst>
            </p:cNvPr>
            <p:cNvSpPr/>
            <p:nvPr/>
          </p:nvSpPr>
          <p:spPr>
            <a:xfrm>
              <a:off x="6113817" y="21409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C6A4B127-398D-4EFB-B8E7-CE06A3222234}"/>
                </a:ext>
              </a:extLst>
            </p:cNvPr>
            <p:cNvSpPr/>
            <p:nvPr/>
          </p:nvSpPr>
          <p:spPr>
            <a:xfrm>
              <a:off x="5877379" y="27700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D84A9ECF-3D21-46E7-8328-D1F1B603554F}"/>
                </a:ext>
              </a:extLst>
            </p:cNvPr>
            <p:cNvSpPr/>
            <p:nvPr/>
          </p:nvSpPr>
          <p:spPr>
            <a:xfrm>
              <a:off x="5641874" y="26759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DF7BCEB2-CC68-49A4-B9CA-1521DB9C295E}"/>
                </a:ext>
              </a:extLst>
            </p:cNvPr>
            <p:cNvSpPr/>
            <p:nvPr/>
          </p:nvSpPr>
          <p:spPr>
            <a:xfrm>
              <a:off x="5635991" y="24966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4F6A3012-23E3-4B1B-A2AE-A6044C52BE45}"/>
                </a:ext>
              </a:extLst>
            </p:cNvPr>
            <p:cNvSpPr/>
            <p:nvPr/>
          </p:nvSpPr>
          <p:spPr>
            <a:xfrm>
              <a:off x="5636310" y="23158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0BCAEEA5-87AD-476D-8E94-96F291E449D3}"/>
                </a:ext>
              </a:extLst>
            </p:cNvPr>
            <p:cNvSpPr/>
            <p:nvPr/>
          </p:nvSpPr>
          <p:spPr>
            <a:xfrm>
              <a:off x="5875110" y="24086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70" name="Hexagon 3669">
              <a:extLst>
                <a:ext uri="{FF2B5EF4-FFF2-40B4-BE49-F238E27FC236}">
                  <a16:creationId xmlns:a16="http://schemas.microsoft.com/office/drawing/2014/main" id="{F019E4BB-DA29-4099-B7A6-5684C8BF1573}"/>
                </a:ext>
              </a:extLst>
            </p:cNvPr>
            <p:cNvSpPr/>
            <p:nvPr/>
          </p:nvSpPr>
          <p:spPr>
            <a:xfrm>
              <a:off x="8674734" y="29511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71" name="Hexagon 3670">
              <a:extLst>
                <a:ext uri="{FF2B5EF4-FFF2-40B4-BE49-F238E27FC236}">
                  <a16:creationId xmlns:a16="http://schemas.microsoft.com/office/drawing/2014/main" id="{B9DB776D-95F0-4DFF-92CB-AC98FBA26DF0}"/>
                </a:ext>
              </a:extLst>
            </p:cNvPr>
            <p:cNvSpPr/>
            <p:nvPr/>
          </p:nvSpPr>
          <p:spPr>
            <a:xfrm>
              <a:off x="11468902" y="349709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2" name="3级" hidden="1">
            <a:extLst>
              <a:ext uri="{FF2B5EF4-FFF2-40B4-BE49-F238E27FC236}">
                <a16:creationId xmlns:a16="http://schemas.microsoft.com/office/drawing/2014/main" id="{6B51EF71-87A8-4811-85C5-D5DEEAC6A131}"/>
              </a:ext>
            </a:extLst>
          </p:cNvPr>
          <p:cNvGrpSpPr/>
          <p:nvPr/>
        </p:nvGrpSpPr>
        <p:grpSpPr>
          <a:xfrm>
            <a:off x="725876" y="39370"/>
            <a:ext cx="10118726" cy="8720645"/>
            <a:chOff x="725876" y="39370"/>
            <a:chExt cx="10118726" cy="8720645"/>
          </a:xfrm>
        </p:grpSpPr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EBBE277C-F430-4DAD-8C6C-D761A13A36B4}"/>
                </a:ext>
              </a:extLst>
            </p:cNvPr>
            <p:cNvSpPr/>
            <p:nvPr/>
          </p:nvSpPr>
          <p:spPr>
            <a:xfrm>
              <a:off x="5406390" y="276987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67E4E564-42C0-41D0-A047-1A2EBCE4AFF0}"/>
                </a:ext>
              </a:extLst>
            </p:cNvPr>
            <p:cNvSpPr/>
            <p:nvPr/>
          </p:nvSpPr>
          <p:spPr>
            <a:xfrm>
              <a:off x="5638800" y="2862854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A5EB1963-1447-4C72-ACD6-1BA0045C8D44}"/>
                </a:ext>
              </a:extLst>
            </p:cNvPr>
            <p:cNvSpPr/>
            <p:nvPr/>
          </p:nvSpPr>
          <p:spPr>
            <a:xfrm>
              <a:off x="5871210" y="2955838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BB08FF9C-63DA-4C01-AB4B-86B4F17AAB35}"/>
                </a:ext>
              </a:extLst>
            </p:cNvPr>
            <p:cNvSpPr/>
            <p:nvPr/>
          </p:nvSpPr>
          <p:spPr>
            <a:xfrm>
              <a:off x="5406390" y="2955837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88C63060-FBAD-43FA-903A-DA75234881BF}"/>
                </a:ext>
              </a:extLst>
            </p:cNvPr>
            <p:cNvSpPr/>
            <p:nvPr/>
          </p:nvSpPr>
          <p:spPr>
            <a:xfrm>
              <a:off x="5638800" y="304882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24C17F7D-00E1-420D-A748-B20464CD1FC0}"/>
                </a:ext>
              </a:extLst>
            </p:cNvPr>
            <p:cNvSpPr/>
            <p:nvPr/>
          </p:nvSpPr>
          <p:spPr>
            <a:xfrm>
              <a:off x="5871210" y="3141804"/>
              <a:ext cx="304180" cy="18406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1AC4F95D-5BAA-4C47-B40C-DE67077A5C45}"/>
                </a:ext>
              </a:extLst>
            </p:cNvPr>
            <p:cNvSpPr/>
            <p:nvPr/>
          </p:nvSpPr>
          <p:spPr>
            <a:xfrm>
              <a:off x="6110620" y="322526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2D59D6D0-A7B2-41DD-B163-DDB14C770335}"/>
                </a:ext>
              </a:extLst>
            </p:cNvPr>
            <p:cNvSpPr/>
            <p:nvPr/>
          </p:nvSpPr>
          <p:spPr>
            <a:xfrm>
              <a:off x="6343030" y="313418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0C41FA2F-6367-48C5-8DE6-EF162060EE4A}"/>
                </a:ext>
              </a:extLst>
            </p:cNvPr>
            <p:cNvSpPr/>
            <p:nvPr/>
          </p:nvSpPr>
          <p:spPr>
            <a:xfrm>
              <a:off x="5876305" y="33220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53501B47-850B-404D-9989-F7981D16991C}"/>
                </a:ext>
              </a:extLst>
            </p:cNvPr>
            <p:cNvSpPr/>
            <p:nvPr/>
          </p:nvSpPr>
          <p:spPr>
            <a:xfrm>
              <a:off x="6109668" y="34140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7CE3078A-04CB-418B-8E39-75FD6C0B3D95}"/>
                </a:ext>
              </a:extLst>
            </p:cNvPr>
            <p:cNvSpPr/>
            <p:nvPr/>
          </p:nvSpPr>
          <p:spPr>
            <a:xfrm>
              <a:off x="6343030" y="35023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2CA2791E-8937-42C7-A8D6-9FC89E33E91B}"/>
                </a:ext>
              </a:extLst>
            </p:cNvPr>
            <p:cNvSpPr/>
            <p:nvPr/>
          </p:nvSpPr>
          <p:spPr>
            <a:xfrm>
              <a:off x="5414464" y="31370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4EA2149C-ABBE-4107-83A5-F295B264BCE1}"/>
                </a:ext>
              </a:extLst>
            </p:cNvPr>
            <p:cNvSpPr/>
            <p:nvPr/>
          </p:nvSpPr>
          <p:spPr>
            <a:xfrm>
              <a:off x="5173980" y="3053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DC6ECC43-FBCA-4F21-8F87-9EBB0AFC1C90}"/>
                </a:ext>
              </a:extLst>
            </p:cNvPr>
            <p:cNvSpPr/>
            <p:nvPr/>
          </p:nvSpPr>
          <p:spPr>
            <a:xfrm>
              <a:off x="5178554" y="32319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F3CCAF6B-E781-48AF-BEF2-B9AA477B4BEE}"/>
                </a:ext>
              </a:extLst>
            </p:cNvPr>
            <p:cNvSpPr/>
            <p:nvPr/>
          </p:nvSpPr>
          <p:spPr>
            <a:xfrm>
              <a:off x="5414846" y="33134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336DB2A6-0096-4476-9CB2-C641288DE00E}"/>
                </a:ext>
              </a:extLst>
            </p:cNvPr>
            <p:cNvSpPr/>
            <p:nvPr/>
          </p:nvSpPr>
          <p:spPr>
            <a:xfrm>
              <a:off x="5173980" y="34060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120EA3EA-8A06-449B-A81E-647708C6748F}"/>
                </a:ext>
              </a:extLst>
            </p:cNvPr>
            <p:cNvSpPr/>
            <p:nvPr/>
          </p:nvSpPr>
          <p:spPr>
            <a:xfrm>
              <a:off x="5414464" y="34918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9DECCACB-11AB-4E53-91AF-F0578FF12A65}"/>
                </a:ext>
              </a:extLst>
            </p:cNvPr>
            <p:cNvSpPr/>
            <p:nvPr/>
          </p:nvSpPr>
          <p:spPr>
            <a:xfrm>
              <a:off x="5644100" y="34007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EF606C4D-4540-437C-96BE-D3585ABD521C}"/>
                </a:ext>
              </a:extLst>
            </p:cNvPr>
            <p:cNvSpPr/>
            <p:nvPr/>
          </p:nvSpPr>
          <p:spPr>
            <a:xfrm>
              <a:off x="5645385" y="35859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5" name="Hexagon 2464">
              <a:extLst>
                <a:ext uri="{FF2B5EF4-FFF2-40B4-BE49-F238E27FC236}">
                  <a16:creationId xmlns:a16="http://schemas.microsoft.com/office/drawing/2014/main" id="{2395218B-76CB-4F45-B68F-9DD57D5A2E80}"/>
                </a:ext>
              </a:extLst>
            </p:cNvPr>
            <p:cNvSpPr/>
            <p:nvPr/>
          </p:nvSpPr>
          <p:spPr>
            <a:xfrm>
              <a:off x="4947285" y="31370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F1DC896-E382-41A9-917B-086824181E42}"/>
                </a:ext>
              </a:extLst>
            </p:cNvPr>
            <p:cNvSpPr/>
            <p:nvPr/>
          </p:nvSpPr>
          <p:spPr>
            <a:xfrm>
              <a:off x="4937760" y="33153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E181AC0C-6FD7-4E0A-899D-56788B4C047C}"/>
                </a:ext>
              </a:extLst>
            </p:cNvPr>
            <p:cNvSpPr/>
            <p:nvPr/>
          </p:nvSpPr>
          <p:spPr>
            <a:xfrm>
              <a:off x="4936475" y="34942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733597B8-5852-4AE3-A97B-B8B4D5AAD6CB}"/>
                </a:ext>
              </a:extLst>
            </p:cNvPr>
            <p:cNvSpPr/>
            <p:nvPr/>
          </p:nvSpPr>
          <p:spPr>
            <a:xfrm>
              <a:off x="5877828" y="3504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DD6D3E9A-776F-4751-BA55-C3319D6D18FA}"/>
                </a:ext>
              </a:extLst>
            </p:cNvPr>
            <p:cNvSpPr/>
            <p:nvPr/>
          </p:nvSpPr>
          <p:spPr>
            <a:xfrm>
              <a:off x="4709697" y="35867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DBF9A9E2-B8E2-409E-809E-7F5A2634264F}"/>
                </a:ext>
              </a:extLst>
            </p:cNvPr>
            <p:cNvSpPr/>
            <p:nvPr/>
          </p:nvSpPr>
          <p:spPr>
            <a:xfrm>
              <a:off x="4474512" y="34984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4D16EFF2-D58C-4272-9C5B-EDBA9F63C146}"/>
                </a:ext>
              </a:extLst>
            </p:cNvPr>
            <p:cNvSpPr/>
            <p:nvPr/>
          </p:nvSpPr>
          <p:spPr>
            <a:xfrm>
              <a:off x="4242371" y="35917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C0788381-BBB9-496F-BADB-7DDB4D5BF482}"/>
                </a:ext>
              </a:extLst>
            </p:cNvPr>
            <p:cNvSpPr/>
            <p:nvPr/>
          </p:nvSpPr>
          <p:spPr>
            <a:xfrm>
              <a:off x="4474512" y="36791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A1BD85D-EBA6-4C00-AEC9-33318EA6FAC8}"/>
                </a:ext>
              </a:extLst>
            </p:cNvPr>
            <p:cNvSpPr/>
            <p:nvPr/>
          </p:nvSpPr>
          <p:spPr>
            <a:xfrm>
              <a:off x="4242371" y="37711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25C8C43A-D2BB-4E41-A739-B5551E7A1A78}"/>
                </a:ext>
              </a:extLst>
            </p:cNvPr>
            <p:cNvSpPr/>
            <p:nvPr/>
          </p:nvSpPr>
          <p:spPr>
            <a:xfrm>
              <a:off x="4010230" y="38593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417FEC3-BAE7-4F24-9190-D50952D5A956}"/>
                </a:ext>
              </a:extLst>
            </p:cNvPr>
            <p:cNvSpPr/>
            <p:nvPr/>
          </p:nvSpPr>
          <p:spPr>
            <a:xfrm>
              <a:off x="3775768" y="37678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6" name="Hexagon 2475">
              <a:extLst>
                <a:ext uri="{FF2B5EF4-FFF2-40B4-BE49-F238E27FC236}">
                  <a16:creationId xmlns:a16="http://schemas.microsoft.com/office/drawing/2014/main" id="{D84FE82C-CD5F-4666-B6AA-96AD872599E2}"/>
                </a:ext>
              </a:extLst>
            </p:cNvPr>
            <p:cNvSpPr/>
            <p:nvPr/>
          </p:nvSpPr>
          <p:spPr>
            <a:xfrm>
              <a:off x="3540583" y="3860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7" name="Hexagon 2476">
              <a:extLst>
                <a:ext uri="{FF2B5EF4-FFF2-40B4-BE49-F238E27FC236}">
                  <a16:creationId xmlns:a16="http://schemas.microsoft.com/office/drawing/2014/main" id="{E7864C28-EC42-40EE-A48B-A27B65B2C72B}"/>
                </a:ext>
              </a:extLst>
            </p:cNvPr>
            <p:cNvSpPr/>
            <p:nvPr/>
          </p:nvSpPr>
          <p:spPr>
            <a:xfrm>
              <a:off x="3540583" y="40358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66EB3D97-68D9-48CD-BF97-F17C1BC252E1}"/>
                </a:ext>
              </a:extLst>
            </p:cNvPr>
            <p:cNvSpPr/>
            <p:nvPr/>
          </p:nvSpPr>
          <p:spPr>
            <a:xfrm>
              <a:off x="3775768" y="39506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3AA41EFD-B1E0-4166-80CB-4BA2B4593C0D}"/>
                </a:ext>
              </a:extLst>
            </p:cNvPr>
            <p:cNvSpPr/>
            <p:nvPr/>
          </p:nvSpPr>
          <p:spPr>
            <a:xfrm>
              <a:off x="3773885" y="41303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8872C0EA-A96F-410A-81B3-7F5723D6B373}"/>
                </a:ext>
              </a:extLst>
            </p:cNvPr>
            <p:cNvSpPr/>
            <p:nvPr/>
          </p:nvSpPr>
          <p:spPr>
            <a:xfrm>
              <a:off x="3773885" y="43115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AFE85B22-CCA7-4064-8D17-E449A3663B89}"/>
                </a:ext>
              </a:extLst>
            </p:cNvPr>
            <p:cNvSpPr/>
            <p:nvPr/>
          </p:nvSpPr>
          <p:spPr>
            <a:xfrm>
              <a:off x="4010230" y="42233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CCF86616-6544-4CB9-97DE-E4D872983119}"/>
                </a:ext>
              </a:extLst>
            </p:cNvPr>
            <p:cNvSpPr/>
            <p:nvPr/>
          </p:nvSpPr>
          <p:spPr>
            <a:xfrm>
              <a:off x="4010230" y="4410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437207F8-7A39-48F0-AE8D-06540C794751}"/>
                </a:ext>
              </a:extLst>
            </p:cNvPr>
            <p:cNvSpPr/>
            <p:nvPr/>
          </p:nvSpPr>
          <p:spPr>
            <a:xfrm>
              <a:off x="4242371" y="39506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F2070389-ADA7-4828-B54C-D8E318F05D77}"/>
                </a:ext>
              </a:extLst>
            </p:cNvPr>
            <p:cNvSpPr/>
            <p:nvPr/>
          </p:nvSpPr>
          <p:spPr>
            <a:xfrm>
              <a:off x="4242371" y="41321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0259099D-FDE7-4E2B-8F8A-D3D0580DA17D}"/>
                </a:ext>
              </a:extLst>
            </p:cNvPr>
            <p:cNvSpPr/>
            <p:nvPr/>
          </p:nvSpPr>
          <p:spPr>
            <a:xfrm>
              <a:off x="4242371" y="43195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42DAF27C-019B-480E-8801-95B9343AEFDD}"/>
                </a:ext>
              </a:extLst>
            </p:cNvPr>
            <p:cNvSpPr/>
            <p:nvPr/>
          </p:nvSpPr>
          <p:spPr>
            <a:xfrm>
              <a:off x="4474512" y="44111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DE97A8BD-AA2B-450B-9A4F-5FD3BAB5D126}"/>
                </a:ext>
              </a:extLst>
            </p:cNvPr>
            <p:cNvSpPr/>
            <p:nvPr/>
          </p:nvSpPr>
          <p:spPr>
            <a:xfrm>
              <a:off x="4474512" y="38614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D711D988-9CC4-487A-863D-C510B664A7DE}"/>
                </a:ext>
              </a:extLst>
            </p:cNvPr>
            <p:cNvSpPr/>
            <p:nvPr/>
          </p:nvSpPr>
          <p:spPr>
            <a:xfrm>
              <a:off x="4474512" y="4041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099D557D-3938-459F-9573-DDB5FC239CCF}"/>
                </a:ext>
              </a:extLst>
            </p:cNvPr>
            <p:cNvSpPr/>
            <p:nvPr/>
          </p:nvSpPr>
          <p:spPr>
            <a:xfrm>
              <a:off x="4706653" y="3956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209EC9C6-0985-4F1F-A5B7-7707798127AF}"/>
                </a:ext>
              </a:extLst>
            </p:cNvPr>
            <p:cNvSpPr/>
            <p:nvPr/>
          </p:nvSpPr>
          <p:spPr>
            <a:xfrm>
              <a:off x="4706653" y="41390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2C8A213D-6CBC-4E97-B435-7AFB206E6DD6}"/>
                </a:ext>
              </a:extLst>
            </p:cNvPr>
            <p:cNvSpPr/>
            <p:nvPr/>
          </p:nvSpPr>
          <p:spPr>
            <a:xfrm>
              <a:off x="4713051" y="43188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0E08410E-D819-4828-ACC2-B5106D415A8E}"/>
                </a:ext>
              </a:extLst>
            </p:cNvPr>
            <p:cNvSpPr/>
            <p:nvPr/>
          </p:nvSpPr>
          <p:spPr>
            <a:xfrm>
              <a:off x="4945524" y="38669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9C19CD6C-B09B-4AD9-88DE-9A9F216BF5EC}"/>
                </a:ext>
              </a:extLst>
            </p:cNvPr>
            <p:cNvSpPr/>
            <p:nvPr/>
          </p:nvSpPr>
          <p:spPr>
            <a:xfrm>
              <a:off x="4945524" y="40492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735A15DC-4F76-4D91-80AC-F19CCC889286}"/>
                </a:ext>
              </a:extLst>
            </p:cNvPr>
            <p:cNvSpPr/>
            <p:nvPr/>
          </p:nvSpPr>
          <p:spPr>
            <a:xfrm>
              <a:off x="5180378" y="39587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0A5EA25F-535E-4E13-A046-9DA05A3B64D2}"/>
                </a:ext>
              </a:extLst>
            </p:cNvPr>
            <p:cNvSpPr/>
            <p:nvPr/>
          </p:nvSpPr>
          <p:spPr>
            <a:xfrm>
              <a:off x="5414464" y="38652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C336A130-E5B8-441F-AE6D-E9AC111F8660}"/>
                </a:ext>
              </a:extLst>
            </p:cNvPr>
            <p:cNvSpPr/>
            <p:nvPr/>
          </p:nvSpPr>
          <p:spPr>
            <a:xfrm>
              <a:off x="5414464" y="40494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53C4292C-DE40-4E63-9DB1-AD39B34D3FAE}"/>
                </a:ext>
              </a:extLst>
            </p:cNvPr>
            <p:cNvSpPr/>
            <p:nvPr/>
          </p:nvSpPr>
          <p:spPr>
            <a:xfrm>
              <a:off x="5415872" y="42295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AA887A51-078E-400D-965B-3019B6DB61B4}"/>
                </a:ext>
              </a:extLst>
            </p:cNvPr>
            <p:cNvSpPr/>
            <p:nvPr/>
          </p:nvSpPr>
          <p:spPr>
            <a:xfrm>
              <a:off x="5647620" y="37702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0907FB90-C328-4A27-A012-E27272535780}"/>
                </a:ext>
              </a:extLst>
            </p:cNvPr>
            <p:cNvSpPr/>
            <p:nvPr/>
          </p:nvSpPr>
          <p:spPr>
            <a:xfrm>
              <a:off x="5647620" y="39544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37BC0A96-8EF6-4852-B3EC-89F36398BD53}"/>
                </a:ext>
              </a:extLst>
            </p:cNvPr>
            <p:cNvSpPr/>
            <p:nvPr/>
          </p:nvSpPr>
          <p:spPr>
            <a:xfrm>
              <a:off x="5645385" y="43245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8434E175-B9F7-462D-B8BA-A5B9BBFD0AB8}"/>
                </a:ext>
              </a:extLst>
            </p:cNvPr>
            <p:cNvSpPr/>
            <p:nvPr/>
          </p:nvSpPr>
          <p:spPr>
            <a:xfrm>
              <a:off x="5879347" y="42305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95D18028-13DD-4B54-918A-5FC468FBDE38}"/>
                </a:ext>
              </a:extLst>
            </p:cNvPr>
            <p:cNvSpPr/>
            <p:nvPr/>
          </p:nvSpPr>
          <p:spPr>
            <a:xfrm>
              <a:off x="5881646" y="40492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F460FCD6-4E78-48A2-AA03-3FC68D157865}"/>
                </a:ext>
              </a:extLst>
            </p:cNvPr>
            <p:cNvSpPr/>
            <p:nvPr/>
          </p:nvSpPr>
          <p:spPr>
            <a:xfrm>
              <a:off x="6120478" y="39617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C7B05347-8DB1-481B-B31C-3318ACD64A5F}"/>
                </a:ext>
              </a:extLst>
            </p:cNvPr>
            <p:cNvSpPr/>
            <p:nvPr/>
          </p:nvSpPr>
          <p:spPr>
            <a:xfrm>
              <a:off x="5881968" y="3680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39CB7832-7BE2-438B-8BB2-F6CEE4DE6D19}"/>
                </a:ext>
              </a:extLst>
            </p:cNvPr>
            <p:cNvSpPr/>
            <p:nvPr/>
          </p:nvSpPr>
          <p:spPr>
            <a:xfrm>
              <a:off x="6113131" y="35998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23836D30-FCEA-482C-B4F4-CECDC669DDF7}"/>
                </a:ext>
              </a:extLst>
            </p:cNvPr>
            <p:cNvSpPr/>
            <p:nvPr/>
          </p:nvSpPr>
          <p:spPr>
            <a:xfrm>
              <a:off x="6115366" y="37775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9DD6D227-080E-4A88-B3CC-045D057461AD}"/>
                </a:ext>
              </a:extLst>
            </p:cNvPr>
            <p:cNvSpPr/>
            <p:nvPr/>
          </p:nvSpPr>
          <p:spPr>
            <a:xfrm>
              <a:off x="6354504" y="3870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6FC9408D-E192-4283-89EB-35F3395C65D2}"/>
                </a:ext>
              </a:extLst>
            </p:cNvPr>
            <p:cNvSpPr/>
            <p:nvPr/>
          </p:nvSpPr>
          <p:spPr>
            <a:xfrm>
              <a:off x="6349392" y="36860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F83585E6-E9BD-4B7B-84D9-FFF01AEC3A0F}"/>
                </a:ext>
              </a:extLst>
            </p:cNvPr>
            <p:cNvSpPr/>
            <p:nvPr/>
          </p:nvSpPr>
          <p:spPr>
            <a:xfrm>
              <a:off x="6579022" y="35928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5373BCE0-7D69-40DD-BA3A-A63B05B92340}"/>
                </a:ext>
              </a:extLst>
            </p:cNvPr>
            <p:cNvSpPr/>
            <p:nvPr/>
          </p:nvSpPr>
          <p:spPr>
            <a:xfrm>
              <a:off x="6584117" y="41366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8034EACF-7693-4AB4-AC84-DC1A49DBD7D1}"/>
                </a:ext>
              </a:extLst>
            </p:cNvPr>
            <p:cNvSpPr/>
            <p:nvPr/>
          </p:nvSpPr>
          <p:spPr>
            <a:xfrm>
              <a:off x="6580580" y="37804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88235244-BFC6-46D2-B850-77A5E65051F8}"/>
                </a:ext>
              </a:extLst>
            </p:cNvPr>
            <p:cNvSpPr/>
            <p:nvPr/>
          </p:nvSpPr>
          <p:spPr>
            <a:xfrm>
              <a:off x="6582815" y="39562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7541E796-2DCE-4D8F-B8F6-5DBACDE83079}"/>
                </a:ext>
              </a:extLst>
            </p:cNvPr>
            <p:cNvSpPr/>
            <p:nvPr/>
          </p:nvSpPr>
          <p:spPr>
            <a:xfrm>
              <a:off x="6809494" y="36793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6EAB6F3E-B66B-4418-859D-48C998D41B51}"/>
                </a:ext>
              </a:extLst>
            </p:cNvPr>
            <p:cNvSpPr/>
            <p:nvPr/>
          </p:nvSpPr>
          <p:spPr>
            <a:xfrm>
              <a:off x="6811052" y="38669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9D30BACA-E6FD-4D84-AB64-1D9AD072D4FB}"/>
                </a:ext>
              </a:extLst>
            </p:cNvPr>
            <p:cNvSpPr/>
            <p:nvPr/>
          </p:nvSpPr>
          <p:spPr>
            <a:xfrm>
              <a:off x="6809494" y="42272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5B2656DF-F788-4D08-8E72-6AE0036DA8C8}"/>
                </a:ext>
              </a:extLst>
            </p:cNvPr>
            <p:cNvSpPr/>
            <p:nvPr/>
          </p:nvSpPr>
          <p:spPr>
            <a:xfrm>
              <a:off x="7040117" y="37711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B6EA7505-3A34-4F5D-A861-A01FCED456AE}"/>
                </a:ext>
              </a:extLst>
            </p:cNvPr>
            <p:cNvSpPr/>
            <p:nvPr/>
          </p:nvSpPr>
          <p:spPr>
            <a:xfrm>
              <a:off x="7041675" y="39587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4BC76D7C-0C31-4BA7-8FAC-B5DC429F84B0}"/>
                </a:ext>
              </a:extLst>
            </p:cNvPr>
            <p:cNvSpPr/>
            <p:nvPr/>
          </p:nvSpPr>
          <p:spPr>
            <a:xfrm>
              <a:off x="7276183" y="38593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952555D0-6D05-415A-B54F-256E2F7DB84A}"/>
                </a:ext>
              </a:extLst>
            </p:cNvPr>
            <p:cNvSpPr/>
            <p:nvPr/>
          </p:nvSpPr>
          <p:spPr>
            <a:xfrm>
              <a:off x="7277741" y="40469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2583E9E3-4F13-47BD-AD02-BB48F3C39350}"/>
                </a:ext>
              </a:extLst>
            </p:cNvPr>
            <p:cNvSpPr/>
            <p:nvPr/>
          </p:nvSpPr>
          <p:spPr>
            <a:xfrm>
              <a:off x="7040117" y="4319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14B9E63F-ACED-4FCB-ABA6-3DF5D8E0C6BA}"/>
                </a:ext>
              </a:extLst>
            </p:cNvPr>
            <p:cNvSpPr/>
            <p:nvPr/>
          </p:nvSpPr>
          <p:spPr>
            <a:xfrm>
              <a:off x="7041675" y="45074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218E6A2B-AE7E-4E02-B9CA-7514CDD6575B}"/>
                </a:ext>
              </a:extLst>
            </p:cNvPr>
            <p:cNvSpPr/>
            <p:nvPr/>
          </p:nvSpPr>
          <p:spPr>
            <a:xfrm>
              <a:off x="7272258" y="4223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7E98F973-AF53-4AB4-A43C-7501B5DC779B}"/>
                </a:ext>
              </a:extLst>
            </p:cNvPr>
            <p:cNvSpPr/>
            <p:nvPr/>
          </p:nvSpPr>
          <p:spPr>
            <a:xfrm>
              <a:off x="7273816" y="4410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A0EC76D6-8750-4B71-86C2-DDB18D6A4092}"/>
                </a:ext>
              </a:extLst>
            </p:cNvPr>
            <p:cNvSpPr/>
            <p:nvPr/>
          </p:nvSpPr>
          <p:spPr>
            <a:xfrm>
              <a:off x="7510863" y="39513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FB0993DE-2071-4414-8ADE-48B60F6453E5}"/>
                </a:ext>
              </a:extLst>
            </p:cNvPr>
            <p:cNvSpPr/>
            <p:nvPr/>
          </p:nvSpPr>
          <p:spPr>
            <a:xfrm>
              <a:off x="7512421" y="41389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F9A2F0E7-A7B6-4BC3-AAD3-13C71242BC1D}"/>
                </a:ext>
              </a:extLst>
            </p:cNvPr>
            <p:cNvSpPr/>
            <p:nvPr/>
          </p:nvSpPr>
          <p:spPr>
            <a:xfrm>
              <a:off x="7506938" y="43151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0D1209E0-F6DB-469E-9A75-D8E03B4FB947}"/>
                </a:ext>
              </a:extLst>
            </p:cNvPr>
            <p:cNvSpPr/>
            <p:nvPr/>
          </p:nvSpPr>
          <p:spPr>
            <a:xfrm>
              <a:off x="7744084" y="4223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65282640-D8FA-4145-88DE-F251EA6BA086}"/>
                </a:ext>
              </a:extLst>
            </p:cNvPr>
            <p:cNvSpPr/>
            <p:nvPr/>
          </p:nvSpPr>
          <p:spPr>
            <a:xfrm>
              <a:off x="7745642" y="4410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7C9B917F-B5D2-4874-A515-942AB72CB40D}"/>
                </a:ext>
              </a:extLst>
            </p:cNvPr>
            <p:cNvSpPr/>
            <p:nvPr/>
          </p:nvSpPr>
          <p:spPr>
            <a:xfrm>
              <a:off x="7975079" y="4319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0FC9F48D-F9E8-4242-8FE3-2E2C9E18CCE8}"/>
                </a:ext>
              </a:extLst>
            </p:cNvPr>
            <p:cNvSpPr/>
            <p:nvPr/>
          </p:nvSpPr>
          <p:spPr>
            <a:xfrm>
              <a:off x="7976637" y="45074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83F79738-B456-4D77-8E3A-A638A33A02A4}"/>
                </a:ext>
              </a:extLst>
            </p:cNvPr>
            <p:cNvSpPr/>
            <p:nvPr/>
          </p:nvSpPr>
          <p:spPr>
            <a:xfrm>
              <a:off x="8205129" y="42295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BDC37500-B61B-44CE-9BCC-08001218344E}"/>
                </a:ext>
              </a:extLst>
            </p:cNvPr>
            <p:cNvSpPr/>
            <p:nvPr/>
          </p:nvSpPr>
          <p:spPr>
            <a:xfrm>
              <a:off x="8206687" y="4417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52335826-FC2D-41E4-8F9B-B8FC599C9A1B}"/>
                </a:ext>
              </a:extLst>
            </p:cNvPr>
            <p:cNvSpPr/>
            <p:nvPr/>
          </p:nvSpPr>
          <p:spPr>
            <a:xfrm>
              <a:off x="8440134" y="4318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71BF6A4-B888-4AA9-BE4C-F3C6387AD14D}"/>
                </a:ext>
              </a:extLst>
            </p:cNvPr>
            <p:cNvSpPr/>
            <p:nvPr/>
          </p:nvSpPr>
          <p:spPr>
            <a:xfrm>
              <a:off x="8441692" y="45027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482ADCFC-9EE8-4EC1-971F-F851E5CF446B}"/>
                </a:ext>
              </a:extLst>
            </p:cNvPr>
            <p:cNvSpPr/>
            <p:nvPr/>
          </p:nvSpPr>
          <p:spPr>
            <a:xfrm>
              <a:off x="7744344" y="36771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FF560E80-A31E-47DC-9B13-47009BFF734E}"/>
                </a:ext>
              </a:extLst>
            </p:cNvPr>
            <p:cNvSpPr/>
            <p:nvPr/>
          </p:nvSpPr>
          <p:spPr>
            <a:xfrm>
              <a:off x="7745902" y="386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758A0AC9-B52C-4C35-AFDB-2E8A2ECC5E03}"/>
                </a:ext>
              </a:extLst>
            </p:cNvPr>
            <p:cNvSpPr/>
            <p:nvPr/>
          </p:nvSpPr>
          <p:spPr>
            <a:xfrm>
              <a:off x="7980051" y="35851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6FD1D103-B122-4A90-91C0-399E148A1096}"/>
                </a:ext>
              </a:extLst>
            </p:cNvPr>
            <p:cNvSpPr/>
            <p:nvPr/>
          </p:nvSpPr>
          <p:spPr>
            <a:xfrm>
              <a:off x="7981609" y="37727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E452F5F7-A9EF-4616-AB26-830F2C0F4E10}"/>
                </a:ext>
              </a:extLst>
            </p:cNvPr>
            <p:cNvSpPr/>
            <p:nvPr/>
          </p:nvSpPr>
          <p:spPr>
            <a:xfrm>
              <a:off x="7979583" y="39570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CDF213E-6FAD-4291-9768-9500CDA680B6}"/>
                </a:ext>
              </a:extLst>
            </p:cNvPr>
            <p:cNvSpPr/>
            <p:nvPr/>
          </p:nvSpPr>
          <p:spPr>
            <a:xfrm>
              <a:off x="7977331" y="41408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C44FDCC7-53BA-49C8-B754-43AD0DCD87B5}"/>
                </a:ext>
              </a:extLst>
            </p:cNvPr>
            <p:cNvSpPr/>
            <p:nvPr/>
          </p:nvSpPr>
          <p:spPr>
            <a:xfrm>
              <a:off x="8210476" y="40473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78B51E22-C976-4751-96AA-59C5644BBF31}"/>
                </a:ext>
              </a:extLst>
            </p:cNvPr>
            <p:cNvSpPr/>
            <p:nvPr/>
          </p:nvSpPr>
          <p:spPr>
            <a:xfrm>
              <a:off x="8441692" y="41326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36F2DB92-E34B-465B-BEEC-A0B1ED733448}"/>
                </a:ext>
              </a:extLst>
            </p:cNvPr>
            <p:cNvSpPr/>
            <p:nvPr/>
          </p:nvSpPr>
          <p:spPr>
            <a:xfrm>
              <a:off x="8671697" y="44037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EA9D100-BE8B-4780-9297-27BFF739B77E}"/>
                </a:ext>
              </a:extLst>
            </p:cNvPr>
            <p:cNvSpPr/>
            <p:nvPr/>
          </p:nvSpPr>
          <p:spPr>
            <a:xfrm>
              <a:off x="8673255" y="4587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274A3770-3CA7-4C7F-854F-A4C05A771C44}"/>
                </a:ext>
              </a:extLst>
            </p:cNvPr>
            <p:cNvSpPr/>
            <p:nvPr/>
          </p:nvSpPr>
          <p:spPr>
            <a:xfrm>
              <a:off x="8673255" y="4217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29204611-4179-48DB-8B9E-FC6039511E3D}"/>
                </a:ext>
              </a:extLst>
            </p:cNvPr>
            <p:cNvSpPr/>
            <p:nvPr/>
          </p:nvSpPr>
          <p:spPr>
            <a:xfrm>
              <a:off x="8440134" y="4866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F4FD9460-A6F4-4BE3-ADE7-9164625BC87E}"/>
                </a:ext>
              </a:extLst>
            </p:cNvPr>
            <p:cNvSpPr/>
            <p:nvPr/>
          </p:nvSpPr>
          <p:spPr>
            <a:xfrm>
              <a:off x="8670139" y="47639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64F15F93-44B6-4B46-A112-D0C3E408EF6F}"/>
                </a:ext>
              </a:extLst>
            </p:cNvPr>
            <p:cNvSpPr/>
            <p:nvPr/>
          </p:nvSpPr>
          <p:spPr>
            <a:xfrm>
              <a:off x="8671697" y="49515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2BECA4BC-B908-4E7B-8E85-CBCD3B21FF07}"/>
                </a:ext>
              </a:extLst>
            </p:cNvPr>
            <p:cNvSpPr/>
            <p:nvPr/>
          </p:nvSpPr>
          <p:spPr>
            <a:xfrm>
              <a:off x="8900689" y="4492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9056F436-F9C9-4BE6-923F-6748DE7FDEB0}"/>
                </a:ext>
              </a:extLst>
            </p:cNvPr>
            <p:cNvSpPr/>
            <p:nvPr/>
          </p:nvSpPr>
          <p:spPr>
            <a:xfrm>
              <a:off x="8902247" y="43099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7F3B5358-100B-40F7-B499-A3CCC986FEFA}"/>
                </a:ext>
              </a:extLst>
            </p:cNvPr>
            <p:cNvSpPr/>
            <p:nvPr/>
          </p:nvSpPr>
          <p:spPr>
            <a:xfrm>
              <a:off x="8898586" y="5043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347E5036-3680-4333-9302-ABAF7C481B73}"/>
                </a:ext>
              </a:extLst>
            </p:cNvPr>
            <p:cNvSpPr/>
            <p:nvPr/>
          </p:nvSpPr>
          <p:spPr>
            <a:xfrm>
              <a:off x="8900144" y="48607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7AF803AF-44F4-4B84-ABF5-6F6DE6344746}"/>
                </a:ext>
              </a:extLst>
            </p:cNvPr>
            <p:cNvSpPr/>
            <p:nvPr/>
          </p:nvSpPr>
          <p:spPr>
            <a:xfrm>
              <a:off x="8898586" y="52188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FCD645AA-E8E6-496D-B776-E61602D4AD6A}"/>
                </a:ext>
              </a:extLst>
            </p:cNvPr>
            <p:cNvSpPr/>
            <p:nvPr/>
          </p:nvSpPr>
          <p:spPr>
            <a:xfrm>
              <a:off x="9136707" y="49524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62EC4EEC-C6AA-4D87-B12A-59A66122566E}"/>
                </a:ext>
              </a:extLst>
            </p:cNvPr>
            <p:cNvSpPr/>
            <p:nvPr/>
          </p:nvSpPr>
          <p:spPr>
            <a:xfrm>
              <a:off x="9138265" y="47699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6AE2FC55-B646-4934-B1A1-E72FE0AD8AC6}"/>
                </a:ext>
              </a:extLst>
            </p:cNvPr>
            <p:cNvSpPr/>
            <p:nvPr/>
          </p:nvSpPr>
          <p:spPr>
            <a:xfrm>
              <a:off x="9136707" y="51280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962BD333-3509-4BA7-81A2-5AABFEBFB3F6}"/>
                </a:ext>
              </a:extLst>
            </p:cNvPr>
            <p:cNvSpPr/>
            <p:nvPr/>
          </p:nvSpPr>
          <p:spPr>
            <a:xfrm>
              <a:off x="9136707" y="4585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6CA831B7-78B8-4023-B109-9855B336EF45}"/>
                </a:ext>
              </a:extLst>
            </p:cNvPr>
            <p:cNvSpPr/>
            <p:nvPr/>
          </p:nvSpPr>
          <p:spPr>
            <a:xfrm>
              <a:off x="9138265" y="44028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68B6A291-9CBA-4686-85D6-0ABBCD4A4610}"/>
                </a:ext>
              </a:extLst>
            </p:cNvPr>
            <p:cNvSpPr/>
            <p:nvPr/>
          </p:nvSpPr>
          <p:spPr>
            <a:xfrm>
              <a:off x="9369111" y="44941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DD4780B1-68C4-4E1F-B6AC-DE691A53F972}"/>
                </a:ext>
              </a:extLst>
            </p:cNvPr>
            <p:cNvSpPr/>
            <p:nvPr/>
          </p:nvSpPr>
          <p:spPr>
            <a:xfrm>
              <a:off x="9367553" y="43095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92B39C2A-779F-488F-A3DE-A38245EA71CC}"/>
                </a:ext>
              </a:extLst>
            </p:cNvPr>
            <p:cNvSpPr/>
            <p:nvPr/>
          </p:nvSpPr>
          <p:spPr>
            <a:xfrm>
              <a:off x="9369111" y="41270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18BC7604-6ED5-4FBB-881D-FE1970DFC136}"/>
                </a:ext>
              </a:extLst>
            </p:cNvPr>
            <p:cNvSpPr/>
            <p:nvPr/>
          </p:nvSpPr>
          <p:spPr>
            <a:xfrm>
              <a:off x="9599957" y="45872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C02DCFFF-0611-42C6-A599-05C0AF16FB77}"/>
                </a:ext>
              </a:extLst>
            </p:cNvPr>
            <p:cNvSpPr/>
            <p:nvPr/>
          </p:nvSpPr>
          <p:spPr>
            <a:xfrm>
              <a:off x="9598399" y="44025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4A55BC65-234F-49BA-8AD1-0814C2D5A8F6}"/>
                </a:ext>
              </a:extLst>
            </p:cNvPr>
            <p:cNvSpPr/>
            <p:nvPr/>
          </p:nvSpPr>
          <p:spPr>
            <a:xfrm>
              <a:off x="9599957" y="4220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ED63B51D-C9B3-4499-9B05-195C3A52F8DA}"/>
                </a:ext>
              </a:extLst>
            </p:cNvPr>
            <p:cNvSpPr/>
            <p:nvPr/>
          </p:nvSpPr>
          <p:spPr>
            <a:xfrm>
              <a:off x="9836187" y="41321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52862B71-8BAA-44D8-A274-786423739ACB}"/>
                </a:ext>
              </a:extLst>
            </p:cNvPr>
            <p:cNvSpPr/>
            <p:nvPr/>
          </p:nvSpPr>
          <p:spPr>
            <a:xfrm>
              <a:off x="9828196" y="4676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768FD26F-04C5-4776-88EB-BF1B12804E16}"/>
                </a:ext>
              </a:extLst>
            </p:cNvPr>
            <p:cNvSpPr/>
            <p:nvPr/>
          </p:nvSpPr>
          <p:spPr>
            <a:xfrm>
              <a:off x="9826638" y="4491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8A4E8B3F-F002-4981-9818-8C509C428CCF}"/>
                </a:ext>
              </a:extLst>
            </p:cNvPr>
            <p:cNvSpPr/>
            <p:nvPr/>
          </p:nvSpPr>
          <p:spPr>
            <a:xfrm>
              <a:off x="10064765" y="4585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B9AC0088-32C6-4BAD-A565-2236E2B555F8}"/>
                </a:ext>
              </a:extLst>
            </p:cNvPr>
            <p:cNvSpPr/>
            <p:nvPr/>
          </p:nvSpPr>
          <p:spPr>
            <a:xfrm>
              <a:off x="10063207" y="44007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68EAFD2D-9506-4A9E-A9E6-7529752CECA8}"/>
                </a:ext>
              </a:extLst>
            </p:cNvPr>
            <p:cNvSpPr/>
            <p:nvPr/>
          </p:nvSpPr>
          <p:spPr>
            <a:xfrm>
              <a:off x="10065489" y="49515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41A096C-FDE0-4F6D-B26A-74289FED38EE}"/>
                </a:ext>
              </a:extLst>
            </p:cNvPr>
            <p:cNvSpPr/>
            <p:nvPr/>
          </p:nvSpPr>
          <p:spPr>
            <a:xfrm>
              <a:off x="10063931" y="4766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1BEAB2C6-9DDD-45FC-A034-442827B40902}"/>
                </a:ext>
              </a:extLst>
            </p:cNvPr>
            <p:cNvSpPr/>
            <p:nvPr/>
          </p:nvSpPr>
          <p:spPr>
            <a:xfrm>
              <a:off x="10300847" y="46743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30B2C51C-CE31-4A6B-BE98-8B1F6AFB7F60}"/>
                </a:ext>
              </a:extLst>
            </p:cNvPr>
            <p:cNvSpPr/>
            <p:nvPr/>
          </p:nvSpPr>
          <p:spPr>
            <a:xfrm>
              <a:off x="10303099" y="4493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253F53EA-DD5C-49FC-AF69-4DB42FE8CCF9}"/>
                </a:ext>
              </a:extLst>
            </p:cNvPr>
            <p:cNvSpPr/>
            <p:nvPr/>
          </p:nvSpPr>
          <p:spPr>
            <a:xfrm>
              <a:off x="10540422" y="4585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38FD4D4F-C2A6-4831-922B-B62E0016A10A}"/>
                </a:ext>
              </a:extLst>
            </p:cNvPr>
            <p:cNvSpPr/>
            <p:nvPr/>
          </p:nvSpPr>
          <p:spPr>
            <a:xfrm>
              <a:off x="9374828" y="50474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04B30B27-D702-4CCE-98D5-2AF8D474F498}"/>
                </a:ext>
              </a:extLst>
            </p:cNvPr>
            <p:cNvSpPr/>
            <p:nvPr/>
          </p:nvSpPr>
          <p:spPr>
            <a:xfrm>
              <a:off x="9374828" y="52249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CDFE03B8-72E4-4D45-A403-F49490DC5B67}"/>
                </a:ext>
              </a:extLst>
            </p:cNvPr>
            <p:cNvSpPr/>
            <p:nvPr/>
          </p:nvSpPr>
          <p:spPr>
            <a:xfrm>
              <a:off x="9374828" y="54041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AC4345C6-6976-43C4-B330-83C99179F617}"/>
                </a:ext>
              </a:extLst>
            </p:cNvPr>
            <p:cNvSpPr/>
            <p:nvPr/>
          </p:nvSpPr>
          <p:spPr>
            <a:xfrm>
              <a:off x="9374828" y="5581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6FF5C89D-71D1-44AE-8608-EB42D7E36AFF}"/>
                </a:ext>
              </a:extLst>
            </p:cNvPr>
            <p:cNvSpPr/>
            <p:nvPr/>
          </p:nvSpPr>
          <p:spPr>
            <a:xfrm>
              <a:off x="9136707" y="54934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ADC1FEBC-7B8C-4DB5-B731-8F3A7BE3C39B}"/>
                </a:ext>
              </a:extLst>
            </p:cNvPr>
            <p:cNvSpPr/>
            <p:nvPr/>
          </p:nvSpPr>
          <p:spPr>
            <a:xfrm>
              <a:off x="9612949" y="51356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82D28318-2B2A-4702-8887-CCC6A80E5A59}"/>
                </a:ext>
              </a:extLst>
            </p:cNvPr>
            <p:cNvSpPr/>
            <p:nvPr/>
          </p:nvSpPr>
          <p:spPr>
            <a:xfrm>
              <a:off x="9612949" y="53131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37E8C0B9-E12C-4470-8C5C-56FB0234BC50}"/>
                </a:ext>
              </a:extLst>
            </p:cNvPr>
            <p:cNvSpPr/>
            <p:nvPr/>
          </p:nvSpPr>
          <p:spPr>
            <a:xfrm>
              <a:off x="9612949" y="54923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D70B38E3-6F36-48E0-BAC9-5A28101783C2}"/>
                </a:ext>
              </a:extLst>
            </p:cNvPr>
            <p:cNvSpPr/>
            <p:nvPr/>
          </p:nvSpPr>
          <p:spPr>
            <a:xfrm>
              <a:off x="9612949" y="5669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3D01B25-44FD-4DD3-8336-D9A5E7936B88}"/>
                </a:ext>
              </a:extLst>
            </p:cNvPr>
            <p:cNvSpPr/>
            <p:nvPr/>
          </p:nvSpPr>
          <p:spPr>
            <a:xfrm>
              <a:off x="9843149" y="52238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E25205FE-F743-498C-89C9-198D6B2BC598}"/>
                </a:ext>
              </a:extLst>
            </p:cNvPr>
            <p:cNvSpPr/>
            <p:nvPr/>
          </p:nvSpPr>
          <p:spPr>
            <a:xfrm>
              <a:off x="9843149" y="54013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995BFB0-29C1-4228-A3FC-CE32DF866DBA}"/>
                </a:ext>
              </a:extLst>
            </p:cNvPr>
            <p:cNvSpPr/>
            <p:nvPr/>
          </p:nvSpPr>
          <p:spPr>
            <a:xfrm>
              <a:off x="9843149" y="5580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6FD04BEC-35F7-4EBE-AB5D-FE7C6F2993AB}"/>
                </a:ext>
              </a:extLst>
            </p:cNvPr>
            <p:cNvSpPr/>
            <p:nvPr/>
          </p:nvSpPr>
          <p:spPr>
            <a:xfrm>
              <a:off x="9843149" y="57618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C5E96408-6A8A-4E8A-B94A-38AB26FA799C}"/>
                </a:ext>
              </a:extLst>
            </p:cNvPr>
            <p:cNvSpPr/>
            <p:nvPr/>
          </p:nvSpPr>
          <p:spPr>
            <a:xfrm>
              <a:off x="10073377" y="51308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E321CC5F-4340-471A-8D56-BD100FF13CB3}"/>
                </a:ext>
              </a:extLst>
            </p:cNvPr>
            <p:cNvSpPr/>
            <p:nvPr/>
          </p:nvSpPr>
          <p:spPr>
            <a:xfrm>
              <a:off x="10074687" y="5311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35CBE778-1C45-477B-8B99-BB686E1582AA}"/>
                </a:ext>
              </a:extLst>
            </p:cNvPr>
            <p:cNvSpPr/>
            <p:nvPr/>
          </p:nvSpPr>
          <p:spPr>
            <a:xfrm>
              <a:off x="10081270" y="54907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8E10317C-89AF-457C-9495-CEBFAFF7064B}"/>
                </a:ext>
              </a:extLst>
            </p:cNvPr>
            <p:cNvSpPr/>
            <p:nvPr/>
          </p:nvSpPr>
          <p:spPr>
            <a:xfrm>
              <a:off x="10311498" y="55777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F54A7CD8-014C-47EB-A80B-CEF109CC092E}"/>
                </a:ext>
              </a:extLst>
            </p:cNvPr>
            <p:cNvSpPr/>
            <p:nvPr/>
          </p:nvSpPr>
          <p:spPr>
            <a:xfrm>
              <a:off x="10073377" y="58525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9D1C93DC-47D8-45D7-AEE9-4F3ACB132EFA}"/>
                </a:ext>
              </a:extLst>
            </p:cNvPr>
            <p:cNvSpPr/>
            <p:nvPr/>
          </p:nvSpPr>
          <p:spPr>
            <a:xfrm>
              <a:off x="10304915" y="57628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77B244C4-A672-479E-B4BA-D3AA6642C802}"/>
                </a:ext>
              </a:extLst>
            </p:cNvPr>
            <p:cNvSpPr/>
            <p:nvPr/>
          </p:nvSpPr>
          <p:spPr>
            <a:xfrm>
              <a:off x="10311498" y="5941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4D7A07FE-0BD2-4DAE-AB4D-42DFF680A310}"/>
                </a:ext>
              </a:extLst>
            </p:cNvPr>
            <p:cNvSpPr/>
            <p:nvPr/>
          </p:nvSpPr>
          <p:spPr>
            <a:xfrm>
              <a:off x="9841244" y="5943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EB4F2A5D-B479-4E6C-9F87-3B1B8CC48A02}"/>
                </a:ext>
              </a:extLst>
            </p:cNvPr>
            <p:cNvSpPr/>
            <p:nvPr/>
          </p:nvSpPr>
          <p:spPr>
            <a:xfrm>
              <a:off x="10071472" y="60358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0AFFD9DA-A88D-408C-AFAC-5C412BB1F64D}"/>
                </a:ext>
              </a:extLst>
            </p:cNvPr>
            <p:cNvSpPr/>
            <p:nvPr/>
          </p:nvSpPr>
          <p:spPr>
            <a:xfrm>
              <a:off x="9845054" y="6129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49ED331A-C80B-4325-8FA9-A68984820A29}"/>
                </a:ext>
              </a:extLst>
            </p:cNvPr>
            <p:cNvSpPr/>
            <p:nvPr/>
          </p:nvSpPr>
          <p:spPr>
            <a:xfrm>
              <a:off x="9845054" y="6310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04B63D1D-93A8-4BC3-BE24-FC73690A5C92}"/>
                </a:ext>
              </a:extLst>
            </p:cNvPr>
            <p:cNvSpPr/>
            <p:nvPr/>
          </p:nvSpPr>
          <p:spPr>
            <a:xfrm>
              <a:off x="9845054" y="64896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E40B25E5-FC8F-45C4-B54F-A84E37A5AAF6}"/>
                </a:ext>
              </a:extLst>
            </p:cNvPr>
            <p:cNvSpPr/>
            <p:nvPr/>
          </p:nvSpPr>
          <p:spPr>
            <a:xfrm>
              <a:off x="9843149" y="66711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3E28F107-AB5C-4B3F-B4FA-AB0A1A0ADA58}"/>
                </a:ext>
              </a:extLst>
            </p:cNvPr>
            <p:cNvSpPr/>
            <p:nvPr/>
          </p:nvSpPr>
          <p:spPr>
            <a:xfrm>
              <a:off x="9612949" y="62171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95FB22E4-DFA5-445B-86D7-93DABC5B8D69}"/>
                </a:ext>
              </a:extLst>
            </p:cNvPr>
            <p:cNvSpPr/>
            <p:nvPr/>
          </p:nvSpPr>
          <p:spPr>
            <a:xfrm>
              <a:off x="9612949" y="63964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6E51926A-A2E7-4131-BE41-64F71AFC7E7C}"/>
                </a:ext>
              </a:extLst>
            </p:cNvPr>
            <p:cNvSpPr/>
            <p:nvPr/>
          </p:nvSpPr>
          <p:spPr>
            <a:xfrm>
              <a:off x="9611044" y="6577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DAE3C222-6217-4980-9AFD-5340465471D2}"/>
                </a:ext>
              </a:extLst>
            </p:cNvPr>
            <p:cNvSpPr/>
            <p:nvPr/>
          </p:nvSpPr>
          <p:spPr>
            <a:xfrm>
              <a:off x="9376127" y="63078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5A5A6675-113A-4CF1-B390-2F9ECBB8A909}"/>
                </a:ext>
              </a:extLst>
            </p:cNvPr>
            <p:cNvSpPr/>
            <p:nvPr/>
          </p:nvSpPr>
          <p:spPr>
            <a:xfrm>
              <a:off x="9376127" y="64872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381C1DBB-C6DB-4FE3-AEA0-E874A4326398}"/>
                </a:ext>
              </a:extLst>
            </p:cNvPr>
            <p:cNvSpPr/>
            <p:nvPr/>
          </p:nvSpPr>
          <p:spPr>
            <a:xfrm>
              <a:off x="4474512" y="3937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A740F20B-F49E-4E05-8922-55F5CE56AF85}"/>
                </a:ext>
              </a:extLst>
            </p:cNvPr>
            <p:cNvSpPr/>
            <p:nvPr/>
          </p:nvSpPr>
          <p:spPr>
            <a:xfrm>
              <a:off x="4706653" y="132354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D4E5A703-C6BC-48C2-9D97-6906B185BB12}"/>
                </a:ext>
              </a:extLst>
            </p:cNvPr>
            <p:cNvSpPr/>
            <p:nvPr/>
          </p:nvSpPr>
          <p:spPr>
            <a:xfrm>
              <a:off x="4934094" y="21962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62361544-2B22-4FD2-B653-4E1876038CF5}"/>
                </a:ext>
              </a:extLst>
            </p:cNvPr>
            <p:cNvSpPr/>
            <p:nvPr/>
          </p:nvSpPr>
          <p:spPr>
            <a:xfrm>
              <a:off x="4474512" y="23010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3C797C0A-FF7D-4857-BE57-98ECE97E0A4B}"/>
                </a:ext>
              </a:extLst>
            </p:cNvPr>
            <p:cNvSpPr/>
            <p:nvPr/>
          </p:nvSpPr>
          <p:spPr>
            <a:xfrm>
              <a:off x="4706653" y="321179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B6A46CB5-69D3-4902-91BC-4DC1DD90E896}"/>
                </a:ext>
              </a:extLst>
            </p:cNvPr>
            <p:cNvSpPr/>
            <p:nvPr/>
          </p:nvSpPr>
          <p:spPr>
            <a:xfrm>
              <a:off x="4937904" y="41035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1E2638E6-1041-4C07-A911-66D203F86E7D}"/>
                </a:ext>
              </a:extLst>
            </p:cNvPr>
            <p:cNvSpPr/>
            <p:nvPr/>
          </p:nvSpPr>
          <p:spPr>
            <a:xfrm>
              <a:off x="5169155" y="498568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FBC8F2F4-CAB6-4EF8-A307-015825966D38}"/>
                </a:ext>
              </a:extLst>
            </p:cNvPr>
            <p:cNvSpPr/>
            <p:nvPr/>
          </p:nvSpPr>
          <p:spPr>
            <a:xfrm>
              <a:off x="4941714" y="600127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CD839258-A846-4B88-91BF-3034F2DADA9D}"/>
                </a:ext>
              </a:extLst>
            </p:cNvPr>
            <p:cNvSpPr/>
            <p:nvPr/>
          </p:nvSpPr>
          <p:spPr>
            <a:xfrm>
              <a:off x="5404216" y="595466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CF32585F-BBDF-4C60-A71D-E93D4E6A5967}"/>
                </a:ext>
              </a:extLst>
            </p:cNvPr>
            <p:cNvSpPr/>
            <p:nvPr/>
          </p:nvSpPr>
          <p:spPr>
            <a:xfrm>
              <a:off x="5640293" y="503073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1E18BE9C-D8DF-4B94-8A61-4FF2A58A0CA3}"/>
                </a:ext>
              </a:extLst>
            </p:cNvPr>
            <p:cNvSpPr/>
            <p:nvPr/>
          </p:nvSpPr>
          <p:spPr>
            <a:xfrm>
              <a:off x="4240341" y="319827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2072D87E-51EA-4845-BC7E-4C2CEE5EF1BE}"/>
                </a:ext>
              </a:extLst>
            </p:cNvPr>
            <p:cNvSpPr/>
            <p:nvPr/>
          </p:nvSpPr>
          <p:spPr>
            <a:xfrm>
              <a:off x="4235515" y="498567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F566B304-F79B-4EAC-8B76-E2E745ECAC9B}"/>
                </a:ext>
              </a:extLst>
            </p:cNvPr>
            <p:cNvSpPr/>
            <p:nvPr/>
          </p:nvSpPr>
          <p:spPr>
            <a:xfrm>
              <a:off x="4468671" y="593456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3A27A175-7B7E-41F5-A681-38A395B87A05}"/>
                </a:ext>
              </a:extLst>
            </p:cNvPr>
            <p:cNvSpPr/>
            <p:nvPr/>
          </p:nvSpPr>
          <p:spPr>
            <a:xfrm>
              <a:off x="4702843" y="506300"/>
              <a:ext cx="309129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A793AB33-D1D8-481B-9439-8DA71745ECC4}"/>
                </a:ext>
              </a:extLst>
            </p:cNvPr>
            <p:cNvSpPr/>
            <p:nvPr/>
          </p:nvSpPr>
          <p:spPr>
            <a:xfrm>
              <a:off x="4468671" y="774333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D091F108-A6D9-4A26-B178-16B32D322907}"/>
                </a:ext>
              </a:extLst>
            </p:cNvPr>
            <p:cNvSpPr/>
            <p:nvPr/>
          </p:nvSpPr>
          <p:spPr>
            <a:xfrm>
              <a:off x="4242371" y="685288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295F94F4-78C0-4909-9021-24B30A836798}"/>
                </a:ext>
              </a:extLst>
            </p:cNvPr>
            <p:cNvSpPr/>
            <p:nvPr/>
          </p:nvSpPr>
          <p:spPr>
            <a:xfrm>
              <a:off x="4242371" y="863378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70582B73-8570-4969-9EFB-B72ED9CAF834}"/>
                </a:ext>
              </a:extLst>
            </p:cNvPr>
            <p:cNvSpPr/>
            <p:nvPr/>
          </p:nvSpPr>
          <p:spPr>
            <a:xfrm>
              <a:off x="4705512" y="683775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A5791E40-25A1-4458-A31B-C5665C7CF2A2}"/>
                </a:ext>
              </a:extLst>
            </p:cNvPr>
            <p:cNvSpPr/>
            <p:nvPr/>
          </p:nvSpPr>
          <p:spPr>
            <a:xfrm>
              <a:off x="4707417" y="868790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CBD895BF-1CBB-4CE2-8913-50556D55811C}"/>
                </a:ext>
              </a:extLst>
            </p:cNvPr>
            <p:cNvSpPr/>
            <p:nvPr/>
          </p:nvSpPr>
          <p:spPr>
            <a:xfrm>
              <a:off x="4703607" y="1053911"/>
              <a:ext cx="309129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59218436-DCC8-4590-B365-CFED6D750081}"/>
                </a:ext>
              </a:extLst>
            </p:cNvPr>
            <p:cNvSpPr/>
            <p:nvPr/>
          </p:nvSpPr>
          <p:spPr>
            <a:xfrm>
              <a:off x="4006420" y="592303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5A76C641-19E9-45C9-BE79-F1B0E20105BD}"/>
                </a:ext>
              </a:extLst>
            </p:cNvPr>
            <p:cNvSpPr/>
            <p:nvPr/>
          </p:nvSpPr>
          <p:spPr>
            <a:xfrm>
              <a:off x="5640705" y="686793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3666F775-4A6E-4C6F-A659-C005CC3B7E5C}"/>
                </a:ext>
              </a:extLst>
            </p:cNvPr>
            <p:cNvSpPr/>
            <p:nvPr/>
          </p:nvSpPr>
          <p:spPr>
            <a:xfrm>
              <a:off x="5882351" y="772051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A076BFFF-66D3-4341-9510-B3C06EEA2382}"/>
                </a:ext>
              </a:extLst>
            </p:cNvPr>
            <p:cNvSpPr/>
            <p:nvPr/>
          </p:nvSpPr>
          <p:spPr>
            <a:xfrm>
              <a:off x="6118840" y="863378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434D896B-9387-414F-BBED-AD436E9FF0D2}"/>
                </a:ext>
              </a:extLst>
            </p:cNvPr>
            <p:cNvSpPr/>
            <p:nvPr/>
          </p:nvSpPr>
          <p:spPr>
            <a:xfrm>
              <a:off x="6109668" y="1053911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AF943207-90D9-40EA-AEC4-99E86893CB76}"/>
                </a:ext>
              </a:extLst>
            </p:cNvPr>
            <p:cNvSpPr/>
            <p:nvPr/>
          </p:nvSpPr>
          <p:spPr>
            <a:xfrm>
              <a:off x="5875353" y="955045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56E8D7CE-D02D-4330-8F8B-2238BA2CB2E9}"/>
                </a:ext>
              </a:extLst>
            </p:cNvPr>
            <p:cNvSpPr/>
            <p:nvPr/>
          </p:nvSpPr>
          <p:spPr>
            <a:xfrm>
              <a:off x="5643893" y="867748"/>
              <a:ext cx="310765" cy="18325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89558A1E-FC2B-4B5A-8950-55F97ED73A38}"/>
                </a:ext>
              </a:extLst>
            </p:cNvPr>
            <p:cNvSpPr/>
            <p:nvPr/>
          </p:nvSpPr>
          <p:spPr>
            <a:xfrm>
              <a:off x="5876305" y="1138466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8FE1101B-75DE-4809-8D51-0FB2AF73F51B}"/>
                </a:ext>
              </a:extLst>
            </p:cNvPr>
            <p:cNvSpPr/>
            <p:nvPr/>
          </p:nvSpPr>
          <p:spPr>
            <a:xfrm>
              <a:off x="5641990" y="1043410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A9E8488F-F9DA-469B-9B42-F51820E96A24}"/>
                </a:ext>
              </a:extLst>
            </p:cNvPr>
            <p:cNvSpPr/>
            <p:nvPr/>
          </p:nvSpPr>
          <p:spPr>
            <a:xfrm>
              <a:off x="5410530" y="956113"/>
              <a:ext cx="310765" cy="18325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A567B75-1B19-45A9-B5D9-DEB9E833E072}"/>
                </a:ext>
              </a:extLst>
            </p:cNvPr>
            <p:cNvSpPr/>
            <p:nvPr/>
          </p:nvSpPr>
          <p:spPr>
            <a:xfrm>
              <a:off x="5642672" y="1228078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ABF4CBC8-C339-4835-8E6F-919BA88EE5D7}"/>
                </a:ext>
              </a:extLst>
            </p:cNvPr>
            <p:cNvSpPr/>
            <p:nvPr/>
          </p:nvSpPr>
          <p:spPr>
            <a:xfrm>
              <a:off x="5408357" y="1131117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1CA85778-48BC-4F5D-9611-21BEB880471F}"/>
                </a:ext>
              </a:extLst>
            </p:cNvPr>
            <p:cNvSpPr/>
            <p:nvPr/>
          </p:nvSpPr>
          <p:spPr>
            <a:xfrm>
              <a:off x="5174992" y="1041915"/>
              <a:ext cx="310765" cy="18325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11250267-79E9-47C4-9CCF-87C19506F7C2}"/>
                </a:ext>
              </a:extLst>
            </p:cNvPr>
            <p:cNvSpPr/>
            <p:nvPr/>
          </p:nvSpPr>
          <p:spPr>
            <a:xfrm>
              <a:off x="4940616" y="959551"/>
              <a:ext cx="310765" cy="18325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8165CF8E-A8C2-48F1-9BE6-0E01667C09FD}"/>
                </a:ext>
              </a:extLst>
            </p:cNvPr>
            <p:cNvSpPr/>
            <p:nvPr/>
          </p:nvSpPr>
          <p:spPr>
            <a:xfrm>
              <a:off x="5646401" y="1409634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49D76672-8F4A-49FA-99BB-91BE570C1EE7}"/>
                </a:ext>
              </a:extLst>
            </p:cNvPr>
            <p:cNvSpPr/>
            <p:nvPr/>
          </p:nvSpPr>
          <p:spPr>
            <a:xfrm>
              <a:off x="5641989" y="1595166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D634B504-7204-4519-B1DF-D7FEE5C4CC2E}"/>
                </a:ext>
              </a:extLst>
            </p:cNvPr>
            <p:cNvSpPr/>
            <p:nvPr/>
          </p:nvSpPr>
          <p:spPr>
            <a:xfrm>
              <a:off x="5397631" y="1687446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0F457789-A0D6-4E11-A4F0-35877AB0824B}"/>
                </a:ext>
              </a:extLst>
            </p:cNvPr>
            <p:cNvSpPr/>
            <p:nvPr/>
          </p:nvSpPr>
          <p:spPr>
            <a:xfrm>
              <a:off x="5404216" y="1505042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44011336-02F4-45AA-ABCC-5786F8C246B3}"/>
                </a:ext>
              </a:extLst>
            </p:cNvPr>
            <p:cNvSpPr/>
            <p:nvPr/>
          </p:nvSpPr>
          <p:spPr>
            <a:xfrm>
              <a:off x="5173161" y="1231431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D5177FA-2A75-4E8F-8A1A-CB63FE78B5E2}"/>
                </a:ext>
              </a:extLst>
            </p:cNvPr>
            <p:cNvSpPr/>
            <p:nvPr/>
          </p:nvSpPr>
          <p:spPr>
            <a:xfrm>
              <a:off x="5173843" y="1416099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28717D48-9256-40E9-8FF3-2E25CC409680}"/>
                </a:ext>
              </a:extLst>
            </p:cNvPr>
            <p:cNvSpPr/>
            <p:nvPr/>
          </p:nvSpPr>
          <p:spPr>
            <a:xfrm>
              <a:off x="5177572" y="1597655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07217F8C-9572-41ED-88DE-0C022EF89322}"/>
                </a:ext>
              </a:extLst>
            </p:cNvPr>
            <p:cNvSpPr/>
            <p:nvPr/>
          </p:nvSpPr>
          <p:spPr>
            <a:xfrm>
              <a:off x="4936737" y="1147975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C42263A-5108-4E4D-B210-B73A477D64EB}"/>
                </a:ext>
              </a:extLst>
            </p:cNvPr>
            <p:cNvSpPr/>
            <p:nvPr/>
          </p:nvSpPr>
          <p:spPr>
            <a:xfrm>
              <a:off x="4937419" y="1332643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3453050D-C6DB-42E2-9849-28FB47CE8C19}"/>
                </a:ext>
              </a:extLst>
            </p:cNvPr>
            <p:cNvSpPr/>
            <p:nvPr/>
          </p:nvSpPr>
          <p:spPr>
            <a:xfrm>
              <a:off x="4941148" y="151420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3A1B31A6-7BAE-4FF7-AE53-AD31E346F610}"/>
                </a:ext>
              </a:extLst>
            </p:cNvPr>
            <p:cNvSpPr/>
            <p:nvPr/>
          </p:nvSpPr>
          <p:spPr>
            <a:xfrm>
              <a:off x="4939194" y="1695196"/>
              <a:ext cx="310765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5789C911-F35A-4DF2-8F35-8C65F6E9DDBF}"/>
                </a:ext>
              </a:extLst>
            </p:cNvPr>
            <p:cNvSpPr/>
            <p:nvPr/>
          </p:nvSpPr>
          <p:spPr>
            <a:xfrm>
              <a:off x="4698927" y="124380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FC85F637-4127-4773-AFDA-83BFFD48759F}"/>
                </a:ext>
              </a:extLst>
            </p:cNvPr>
            <p:cNvSpPr/>
            <p:nvPr/>
          </p:nvSpPr>
          <p:spPr>
            <a:xfrm>
              <a:off x="4463332" y="133474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C8F9B218-3B43-414E-8279-037EDCBE7879}"/>
                </a:ext>
              </a:extLst>
            </p:cNvPr>
            <p:cNvSpPr/>
            <p:nvPr/>
          </p:nvSpPr>
          <p:spPr>
            <a:xfrm>
              <a:off x="4462086" y="151006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62B4C56B-12B9-4FAE-90FD-41CC371317C6}"/>
                </a:ext>
              </a:extLst>
            </p:cNvPr>
            <p:cNvSpPr/>
            <p:nvPr/>
          </p:nvSpPr>
          <p:spPr>
            <a:xfrm>
              <a:off x="4706404" y="160203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CD612B89-3944-4113-AEF9-CB12E6108904}"/>
                </a:ext>
              </a:extLst>
            </p:cNvPr>
            <p:cNvSpPr/>
            <p:nvPr/>
          </p:nvSpPr>
          <p:spPr>
            <a:xfrm>
              <a:off x="4701992" y="178303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0F9EAD35-B0D4-4D49-9564-2E129F218EE6}"/>
                </a:ext>
              </a:extLst>
            </p:cNvPr>
            <p:cNvSpPr/>
            <p:nvPr/>
          </p:nvSpPr>
          <p:spPr>
            <a:xfrm>
              <a:off x="4469064" y="169337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54E2F39C-DE6F-4000-8037-D4D21A651B0B}"/>
                </a:ext>
              </a:extLst>
            </p:cNvPr>
            <p:cNvSpPr/>
            <p:nvPr/>
          </p:nvSpPr>
          <p:spPr>
            <a:xfrm>
              <a:off x="4236898" y="160228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9653B86F-28B5-40DB-9AEF-DEC9875467BC}"/>
                </a:ext>
              </a:extLst>
            </p:cNvPr>
            <p:cNvSpPr/>
            <p:nvPr/>
          </p:nvSpPr>
          <p:spPr>
            <a:xfrm>
              <a:off x="4236256" y="178558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03F0717E-46DC-4EEA-B5E1-69C3B2E70632}"/>
                </a:ext>
              </a:extLst>
            </p:cNvPr>
            <p:cNvSpPr/>
            <p:nvPr/>
          </p:nvSpPr>
          <p:spPr>
            <a:xfrm>
              <a:off x="4001781" y="150746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4D7EA374-3DCF-48D8-B359-6B44DB05D610}"/>
                </a:ext>
              </a:extLst>
            </p:cNvPr>
            <p:cNvSpPr/>
            <p:nvPr/>
          </p:nvSpPr>
          <p:spPr>
            <a:xfrm>
              <a:off x="4001780" y="187522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8C016C4B-2DEF-40C1-BBBB-E46755723430}"/>
                </a:ext>
              </a:extLst>
            </p:cNvPr>
            <p:cNvSpPr/>
            <p:nvPr/>
          </p:nvSpPr>
          <p:spPr>
            <a:xfrm>
              <a:off x="3761231" y="159269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3B3285D9-6228-43AE-A5D4-889359855A59}"/>
                </a:ext>
              </a:extLst>
            </p:cNvPr>
            <p:cNvSpPr/>
            <p:nvPr/>
          </p:nvSpPr>
          <p:spPr>
            <a:xfrm>
              <a:off x="3763990" y="178053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A0D8F98A-B872-44BC-86A2-C33D0B190901}"/>
                </a:ext>
              </a:extLst>
            </p:cNvPr>
            <p:cNvSpPr/>
            <p:nvPr/>
          </p:nvSpPr>
          <p:spPr>
            <a:xfrm>
              <a:off x="3771110" y="196322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64929ADA-8E88-4F68-BCE3-703C2743EA96}"/>
                </a:ext>
              </a:extLst>
            </p:cNvPr>
            <p:cNvSpPr/>
            <p:nvPr/>
          </p:nvSpPr>
          <p:spPr>
            <a:xfrm>
              <a:off x="3534270" y="187178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BA2D79A-83AE-46F1-B38C-89F6F0BD02F4}"/>
                </a:ext>
              </a:extLst>
            </p:cNvPr>
            <p:cNvSpPr/>
            <p:nvPr/>
          </p:nvSpPr>
          <p:spPr>
            <a:xfrm>
              <a:off x="3533998" y="205607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13E7B77B-BBCF-46B4-8221-6D528ADD7705}"/>
                </a:ext>
              </a:extLst>
            </p:cNvPr>
            <p:cNvSpPr/>
            <p:nvPr/>
          </p:nvSpPr>
          <p:spPr>
            <a:xfrm>
              <a:off x="3537045" y="223245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E94EDABD-B7DE-49A3-ADF4-E8E6FD81EBAE}"/>
                </a:ext>
              </a:extLst>
            </p:cNvPr>
            <p:cNvSpPr/>
            <p:nvPr/>
          </p:nvSpPr>
          <p:spPr>
            <a:xfrm>
              <a:off x="3540583" y="241484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C0CFCC95-6A2D-4F1A-A1F5-42B94C356FD6}"/>
                </a:ext>
              </a:extLst>
            </p:cNvPr>
            <p:cNvSpPr/>
            <p:nvPr/>
          </p:nvSpPr>
          <p:spPr>
            <a:xfrm>
              <a:off x="3299906" y="213698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9999B654-59F5-429D-B9CF-F0E60EC56F25}"/>
                </a:ext>
              </a:extLst>
            </p:cNvPr>
            <p:cNvSpPr/>
            <p:nvPr/>
          </p:nvSpPr>
          <p:spPr>
            <a:xfrm>
              <a:off x="3299634" y="231937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21EABA83-170F-4E9B-A539-38711BC6F11B}"/>
                </a:ext>
              </a:extLst>
            </p:cNvPr>
            <p:cNvSpPr/>
            <p:nvPr/>
          </p:nvSpPr>
          <p:spPr>
            <a:xfrm>
              <a:off x="3303194" y="195514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8439D0AB-E231-4EA5-B726-996B11723E8A}"/>
                </a:ext>
              </a:extLst>
            </p:cNvPr>
            <p:cNvSpPr/>
            <p:nvPr/>
          </p:nvSpPr>
          <p:spPr>
            <a:xfrm>
              <a:off x="3301810" y="269020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193D5D47-C67A-4919-94D5-340C867CD85A}"/>
                </a:ext>
              </a:extLst>
            </p:cNvPr>
            <p:cNvSpPr/>
            <p:nvPr/>
          </p:nvSpPr>
          <p:spPr>
            <a:xfrm>
              <a:off x="3062276" y="187019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43910D4A-670F-41F1-B7E1-6A710FCDB47A}"/>
                </a:ext>
              </a:extLst>
            </p:cNvPr>
            <p:cNvSpPr/>
            <p:nvPr/>
          </p:nvSpPr>
          <p:spPr>
            <a:xfrm>
              <a:off x="3067719" y="205449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DB88CE1F-0A27-4579-9FE9-4E97C9BD122E}"/>
                </a:ext>
              </a:extLst>
            </p:cNvPr>
            <p:cNvSpPr/>
            <p:nvPr/>
          </p:nvSpPr>
          <p:spPr>
            <a:xfrm>
              <a:off x="3069374" y="168835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248CE8C2-49D2-4F4B-A615-5D0B21AF9CFB}"/>
                </a:ext>
              </a:extLst>
            </p:cNvPr>
            <p:cNvSpPr/>
            <p:nvPr/>
          </p:nvSpPr>
          <p:spPr>
            <a:xfrm>
              <a:off x="2836692" y="177778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3D5C28D8-4458-4024-8405-64B1EB3B47C6}"/>
                </a:ext>
              </a:extLst>
            </p:cNvPr>
            <p:cNvSpPr/>
            <p:nvPr/>
          </p:nvSpPr>
          <p:spPr>
            <a:xfrm>
              <a:off x="2830705" y="196017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563B624A-9B4E-42D8-B2DA-E47FF7D729E8}"/>
                </a:ext>
              </a:extLst>
            </p:cNvPr>
            <p:cNvSpPr/>
            <p:nvPr/>
          </p:nvSpPr>
          <p:spPr>
            <a:xfrm>
              <a:off x="2839980" y="160356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FCC52066-C2BA-493E-8FB6-854DD61A43A3}"/>
                </a:ext>
              </a:extLst>
            </p:cNvPr>
            <p:cNvSpPr/>
            <p:nvPr/>
          </p:nvSpPr>
          <p:spPr>
            <a:xfrm>
              <a:off x="2830670" y="250109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AA686DAB-F631-41EC-9A4A-5E1D3B189ED7}"/>
                </a:ext>
              </a:extLst>
            </p:cNvPr>
            <p:cNvSpPr/>
            <p:nvPr/>
          </p:nvSpPr>
          <p:spPr>
            <a:xfrm>
              <a:off x="2828493" y="268348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3B1E3CEB-94DD-4361-8D99-D2EB1D9B6A28}"/>
                </a:ext>
              </a:extLst>
            </p:cNvPr>
            <p:cNvSpPr/>
            <p:nvPr/>
          </p:nvSpPr>
          <p:spPr>
            <a:xfrm>
              <a:off x="2832053" y="232496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8CBACC1A-1FAC-4D8A-ABAF-F7BA069CA2E9}"/>
                </a:ext>
              </a:extLst>
            </p:cNvPr>
            <p:cNvSpPr/>
            <p:nvPr/>
          </p:nvSpPr>
          <p:spPr>
            <a:xfrm>
              <a:off x="3071801" y="277879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82C7B8A9-2474-47C4-8E33-732630A4E2AC}"/>
                </a:ext>
              </a:extLst>
            </p:cNvPr>
            <p:cNvSpPr/>
            <p:nvPr/>
          </p:nvSpPr>
          <p:spPr>
            <a:xfrm>
              <a:off x="3071529" y="296118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1DFB439B-709A-41CB-AC33-37E86E529A44}"/>
                </a:ext>
              </a:extLst>
            </p:cNvPr>
            <p:cNvSpPr/>
            <p:nvPr/>
          </p:nvSpPr>
          <p:spPr>
            <a:xfrm>
              <a:off x="2831250" y="286623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07344536-0BB9-4AFF-86FA-BDC7C7A7D7E1}"/>
                </a:ext>
              </a:extLst>
            </p:cNvPr>
            <p:cNvSpPr/>
            <p:nvPr/>
          </p:nvSpPr>
          <p:spPr>
            <a:xfrm>
              <a:off x="2830978" y="304862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B3D2EBC7-5B8E-46ED-A021-65E2EFF0B175}"/>
                </a:ext>
              </a:extLst>
            </p:cNvPr>
            <p:cNvSpPr/>
            <p:nvPr/>
          </p:nvSpPr>
          <p:spPr>
            <a:xfrm>
              <a:off x="2595684" y="296280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3F71966C-24B2-44E9-8316-1E8DC4992819}"/>
                </a:ext>
              </a:extLst>
            </p:cNvPr>
            <p:cNvSpPr/>
            <p:nvPr/>
          </p:nvSpPr>
          <p:spPr>
            <a:xfrm>
              <a:off x="2595412" y="314519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5F2527C3-48C3-4800-8A35-CA968C5903E4}"/>
                </a:ext>
              </a:extLst>
            </p:cNvPr>
            <p:cNvSpPr/>
            <p:nvPr/>
          </p:nvSpPr>
          <p:spPr>
            <a:xfrm>
              <a:off x="2603594" y="241303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7A4C6BEC-865F-4A29-85A9-926082BC2645}"/>
                </a:ext>
              </a:extLst>
            </p:cNvPr>
            <p:cNvSpPr/>
            <p:nvPr/>
          </p:nvSpPr>
          <p:spPr>
            <a:xfrm>
              <a:off x="2601417" y="259541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81EE5CAF-D6CF-4618-9E87-A5D2E0E8795B}"/>
                </a:ext>
              </a:extLst>
            </p:cNvPr>
            <p:cNvSpPr/>
            <p:nvPr/>
          </p:nvSpPr>
          <p:spPr>
            <a:xfrm>
              <a:off x="2604977" y="223690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0" name="Hexagon 2689">
              <a:extLst>
                <a:ext uri="{FF2B5EF4-FFF2-40B4-BE49-F238E27FC236}">
                  <a16:creationId xmlns:a16="http://schemas.microsoft.com/office/drawing/2014/main" id="{BCBCF3EE-208E-477C-BEC4-EE09C08E0751}"/>
                </a:ext>
              </a:extLst>
            </p:cNvPr>
            <p:cNvSpPr/>
            <p:nvPr/>
          </p:nvSpPr>
          <p:spPr>
            <a:xfrm>
              <a:off x="2369502" y="250431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22CF0287-7B33-48AE-8D20-7A54FDBFBEED}"/>
                </a:ext>
              </a:extLst>
            </p:cNvPr>
            <p:cNvSpPr/>
            <p:nvPr/>
          </p:nvSpPr>
          <p:spPr>
            <a:xfrm>
              <a:off x="2367325" y="268670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63519AF8-BEB9-4BBA-8525-6DCEDB2F5233}"/>
                </a:ext>
              </a:extLst>
            </p:cNvPr>
            <p:cNvSpPr/>
            <p:nvPr/>
          </p:nvSpPr>
          <p:spPr>
            <a:xfrm>
              <a:off x="2370885" y="232247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96484624-C03F-4D7A-BF1F-020D401BD6FD}"/>
                </a:ext>
              </a:extLst>
            </p:cNvPr>
            <p:cNvSpPr/>
            <p:nvPr/>
          </p:nvSpPr>
          <p:spPr>
            <a:xfrm>
              <a:off x="2141390" y="240711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972E1688-487A-4E29-93EC-006646FA0222}"/>
                </a:ext>
              </a:extLst>
            </p:cNvPr>
            <p:cNvSpPr/>
            <p:nvPr/>
          </p:nvSpPr>
          <p:spPr>
            <a:xfrm>
              <a:off x="2139213" y="258949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8F7AA3C9-09C5-4177-86E7-1777766275B2}"/>
                </a:ext>
              </a:extLst>
            </p:cNvPr>
            <p:cNvSpPr/>
            <p:nvPr/>
          </p:nvSpPr>
          <p:spPr>
            <a:xfrm>
              <a:off x="2142773" y="223098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CD1D581A-1F4A-415D-B0F6-F2AF5431B681}"/>
                </a:ext>
              </a:extLst>
            </p:cNvPr>
            <p:cNvSpPr/>
            <p:nvPr/>
          </p:nvSpPr>
          <p:spPr>
            <a:xfrm>
              <a:off x="1907733" y="232750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A149E5CE-C6FB-4F15-8493-06E9BE026F93}"/>
                </a:ext>
              </a:extLst>
            </p:cNvPr>
            <p:cNvSpPr/>
            <p:nvPr/>
          </p:nvSpPr>
          <p:spPr>
            <a:xfrm>
              <a:off x="1905556" y="250988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A54851AB-56CE-48B7-9227-95D9645B047E}"/>
                </a:ext>
              </a:extLst>
            </p:cNvPr>
            <p:cNvSpPr/>
            <p:nvPr/>
          </p:nvSpPr>
          <p:spPr>
            <a:xfrm>
              <a:off x="1909116" y="215137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AB958D95-0BB5-4872-8509-BC93626D51A1}"/>
                </a:ext>
              </a:extLst>
            </p:cNvPr>
            <p:cNvSpPr/>
            <p:nvPr/>
          </p:nvSpPr>
          <p:spPr>
            <a:xfrm>
              <a:off x="1668073" y="240927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644B1B92-3770-4382-9360-15931BD182D2}"/>
                </a:ext>
              </a:extLst>
            </p:cNvPr>
            <p:cNvSpPr/>
            <p:nvPr/>
          </p:nvSpPr>
          <p:spPr>
            <a:xfrm>
              <a:off x="1665896" y="259165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B9634271-1BAE-4A49-A97C-AB88AB9CC42F}"/>
                </a:ext>
              </a:extLst>
            </p:cNvPr>
            <p:cNvSpPr/>
            <p:nvPr/>
          </p:nvSpPr>
          <p:spPr>
            <a:xfrm>
              <a:off x="1669456" y="223314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81F98AF3-E912-49E7-8472-15850BFED1B6}"/>
                </a:ext>
              </a:extLst>
            </p:cNvPr>
            <p:cNvSpPr/>
            <p:nvPr/>
          </p:nvSpPr>
          <p:spPr>
            <a:xfrm>
              <a:off x="1197625" y="240927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8616A2D4-3C80-41F1-84CF-9A6644BD6539}"/>
                </a:ext>
              </a:extLst>
            </p:cNvPr>
            <p:cNvSpPr/>
            <p:nvPr/>
          </p:nvSpPr>
          <p:spPr>
            <a:xfrm>
              <a:off x="1195448" y="259165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6D769BF2-18B0-4129-8856-8044C445DDC5}"/>
                </a:ext>
              </a:extLst>
            </p:cNvPr>
            <p:cNvSpPr/>
            <p:nvPr/>
          </p:nvSpPr>
          <p:spPr>
            <a:xfrm>
              <a:off x="1199008" y="223314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97DFE29E-42D1-46CE-9B7E-82B706C7B60D}"/>
                </a:ext>
              </a:extLst>
            </p:cNvPr>
            <p:cNvSpPr/>
            <p:nvPr/>
          </p:nvSpPr>
          <p:spPr>
            <a:xfrm>
              <a:off x="966654" y="232192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44B7C99E-DC51-4DA1-A98A-8DE94871D9AB}"/>
                </a:ext>
              </a:extLst>
            </p:cNvPr>
            <p:cNvSpPr/>
            <p:nvPr/>
          </p:nvSpPr>
          <p:spPr>
            <a:xfrm>
              <a:off x="964477" y="250431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01C5C697-AE3A-44B6-BEEA-5D500F4E366C}"/>
                </a:ext>
              </a:extLst>
            </p:cNvPr>
            <p:cNvSpPr/>
            <p:nvPr/>
          </p:nvSpPr>
          <p:spPr>
            <a:xfrm>
              <a:off x="968037" y="214579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F62AFDB1-B119-4592-93EC-2C6D99921268}"/>
                </a:ext>
              </a:extLst>
            </p:cNvPr>
            <p:cNvSpPr/>
            <p:nvPr/>
          </p:nvSpPr>
          <p:spPr>
            <a:xfrm>
              <a:off x="1429929" y="250988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5390CABF-2474-40A8-B2BC-6E1513FF18C2}"/>
                </a:ext>
              </a:extLst>
            </p:cNvPr>
            <p:cNvSpPr/>
            <p:nvPr/>
          </p:nvSpPr>
          <p:spPr>
            <a:xfrm>
              <a:off x="1433478" y="213564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476CA641-355D-477F-82F5-A9A6F48E28D8}"/>
                </a:ext>
              </a:extLst>
            </p:cNvPr>
            <p:cNvSpPr/>
            <p:nvPr/>
          </p:nvSpPr>
          <p:spPr>
            <a:xfrm>
              <a:off x="1201544" y="205169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B59B2651-786A-4655-A740-639911C12ADE}"/>
                </a:ext>
              </a:extLst>
            </p:cNvPr>
            <p:cNvSpPr/>
            <p:nvPr/>
          </p:nvSpPr>
          <p:spPr>
            <a:xfrm>
              <a:off x="963754" y="196197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FBEDC66C-2589-495D-9C8F-F544B45E15A8}"/>
                </a:ext>
              </a:extLst>
            </p:cNvPr>
            <p:cNvSpPr/>
            <p:nvPr/>
          </p:nvSpPr>
          <p:spPr>
            <a:xfrm>
              <a:off x="725876" y="186989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68165773-5309-410A-A226-48FA81E0C7AE}"/>
                </a:ext>
              </a:extLst>
            </p:cNvPr>
            <p:cNvSpPr/>
            <p:nvPr/>
          </p:nvSpPr>
          <p:spPr>
            <a:xfrm>
              <a:off x="968037" y="178362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03CCDAF2-2A4B-41AF-9FBE-59ADF0B4F82A}"/>
                </a:ext>
              </a:extLst>
            </p:cNvPr>
            <p:cNvSpPr/>
            <p:nvPr/>
          </p:nvSpPr>
          <p:spPr>
            <a:xfrm>
              <a:off x="1435276" y="176923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CDE8D0DB-FDF4-482A-886D-89052C9E3B6A}"/>
                </a:ext>
              </a:extLst>
            </p:cNvPr>
            <p:cNvSpPr/>
            <p:nvPr/>
          </p:nvSpPr>
          <p:spPr>
            <a:xfrm>
              <a:off x="1199532" y="168909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E95EE731-1851-4F44-BE20-4DD9FCE1E849}"/>
                </a:ext>
              </a:extLst>
            </p:cNvPr>
            <p:cNvSpPr/>
            <p:nvPr/>
          </p:nvSpPr>
          <p:spPr>
            <a:xfrm>
              <a:off x="961742" y="159937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459426A0-6C1D-4C5C-A1CD-803887C5A791}"/>
                </a:ext>
              </a:extLst>
            </p:cNvPr>
            <p:cNvSpPr/>
            <p:nvPr/>
          </p:nvSpPr>
          <p:spPr>
            <a:xfrm>
              <a:off x="1438564" y="159764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F87649ED-5D76-471B-AA2D-7E8D0D17E681}"/>
                </a:ext>
              </a:extLst>
            </p:cNvPr>
            <p:cNvSpPr/>
            <p:nvPr/>
          </p:nvSpPr>
          <p:spPr>
            <a:xfrm>
              <a:off x="1195447" y="150983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43AC5FFE-5EA3-4FA8-9B96-82F6AB640618}"/>
                </a:ext>
              </a:extLst>
            </p:cNvPr>
            <p:cNvSpPr/>
            <p:nvPr/>
          </p:nvSpPr>
          <p:spPr>
            <a:xfrm>
              <a:off x="1676814" y="150328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0A0826DB-2C04-422E-ACBA-233C2D2AD346}"/>
                </a:ext>
              </a:extLst>
            </p:cNvPr>
            <p:cNvSpPr/>
            <p:nvPr/>
          </p:nvSpPr>
          <p:spPr>
            <a:xfrm>
              <a:off x="1911727" y="141488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6778A9DD-1C1C-4B4A-894A-C4E888C70837}"/>
                </a:ext>
              </a:extLst>
            </p:cNvPr>
            <p:cNvSpPr/>
            <p:nvPr/>
          </p:nvSpPr>
          <p:spPr>
            <a:xfrm>
              <a:off x="1904972" y="196608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3A634468-F491-4B93-BA8A-AFF1431A99F2}"/>
                </a:ext>
              </a:extLst>
            </p:cNvPr>
            <p:cNvSpPr/>
            <p:nvPr/>
          </p:nvSpPr>
          <p:spPr>
            <a:xfrm>
              <a:off x="1195447" y="132356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8477E1F-1321-49A2-B93A-2849A9E05524}"/>
                </a:ext>
              </a:extLst>
            </p:cNvPr>
            <p:cNvSpPr/>
            <p:nvPr/>
          </p:nvSpPr>
          <p:spPr>
            <a:xfrm>
              <a:off x="1423377" y="123143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384BB48D-8F60-48BC-8B5A-11E9B2FCE419}"/>
                </a:ext>
              </a:extLst>
            </p:cNvPr>
            <p:cNvSpPr/>
            <p:nvPr/>
          </p:nvSpPr>
          <p:spPr>
            <a:xfrm>
              <a:off x="1671225" y="132532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FCECCA5B-610E-4875-B4BA-3D709D8ECDC7}"/>
                </a:ext>
              </a:extLst>
            </p:cNvPr>
            <p:cNvSpPr/>
            <p:nvPr/>
          </p:nvSpPr>
          <p:spPr>
            <a:xfrm>
              <a:off x="1668591" y="113890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90F5743D-2045-4254-9E6A-F4D858777756}"/>
                </a:ext>
              </a:extLst>
            </p:cNvPr>
            <p:cNvSpPr/>
            <p:nvPr/>
          </p:nvSpPr>
          <p:spPr>
            <a:xfrm>
              <a:off x="1910706" y="123177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3C0E950E-1022-4655-998B-C600BC4517B1}"/>
                </a:ext>
              </a:extLst>
            </p:cNvPr>
            <p:cNvSpPr/>
            <p:nvPr/>
          </p:nvSpPr>
          <p:spPr>
            <a:xfrm>
              <a:off x="2142773" y="150268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2E080501-C36E-46E2-970F-E920A062031B}"/>
                </a:ext>
              </a:extLst>
            </p:cNvPr>
            <p:cNvSpPr/>
            <p:nvPr/>
          </p:nvSpPr>
          <p:spPr>
            <a:xfrm>
              <a:off x="2141752" y="131958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2634A848-5789-4D8D-9D11-9C370F273C96}"/>
                </a:ext>
              </a:extLst>
            </p:cNvPr>
            <p:cNvSpPr/>
            <p:nvPr/>
          </p:nvSpPr>
          <p:spPr>
            <a:xfrm>
              <a:off x="2144727" y="186391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6BCD18BF-42BC-4390-834B-D295BADE9450}"/>
                </a:ext>
              </a:extLst>
            </p:cNvPr>
            <p:cNvSpPr/>
            <p:nvPr/>
          </p:nvSpPr>
          <p:spPr>
            <a:xfrm>
              <a:off x="2143706" y="168081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9C3B5268-549C-4FFF-A6D8-3728A0194259}"/>
                </a:ext>
              </a:extLst>
            </p:cNvPr>
            <p:cNvSpPr/>
            <p:nvPr/>
          </p:nvSpPr>
          <p:spPr>
            <a:xfrm>
              <a:off x="2373774" y="141000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D2D5B07A-90B8-4FD4-8860-B02817420B09}"/>
                </a:ext>
              </a:extLst>
            </p:cNvPr>
            <p:cNvSpPr/>
            <p:nvPr/>
          </p:nvSpPr>
          <p:spPr>
            <a:xfrm>
              <a:off x="2372753" y="122689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6291FC8D-3C94-4E2B-A840-202C5B6103E2}"/>
                </a:ext>
              </a:extLst>
            </p:cNvPr>
            <p:cNvSpPr/>
            <p:nvPr/>
          </p:nvSpPr>
          <p:spPr>
            <a:xfrm>
              <a:off x="2380461" y="177827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C3F618D7-11C7-4C9F-9388-40F43A332502}"/>
                </a:ext>
              </a:extLst>
            </p:cNvPr>
            <p:cNvSpPr/>
            <p:nvPr/>
          </p:nvSpPr>
          <p:spPr>
            <a:xfrm>
              <a:off x="2375630" y="159516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53E2D91F-DA93-4208-888C-124583AB5B82}"/>
                </a:ext>
              </a:extLst>
            </p:cNvPr>
            <p:cNvSpPr/>
            <p:nvPr/>
          </p:nvSpPr>
          <p:spPr>
            <a:xfrm>
              <a:off x="2602872" y="186712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45CFB783-4377-4091-87A0-1AA932030654}"/>
                </a:ext>
              </a:extLst>
            </p:cNvPr>
            <p:cNvSpPr/>
            <p:nvPr/>
          </p:nvSpPr>
          <p:spPr>
            <a:xfrm>
              <a:off x="2601851" y="1684019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5D06CCE4-C601-4FBD-83FE-A4DBE552A870}"/>
                </a:ext>
              </a:extLst>
            </p:cNvPr>
            <p:cNvSpPr/>
            <p:nvPr/>
          </p:nvSpPr>
          <p:spPr>
            <a:xfrm>
              <a:off x="2138335" y="204863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17763FF3-3CA1-4B32-9688-ADBEA8200601}"/>
                </a:ext>
              </a:extLst>
            </p:cNvPr>
            <p:cNvSpPr/>
            <p:nvPr/>
          </p:nvSpPr>
          <p:spPr>
            <a:xfrm>
              <a:off x="2374069" y="1962983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8660DFFE-4AF8-4000-9AF4-D49A4A8EA9E2}"/>
                </a:ext>
              </a:extLst>
            </p:cNvPr>
            <p:cNvSpPr/>
            <p:nvPr/>
          </p:nvSpPr>
          <p:spPr>
            <a:xfrm>
              <a:off x="2596480" y="205183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1E6C7AD8-DBEB-4E01-8E3A-9CFC0F07E80B}"/>
                </a:ext>
              </a:extLst>
            </p:cNvPr>
            <p:cNvSpPr/>
            <p:nvPr/>
          </p:nvSpPr>
          <p:spPr>
            <a:xfrm>
              <a:off x="2606573" y="132527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9CD472E1-96A6-4F36-95CA-5C1D5A59AE41}"/>
                </a:ext>
              </a:extLst>
            </p:cNvPr>
            <p:cNvSpPr/>
            <p:nvPr/>
          </p:nvSpPr>
          <p:spPr>
            <a:xfrm>
              <a:off x="2832880" y="141950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1EA65D46-708F-4455-B8DD-C4F82E604C33}"/>
                </a:ext>
              </a:extLst>
            </p:cNvPr>
            <p:cNvSpPr/>
            <p:nvPr/>
          </p:nvSpPr>
          <p:spPr>
            <a:xfrm>
              <a:off x="2829954" y="123639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A4ABFBBD-47C1-4578-83B4-6BECB205C0A3}"/>
                </a:ext>
              </a:extLst>
            </p:cNvPr>
            <p:cNvSpPr/>
            <p:nvPr/>
          </p:nvSpPr>
          <p:spPr>
            <a:xfrm>
              <a:off x="3073079" y="1327438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109A0F4C-53E3-4ECC-BCE9-C8F1042DC104}"/>
                </a:ext>
              </a:extLst>
            </p:cNvPr>
            <p:cNvSpPr/>
            <p:nvPr/>
          </p:nvSpPr>
          <p:spPr>
            <a:xfrm>
              <a:off x="3305101" y="141785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F341F690-133B-40DC-B67D-DEC201FAE57C}"/>
                </a:ext>
              </a:extLst>
            </p:cNvPr>
            <p:cNvSpPr/>
            <p:nvPr/>
          </p:nvSpPr>
          <p:spPr>
            <a:xfrm>
              <a:off x="3304080" y="123475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D22D6A34-B3D8-4925-8C00-2AED719FA7BA}"/>
                </a:ext>
              </a:extLst>
            </p:cNvPr>
            <p:cNvSpPr/>
            <p:nvPr/>
          </p:nvSpPr>
          <p:spPr>
            <a:xfrm>
              <a:off x="3304649" y="159505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6EC0894-0579-4EF2-B69B-7C499DD81649}"/>
                </a:ext>
              </a:extLst>
            </p:cNvPr>
            <p:cNvSpPr/>
            <p:nvPr/>
          </p:nvSpPr>
          <p:spPr>
            <a:xfrm>
              <a:off x="3075255" y="151026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5583412B-75C6-47F0-B950-BA4CBFFA8C23}"/>
                </a:ext>
              </a:extLst>
            </p:cNvPr>
            <p:cNvSpPr/>
            <p:nvPr/>
          </p:nvSpPr>
          <p:spPr>
            <a:xfrm>
              <a:off x="3543408" y="1327341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6BEE5364-1EDE-4480-9544-5FF52826C2D2}"/>
                </a:ext>
              </a:extLst>
            </p:cNvPr>
            <p:cNvSpPr/>
            <p:nvPr/>
          </p:nvSpPr>
          <p:spPr>
            <a:xfrm>
              <a:off x="3774409" y="1234654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3077982D-00DA-4781-86E5-E4F1886E19C7}"/>
                </a:ext>
              </a:extLst>
            </p:cNvPr>
            <p:cNvSpPr/>
            <p:nvPr/>
          </p:nvSpPr>
          <p:spPr>
            <a:xfrm>
              <a:off x="4017534" y="114571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A0319E64-9A73-4528-89AA-0E2521282D43}"/>
                </a:ext>
              </a:extLst>
            </p:cNvPr>
            <p:cNvSpPr/>
            <p:nvPr/>
          </p:nvSpPr>
          <p:spPr>
            <a:xfrm>
              <a:off x="4006782" y="96922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15A01593-AB2E-4F56-9B17-76BC2B0CE016}"/>
                </a:ext>
              </a:extLst>
            </p:cNvPr>
            <p:cNvSpPr/>
            <p:nvPr/>
          </p:nvSpPr>
          <p:spPr>
            <a:xfrm>
              <a:off x="3774371" y="105426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8CD4CB69-7DAD-4072-B1CB-64B844BFA193}"/>
                </a:ext>
              </a:extLst>
            </p:cNvPr>
            <p:cNvSpPr/>
            <p:nvPr/>
          </p:nvSpPr>
          <p:spPr>
            <a:xfrm>
              <a:off x="3070454" y="114927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CD612373-50C4-4F7B-ACDB-F6630DF9F3F6}"/>
                </a:ext>
              </a:extLst>
            </p:cNvPr>
            <p:cNvSpPr/>
            <p:nvPr/>
          </p:nvSpPr>
          <p:spPr>
            <a:xfrm>
              <a:off x="3301455" y="105658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77EA0FD0-CF4C-4089-A015-8084314F9508}"/>
                </a:ext>
              </a:extLst>
            </p:cNvPr>
            <p:cNvSpPr/>
            <p:nvPr/>
          </p:nvSpPr>
          <p:spPr>
            <a:xfrm>
              <a:off x="3539928" y="965717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9BA18D9B-2F04-4BB9-AF31-5870165406B5}"/>
                </a:ext>
              </a:extLst>
            </p:cNvPr>
            <p:cNvSpPr/>
            <p:nvPr/>
          </p:nvSpPr>
          <p:spPr>
            <a:xfrm>
              <a:off x="3770929" y="87303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D95DC3DD-F27E-44AE-A469-962C9F3A4492}"/>
                </a:ext>
              </a:extLst>
            </p:cNvPr>
            <p:cNvSpPr/>
            <p:nvPr/>
          </p:nvSpPr>
          <p:spPr>
            <a:xfrm>
              <a:off x="3299707" y="873552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1BCFFBA9-7EE6-407E-8F4E-921C98F14756}"/>
                </a:ext>
              </a:extLst>
            </p:cNvPr>
            <p:cNvSpPr/>
            <p:nvPr/>
          </p:nvSpPr>
          <p:spPr>
            <a:xfrm>
              <a:off x="3530708" y="780865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BA024CAE-AA0E-4F2E-B645-17A0E3FA50A9}"/>
                </a:ext>
              </a:extLst>
            </p:cNvPr>
            <p:cNvSpPr/>
            <p:nvPr/>
          </p:nvSpPr>
          <p:spPr>
            <a:xfrm>
              <a:off x="4005283" y="781576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9A3E2FF3-D962-486B-B34D-5DFAAACBED84}"/>
                </a:ext>
              </a:extLst>
            </p:cNvPr>
            <p:cNvSpPr/>
            <p:nvPr/>
          </p:nvSpPr>
          <p:spPr>
            <a:xfrm>
              <a:off x="3769430" y="685380"/>
              <a:ext cx="310765" cy="17681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9BD6A2EE-B881-490B-AE33-C764C1AAB2CA}"/>
                </a:ext>
              </a:extLst>
            </p:cNvPr>
            <p:cNvSpPr/>
            <p:nvPr/>
          </p:nvSpPr>
          <p:spPr>
            <a:xfrm>
              <a:off x="10061302" y="73117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CCFBACA-537E-4D0F-983E-DE595D4E750B}"/>
                </a:ext>
              </a:extLst>
            </p:cNvPr>
            <p:cNvSpPr/>
            <p:nvPr/>
          </p:nvSpPr>
          <p:spPr>
            <a:xfrm>
              <a:off x="10295132" y="7408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0FA80D24-FE05-48B1-A528-476420D89A75}"/>
                </a:ext>
              </a:extLst>
            </p:cNvPr>
            <p:cNvSpPr/>
            <p:nvPr/>
          </p:nvSpPr>
          <p:spPr>
            <a:xfrm>
              <a:off x="10061302" y="74901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9473084A-910B-4B3D-9B65-3C5E93564F7F}"/>
                </a:ext>
              </a:extLst>
            </p:cNvPr>
            <p:cNvSpPr/>
            <p:nvPr/>
          </p:nvSpPr>
          <p:spPr>
            <a:xfrm>
              <a:off x="10295132" y="7582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844D667F-6D55-47D6-AC23-6129D6272452}"/>
                </a:ext>
              </a:extLst>
            </p:cNvPr>
            <p:cNvSpPr/>
            <p:nvPr/>
          </p:nvSpPr>
          <p:spPr>
            <a:xfrm>
              <a:off x="9826638" y="7399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33794242-9503-4C14-B0BF-7DDDCD36943A}"/>
                </a:ext>
              </a:extLst>
            </p:cNvPr>
            <p:cNvSpPr/>
            <p:nvPr/>
          </p:nvSpPr>
          <p:spPr>
            <a:xfrm>
              <a:off x="9826638" y="75748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89632A5C-53DB-4486-9BDC-1418D325DD42}"/>
                </a:ext>
              </a:extLst>
            </p:cNvPr>
            <p:cNvSpPr/>
            <p:nvPr/>
          </p:nvSpPr>
          <p:spPr>
            <a:xfrm>
              <a:off x="9598399" y="7670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0655DAAC-232E-4194-9898-6607D934A20E}"/>
                </a:ext>
              </a:extLst>
            </p:cNvPr>
            <p:cNvSpPr/>
            <p:nvPr/>
          </p:nvSpPr>
          <p:spPr>
            <a:xfrm>
              <a:off x="10060885" y="76716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DAA50C15-46A0-4534-8C47-4F5C622E2ACC}"/>
                </a:ext>
              </a:extLst>
            </p:cNvPr>
            <p:cNvSpPr/>
            <p:nvPr/>
          </p:nvSpPr>
          <p:spPr>
            <a:xfrm>
              <a:off x="10060885" y="7851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34588789-0400-4952-8F2D-6B497AC3E5A6}"/>
                </a:ext>
              </a:extLst>
            </p:cNvPr>
            <p:cNvSpPr/>
            <p:nvPr/>
          </p:nvSpPr>
          <p:spPr>
            <a:xfrm>
              <a:off x="10059369" y="80333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2171C95D-2904-404D-9952-BB0B4E1F6C84}"/>
                </a:ext>
              </a:extLst>
            </p:cNvPr>
            <p:cNvSpPr/>
            <p:nvPr/>
          </p:nvSpPr>
          <p:spPr>
            <a:xfrm>
              <a:off x="9828154" y="79499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1CF981A3-4C61-43A8-B2AF-C3E94FD87B96}"/>
                </a:ext>
              </a:extLst>
            </p:cNvPr>
            <p:cNvSpPr/>
            <p:nvPr/>
          </p:nvSpPr>
          <p:spPr>
            <a:xfrm>
              <a:off x="9826638" y="81322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02F5FD02-3A68-49E7-A821-6988BA8BE8E6}"/>
                </a:ext>
              </a:extLst>
            </p:cNvPr>
            <p:cNvSpPr/>
            <p:nvPr/>
          </p:nvSpPr>
          <p:spPr>
            <a:xfrm>
              <a:off x="9595423" y="78544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45E6F6AA-3F4E-4304-9DAC-D7295DD75B3B}"/>
                </a:ext>
              </a:extLst>
            </p:cNvPr>
            <p:cNvSpPr/>
            <p:nvPr/>
          </p:nvSpPr>
          <p:spPr>
            <a:xfrm>
              <a:off x="9593907" y="80367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AEC5B1DB-3D20-4F91-B40F-17BD2F3D4C89}"/>
                </a:ext>
              </a:extLst>
            </p:cNvPr>
            <p:cNvSpPr/>
            <p:nvPr/>
          </p:nvSpPr>
          <p:spPr>
            <a:xfrm>
              <a:off x="9595423" y="82190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420F8631-5FD3-4706-A31C-061234EF7303}"/>
                </a:ext>
              </a:extLst>
            </p:cNvPr>
            <p:cNvSpPr/>
            <p:nvPr/>
          </p:nvSpPr>
          <p:spPr>
            <a:xfrm>
              <a:off x="9593907" y="84012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50E8B17F-7567-49AF-919A-EB05D9333149}"/>
                </a:ext>
              </a:extLst>
            </p:cNvPr>
            <p:cNvSpPr/>
            <p:nvPr/>
          </p:nvSpPr>
          <p:spPr>
            <a:xfrm>
              <a:off x="9364208" y="83072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638E7842-EB36-42C7-A8A3-04DCD5DD00AC}"/>
                </a:ext>
              </a:extLst>
            </p:cNvPr>
            <p:cNvSpPr/>
            <p:nvPr/>
          </p:nvSpPr>
          <p:spPr>
            <a:xfrm>
              <a:off x="9362692" y="8489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EE21FFC6-462C-4834-82BD-3B72847BD907}"/>
                </a:ext>
              </a:extLst>
            </p:cNvPr>
            <p:cNvSpPr/>
            <p:nvPr/>
          </p:nvSpPr>
          <p:spPr>
            <a:xfrm>
              <a:off x="9137637" y="80308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CF68A0AE-DBCE-43EE-AEE6-9EB212292062}"/>
                </a:ext>
              </a:extLst>
            </p:cNvPr>
            <p:cNvSpPr/>
            <p:nvPr/>
          </p:nvSpPr>
          <p:spPr>
            <a:xfrm>
              <a:off x="9136121" y="82131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D77BE5E6-F6B6-4283-9A0B-2C735B64068C}"/>
                </a:ext>
              </a:extLst>
            </p:cNvPr>
            <p:cNvSpPr/>
            <p:nvPr/>
          </p:nvSpPr>
          <p:spPr>
            <a:xfrm>
              <a:off x="9132818" y="84012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B74A5852-81F5-4920-A72B-3B2D6F610757}"/>
                </a:ext>
              </a:extLst>
            </p:cNvPr>
            <p:cNvSpPr/>
            <p:nvPr/>
          </p:nvSpPr>
          <p:spPr>
            <a:xfrm>
              <a:off x="9131302" y="8583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3030D54A-AE7B-4362-80AD-3DD663DEF12D}"/>
                </a:ext>
              </a:extLst>
            </p:cNvPr>
            <p:cNvSpPr/>
            <p:nvPr/>
          </p:nvSpPr>
          <p:spPr>
            <a:xfrm>
              <a:off x="8900102" y="83013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5EAC144C-6AE7-4B7F-B3FD-AF8502349F17}"/>
                </a:ext>
              </a:extLst>
            </p:cNvPr>
            <p:cNvSpPr/>
            <p:nvPr/>
          </p:nvSpPr>
          <p:spPr>
            <a:xfrm>
              <a:off x="8898586" y="8483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9A9E34DB-9F28-4092-8CB3-11B5C2F7AFE8}"/>
                </a:ext>
              </a:extLst>
            </p:cNvPr>
            <p:cNvSpPr/>
            <p:nvPr/>
          </p:nvSpPr>
          <p:spPr>
            <a:xfrm>
              <a:off x="8664083" y="82123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F03973FF-6814-4F50-AF3C-00E24F943E40}"/>
                </a:ext>
              </a:extLst>
            </p:cNvPr>
            <p:cNvSpPr/>
            <p:nvPr/>
          </p:nvSpPr>
          <p:spPr>
            <a:xfrm>
              <a:off x="8662567" y="8394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942710A9-388C-43E1-9530-AD1DC0B45E8B}"/>
                </a:ext>
              </a:extLst>
            </p:cNvPr>
            <p:cNvSpPr/>
            <p:nvPr/>
          </p:nvSpPr>
          <p:spPr>
            <a:xfrm>
              <a:off x="8430585" y="81268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547CA0B6-4B85-4B44-BC8C-4941E3ED54BA}"/>
                </a:ext>
              </a:extLst>
            </p:cNvPr>
            <p:cNvSpPr/>
            <p:nvPr/>
          </p:nvSpPr>
          <p:spPr>
            <a:xfrm>
              <a:off x="8429069" y="83091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C0F32007-2BB0-4F56-B994-72371B09EA38}"/>
                </a:ext>
              </a:extLst>
            </p:cNvPr>
            <p:cNvSpPr/>
            <p:nvPr/>
          </p:nvSpPr>
          <p:spPr>
            <a:xfrm>
              <a:off x="9361176" y="79416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8817D321-0616-4B14-9D49-315FD643493B}"/>
                </a:ext>
              </a:extLst>
            </p:cNvPr>
            <p:cNvSpPr/>
            <p:nvPr/>
          </p:nvSpPr>
          <p:spPr>
            <a:xfrm>
              <a:off x="6573535" y="3223355"/>
              <a:ext cx="304180" cy="18596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3" name="4级" hidden="1">
            <a:extLst>
              <a:ext uri="{FF2B5EF4-FFF2-40B4-BE49-F238E27FC236}">
                <a16:creationId xmlns:a16="http://schemas.microsoft.com/office/drawing/2014/main" id="{DBDDCDE8-313D-46C6-A9D0-E36108B4D6B5}"/>
              </a:ext>
            </a:extLst>
          </p:cNvPr>
          <p:cNvGrpSpPr/>
          <p:nvPr/>
        </p:nvGrpSpPr>
        <p:grpSpPr>
          <a:xfrm>
            <a:off x="2852999" y="3680575"/>
            <a:ext cx="9615889" cy="6261397"/>
            <a:chOff x="2852999" y="3680575"/>
            <a:chExt cx="9615889" cy="6261397"/>
          </a:xfrm>
        </p:grpSpPr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7876AE9E-8E20-497A-90A1-A7F1220A969B}"/>
                </a:ext>
              </a:extLst>
            </p:cNvPr>
            <p:cNvSpPr/>
            <p:nvPr/>
          </p:nvSpPr>
          <p:spPr>
            <a:xfrm>
              <a:off x="3545814" y="36805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5B8271B9-FB91-4C4A-8E45-83BAF66860DF}"/>
                </a:ext>
              </a:extLst>
            </p:cNvPr>
            <p:cNvSpPr/>
            <p:nvPr/>
          </p:nvSpPr>
          <p:spPr>
            <a:xfrm>
              <a:off x="3315309" y="376888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4A0546CC-6D96-41B8-B53B-32669AE081EB}"/>
                </a:ext>
              </a:extLst>
            </p:cNvPr>
            <p:cNvSpPr/>
            <p:nvPr/>
          </p:nvSpPr>
          <p:spPr>
            <a:xfrm>
              <a:off x="3315308" y="394550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909EF827-3984-4F55-89B4-8E9727D9258A}"/>
                </a:ext>
              </a:extLst>
            </p:cNvPr>
            <p:cNvSpPr/>
            <p:nvPr/>
          </p:nvSpPr>
          <p:spPr>
            <a:xfrm>
              <a:off x="3315307" y="412876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5A378162-B1F8-4E66-9939-20E6207E7B7E}"/>
                </a:ext>
              </a:extLst>
            </p:cNvPr>
            <p:cNvSpPr/>
            <p:nvPr/>
          </p:nvSpPr>
          <p:spPr>
            <a:xfrm>
              <a:off x="3084803" y="385719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40D6B8CA-7970-49CF-8500-8C26CB8CDA6D}"/>
                </a:ext>
              </a:extLst>
            </p:cNvPr>
            <p:cNvSpPr/>
            <p:nvPr/>
          </p:nvSpPr>
          <p:spPr>
            <a:xfrm>
              <a:off x="2852999" y="376888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544E1242-FB96-478F-A3CA-6BF51126568F}"/>
                </a:ext>
              </a:extLst>
            </p:cNvPr>
            <p:cNvSpPr/>
            <p:nvPr/>
          </p:nvSpPr>
          <p:spPr>
            <a:xfrm>
              <a:off x="3545814" y="44003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E7A9D2D9-BABB-4C14-822B-86E668F799BB}"/>
                </a:ext>
              </a:extLst>
            </p:cNvPr>
            <p:cNvSpPr/>
            <p:nvPr/>
          </p:nvSpPr>
          <p:spPr>
            <a:xfrm>
              <a:off x="3308336" y="4495279"/>
              <a:ext cx="306418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6150A90D-8818-42DC-9E22-F8F3D77A572A}"/>
                </a:ext>
              </a:extLst>
            </p:cNvPr>
            <p:cNvSpPr/>
            <p:nvPr/>
          </p:nvSpPr>
          <p:spPr>
            <a:xfrm>
              <a:off x="3308336" y="4675217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AECCEAC0-E348-47EB-B887-B87EF4503E6A}"/>
                </a:ext>
              </a:extLst>
            </p:cNvPr>
            <p:cNvSpPr/>
            <p:nvPr/>
          </p:nvSpPr>
          <p:spPr>
            <a:xfrm>
              <a:off x="3538843" y="4770166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9DF742F0-EDBF-4B1E-A2C1-00F50B2A4A1D}"/>
                </a:ext>
              </a:extLst>
            </p:cNvPr>
            <p:cNvSpPr/>
            <p:nvPr/>
          </p:nvSpPr>
          <p:spPr>
            <a:xfrm>
              <a:off x="3776321" y="4495279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90F11B-E7CD-45EC-A30B-8E7A4A841CC1}"/>
                </a:ext>
              </a:extLst>
            </p:cNvPr>
            <p:cNvSpPr/>
            <p:nvPr/>
          </p:nvSpPr>
          <p:spPr>
            <a:xfrm>
              <a:off x="3776321" y="4681857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D536AB1A-B98F-4C56-B42B-F4DA35A5453D}"/>
                </a:ext>
              </a:extLst>
            </p:cNvPr>
            <p:cNvSpPr/>
            <p:nvPr/>
          </p:nvSpPr>
          <p:spPr>
            <a:xfrm>
              <a:off x="4006828" y="4593548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FCB46F30-9440-4E97-98F6-F2C082FB2449}"/>
                </a:ext>
              </a:extLst>
            </p:cNvPr>
            <p:cNvSpPr/>
            <p:nvPr/>
          </p:nvSpPr>
          <p:spPr>
            <a:xfrm>
              <a:off x="4237335" y="4503886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8CB3F8F2-0A96-40BF-9203-E73DCA7DFF87}"/>
                </a:ext>
              </a:extLst>
            </p:cNvPr>
            <p:cNvSpPr/>
            <p:nvPr/>
          </p:nvSpPr>
          <p:spPr>
            <a:xfrm>
              <a:off x="4467842" y="4593548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186FC855-5045-4ADB-B5E7-7AAC55ED5588}"/>
                </a:ext>
              </a:extLst>
            </p:cNvPr>
            <p:cNvSpPr/>
            <p:nvPr/>
          </p:nvSpPr>
          <p:spPr>
            <a:xfrm>
              <a:off x="4474813" y="4780554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C3888F4F-F360-4B0E-B1CB-1171CFFE5414}"/>
                </a:ext>
              </a:extLst>
            </p:cNvPr>
            <p:cNvSpPr/>
            <p:nvPr/>
          </p:nvSpPr>
          <p:spPr>
            <a:xfrm>
              <a:off x="4238916" y="4692066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2EB926CB-7D1E-4839-AEB0-092F249AFA44}"/>
                </a:ext>
              </a:extLst>
            </p:cNvPr>
            <p:cNvSpPr/>
            <p:nvPr/>
          </p:nvSpPr>
          <p:spPr>
            <a:xfrm>
              <a:off x="4237335" y="4874027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6D544935-B3E9-449C-8CFC-1C61CD5C04CD}"/>
                </a:ext>
              </a:extLst>
            </p:cNvPr>
            <p:cNvSpPr/>
            <p:nvPr/>
          </p:nvSpPr>
          <p:spPr>
            <a:xfrm>
              <a:off x="4004730" y="4779077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2E8663A4-285C-4841-9892-1030BE1D19FF}"/>
                </a:ext>
              </a:extLst>
            </p:cNvPr>
            <p:cNvSpPr/>
            <p:nvPr/>
          </p:nvSpPr>
          <p:spPr>
            <a:xfrm>
              <a:off x="3767252" y="4870706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94B33640-ED66-4BBC-8CA1-82845731CE5F}"/>
                </a:ext>
              </a:extLst>
            </p:cNvPr>
            <p:cNvSpPr/>
            <p:nvPr/>
          </p:nvSpPr>
          <p:spPr>
            <a:xfrm>
              <a:off x="4705320" y="4681971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B3BADDBD-98FF-4E33-A82C-FCE8256983BD}"/>
                </a:ext>
              </a:extLst>
            </p:cNvPr>
            <p:cNvSpPr/>
            <p:nvPr/>
          </p:nvSpPr>
          <p:spPr>
            <a:xfrm>
              <a:off x="4706901" y="4872183"/>
              <a:ext cx="306418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5E210AC5-FF22-4595-B0B7-7C821A8583D4}"/>
                </a:ext>
              </a:extLst>
            </p:cNvPr>
            <p:cNvSpPr/>
            <p:nvPr/>
          </p:nvSpPr>
          <p:spPr>
            <a:xfrm>
              <a:off x="4705320" y="5048871"/>
              <a:ext cx="320070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80A036B8-2837-4FD0-BCB2-7B7EAC51CD8E}"/>
                </a:ext>
              </a:extLst>
            </p:cNvPr>
            <p:cNvSpPr/>
            <p:nvPr/>
          </p:nvSpPr>
          <p:spPr>
            <a:xfrm>
              <a:off x="4935827" y="477494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960BBCA6-2C3B-440D-9CAA-A7F61C893629}"/>
                </a:ext>
              </a:extLst>
            </p:cNvPr>
            <p:cNvSpPr/>
            <p:nvPr/>
          </p:nvSpPr>
          <p:spPr>
            <a:xfrm>
              <a:off x="4949769" y="495933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04D9B07F-F99C-4179-8EBF-CF79FF2986AE}"/>
                </a:ext>
              </a:extLst>
            </p:cNvPr>
            <p:cNvSpPr/>
            <p:nvPr/>
          </p:nvSpPr>
          <p:spPr>
            <a:xfrm>
              <a:off x="5178695" y="486346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C67F4940-78D2-4AA1-B5C2-40716CD41D72}"/>
                </a:ext>
              </a:extLst>
            </p:cNvPr>
            <p:cNvSpPr/>
            <p:nvPr/>
          </p:nvSpPr>
          <p:spPr>
            <a:xfrm>
              <a:off x="5178695" y="468397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C8F8B508-B654-45E9-AA34-A04D44771B00}"/>
                </a:ext>
              </a:extLst>
            </p:cNvPr>
            <p:cNvSpPr/>
            <p:nvPr/>
          </p:nvSpPr>
          <p:spPr>
            <a:xfrm>
              <a:off x="5171724" y="450073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441A5BEA-0FA0-4520-A193-9A0A9A7571D1}"/>
                </a:ext>
              </a:extLst>
            </p:cNvPr>
            <p:cNvSpPr/>
            <p:nvPr/>
          </p:nvSpPr>
          <p:spPr>
            <a:xfrm>
              <a:off x="5415849" y="477016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94D91A7D-89E7-4F74-8570-7E285C228A84}"/>
                </a:ext>
              </a:extLst>
            </p:cNvPr>
            <p:cNvSpPr/>
            <p:nvPr/>
          </p:nvSpPr>
          <p:spPr>
            <a:xfrm>
              <a:off x="5410783" y="459068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1B1865F8-6F11-4B75-9928-4BF9D355CF0A}"/>
                </a:ext>
              </a:extLst>
            </p:cNvPr>
            <p:cNvSpPr/>
            <p:nvPr/>
          </p:nvSpPr>
          <p:spPr>
            <a:xfrm>
              <a:off x="5403812" y="440742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8F11652E-ADBC-455F-B070-55B5CDDB51C4}"/>
                </a:ext>
              </a:extLst>
            </p:cNvPr>
            <p:cNvSpPr/>
            <p:nvPr/>
          </p:nvSpPr>
          <p:spPr>
            <a:xfrm>
              <a:off x="5647936" y="467521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8558D1D3-49CF-446F-8E90-04B344741451}"/>
                </a:ext>
              </a:extLst>
            </p:cNvPr>
            <p:cNvSpPr/>
            <p:nvPr/>
          </p:nvSpPr>
          <p:spPr>
            <a:xfrm>
              <a:off x="5642870" y="450191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2C30FF3C-B1B7-4992-8C2C-9568A0A132E0}"/>
                </a:ext>
              </a:extLst>
            </p:cNvPr>
            <p:cNvSpPr/>
            <p:nvPr/>
          </p:nvSpPr>
          <p:spPr>
            <a:xfrm>
              <a:off x="5871797" y="440742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F1E48E5C-25D3-4826-800B-0527141B081B}"/>
                </a:ext>
              </a:extLst>
            </p:cNvPr>
            <p:cNvSpPr/>
            <p:nvPr/>
          </p:nvSpPr>
          <p:spPr>
            <a:xfrm>
              <a:off x="5883834" y="458742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DB0C608E-23DE-40AC-9E72-9898E1632DCC}"/>
                </a:ext>
              </a:extLst>
            </p:cNvPr>
            <p:cNvSpPr/>
            <p:nvPr/>
          </p:nvSpPr>
          <p:spPr>
            <a:xfrm>
              <a:off x="6108950" y="468020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5D1DCF30-9F44-40C7-B00A-E22F68ABE314}"/>
                </a:ext>
              </a:extLst>
            </p:cNvPr>
            <p:cNvSpPr/>
            <p:nvPr/>
          </p:nvSpPr>
          <p:spPr>
            <a:xfrm>
              <a:off x="6108950" y="449625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775EEE8A-ACBF-40C7-B608-36049D196838}"/>
                </a:ext>
              </a:extLst>
            </p:cNvPr>
            <p:cNvSpPr/>
            <p:nvPr/>
          </p:nvSpPr>
          <p:spPr>
            <a:xfrm>
              <a:off x="4698494" y="5225558"/>
              <a:ext cx="320070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FECED50D-1F4F-4DEF-9C35-669EECC86FF8}"/>
                </a:ext>
              </a:extLst>
            </p:cNvPr>
            <p:cNvSpPr/>
            <p:nvPr/>
          </p:nvSpPr>
          <p:spPr>
            <a:xfrm>
              <a:off x="4941555" y="513569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94CB3D9C-BBE0-4238-B15F-5A20047103AD}"/>
                </a:ext>
              </a:extLst>
            </p:cNvPr>
            <p:cNvSpPr/>
            <p:nvPr/>
          </p:nvSpPr>
          <p:spPr>
            <a:xfrm>
              <a:off x="4941555" y="531237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BB035DD9-B0E1-4415-BEDE-25872D79CC5E}"/>
                </a:ext>
              </a:extLst>
            </p:cNvPr>
            <p:cNvSpPr/>
            <p:nvPr/>
          </p:nvSpPr>
          <p:spPr>
            <a:xfrm>
              <a:off x="5178694" y="522074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C16CE6E9-377E-41D2-93AF-2310A2166EE5}"/>
                </a:ext>
              </a:extLst>
            </p:cNvPr>
            <p:cNvSpPr/>
            <p:nvPr/>
          </p:nvSpPr>
          <p:spPr>
            <a:xfrm>
              <a:off x="5171723" y="540367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527097FC-F02B-4729-AEE8-F8C633D22CA4}"/>
                </a:ext>
              </a:extLst>
            </p:cNvPr>
            <p:cNvSpPr/>
            <p:nvPr/>
          </p:nvSpPr>
          <p:spPr>
            <a:xfrm>
              <a:off x="5410782" y="512674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0822C9A7-15C2-4A10-B985-9EACC49C0F4B}"/>
                </a:ext>
              </a:extLst>
            </p:cNvPr>
            <p:cNvSpPr/>
            <p:nvPr/>
          </p:nvSpPr>
          <p:spPr>
            <a:xfrm>
              <a:off x="5410782" y="531613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D4078B2F-0162-45C9-9047-C96542CD2B97}"/>
                </a:ext>
              </a:extLst>
            </p:cNvPr>
            <p:cNvSpPr/>
            <p:nvPr/>
          </p:nvSpPr>
          <p:spPr>
            <a:xfrm>
              <a:off x="5649841" y="503402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48A1860B-E410-49EC-8FE3-C66E2337B027}"/>
                </a:ext>
              </a:extLst>
            </p:cNvPr>
            <p:cNvSpPr/>
            <p:nvPr/>
          </p:nvSpPr>
          <p:spPr>
            <a:xfrm>
              <a:off x="5649841" y="522341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E5E6B3A-87F8-4732-86D3-D8C7EFF462CC}"/>
                </a:ext>
              </a:extLst>
            </p:cNvPr>
            <p:cNvSpPr/>
            <p:nvPr/>
          </p:nvSpPr>
          <p:spPr>
            <a:xfrm>
              <a:off x="5883834" y="512298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DCF3D51E-3437-4AB7-AEE7-10DA9A64B344}"/>
                </a:ext>
              </a:extLst>
            </p:cNvPr>
            <p:cNvSpPr/>
            <p:nvPr/>
          </p:nvSpPr>
          <p:spPr>
            <a:xfrm>
              <a:off x="5883834" y="531237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44D3A9EE-B4FC-4C5D-94A3-CC4C9C2EC851}"/>
                </a:ext>
              </a:extLst>
            </p:cNvPr>
            <p:cNvSpPr/>
            <p:nvPr/>
          </p:nvSpPr>
          <p:spPr>
            <a:xfrm>
              <a:off x="6105072" y="503102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CC2CCC10-577C-4484-A90C-563F68E82737}"/>
                </a:ext>
              </a:extLst>
            </p:cNvPr>
            <p:cNvSpPr/>
            <p:nvPr/>
          </p:nvSpPr>
          <p:spPr>
            <a:xfrm>
              <a:off x="6106977" y="522041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E0B7E482-8EB2-424A-BEA0-BFA4AC05983F}"/>
                </a:ext>
              </a:extLst>
            </p:cNvPr>
            <p:cNvSpPr/>
            <p:nvPr/>
          </p:nvSpPr>
          <p:spPr>
            <a:xfrm>
              <a:off x="6333349" y="494129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1" name="Hexagon 2850">
              <a:extLst>
                <a:ext uri="{FF2B5EF4-FFF2-40B4-BE49-F238E27FC236}">
                  <a16:creationId xmlns:a16="http://schemas.microsoft.com/office/drawing/2014/main" id="{C82A489C-B303-4F95-A205-A63D8FCA04F3}"/>
                </a:ext>
              </a:extLst>
            </p:cNvPr>
            <p:cNvSpPr/>
            <p:nvPr/>
          </p:nvSpPr>
          <p:spPr>
            <a:xfrm>
              <a:off x="6335254" y="513069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D40693C5-A1A1-4A52-807A-062C4D90C631}"/>
                </a:ext>
              </a:extLst>
            </p:cNvPr>
            <p:cNvSpPr/>
            <p:nvPr/>
          </p:nvSpPr>
          <p:spPr>
            <a:xfrm>
              <a:off x="6338548" y="531895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7556B751-7805-403B-AE2D-336AB9783B4E}"/>
                </a:ext>
              </a:extLst>
            </p:cNvPr>
            <p:cNvSpPr/>
            <p:nvPr/>
          </p:nvSpPr>
          <p:spPr>
            <a:xfrm>
              <a:off x="6339782" y="422101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00047733-B056-43B3-98C8-73C15E2F2C2B}"/>
                </a:ext>
              </a:extLst>
            </p:cNvPr>
            <p:cNvSpPr/>
            <p:nvPr/>
          </p:nvSpPr>
          <p:spPr>
            <a:xfrm>
              <a:off x="6339782" y="440797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8F498685-1BEF-44A1-85E9-A1FB03120509}"/>
                </a:ext>
              </a:extLst>
            </p:cNvPr>
            <p:cNvSpPr/>
            <p:nvPr/>
          </p:nvSpPr>
          <p:spPr>
            <a:xfrm>
              <a:off x="6574098" y="431579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1A8A51BD-DDEE-4CE6-92A6-87129584B208}"/>
                </a:ext>
              </a:extLst>
            </p:cNvPr>
            <p:cNvSpPr/>
            <p:nvPr/>
          </p:nvSpPr>
          <p:spPr>
            <a:xfrm>
              <a:off x="6574525" y="449784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0B11D546-3651-42AB-A3F6-6723DC325998}"/>
                </a:ext>
              </a:extLst>
            </p:cNvPr>
            <p:cNvSpPr/>
            <p:nvPr/>
          </p:nvSpPr>
          <p:spPr>
            <a:xfrm>
              <a:off x="6335254" y="459218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A55E7253-3164-45EA-8A55-B34E4357BF1C}"/>
                </a:ext>
              </a:extLst>
            </p:cNvPr>
            <p:cNvSpPr/>
            <p:nvPr/>
          </p:nvSpPr>
          <p:spPr>
            <a:xfrm>
              <a:off x="6569964" y="468517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A0DB5508-0E1B-4CD8-8EA5-7B44C41C80CF}"/>
                </a:ext>
              </a:extLst>
            </p:cNvPr>
            <p:cNvSpPr/>
            <p:nvPr/>
          </p:nvSpPr>
          <p:spPr>
            <a:xfrm>
              <a:off x="6571869" y="485793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93B85C8-D790-4A7B-9A7B-F8D051EE7238}"/>
                </a:ext>
              </a:extLst>
            </p:cNvPr>
            <p:cNvSpPr/>
            <p:nvPr/>
          </p:nvSpPr>
          <p:spPr>
            <a:xfrm>
              <a:off x="6807767" y="459375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3" name="Hexagon 2862">
              <a:extLst>
                <a:ext uri="{FF2B5EF4-FFF2-40B4-BE49-F238E27FC236}">
                  <a16:creationId xmlns:a16="http://schemas.microsoft.com/office/drawing/2014/main" id="{829BE34E-9CD7-4835-BE7F-A6EAAC8B1406}"/>
                </a:ext>
              </a:extLst>
            </p:cNvPr>
            <p:cNvSpPr/>
            <p:nvPr/>
          </p:nvSpPr>
          <p:spPr>
            <a:xfrm>
              <a:off x="6807766" y="477210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4" name="Hexagon 2863">
              <a:extLst>
                <a:ext uri="{FF2B5EF4-FFF2-40B4-BE49-F238E27FC236}">
                  <a16:creationId xmlns:a16="http://schemas.microsoft.com/office/drawing/2014/main" id="{E546AE2F-794C-417E-8F6A-5A4D06A837A0}"/>
                </a:ext>
              </a:extLst>
            </p:cNvPr>
            <p:cNvSpPr/>
            <p:nvPr/>
          </p:nvSpPr>
          <p:spPr>
            <a:xfrm>
              <a:off x="7044381" y="468185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26D52FDC-E5D0-4239-86A1-D8096C9A9A21}"/>
                </a:ext>
              </a:extLst>
            </p:cNvPr>
            <p:cNvSpPr/>
            <p:nvPr/>
          </p:nvSpPr>
          <p:spPr>
            <a:xfrm>
              <a:off x="7275751" y="459354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FEBB8FE4-6FF8-4D6B-AD2C-3761B50149C4}"/>
                </a:ext>
              </a:extLst>
            </p:cNvPr>
            <p:cNvSpPr/>
            <p:nvPr/>
          </p:nvSpPr>
          <p:spPr>
            <a:xfrm>
              <a:off x="7508992" y="468892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7299E51D-21D0-4CEC-8DFA-8C2478E53B9D}"/>
                </a:ext>
              </a:extLst>
            </p:cNvPr>
            <p:cNvSpPr/>
            <p:nvPr/>
          </p:nvSpPr>
          <p:spPr>
            <a:xfrm>
              <a:off x="6565934" y="504229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E83B2059-C12A-4D6C-89C8-0D424BE0F880}"/>
                </a:ext>
              </a:extLst>
            </p:cNvPr>
            <p:cNvSpPr/>
            <p:nvPr/>
          </p:nvSpPr>
          <p:spPr>
            <a:xfrm>
              <a:off x="6807765" y="495398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58C4117D-9708-4A04-98BF-431214AF3B02}"/>
                </a:ext>
              </a:extLst>
            </p:cNvPr>
            <p:cNvSpPr/>
            <p:nvPr/>
          </p:nvSpPr>
          <p:spPr>
            <a:xfrm>
              <a:off x="6569964" y="522732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D9FB6943-F5CD-4B83-BB93-8E29FEB7C4F6}"/>
                </a:ext>
              </a:extLst>
            </p:cNvPr>
            <p:cNvSpPr/>
            <p:nvPr/>
          </p:nvSpPr>
          <p:spPr>
            <a:xfrm>
              <a:off x="6574097" y="541079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F1164F82-C5E4-4A90-AAE2-E12255C15FC7}"/>
                </a:ext>
              </a:extLst>
            </p:cNvPr>
            <p:cNvSpPr/>
            <p:nvPr/>
          </p:nvSpPr>
          <p:spPr>
            <a:xfrm>
              <a:off x="6801535" y="531395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DFAFE590-6AA8-4136-B7CB-5E31DB598EDA}"/>
                </a:ext>
              </a:extLst>
            </p:cNvPr>
            <p:cNvSpPr/>
            <p:nvPr/>
          </p:nvSpPr>
          <p:spPr>
            <a:xfrm>
              <a:off x="7040378" y="540367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AE9BF04A-2A3D-4C38-AB3F-31A11A0ECB84}"/>
                </a:ext>
              </a:extLst>
            </p:cNvPr>
            <p:cNvSpPr/>
            <p:nvPr/>
          </p:nvSpPr>
          <p:spPr>
            <a:xfrm>
              <a:off x="6565933" y="558993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5A00FA55-5897-48D1-BFB6-D745DE987A84}"/>
                </a:ext>
              </a:extLst>
            </p:cNvPr>
            <p:cNvSpPr/>
            <p:nvPr/>
          </p:nvSpPr>
          <p:spPr>
            <a:xfrm>
              <a:off x="6565933" y="577195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2E8C6EF8-FA3A-48B1-847B-1EB7060C2549}"/>
                </a:ext>
              </a:extLst>
            </p:cNvPr>
            <p:cNvSpPr/>
            <p:nvPr/>
          </p:nvSpPr>
          <p:spPr>
            <a:xfrm>
              <a:off x="6565932" y="594985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B38B0D03-0F7A-41FF-BBA3-2452DB1ED3B3}"/>
                </a:ext>
              </a:extLst>
            </p:cNvPr>
            <p:cNvSpPr/>
            <p:nvPr/>
          </p:nvSpPr>
          <p:spPr>
            <a:xfrm>
              <a:off x="6801535" y="567810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E95D3E96-9892-4C0E-ACB0-735857EB6E52}"/>
                </a:ext>
              </a:extLst>
            </p:cNvPr>
            <p:cNvSpPr/>
            <p:nvPr/>
          </p:nvSpPr>
          <p:spPr>
            <a:xfrm>
              <a:off x="6801535" y="586013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75A276D3-F197-40E1-A315-C5D0616B87AB}"/>
                </a:ext>
              </a:extLst>
            </p:cNvPr>
            <p:cNvSpPr/>
            <p:nvPr/>
          </p:nvSpPr>
          <p:spPr>
            <a:xfrm>
              <a:off x="7044381" y="559611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05C166BF-832C-4DC7-BE79-C1C26875F209}"/>
                </a:ext>
              </a:extLst>
            </p:cNvPr>
            <p:cNvSpPr/>
            <p:nvPr/>
          </p:nvSpPr>
          <p:spPr>
            <a:xfrm>
              <a:off x="7044381" y="577813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94B1852E-D77B-426F-9B7A-C13642F2F046}"/>
                </a:ext>
              </a:extLst>
            </p:cNvPr>
            <p:cNvSpPr/>
            <p:nvPr/>
          </p:nvSpPr>
          <p:spPr>
            <a:xfrm>
              <a:off x="7279983" y="568401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7007E9D0-43E8-473F-B6E8-6493F28B21EB}"/>
                </a:ext>
              </a:extLst>
            </p:cNvPr>
            <p:cNvSpPr/>
            <p:nvPr/>
          </p:nvSpPr>
          <p:spPr>
            <a:xfrm>
              <a:off x="7279983" y="586603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DCFC351D-A0C4-4EC6-9D72-A3789EE8BDBE}"/>
                </a:ext>
              </a:extLst>
            </p:cNvPr>
            <p:cNvSpPr/>
            <p:nvPr/>
          </p:nvSpPr>
          <p:spPr>
            <a:xfrm>
              <a:off x="7508992" y="576973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48FA404-E6D7-4B82-AEF8-F3A4D1894CFB}"/>
                </a:ext>
              </a:extLst>
            </p:cNvPr>
            <p:cNvSpPr/>
            <p:nvPr/>
          </p:nvSpPr>
          <p:spPr>
            <a:xfrm>
              <a:off x="7508992" y="595176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B3364BE7-6060-4B8B-93D6-5AECAB7752C2}"/>
                </a:ext>
              </a:extLst>
            </p:cNvPr>
            <p:cNvSpPr/>
            <p:nvPr/>
          </p:nvSpPr>
          <p:spPr>
            <a:xfrm>
              <a:off x="7037137" y="594802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3289C6D9-7630-41B4-9540-91D0877B561D}"/>
                </a:ext>
              </a:extLst>
            </p:cNvPr>
            <p:cNvSpPr/>
            <p:nvPr/>
          </p:nvSpPr>
          <p:spPr>
            <a:xfrm>
              <a:off x="7504989" y="558693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64442525-D8CF-4057-B682-22B34C7D8D52}"/>
                </a:ext>
              </a:extLst>
            </p:cNvPr>
            <p:cNvSpPr/>
            <p:nvPr/>
          </p:nvSpPr>
          <p:spPr>
            <a:xfrm>
              <a:off x="7736554" y="567437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222CCC8E-5A5D-441B-B857-72F4A6BEE134}"/>
                </a:ext>
              </a:extLst>
            </p:cNvPr>
            <p:cNvSpPr/>
            <p:nvPr/>
          </p:nvSpPr>
          <p:spPr>
            <a:xfrm>
              <a:off x="7736554" y="585639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0A7AA6CE-CE46-4483-B52F-24740141CA61}"/>
                </a:ext>
              </a:extLst>
            </p:cNvPr>
            <p:cNvSpPr/>
            <p:nvPr/>
          </p:nvSpPr>
          <p:spPr>
            <a:xfrm>
              <a:off x="7736554" y="549720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E0EC5A5-570F-4F14-B6B7-90B3FF7BDEC5}"/>
                </a:ext>
              </a:extLst>
            </p:cNvPr>
            <p:cNvSpPr/>
            <p:nvPr/>
          </p:nvSpPr>
          <p:spPr>
            <a:xfrm>
              <a:off x="7736553" y="622914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F1203A6F-5012-4530-B413-B59792E97789}"/>
                </a:ext>
              </a:extLst>
            </p:cNvPr>
            <p:cNvSpPr/>
            <p:nvPr/>
          </p:nvSpPr>
          <p:spPr>
            <a:xfrm>
              <a:off x="7970625" y="613160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E04D4871-F0ED-430A-848D-92411D86CEEF}"/>
                </a:ext>
              </a:extLst>
            </p:cNvPr>
            <p:cNvSpPr/>
            <p:nvPr/>
          </p:nvSpPr>
          <p:spPr>
            <a:xfrm>
              <a:off x="7965563" y="595766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35EA00F1-AE79-471B-A762-8BE2BD6BC04E}"/>
                </a:ext>
              </a:extLst>
            </p:cNvPr>
            <p:cNvSpPr/>
            <p:nvPr/>
          </p:nvSpPr>
          <p:spPr>
            <a:xfrm>
              <a:off x="7975154" y="577129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C44FD316-BE83-438F-9FD6-F5DB8D18140D}"/>
                </a:ext>
              </a:extLst>
            </p:cNvPr>
            <p:cNvSpPr/>
            <p:nvPr/>
          </p:nvSpPr>
          <p:spPr>
            <a:xfrm>
              <a:off x="7975154" y="558883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89E78AED-C0B4-4C11-9F58-9A2D8AEDC6B5}"/>
                </a:ext>
              </a:extLst>
            </p:cNvPr>
            <p:cNvSpPr/>
            <p:nvPr/>
          </p:nvSpPr>
          <p:spPr>
            <a:xfrm>
              <a:off x="7968307" y="540638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66BC1DC1-D20D-4FA6-8E11-E63BF776941F}"/>
                </a:ext>
              </a:extLst>
            </p:cNvPr>
            <p:cNvSpPr/>
            <p:nvPr/>
          </p:nvSpPr>
          <p:spPr>
            <a:xfrm>
              <a:off x="7968307" y="522732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1012CC9A-59FE-42D6-96AD-29A3B3499BBF}"/>
                </a:ext>
              </a:extLst>
            </p:cNvPr>
            <p:cNvSpPr/>
            <p:nvPr/>
          </p:nvSpPr>
          <p:spPr>
            <a:xfrm>
              <a:off x="7037136" y="504922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E33067BB-F380-4765-B3DB-BC7176181FB0}"/>
                </a:ext>
              </a:extLst>
            </p:cNvPr>
            <p:cNvSpPr/>
            <p:nvPr/>
          </p:nvSpPr>
          <p:spPr>
            <a:xfrm>
              <a:off x="7037136" y="486415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0" name="Hexagon 2899">
              <a:extLst>
                <a:ext uri="{FF2B5EF4-FFF2-40B4-BE49-F238E27FC236}">
                  <a16:creationId xmlns:a16="http://schemas.microsoft.com/office/drawing/2014/main" id="{B5B11C85-3EE9-45A1-AF03-2EBD8785D5D9}"/>
                </a:ext>
              </a:extLst>
            </p:cNvPr>
            <p:cNvSpPr/>
            <p:nvPr/>
          </p:nvSpPr>
          <p:spPr>
            <a:xfrm>
              <a:off x="7280995" y="477859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1" name="Hexagon 2900">
              <a:extLst>
                <a:ext uri="{FF2B5EF4-FFF2-40B4-BE49-F238E27FC236}">
                  <a16:creationId xmlns:a16="http://schemas.microsoft.com/office/drawing/2014/main" id="{A8D777D5-9920-4F62-87E2-D1C27E148668}"/>
                </a:ext>
              </a:extLst>
            </p:cNvPr>
            <p:cNvSpPr/>
            <p:nvPr/>
          </p:nvSpPr>
          <p:spPr>
            <a:xfrm>
              <a:off x="7274937" y="495128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F798155E-2537-4F3B-BAF1-00A48D7F5D9E}"/>
                </a:ext>
              </a:extLst>
            </p:cNvPr>
            <p:cNvSpPr/>
            <p:nvPr/>
          </p:nvSpPr>
          <p:spPr>
            <a:xfrm>
              <a:off x="7506439" y="504232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9EC1E0B3-AD32-4553-AABA-4DCEFFEC14B9}"/>
                </a:ext>
              </a:extLst>
            </p:cNvPr>
            <p:cNvSpPr/>
            <p:nvPr/>
          </p:nvSpPr>
          <p:spPr>
            <a:xfrm>
              <a:off x="7754223" y="495487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508C7159-67F2-4A5E-94E6-A689947FBE10}"/>
                </a:ext>
              </a:extLst>
            </p:cNvPr>
            <p:cNvSpPr/>
            <p:nvPr/>
          </p:nvSpPr>
          <p:spPr>
            <a:xfrm>
              <a:off x="7745231" y="477797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D5CDF86-2437-40B1-9990-7BB0AB8CE837}"/>
                </a:ext>
              </a:extLst>
            </p:cNvPr>
            <p:cNvSpPr/>
            <p:nvPr/>
          </p:nvSpPr>
          <p:spPr>
            <a:xfrm>
              <a:off x="7975154" y="504121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58A738D5-B843-4EB4-AC74-E1CA107C4847}"/>
                </a:ext>
              </a:extLst>
            </p:cNvPr>
            <p:cNvSpPr/>
            <p:nvPr/>
          </p:nvSpPr>
          <p:spPr>
            <a:xfrm>
              <a:off x="7973782" y="486811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EE4EB88E-CE02-498D-8EC0-6F8B1704B48D}"/>
                </a:ext>
              </a:extLst>
            </p:cNvPr>
            <p:cNvSpPr/>
            <p:nvPr/>
          </p:nvSpPr>
          <p:spPr>
            <a:xfrm>
              <a:off x="8200685" y="548752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8" name="Hexagon 2907">
              <a:extLst>
                <a:ext uri="{FF2B5EF4-FFF2-40B4-BE49-F238E27FC236}">
                  <a16:creationId xmlns:a16="http://schemas.microsoft.com/office/drawing/2014/main" id="{35537714-9CAE-4359-95EC-0AA09A36AD56}"/>
                </a:ext>
              </a:extLst>
            </p:cNvPr>
            <p:cNvSpPr/>
            <p:nvPr/>
          </p:nvSpPr>
          <p:spPr>
            <a:xfrm>
              <a:off x="8200685" y="530846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9" name="Hexagon 2908">
              <a:extLst>
                <a:ext uri="{FF2B5EF4-FFF2-40B4-BE49-F238E27FC236}">
                  <a16:creationId xmlns:a16="http://schemas.microsoft.com/office/drawing/2014/main" id="{04551681-8D97-49BD-B02D-D6F183C4CAE8}"/>
                </a:ext>
              </a:extLst>
            </p:cNvPr>
            <p:cNvSpPr/>
            <p:nvPr/>
          </p:nvSpPr>
          <p:spPr>
            <a:xfrm>
              <a:off x="8207532" y="512235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0" name="Hexagon 2909">
              <a:extLst>
                <a:ext uri="{FF2B5EF4-FFF2-40B4-BE49-F238E27FC236}">
                  <a16:creationId xmlns:a16="http://schemas.microsoft.com/office/drawing/2014/main" id="{C40DAF4A-58DE-49E6-9163-E3176BBE1164}"/>
                </a:ext>
              </a:extLst>
            </p:cNvPr>
            <p:cNvSpPr/>
            <p:nvPr/>
          </p:nvSpPr>
          <p:spPr>
            <a:xfrm>
              <a:off x="8206160" y="494926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1" name="Hexagon 2910">
              <a:extLst>
                <a:ext uri="{FF2B5EF4-FFF2-40B4-BE49-F238E27FC236}">
                  <a16:creationId xmlns:a16="http://schemas.microsoft.com/office/drawing/2014/main" id="{8D260731-492A-49B7-ACFB-1C06538A92CE}"/>
                </a:ext>
              </a:extLst>
            </p:cNvPr>
            <p:cNvSpPr/>
            <p:nvPr/>
          </p:nvSpPr>
          <p:spPr>
            <a:xfrm>
              <a:off x="8447380" y="503908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2" name="Hexagon 2911">
              <a:extLst>
                <a:ext uri="{FF2B5EF4-FFF2-40B4-BE49-F238E27FC236}">
                  <a16:creationId xmlns:a16="http://schemas.microsoft.com/office/drawing/2014/main" id="{2BA782AB-5562-47D6-A733-1B04C0E10B81}"/>
                </a:ext>
              </a:extLst>
            </p:cNvPr>
            <p:cNvSpPr/>
            <p:nvPr/>
          </p:nvSpPr>
          <p:spPr>
            <a:xfrm>
              <a:off x="8442142" y="540367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3" name="Hexagon 2912">
              <a:extLst>
                <a:ext uri="{FF2B5EF4-FFF2-40B4-BE49-F238E27FC236}">
                  <a16:creationId xmlns:a16="http://schemas.microsoft.com/office/drawing/2014/main" id="{8792986C-7999-4A94-85B6-271D3366A5F3}"/>
                </a:ext>
              </a:extLst>
            </p:cNvPr>
            <p:cNvSpPr/>
            <p:nvPr/>
          </p:nvSpPr>
          <p:spPr>
            <a:xfrm>
              <a:off x="8431625" y="558273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4" name="Hexagon 2913">
              <a:extLst>
                <a:ext uri="{FF2B5EF4-FFF2-40B4-BE49-F238E27FC236}">
                  <a16:creationId xmlns:a16="http://schemas.microsoft.com/office/drawing/2014/main" id="{510EEF75-5231-40EC-ADE5-A8BD836047D3}"/>
                </a:ext>
              </a:extLst>
            </p:cNvPr>
            <p:cNvSpPr/>
            <p:nvPr/>
          </p:nvSpPr>
          <p:spPr>
            <a:xfrm>
              <a:off x="8432762" y="576286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5" name="Hexagon 2914">
              <a:extLst>
                <a:ext uri="{FF2B5EF4-FFF2-40B4-BE49-F238E27FC236}">
                  <a16:creationId xmlns:a16="http://schemas.microsoft.com/office/drawing/2014/main" id="{22018687-77DF-415C-B7DB-C9928289CB38}"/>
                </a:ext>
              </a:extLst>
            </p:cNvPr>
            <p:cNvSpPr/>
            <p:nvPr/>
          </p:nvSpPr>
          <p:spPr>
            <a:xfrm>
              <a:off x="8435580" y="594573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6" name="Hexagon 2915">
              <a:extLst>
                <a:ext uri="{FF2B5EF4-FFF2-40B4-BE49-F238E27FC236}">
                  <a16:creationId xmlns:a16="http://schemas.microsoft.com/office/drawing/2014/main" id="{B718CCD0-6990-48E3-B0BC-EF8759619ABB}"/>
                </a:ext>
              </a:extLst>
            </p:cNvPr>
            <p:cNvSpPr/>
            <p:nvPr/>
          </p:nvSpPr>
          <p:spPr>
            <a:xfrm>
              <a:off x="8200745" y="585982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7" name="Hexagon 2916">
              <a:extLst>
                <a:ext uri="{FF2B5EF4-FFF2-40B4-BE49-F238E27FC236}">
                  <a16:creationId xmlns:a16="http://schemas.microsoft.com/office/drawing/2014/main" id="{6A291EE0-B076-40F0-A00E-D6A316ED7B59}"/>
                </a:ext>
              </a:extLst>
            </p:cNvPr>
            <p:cNvSpPr/>
            <p:nvPr/>
          </p:nvSpPr>
          <p:spPr>
            <a:xfrm>
              <a:off x="8200684" y="604618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8" name="Hexagon 2917">
              <a:extLst>
                <a:ext uri="{FF2B5EF4-FFF2-40B4-BE49-F238E27FC236}">
                  <a16:creationId xmlns:a16="http://schemas.microsoft.com/office/drawing/2014/main" id="{864F79D6-762A-47F5-897C-ACA292ECFA13}"/>
                </a:ext>
              </a:extLst>
            </p:cNvPr>
            <p:cNvSpPr/>
            <p:nvPr/>
          </p:nvSpPr>
          <p:spPr>
            <a:xfrm>
              <a:off x="7979146" y="647711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9" name="Hexagon 2918">
              <a:extLst>
                <a:ext uri="{FF2B5EF4-FFF2-40B4-BE49-F238E27FC236}">
                  <a16:creationId xmlns:a16="http://schemas.microsoft.com/office/drawing/2014/main" id="{46D90995-2583-417E-85BB-CBCE1DF50C84}"/>
                </a:ext>
              </a:extLst>
            </p:cNvPr>
            <p:cNvSpPr/>
            <p:nvPr/>
          </p:nvSpPr>
          <p:spPr>
            <a:xfrm>
              <a:off x="7974084" y="630318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0" name="Hexagon 2919">
              <a:extLst>
                <a:ext uri="{FF2B5EF4-FFF2-40B4-BE49-F238E27FC236}">
                  <a16:creationId xmlns:a16="http://schemas.microsoft.com/office/drawing/2014/main" id="{F7B74877-AEEB-4892-9877-FF372817C278}"/>
                </a:ext>
              </a:extLst>
            </p:cNvPr>
            <p:cNvSpPr/>
            <p:nvPr/>
          </p:nvSpPr>
          <p:spPr>
            <a:xfrm>
              <a:off x="8211222" y="639169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1" name="Hexagon 2920">
              <a:extLst>
                <a:ext uri="{FF2B5EF4-FFF2-40B4-BE49-F238E27FC236}">
                  <a16:creationId xmlns:a16="http://schemas.microsoft.com/office/drawing/2014/main" id="{0E3187BC-33F1-4C7A-83A4-88FA3BE4B9F7}"/>
                </a:ext>
              </a:extLst>
            </p:cNvPr>
            <p:cNvSpPr/>
            <p:nvPr/>
          </p:nvSpPr>
          <p:spPr>
            <a:xfrm>
              <a:off x="8206160" y="621776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2" name="Hexagon 2921">
              <a:extLst>
                <a:ext uri="{FF2B5EF4-FFF2-40B4-BE49-F238E27FC236}">
                  <a16:creationId xmlns:a16="http://schemas.microsoft.com/office/drawing/2014/main" id="{C0F3B59C-32BB-432F-AC53-384DD09DCC8E}"/>
                </a:ext>
              </a:extLst>
            </p:cNvPr>
            <p:cNvSpPr/>
            <p:nvPr/>
          </p:nvSpPr>
          <p:spPr>
            <a:xfrm>
              <a:off x="8437822" y="630006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3" name="Hexagon 2922">
              <a:extLst>
                <a:ext uri="{FF2B5EF4-FFF2-40B4-BE49-F238E27FC236}">
                  <a16:creationId xmlns:a16="http://schemas.microsoft.com/office/drawing/2014/main" id="{A072EDD4-F623-4563-8FD5-924579AF7156}"/>
                </a:ext>
              </a:extLst>
            </p:cNvPr>
            <p:cNvSpPr/>
            <p:nvPr/>
          </p:nvSpPr>
          <p:spPr>
            <a:xfrm>
              <a:off x="8432760" y="612613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4" name="Hexagon 2923">
              <a:extLst>
                <a:ext uri="{FF2B5EF4-FFF2-40B4-BE49-F238E27FC236}">
                  <a16:creationId xmlns:a16="http://schemas.microsoft.com/office/drawing/2014/main" id="{529AC13E-179D-4EDC-AE40-4260B4986D23}"/>
                </a:ext>
              </a:extLst>
            </p:cNvPr>
            <p:cNvSpPr/>
            <p:nvPr/>
          </p:nvSpPr>
          <p:spPr>
            <a:xfrm>
              <a:off x="8668745" y="585337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5" name="Hexagon 2924">
              <a:extLst>
                <a:ext uri="{FF2B5EF4-FFF2-40B4-BE49-F238E27FC236}">
                  <a16:creationId xmlns:a16="http://schemas.microsoft.com/office/drawing/2014/main" id="{F16F7F1A-31B1-4D8B-9D38-700A40EF97B5}"/>
                </a:ext>
              </a:extLst>
            </p:cNvPr>
            <p:cNvSpPr/>
            <p:nvPr/>
          </p:nvSpPr>
          <p:spPr>
            <a:xfrm>
              <a:off x="8673357" y="603810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6" name="Hexagon 2925">
              <a:extLst>
                <a:ext uri="{FF2B5EF4-FFF2-40B4-BE49-F238E27FC236}">
                  <a16:creationId xmlns:a16="http://schemas.microsoft.com/office/drawing/2014/main" id="{9D85889B-C35C-4799-8F95-C42ABDE6CBD7}"/>
                </a:ext>
              </a:extLst>
            </p:cNvPr>
            <p:cNvSpPr/>
            <p:nvPr/>
          </p:nvSpPr>
          <p:spPr>
            <a:xfrm>
              <a:off x="8668745" y="622136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7" name="Hexagon 2926">
              <a:extLst>
                <a:ext uri="{FF2B5EF4-FFF2-40B4-BE49-F238E27FC236}">
                  <a16:creationId xmlns:a16="http://schemas.microsoft.com/office/drawing/2014/main" id="{C0A7EC4A-6BBE-45D9-9ED8-5D49D175D05B}"/>
                </a:ext>
              </a:extLst>
            </p:cNvPr>
            <p:cNvSpPr/>
            <p:nvPr/>
          </p:nvSpPr>
          <p:spPr>
            <a:xfrm>
              <a:off x="8668744" y="640137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8" name="Hexagon 2927">
              <a:extLst>
                <a:ext uri="{FF2B5EF4-FFF2-40B4-BE49-F238E27FC236}">
                  <a16:creationId xmlns:a16="http://schemas.microsoft.com/office/drawing/2014/main" id="{1E9C335F-2AD1-4590-9A54-8E73F6C25121}"/>
                </a:ext>
              </a:extLst>
            </p:cNvPr>
            <p:cNvSpPr/>
            <p:nvPr/>
          </p:nvSpPr>
          <p:spPr>
            <a:xfrm>
              <a:off x="8668743" y="658000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2" name="Hexagon 2931">
              <a:extLst>
                <a:ext uri="{FF2B5EF4-FFF2-40B4-BE49-F238E27FC236}">
                  <a16:creationId xmlns:a16="http://schemas.microsoft.com/office/drawing/2014/main" id="{4C3C4755-9368-4987-903D-A0E6902B3089}"/>
                </a:ext>
              </a:extLst>
            </p:cNvPr>
            <p:cNvSpPr/>
            <p:nvPr/>
          </p:nvSpPr>
          <p:spPr>
            <a:xfrm>
              <a:off x="8904729" y="557654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3" name="Hexagon 2932">
              <a:extLst>
                <a:ext uri="{FF2B5EF4-FFF2-40B4-BE49-F238E27FC236}">
                  <a16:creationId xmlns:a16="http://schemas.microsoft.com/office/drawing/2014/main" id="{A9097058-CBD9-4528-9AAA-831E08A02F32}"/>
                </a:ext>
              </a:extLst>
            </p:cNvPr>
            <p:cNvSpPr/>
            <p:nvPr/>
          </p:nvSpPr>
          <p:spPr>
            <a:xfrm>
              <a:off x="8909341" y="576127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4" name="Hexagon 2933">
              <a:extLst>
                <a:ext uri="{FF2B5EF4-FFF2-40B4-BE49-F238E27FC236}">
                  <a16:creationId xmlns:a16="http://schemas.microsoft.com/office/drawing/2014/main" id="{871DD6EF-F799-4A82-A71E-2FCF5C574E3B}"/>
                </a:ext>
              </a:extLst>
            </p:cNvPr>
            <p:cNvSpPr/>
            <p:nvPr/>
          </p:nvSpPr>
          <p:spPr>
            <a:xfrm>
              <a:off x="8904729" y="594453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5" name="Hexagon 2934">
              <a:extLst>
                <a:ext uri="{FF2B5EF4-FFF2-40B4-BE49-F238E27FC236}">
                  <a16:creationId xmlns:a16="http://schemas.microsoft.com/office/drawing/2014/main" id="{8A32B6F5-68B4-4458-8EC8-B838275AF6AA}"/>
                </a:ext>
              </a:extLst>
            </p:cNvPr>
            <p:cNvSpPr/>
            <p:nvPr/>
          </p:nvSpPr>
          <p:spPr>
            <a:xfrm>
              <a:off x="8904728" y="612454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6" name="Hexagon 2935">
              <a:extLst>
                <a:ext uri="{FF2B5EF4-FFF2-40B4-BE49-F238E27FC236}">
                  <a16:creationId xmlns:a16="http://schemas.microsoft.com/office/drawing/2014/main" id="{BF93522B-D569-4FD7-A4C8-995064D19D6E}"/>
                </a:ext>
              </a:extLst>
            </p:cNvPr>
            <p:cNvSpPr/>
            <p:nvPr/>
          </p:nvSpPr>
          <p:spPr>
            <a:xfrm>
              <a:off x="8904727" y="630318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7" name="Hexagon 2936">
              <a:extLst>
                <a:ext uri="{FF2B5EF4-FFF2-40B4-BE49-F238E27FC236}">
                  <a16:creationId xmlns:a16="http://schemas.microsoft.com/office/drawing/2014/main" id="{4BB765A1-0463-4819-9491-BB938C8F0C4F}"/>
                </a:ext>
              </a:extLst>
            </p:cNvPr>
            <p:cNvSpPr/>
            <p:nvPr/>
          </p:nvSpPr>
          <p:spPr>
            <a:xfrm>
              <a:off x="9135651" y="567521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8" name="Hexagon 2937">
              <a:extLst>
                <a:ext uri="{FF2B5EF4-FFF2-40B4-BE49-F238E27FC236}">
                  <a16:creationId xmlns:a16="http://schemas.microsoft.com/office/drawing/2014/main" id="{245A84A8-A5CD-4652-B52D-170ADE0640DF}"/>
                </a:ext>
              </a:extLst>
            </p:cNvPr>
            <p:cNvSpPr/>
            <p:nvPr/>
          </p:nvSpPr>
          <p:spPr>
            <a:xfrm>
              <a:off x="9140263" y="585995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9" name="Hexagon 2938">
              <a:extLst>
                <a:ext uri="{FF2B5EF4-FFF2-40B4-BE49-F238E27FC236}">
                  <a16:creationId xmlns:a16="http://schemas.microsoft.com/office/drawing/2014/main" id="{F9DB2DC0-DCAA-425F-BBFF-B88907D5837C}"/>
                </a:ext>
              </a:extLst>
            </p:cNvPr>
            <p:cNvSpPr/>
            <p:nvPr/>
          </p:nvSpPr>
          <p:spPr>
            <a:xfrm>
              <a:off x="9135651" y="604321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0" name="Hexagon 2939">
              <a:extLst>
                <a:ext uri="{FF2B5EF4-FFF2-40B4-BE49-F238E27FC236}">
                  <a16:creationId xmlns:a16="http://schemas.microsoft.com/office/drawing/2014/main" id="{375FEFE9-67DB-4AA4-9D62-47ABAADE8D9D}"/>
                </a:ext>
              </a:extLst>
            </p:cNvPr>
            <p:cNvSpPr/>
            <p:nvPr/>
          </p:nvSpPr>
          <p:spPr>
            <a:xfrm>
              <a:off x="9370662" y="576127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1" name="Hexagon 2940">
              <a:extLst>
                <a:ext uri="{FF2B5EF4-FFF2-40B4-BE49-F238E27FC236}">
                  <a16:creationId xmlns:a16="http://schemas.microsoft.com/office/drawing/2014/main" id="{A6D704E5-1031-4B45-B18C-29B1110B60ED}"/>
                </a:ext>
              </a:extLst>
            </p:cNvPr>
            <p:cNvSpPr/>
            <p:nvPr/>
          </p:nvSpPr>
          <p:spPr>
            <a:xfrm>
              <a:off x="9365194" y="613160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2" name="Hexagon 2941">
              <a:extLst>
                <a:ext uri="{FF2B5EF4-FFF2-40B4-BE49-F238E27FC236}">
                  <a16:creationId xmlns:a16="http://schemas.microsoft.com/office/drawing/2014/main" id="{96C9E0A9-80D2-44FC-828C-7B6601D32E6B}"/>
                </a:ext>
              </a:extLst>
            </p:cNvPr>
            <p:cNvSpPr/>
            <p:nvPr/>
          </p:nvSpPr>
          <p:spPr>
            <a:xfrm>
              <a:off x="9602557" y="603736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3" name="Hexagon 2942">
              <a:extLst>
                <a:ext uri="{FF2B5EF4-FFF2-40B4-BE49-F238E27FC236}">
                  <a16:creationId xmlns:a16="http://schemas.microsoft.com/office/drawing/2014/main" id="{9A2BA3A1-ED43-498B-8E93-C3363DD8F340}"/>
                </a:ext>
              </a:extLst>
            </p:cNvPr>
            <p:cNvSpPr/>
            <p:nvPr/>
          </p:nvSpPr>
          <p:spPr>
            <a:xfrm>
              <a:off x="9137480" y="640137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4" name="Hexagon 2943">
              <a:extLst>
                <a:ext uri="{FF2B5EF4-FFF2-40B4-BE49-F238E27FC236}">
                  <a16:creationId xmlns:a16="http://schemas.microsoft.com/office/drawing/2014/main" id="{CAB3B1DC-B22A-4904-8B4E-5EE6702F1AE3}"/>
                </a:ext>
              </a:extLst>
            </p:cNvPr>
            <p:cNvSpPr/>
            <p:nvPr/>
          </p:nvSpPr>
          <p:spPr>
            <a:xfrm>
              <a:off x="9140488" y="658463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5" name="Hexagon 2944">
              <a:extLst>
                <a:ext uri="{FF2B5EF4-FFF2-40B4-BE49-F238E27FC236}">
                  <a16:creationId xmlns:a16="http://schemas.microsoft.com/office/drawing/2014/main" id="{63C2CD52-F247-4B07-B669-4BCF32FFD72D}"/>
                </a:ext>
              </a:extLst>
            </p:cNvPr>
            <p:cNvSpPr/>
            <p:nvPr/>
          </p:nvSpPr>
          <p:spPr>
            <a:xfrm>
              <a:off x="8901719" y="649300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6" name="Hexagon 2945">
              <a:extLst>
                <a:ext uri="{FF2B5EF4-FFF2-40B4-BE49-F238E27FC236}">
                  <a16:creationId xmlns:a16="http://schemas.microsoft.com/office/drawing/2014/main" id="{1B0CB63B-7730-4616-804F-7F74323068CE}"/>
                </a:ext>
              </a:extLst>
            </p:cNvPr>
            <p:cNvSpPr/>
            <p:nvPr/>
          </p:nvSpPr>
          <p:spPr>
            <a:xfrm>
              <a:off x="8904727" y="667625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7" name="Hexagon 2946">
              <a:extLst>
                <a:ext uri="{FF2B5EF4-FFF2-40B4-BE49-F238E27FC236}">
                  <a16:creationId xmlns:a16="http://schemas.microsoft.com/office/drawing/2014/main" id="{86654731-2B11-4618-B5E2-ABC8E72ABC05}"/>
                </a:ext>
              </a:extLst>
            </p:cNvPr>
            <p:cNvSpPr/>
            <p:nvPr/>
          </p:nvSpPr>
          <p:spPr>
            <a:xfrm>
              <a:off x="9135651" y="694147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C0FDC70-0438-4CAB-BBC4-5CFA1FAD3FDC}"/>
                </a:ext>
              </a:extLst>
            </p:cNvPr>
            <p:cNvSpPr/>
            <p:nvPr/>
          </p:nvSpPr>
          <p:spPr>
            <a:xfrm>
              <a:off x="9135651" y="712473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E372EB23-8A86-4271-9AB5-89C701D90494}"/>
                </a:ext>
              </a:extLst>
            </p:cNvPr>
            <p:cNvSpPr/>
            <p:nvPr/>
          </p:nvSpPr>
          <p:spPr>
            <a:xfrm>
              <a:off x="8898711" y="685489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17ABE110-3B2E-4D17-A48C-495A31E7C786}"/>
                </a:ext>
              </a:extLst>
            </p:cNvPr>
            <p:cNvSpPr/>
            <p:nvPr/>
          </p:nvSpPr>
          <p:spPr>
            <a:xfrm>
              <a:off x="8901719" y="703815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AFF3BA01-1D7C-4AA3-AADA-D373FBB80D1B}"/>
                </a:ext>
              </a:extLst>
            </p:cNvPr>
            <p:cNvSpPr/>
            <p:nvPr/>
          </p:nvSpPr>
          <p:spPr>
            <a:xfrm>
              <a:off x="8661771" y="676326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E4D1F5DC-E0E4-4D39-987E-443EC4681F8F}"/>
                </a:ext>
              </a:extLst>
            </p:cNvPr>
            <p:cNvSpPr/>
            <p:nvPr/>
          </p:nvSpPr>
          <p:spPr>
            <a:xfrm>
              <a:off x="8664779" y="694652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2DF37E2-38BE-4E29-BD06-464C778B3889}"/>
                </a:ext>
              </a:extLst>
            </p:cNvPr>
            <p:cNvSpPr/>
            <p:nvPr/>
          </p:nvSpPr>
          <p:spPr>
            <a:xfrm>
              <a:off x="8429461" y="685681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DD9B43C7-8883-4976-B849-813B747C12E2}"/>
                </a:ext>
              </a:extLst>
            </p:cNvPr>
            <p:cNvSpPr/>
            <p:nvPr/>
          </p:nvSpPr>
          <p:spPr>
            <a:xfrm>
              <a:off x="8432469" y="704007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78BA2832-56C5-468E-B375-20D44247614E}"/>
                </a:ext>
              </a:extLst>
            </p:cNvPr>
            <p:cNvSpPr/>
            <p:nvPr/>
          </p:nvSpPr>
          <p:spPr>
            <a:xfrm>
              <a:off x="8665735" y="712473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6" name="Hexagon 2955">
              <a:extLst>
                <a:ext uri="{FF2B5EF4-FFF2-40B4-BE49-F238E27FC236}">
                  <a16:creationId xmlns:a16="http://schemas.microsoft.com/office/drawing/2014/main" id="{9245ECD0-E629-428B-BB5E-223C00C34AB7}"/>
                </a:ext>
              </a:extLst>
            </p:cNvPr>
            <p:cNvSpPr/>
            <p:nvPr/>
          </p:nvSpPr>
          <p:spPr>
            <a:xfrm>
              <a:off x="8668743" y="730799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7" name="Hexagon 2956">
              <a:extLst>
                <a:ext uri="{FF2B5EF4-FFF2-40B4-BE49-F238E27FC236}">
                  <a16:creationId xmlns:a16="http://schemas.microsoft.com/office/drawing/2014/main" id="{CAFDF194-9987-4454-BD61-FB307FA44D52}"/>
                </a:ext>
              </a:extLst>
            </p:cNvPr>
            <p:cNvSpPr/>
            <p:nvPr/>
          </p:nvSpPr>
          <p:spPr>
            <a:xfrm>
              <a:off x="8901695" y="739655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8" name="Hexagon 2957">
              <a:extLst>
                <a:ext uri="{FF2B5EF4-FFF2-40B4-BE49-F238E27FC236}">
                  <a16:creationId xmlns:a16="http://schemas.microsoft.com/office/drawing/2014/main" id="{930B20CE-CC63-4DB2-864E-2B07EFFE271B}"/>
                </a:ext>
              </a:extLst>
            </p:cNvPr>
            <p:cNvSpPr/>
            <p:nvPr/>
          </p:nvSpPr>
          <p:spPr>
            <a:xfrm>
              <a:off x="8894172" y="758001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9" name="Hexagon 2958">
              <a:extLst>
                <a:ext uri="{FF2B5EF4-FFF2-40B4-BE49-F238E27FC236}">
                  <a16:creationId xmlns:a16="http://schemas.microsoft.com/office/drawing/2014/main" id="{23B69D9A-0B3E-4B2B-B492-04C0AB0CBDC4}"/>
                </a:ext>
              </a:extLst>
            </p:cNvPr>
            <p:cNvSpPr/>
            <p:nvPr/>
          </p:nvSpPr>
          <p:spPr>
            <a:xfrm>
              <a:off x="8661770" y="767164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0" name="Hexagon 2959">
              <a:extLst>
                <a:ext uri="{FF2B5EF4-FFF2-40B4-BE49-F238E27FC236}">
                  <a16:creationId xmlns:a16="http://schemas.microsoft.com/office/drawing/2014/main" id="{73B024DF-0044-4268-AE54-1575AB5AB4B5}"/>
                </a:ext>
              </a:extLst>
            </p:cNvPr>
            <p:cNvSpPr/>
            <p:nvPr/>
          </p:nvSpPr>
          <p:spPr>
            <a:xfrm>
              <a:off x="8429461" y="721654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1" name="Hexagon 2960">
              <a:extLst>
                <a:ext uri="{FF2B5EF4-FFF2-40B4-BE49-F238E27FC236}">
                  <a16:creationId xmlns:a16="http://schemas.microsoft.com/office/drawing/2014/main" id="{21E59301-E6BD-46F8-9777-0747E5C3FB9E}"/>
                </a:ext>
              </a:extLst>
            </p:cNvPr>
            <p:cNvSpPr/>
            <p:nvPr/>
          </p:nvSpPr>
          <p:spPr>
            <a:xfrm>
              <a:off x="8427264" y="7402376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2" name="Hexagon 2961">
              <a:extLst>
                <a:ext uri="{FF2B5EF4-FFF2-40B4-BE49-F238E27FC236}">
                  <a16:creationId xmlns:a16="http://schemas.microsoft.com/office/drawing/2014/main" id="{4FFC30FE-DC88-4EA1-80DB-DDC288E7F6BD}"/>
                </a:ext>
              </a:extLst>
            </p:cNvPr>
            <p:cNvSpPr/>
            <p:nvPr/>
          </p:nvSpPr>
          <p:spPr>
            <a:xfrm>
              <a:off x="8425879" y="758563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3" name="Hexagon 2962">
              <a:extLst>
                <a:ext uri="{FF2B5EF4-FFF2-40B4-BE49-F238E27FC236}">
                  <a16:creationId xmlns:a16="http://schemas.microsoft.com/office/drawing/2014/main" id="{F063A490-EA27-478E-AE33-6F373176472D}"/>
                </a:ext>
              </a:extLst>
            </p:cNvPr>
            <p:cNvSpPr/>
            <p:nvPr/>
          </p:nvSpPr>
          <p:spPr>
            <a:xfrm>
              <a:off x="8184189" y="694667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4" name="Hexagon 2963">
              <a:extLst>
                <a:ext uri="{FF2B5EF4-FFF2-40B4-BE49-F238E27FC236}">
                  <a16:creationId xmlns:a16="http://schemas.microsoft.com/office/drawing/2014/main" id="{156739C8-F887-40BE-B2BB-0D247BA3BB83}"/>
                </a:ext>
              </a:extLst>
            </p:cNvPr>
            <p:cNvSpPr/>
            <p:nvPr/>
          </p:nvSpPr>
          <p:spPr>
            <a:xfrm>
              <a:off x="8191304" y="730859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5" name="Hexagon 2964">
              <a:extLst>
                <a:ext uri="{FF2B5EF4-FFF2-40B4-BE49-F238E27FC236}">
                  <a16:creationId xmlns:a16="http://schemas.microsoft.com/office/drawing/2014/main" id="{F29A4E46-F0A5-48AA-8426-450BE33B784E}"/>
                </a:ext>
              </a:extLst>
            </p:cNvPr>
            <p:cNvSpPr/>
            <p:nvPr/>
          </p:nvSpPr>
          <p:spPr>
            <a:xfrm>
              <a:off x="8189525" y="7491607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6" name="Hexagon 2965">
              <a:extLst>
                <a:ext uri="{FF2B5EF4-FFF2-40B4-BE49-F238E27FC236}">
                  <a16:creationId xmlns:a16="http://schemas.microsoft.com/office/drawing/2014/main" id="{58E12570-23F0-4CA0-8463-CB7A1403B7A4}"/>
                </a:ext>
              </a:extLst>
            </p:cNvPr>
            <p:cNvSpPr/>
            <p:nvPr/>
          </p:nvSpPr>
          <p:spPr>
            <a:xfrm>
              <a:off x="7953565" y="7397822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43ECA883-C2C8-46DF-A2CB-A62EA3C6BB94}"/>
                </a:ext>
              </a:extLst>
            </p:cNvPr>
            <p:cNvSpPr/>
            <p:nvPr/>
          </p:nvSpPr>
          <p:spPr>
            <a:xfrm>
              <a:off x="8191304" y="767614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8" name="Hexagon 2967">
              <a:extLst>
                <a:ext uri="{FF2B5EF4-FFF2-40B4-BE49-F238E27FC236}">
                  <a16:creationId xmlns:a16="http://schemas.microsoft.com/office/drawing/2014/main" id="{6391D0CD-5A6F-43FF-9436-0B126936CD54}"/>
                </a:ext>
              </a:extLst>
            </p:cNvPr>
            <p:cNvSpPr/>
            <p:nvPr/>
          </p:nvSpPr>
          <p:spPr>
            <a:xfrm>
              <a:off x="7955344" y="758235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9" name="Hexagon 2968">
              <a:extLst>
                <a:ext uri="{FF2B5EF4-FFF2-40B4-BE49-F238E27FC236}">
                  <a16:creationId xmlns:a16="http://schemas.microsoft.com/office/drawing/2014/main" id="{57B782CA-5D9C-461A-9498-1AD8ABD7BE9B}"/>
                </a:ext>
              </a:extLst>
            </p:cNvPr>
            <p:cNvSpPr/>
            <p:nvPr/>
          </p:nvSpPr>
          <p:spPr>
            <a:xfrm>
              <a:off x="7953565" y="776537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0" name="Hexagon 2969">
              <a:extLst>
                <a:ext uri="{FF2B5EF4-FFF2-40B4-BE49-F238E27FC236}">
                  <a16:creationId xmlns:a16="http://schemas.microsoft.com/office/drawing/2014/main" id="{AB6E9AF8-FC6A-4084-9688-ACFA1F897800}"/>
                </a:ext>
              </a:extLst>
            </p:cNvPr>
            <p:cNvSpPr/>
            <p:nvPr/>
          </p:nvSpPr>
          <p:spPr>
            <a:xfrm>
              <a:off x="7717605" y="767158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1" name="Hexagon 2970">
              <a:extLst>
                <a:ext uri="{FF2B5EF4-FFF2-40B4-BE49-F238E27FC236}">
                  <a16:creationId xmlns:a16="http://schemas.microsoft.com/office/drawing/2014/main" id="{75FFF43A-A05B-4D3D-A205-E3CD356FF4BA}"/>
                </a:ext>
              </a:extLst>
            </p:cNvPr>
            <p:cNvSpPr/>
            <p:nvPr/>
          </p:nvSpPr>
          <p:spPr>
            <a:xfrm>
              <a:off x="8681130" y="5128785"/>
              <a:ext cx="2940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843739AF-9258-4921-994F-7B20D03A5969}"/>
                </a:ext>
              </a:extLst>
            </p:cNvPr>
            <p:cNvSpPr/>
            <p:nvPr/>
          </p:nvSpPr>
          <p:spPr>
            <a:xfrm>
              <a:off x="8191304" y="839260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B99C2511-4164-4844-9DF0-04717FA3FB31}"/>
                </a:ext>
              </a:extLst>
            </p:cNvPr>
            <p:cNvSpPr/>
            <p:nvPr/>
          </p:nvSpPr>
          <p:spPr>
            <a:xfrm>
              <a:off x="8425879" y="8488300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BDF47A8E-73C0-4976-AA92-9D1CCC80A608}"/>
                </a:ext>
              </a:extLst>
            </p:cNvPr>
            <p:cNvSpPr/>
            <p:nvPr/>
          </p:nvSpPr>
          <p:spPr>
            <a:xfrm>
              <a:off x="8425878" y="866552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4281A12F-41F2-4000-988E-9C9353CA5BB3}"/>
                </a:ext>
              </a:extLst>
            </p:cNvPr>
            <p:cNvSpPr/>
            <p:nvPr/>
          </p:nvSpPr>
          <p:spPr>
            <a:xfrm>
              <a:off x="8184189" y="857389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A43594A5-3B51-47A5-8B5E-4381FCD53FED}"/>
                </a:ext>
              </a:extLst>
            </p:cNvPr>
            <p:cNvSpPr/>
            <p:nvPr/>
          </p:nvSpPr>
          <p:spPr>
            <a:xfrm>
              <a:off x="8190675" y="876063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DF626EE6-4B2E-4F97-ADA6-D0B505F88076}"/>
                </a:ext>
              </a:extLst>
            </p:cNvPr>
            <p:cNvSpPr/>
            <p:nvPr/>
          </p:nvSpPr>
          <p:spPr>
            <a:xfrm>
              <a:off x="7953565" y="885226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242D0A93-2F80-4871-B07C-599A404E4827}"/>
                </a:ext>
              </a:extLst>
            </p:cNvPr>
            <p:cNvSpPr/>
            <p:nvPr/>
          </p:nvSpPr>
          <p:spPr>
            <a:xfrm>
              <a:off x="8190675" y="894389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6A987BD0-DD0B-40DB-94B8-A76127F69EF6}"/>
                </a:ext>
              </a:extLst>
            </p:cNvPr>
            <p:cNvSpPr/>
            <p:nvPr/>
          </p:nvSpPr>
          <p:spPr>
            <a:xfrm>
              <a:off x="8425877" y="903297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B835DE6A-57A5-480A-9786-3C53ACFDE7BE}"/>
                </a:ext>
              </a:extLst>
            </p:cNvPr>
            <p:cNvSpPr/>
            <p:nvPr/>
          </p:nvSpPr>
          <p:spPr>
            <a:xfrm>
              <a:off x="8661079" y="912256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247D737F-3053-4DCC-A74C-64C713C2B283}"/>
                </a:ext>
              </a:extLst>
            </p:cNvPr>
            <p:cNvSpPr/>
            <p:nvPr/>
          </p:nvSpPr>
          <p:spPr>
            <a:xfrm>
              <a:off x="8892671" y="9212160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154CEC83-7E89-478E-A776-CC4D00CAA458}"/>
                </a:ext>
              </a:extLst>
            </p:cNvPr>
            <p:cNvSpPr/>
            <p:nvPr/>
          </p:nvSpPr>
          <p:spPr>
            <a:xfrm>
              <a:off x="8189903" y="911910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3253D35D-7891-469B-94E5-B2606AB07F52}"/>
                </a:ext>
              </a:extLst>
            </p:cNvPr>
            <p:cNvSpPr/>
            <p:nvPr/>
          </p:nvSpPr>
          <p:spPr>
            <a:xfrm>
              <a:off x="7959035" y="939570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1C684840-1BB0-4553-ABF3-63B0C829A053}"/>
                </a:ext>
              </a:extLst>
            </p:cNvPr>
            <p:cNvSpPr/>
            <p:nvPr/>
          </p:nvSpPr>
          <p:spPr>
            <a:xfrm>
              <a:off x="7958263" y="957091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6F3B4B7C-3BCF-4DD3-BB4D-8D5459ECEC2B}"/>
                </a:ext>
              </a:extLst>
            </p:cNvPr>
            <p:cNvSpPr/>
            <p:nvPr/>
          </p:nvSpPr>
          <p:spPr>
            <a:xfrm>
              <a:off x="8430492" y="938826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F5743872-1A8B-4422-B276-1BDDAE85EB73}"/>
                </a:ext>
              </a:extLst>
            </p:cNvPr>
            <p:cNvSpPr/>
            <p:nvPr/>
          </p:nvSpPr>
          <p:spPr>
            <a:xfrm>
              <a:off x="8431625" y="956918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7CBE4311-F1ED-425A-9152-61E068EA9824}"/>
                </a:ext>
              </a:extLst>
            </p:cNvPr>
            <p:cNvSpPr/>
            <p:nvPr/>
          </p:nvSpPr>
          <p:spPr>
            <a:xfrm>
              <a:off x="8661079" y="930234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E1F5FFBA-39A1-4B25-A912-DC43CF200E5B}"/>
                </a:ext>
              </a:extLst>
            </p:cNvPr>
            <p:cNvSpPr/>
            <p:nvPr/>
          </p:nvSpPr>
          <p:spPr>
            <a:xfrm>
              <a:off x="8660307" y="947755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D76EA065-FA8B-4611-8836-7EE568798D2B}"/>
                </a:ext>
              </a:extLst>
            </p:cNvPr>
            <p:cNvSpPr/>
            <p:nvPr/>
          </p:nvSpPr>
          <p:spPr>
            <a:xfrm>
              <a:off x="8901288" y="939397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0CAD0DAB-F220-41CA-ADA6-3D96C2655564}"/>
                </a:ext>
              </a:extLst>
            </p:cNvPr>
            <p:cNvSpPr/>
            <p:nvPr/>
          </p:nvSpPr>
          <p:spPr>
            <a:xfrm>
              <a:off x="8900516" y="956918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19983330-B6CC-4A8D-9428-F269A261A2D7}"/>
                </a:ext>
              </a:extLst>
            </p:cNvPr>
            <p:cNvSpPr/>
            <p:nvPr/>
          </p:nvSpPr>
          <p:spPr>
            <a:xfrm>
              <a:off x="8196545" y="929962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D5BC3D9D-EA8E-4CEC-9465-1C02F9C192C1}"/>
                </a:ext>
              </a:extLst>
            </p:cNvPr>
            <p:cNvSpPr/>
            <p:nvPr/>
          </p:nvSpPr>
          <p:spPr>
            <a:xfrm>
              <a:off x="8201386" y="966426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C105D524-E2B4-4836-BCED-D356D99C380B}"/>
                </a:ext>
              </a:extLst>
            </p:cNvPr>
            <p:cNvSpPr/>
            <p:nvPr/>
          </p:nvSpPr>
          <p:spPr>
            <a:xfrm>
              <a:off x="8435760" y="975289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B3D6FDCC-46BC-411F-9BFF-8B792F289A95}"/>
                </a:ext>
              </a:extLst>
            </p:cNvPr>
            <p:cNvSpPr/>
            <p:nvPr/>
          </p:nvSpPr>
          <p:spPr>
            <a:xfrm>
              <a:off x="8668336" y="965847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61DBC6C8-64A7-4FB2-A24A-CA03C66242F0}"/>
                </a:ext>
              </a:extLst>
            </p:cNvPr>
            <p:cNvSpPr/>
            <p:nvPr/>
          </p:nvSpPr>
          <p:spPr>
            <a:xfrm>
              <a:off x="9127257" y="966081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FA07AE8F-75E2-4FEA-97DA-85DDCA6E6C1E}"/>
                </a:ext>
              </a:extLst>
            </p:cNvPr>
            <p:cNvSpPr/>
            <p:nvPr/>
          </p:nvSpPr>
          <p:spPr>
            <a:xfrm>
              <a:off x="9134752" y="948560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311DD15A-6FC3-4447-BAF4-5F1C0CFA96D4}"/>
                </a:ext>
              </a:extLst>
            </p:cNvPr>
            <p:cNvSpPr/>
            <p:nvPr/>
          </p:nvSpPr>
          <p:spPr>
            <a:xfrm>
              <a:off x="9133268" y="929962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55E7601C-0DA5-4DF4-9939-FF4CAEA48174}"/>
                </a:ext>
              </a:extLst>
            </p:cNvPr>
            <p:cNvSpPr/>
            <p:nvPr/>
          </p:nvSpPr>
          <p:spPr>
            <a:xfrm>
              <a:off x="9361217" y="975871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D2F54AB7-30A8-4E6A-8E49-F6C03C7CE9F2}"/>
                </a:ext>
              </a:extLst>
            </p:cNvPr>
            <p:cNvSpPr/>
            <p:nvPr/>
          </p:nvSpPr>
          <p:spPr>
            <a:xfrm>
              <a:off x="9365448" y="958035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1115D60E-5D2E-4498-94BC-16F9728B7445}"/>
                </a:ext>
              </a:extLst>
            </p:cNvPr>
            <p:cNvSpPr/>
            <p:nvPr/>
          </p:nvSpPr>
          <p:spPr>
            <a:xfrm>
              <a:off x="9370891" y="940033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08C40233-4B3A-455A-9332-9902E50338C7}"/>
                </a:ext>
              </a:extLst>
            </p:cNvPr>
            <p:cNvSpPr/>
            <p:nvPr/>
          </p:nvSpPr>
          <p:spPr>
            <a:xfrm>
              <a:off x="9369407" y="921435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51629715-AC6C-42B3-863A-246A32599CC0}"/>
                </a:ext>
              </a:extLst>
            </p:cNvPr>
            <p:cNvSpPr/>
            <p:nvPr/>
          </p:nvSpPr>
          <p:spPr>
            <a:xfrm>
              <a:off x="9603639" y="966573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F6491C10-3D33-47EB-A564-92428AEF54B9}"/>
                </a:ext>
              </a:extLst>
            </p:cNvPr>
            <p:cNvSpPr/>
            <p:nvPr/>
          </p:nvSpPr>
          <p:spPr>
            <a:xfrm>
              <a:off x="9837719" y="957942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E3B100F8-15C2-4C16-8435-F8D669F5F7E8}"/>
                </a:ext>
              </a:extLst>
            </p:cNvPr>
            <p:cNvSpPr/>
            <p:nvPr/>
          </p:nvSpPr>
          <p:spPr>
            <a:xfrm>
              <a:off x="9830580" y="940033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A0539539-CCF2-4CF7-BE19-12A89964C48A}"/>
                </a:ext>
              </a:extLst>
            </p:cNvPr>
            <p:cNvSpPr/>
            <p:nvPr/>
          </p:nvSpPr>
          <p:spPr>
            <a:xfrm>
              <a:off x="9599684" y="930353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EF90721B-F901-445F-81BC-8E5EFA71FDBC}"/>
                </a:ext>
              </a:extLst>
            </p:cNvPr>
            <p:cNvSpPr/>
            <p:nvPr/>
          </p:nvSpPr>
          <p:spPr>
            <a:xfrm>
              <a:off x="9828477" y="921824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961FBA8B-44BA-48F5-9ED6-B78529467C1A}"/>
                </a:ext>
              </a:extLst>
            </p:cNvPr>
            <p:cNvSpPr/>
            <p:nvPr/>
          </p:nvSpPr>
          <p:spPr>
            <a:xfrm>
              <a:off x="9598200" y="912243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0E809A8E-3E0A-4ABD-A675-82F6D9F2F0C3}"/>
                </a:ext>
              </a:extLst>
            </p:cNvPr>
            <p:cNvSpPr/>
            <p:nvPr/>
          </p:nvSpPr>
          <p:spPr>
            <a:xfrm>
              <a:off x="9596716" y="893956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E9F182B-2D0F-4644-A52E-ED40D94D17D9}"/>
                </a:ext>
              </a:extLst>
            </p:cNvPr>
            <p:cNvSpPr/>
            <p:nvPr/>
          </p:nvSpPr>
          <p:spPr>
            <a:xfrm>
              <a:off x="9361216" y="885559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EAA77ABD-B0DF-41F9-BEBC-83519B09B7C6}"/>
                </a:ext>
              </a:extLst>
            </p:cNvPr>
            <p:cNvSpPr/>
            <p:nvPr/>
          </p:nvSpPr>
          <p:spPr>
            <a:xfrm>
              <a:off x="9130558" y="895227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B01E111B-F7CF-450C-8581-7E9E1026871A}"/>
                </a:ext>
              </a:extLst>
            </p:cNvPr>
            <p:cNvSpPr/>
            <p:nvPr/>
          </p:nvSpPr>
          <p:spPr>
            <a:xfrm>
              <a:off x="9127305" y="876544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5AEF5B7F-80F1-4E2E-B6FF-A2AD3F94B43A}"/>
                </a:ext>
              </a:extLst>
            </p:cNvPr>
            <p:cNvSpPr/>
            <p:nvPr/>
          </p:nvSpPr>
          <p:spPr>
            <a:xfrm>
              <a:off x="9365448" y="867221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D3D3B3E9-C8E8-48F6-8A17-B78093417AC3}"/>
                </a:ext>
              </a:extLst>
            </p:cNvPr>
            <p:cNvSpPr/>
            <p:nvPr/>
          </p:nvSpPr>
          <p:spPr>
            <a:xfrm>
              <a:off x="9598199" y="875650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E797D5C-C519-4453-9292-9C499D1C9A6F}"/>
                </a:ext>
              </a:extLst>
            </p:cNvPr>
            <p:cNvSpPr/>
            <p:nvPr/>
          </p:nvSpPr>
          <p:spPr>
            <a:xfrm>
              <a:off x="9832554" y="903498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99847579-72D6-45CD-9DFB-A43F9F3E59F4}"/>
                </a:ext>
              </a:extLst>
            </p:cNvPr>
            <p:cNvSpPr/>
            <p:nvPr/>
          </p:nvSpPr>
          <p:spPr>
            <a:xfrm>
              <a:off x="9826600" y="866386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B17916BE-DA98-406B-BB61-DA8EC5E49AF5}"/>
                </a:ext>
              </a:extLst>
            </p:cNvPr>
            <p:cNvSpPr/>
            <p:nvPr/>
          </p:nvSpPr>
          <p:spPr>
            <a:xfrm>
              <a:off x="9830677" y="848060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F68FC658-4EA5-4BDC-8D9F-B7CF27714909}"/>
                </a:ext>
              </a:extLst>
            </p:cNvPr>
            <p:cNvSpPr/>
            <p:nvPr/>
          </p:nvSpPr>
          <p:spPr>
            <a:xfrm>
              <a:off x="10061346" y="912602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4203D02D-1F43-4292-BCF9-C8CEB1B70404}"/>
                </a:ext>
              </a:extLst>
            </p:cNvPr>
            <p:cNvSpPr/>
            <p:nvPr/>
          </p:nvSpPr>
          <p:spPr>
            <a:xfrm>
              <a:off x="10065423" y="894276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DB63E3B2-2E46-430A-94E0-D5E140B334FA}"/>
                </a:ext>
              </a:extLst>
            </p:cNvPr>
            <p:cNvSpPr/>
            <p:nvPr/>
          </p:nvSpPr>
          <p:spPr>
            <a:xfrm>
              <a:off x="10284186" y="903439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514C81F8-A2C3-4279-821F-E78A7C6151D0}"/>
                </a:ext>
              </a:extLst>
            </p:cNvPr>
            <p:cNvSpPr/>
            <p:nvPr/>
          </p:nvSpPr>
          <p:spPr>
            <a:xfrm>
              <a:off x="10288263" y="885113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EE91054A-4173-4BCD-9437-80D1C3FA244D}"/>
                </a:ext>
              </a:extLst>
            </p:cNvPr>
            <p:cNvSpPr/>
            <p:nvPr/>
          </p:nvSpPr>
          <p:spPr>
            <a:xfrm>
              <a:off x="10516664" y="893584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AEC825C9-D9D4-4922-A490-07803FCB9EF5}"/>
                </a:ext>
              </a:extLst>
            </p:cNvPr>
            <p:cNvSpPr/>
            <p:nvPr/>
          </p:nvSpPr>
          <p:spPr>
            <a:xfrm>
              <a:off x="10520741" y="875258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3B963AE5-9881-4C2E-96FF-3BDCF7D72D6A}"/>
                </a:ext>
              </a:extLst>
            </p:cNvPr>
            <p:cNvSpPr/>
            <p:nvPr/>
          </p:nvSpPr>
          <p:spPr>
            <a:xfrm>
              <a:off x="10751410" y="902243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3AB6D1C-9EEB-4DA1-B9D3-E9B3908EC945}"/>
                </a:ext>
              </a:extLst>
            </p:cNvPr>
            <p:cNvSpPr/>
            <p:nvPr/>
          </p:nvSpPr>
          <p:spPr>
            <a:xfrm>
              <a:off x="10755487" y="883917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5DFBA868-5171-4CAE-B186-4DA702E6B6A2}"/>
                </a:ext>
              </a:extLst>
            </p:cNvPr>
            <p:cNvSpPr/>
            <p:nvPr/>
          </p:nvSpPr>
          <p:spPr>
            <a:xfrm>
              <a:off x="10986156" y="893725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E8CFA5E6-053D-4D49-A941-C08D292CED22}"/>
                </a:ext>
              </a:extLst>
            </p:cNvPr>
            <p:cNvSpPr/>
            <p:nvPr/>
          </p:nvSpPr>
          <p:spPr>
            <a:xfrm>
              <a:off x="10990233" y="875399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A2961E5-26B1-4BBC-B193-56310570AB7F}"/>
                </a:ext>
              </a:extLst>
            </p:cNvPr>
            <p:cNvSpPr/>
            <p:nvPr/>
          </p:nvSpPr>
          <p:spPr>
            <a:xfrm>
              <a:off x="10759564" y="866095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9E251ECA-4CD6-465E-92AB-17C43CD986FA}"/>
                </a:ext>
              </a:extLst>
            </p:cNvPr>
            <p:cNvSpPr/>
            <p:nvPr/>
          </p:nvSpPr>
          <p:spPr>
            <a:xfrm>
              <a:off x="10763641" y="847769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DDD0CC99-FC62-4C19-AC0C-5B5C2E7EA8A7}"/>
                </a:ext>
              </a:extLst>
            </p:cNvPr>
            <p:cNvSpPr/>
            <p:nvPr/>
          </p:nvSpPr>
          <p:spPr>
            <a:xfrm>
              <a:off x="11001092" y="857263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71C2B790-2301-410B-AA1F-A4ECF72F1621}"/>
                </a:ext>
              </a:extLst>
            </p:cNvPr>
            <p:cNvSpPr/>
            <p:nvPr/>
          </p:nvSpPr>
          <p:spPr>
            <a:xfrm>
              <a:off x="11005169" y="8393190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691093F1-C106-4BE7-8A45-FF39A9B0B5D2}"/>
                </a:ext>
              </a:extLst>
            </p:cNvPr>
            <p:cNvSpPr/>
            <p:nvPr/>
          </p:nvSpPr>
          <p:spPr>
            <a:xfrm>
              <a:off x="10055001" y="876067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78BA21F5-9B67-4B41-A4FA-D26E9029140E}"/>
                </a:ext>
              </a:extLst>
            </p:cNvPr>
            <p:cNvSpPr/>
            <p:nvPr/>
          </p:nvSpPr>
          <p:spPr>
            <a:xfrm>
              <a:off x="10059078" y="857741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D9DDECC1-041D-4261-9228-BC2045A26472}"/>
                </a:ext>
              </a:extLst>
            </p:cNvPr>
            <p:cNvSpPr/>
            <p:nvPr/>
          </p:nvSpPr>
          <p:spPr>
            <a:xfrm>
              <a:off x="10055771" y="839396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997B4BE6-DD29-4A9B-9088-679C10883BCF}"/>
                </a:ext>
              </a:extLst>
            </p:cNvPr>
            <p:cNvSpPr/>
            <p:nvPr/>
          </p:nvSpPr>
          <p:spPr>
            <a:xfrm>
              <a:off x="10059848" y="821070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37BACDAE-AEC0-456B-AD22-87B548D29293}"/>
                </a:ext>
              </a:extLst>
            </p:cNvPr>
            <p:cNvSpPr/>
            <p:nvPr/>
          </p:nvSpPr>
          <p:spPr>
            <a:xfrm>
              <a:off x="10288962" y="866787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FBB285D5-789B-41C1-8B51-E43EE37211A3}"/>
                </a:ext>
              </a:extLst>
            </p:cNvPr>
            <p:cNvSpPr/>
            <p:nvPr/>
          </p:nvSpPr>
          <p:spPr>
            <a:xfrm>
              <a:off x="10287238" y="829443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88FB4CD9-F3F9-410E-B5C1-E8D0AB5076E8}"/>
                </a:ext>
              </a:extLst>
            </p:cNvPr>
            <p:cNvSpPr/>
            <p:nvPr/>
          </p:nvSpPr>
          <p:spPr>
            <a:xfrm>
              <a:off x="10291315" y="811117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5ECF6BC8-7F07-4FC3-9984-786EF22FE726}"/>
                </a:ext>
              </a:extLst>
            </p:cNvPr>
            <p:cNvSpPr/>
            <p:nvPr/>
          </p:nvSpPr>
          <p:spPr>
            <a:xfrm>
              <a:off x="10527366" y="785618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0A18522B-A3B9-4618-B4CF-A619A3498344}"/>
                </a:ext>
              </a:extLst>
            </p:cNvPr>
            <p:cNvSpPr/>
            <p:nvPr/>
          </p:nvSpPr>
          <p:spPr>
            <a:xfrm>
              <a:off x="10531443" y="767864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5ABD0D5B-ACBC-4813-A81D-00211388DAE4}"/>
                </a:ext>
              </a:extLst>
            </p:cNvPr>
            <p:cNvSpPr/>
            <p:nvPr/>
          </p:nvSpPr>
          <p:spPr>
            <a:xfrm>
              <a:off x="10525779" y="749741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67BC142E-F014-4F48-92B9-D14F2CF7B0DF}"/>
                </a:ext>
              </a:extLst>
            </p:cNvPr>
            <p:cNvSpPr/>
            <p:nvPr/>
          </p:nvSpPr>
          <p:spPr>
            <a:xfrm>
              <a:off x="10529856" y="731415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0E46AAE0-C2A2-425F-B824-0A1EA8B06CCD}"/>
                </a:ext>
              </a:extLst>
            </p:cNvPr>
            <p:cNvSpPr/>
            <p:nvPr/>
          </p:nvSpPr>
          <p:spPr>
            <a:xfrm>
              <a:off x="10759564" y="776235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205A679-6192-4651-98C8-2F25F8E46A96}"/>
                </a:ext>
              </a:extLst>
            </p:cNvPr>
            <p:cNvSpPr/>
            <p:nvPr/>
          </p:nvSpPr>
          <p:spPr>
            <a:xfrm>
              <a:off x="10772282" y="811762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F008E142-57C6-497C-9F74-54A286DBDC7D}"/>
                </a:ext>
              </a:extLst>
            </p:cNvPr>
            <p:cNvSpPr/>
            <p:nvPr/>
          </p:nvSpPr>
          <p:spPr>
            <a:xfrm>
              <a:off x="11002996" y="820761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0CD76667-E71C-4A9E-823E-AB3B7F126C78}"/>
                </a:ext>
              </a:extLst>
            </p:cNvPr>
            <p:cNvSpPr/>
            <p:nvPr/>
          </p:nvSpPr>
          <p:spPr>
            <a:xfrm>
              <a:off x="11227684" y="866881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B40C00A5-FA79-4501-97CA-4D2A63DC7EB3}"/>
                </a:ext>
              </a:extLst>
            </p:cNvPr>
            <p:cNvSpPr/>
            <p:nvPr/>
          </p:nvSpPr>
          <p:spPr>
            <a:xfrm>
              <a:off x="11458353" y="876171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034FFB85-B4B2-477B-8906-298DB8876026}"/>
                </a:ext>
              </a:extLst>
            </p:cNvPr>
            <p:cNvSpPr/>
            <p:nvPr/>
          </p:nvSpPr>
          <p:spPr>
            <a:xfrm>
              <a:off x="11464716" y="857586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5922AC18-08CA-4518-AE94-0EE61A4B209C}"/>
                </a:ext>
              </a:extLst>
            </p:cNvPr>
            <p:cNvSpPr/>
            <p:nvPr/>
          </p:nvSpPr>
          <p:spPr>
            <a:xfrm>
              <a:off x="11463973" y="8400372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CFE4CFB7-CED5-4399-B614-3A7FF1AC5EAB}"/>
                </a:ext>
              </a:extLst>
            </p:cNvPr>
            <p:cNvSpPr/>
            <p:nvPr/>
          </p:nvSpPr>
          <p:spPr>
            <a:xfrm>
              <a:off x="11234571" y="830695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95BF5AD4-ABFC-4D68-9BF4-3C4D5B643A73}"/>
                </a:ext>
              </a:extLst>
            </p:cNvPr>
            <p:cNvSpPr/>
            <p:nvPr/>
          </p:nvSpPr>
          <p:spPr>
            <a:xfrm>
              <a:off x="11699881" y="8491808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0EE58554-50A3-41A4-8EF6-A3000A6AAD41}"/>
                </a:ext>
              </a:extLst>
            </p:cNvPr>
            <p:cNvSpPr/>
            <p:nvPr/>
          </p:nvSpPr>
          <p:spPr>
            <a:xfrm>
              <a:off x="11695110" y="830917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CCFD591C-DFFE-4F9B-9838-EC159A440600}"/>
                </a:ext>
              </a:extLst>
            </p:cNvPr>
            <p:cNvSpPr/>
            <p:nvPr/>
          </p:nvSpPr>
          <p:spPr>
            <a:xfrm>
              <a:off x="11926854" y="839260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10069061-EDF7-4FE9-AA86-DCBECFDFE5FF}"/>
                </a:ext>
              </a:extLst>
            </p:cNvPr>
            <p:cNvSpPr/>
            <p:nvPr/>
          </p:nvSpPr>
          <p:spPr>
            <a:xfrm>
              <a:off x="11927858" y="821330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1097DDAA-90E6-430E-9BF8-E95D7BA2E9A9}"/>
                </a:ext>
              </a:extLst>
            </p:cNvPr>
            <p:cNvSpPr/>
            <p:nvPr/>
          </p:nvSpPr>
          <p:spPr>
            <a:xfrm>
              <a:off x="11926854" y="8034167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611A86D9-1A12-47EB-92C5-903F1A91D3B3}"/>
                </a:ext>
              </a:extLst>
            </p:cNvPr>
            <p:cNvSpPr/>
            <p:nvPr/>
          </p:nvSpPr>
          <p:spPr>
            <a:xfrm>
              <a:off x="11932053" y="7851221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CF686168-192C-49E1-A58D-3C9B4861A7E4}"/>
                </a:ext>
              </a:extLst>
            </p:cNvPr>
            <p:cNvSpPr/>
            <p:nvPr/>
          </p:nvSpPr>
          <p:spPr>
            <a:xfrm>
              <a:off x="11463354" y="822053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92DCC026-3829-411F-9F93-D60F42D148A7}"/>
                </a:ext>
              </a:extLst>
            </p:cNvPr>
            <p:cNvSpPr/>
            <p:nvPr/>
          </p:nvSpPr>
          <p:spPr>
            <a:xfrm>
              <a:off x="11234570" y="8124914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CB923DE5-D5B6-41CD-9FE5-06C46981A86F}"/>
                </a:ext>
              </a:extLst>
            </p:cNvPr>
            <p:cNvSpPr/>
            <p:nvPr/>
          </p:nvSpPr>
          <p:spPr>
            <a:xfrm>
              <a:off x="11001091" y="8029920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0DA2BD90-2B3A-4B44-AFA5-8163EDDACC1B}"/>
                </a:ext>
              </a:extLst>
            </p:cNvPr>
            <p:cNvSpPr/>
            <p:nvPr/>
          </p:nvSpPr>
          <p:spPr>
            <a:xfrm>
              <a:off x="10992847" y="784273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A7A02F3-2C12-4AD5-9FB7-9397DC173800}"/>
                </a:ext>
              </a:extLst>
            </p:cNvPr>
            <p:cNvSpPr/>
            <p:nvPr/>
          </p:nvSpPr>
          <p:spPr>
            <a:xfrm>
              <a:off x="11224216" y="7935510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513E36B4-CC0A-4C8F-A7BF-9C690C1A9581}"/>
                </a:ext>
              </a:extLst>
            </p:cNvPr>
            <p:cNvSpPr/>
            <p:nvPr/>
          </p:nvSpPr>
          <p:spPr>
            <a:xfrm>
              <a:off x="11463972" y="8032715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FFEDEE83-C1B9-4DE4-9A02-2BD7F62A6F3C}"/>
                </a:ext>
              </a:extLst>
            </p:cNvPr>
            <p:cNvSpPr/>
            <p:nvPr/>
          </p:nvSpPr>
          <p:spPr>
            <a:xfrm>
              <a:off x="11463354" y="784945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D34C2A8C-64B9-4C82-B25F-9480ADAA9DF9}"/>
                </a:ext>
              </a:extLst>
            </p:cNvPr>
            <p:cNvSpPr/>
            <p:nvPr/>
          </p:nvSpPr>
          <p:spPr>
            <a:xfrm>
              <a:off x="11693609" y="7943649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054580A5-B86A-4389-9B46-20EE54022350}"/>
                </a:ext>
              </a:extLst>
            </p:cNvPr>
            <p:cNvSpPr/>
            <p:nvPr/>
          </p:nvSpPr>
          <p:spPr>
            <a:xfrm>
              <a:off x="11692991" y="775782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96AD79DD-4695-4029-82B0-1334955F2CB7}"/>
                </a:ext>
              </a:extLst>
            </p:cNvPr>
            <p:cNvSpPr/>
            <p:nvPr/>
          </p:nvSpPr>
          <p:spPr>
            <a:xfrm>
              <a:off x="12162615" y="830830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C994FFD7-68A4-4433-91D8-70F29BAC13B0}"/>
                </a:ext>
              </a:extLst>
            </p:cNvPr>
            <p:cNvSpPr/>
            <p:nvPr/>
          </p:nvSpPr>
          <p:spPr>
            <a:xfrm>
              <a:off x="12161611" y="8129170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3" name="Hexagon 3672">
              <a:extLst>
                <a:ext uri="{FF2B5EF4-FFF2-40B4-BE49-F238E27FC236}">
                  <a16:creationId xmlns:a16="http://schemas.microsoft.com/office/drawing/2014/main" id="{476FC2EE-9C80-459B-A2D6-D38E579F038C}"/>
                </a:ext>
              </a:extLst>
            </p:cNvPr>
            <p:cNvSpPr/>
            <p:nvPr/>
          </p:nvSpPr>
          <p:spPr>
            <a:xfrm>
              <a:off x="8205765" y="567548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4" name="Hexagon 3673">
              <a:extLst>
                <a:ext uri="{FF2B5EF4-FFF2-40B4-BE49-F238E27FC236}">
                  <a16:creationId xmlns:a16="http://schemas.microsoft.com/office/drawing/2014/main" id="{74F4E973-2D94-4FD4-930A-6B0EB1AA4B80}"/>
                </a:ext>
              </a:extLst>
            </p:cNvPr>
            <p:cNvSpPr/>
            <p:nvPr/>
          </p:nvSpPr>
          <p:spPr>
            <a:xfrm>
              <a:off x="5878754" y="4940531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5" name="Hexagon 3674">
              <a:extLst>
                <a:ext uri="{FF2B5EF4-FFF2-40B4-BE49-F238E27FC236}">
                  <a16:creationId xmlns:a16="http://schemas.microsoft.com/office/drawing/2014/main" id="{528B0181-D307-4EFC-80C5-7653A81963BA}"/>
                </a:ext>
              </a:extLst>
            </p:cNvPr>
            <p:cNvSpPr/>
            <p:nvPr/>
          </p:nvSpPr>
          <p:spPr>
            <a:xfrm>
              <a:off x="11219331" y="8489833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6" name="Hexagon 3675">
              <a:extLst>
                <a:ext uri="{FF2B5EF4-FFF2-40B4-BE49-F238E27FC236}">
                  <a16:creationId xmlns:a16="http://schemas.microsoft.com/office/drawing/2014/main" id="{9EB00329-91DF-4965-9139-182DB3087C06}"/>
                </a:ext>
              </a:extLst>
            </p:cNvPr>
            <p:cNvSpPr/>
            <p:nvPr/>
          </p:nvSpPr>
          <p:spPr>
            <a:xfrm>
              <a:off x="8425877" y="9205696"/>
              <a:ext cx="306273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44" name="Hexagon 1543">
              <a:extLst>
                <a:ext uri="{FF2B5EF4-FFF2-40B4-BE49-F238E27FC236}">
                  <a16:creationId xmlns:a16="http://schemas.microsoft.com/office/drawing/2014/main" id="{0F6946C1-0557-4793-B923-E452299AB5A2}"/>
                </a:ext>
              </a:extLst>
            </p:cNvPr>
            <p:cNvSpPr/>
            <p:nvPr/>
          </p:nvSpPr>
          <p:spPr>
            <a:xfrm>
              <a:off x="7514193" y="487105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7" name="5级" hidden="1">
            <a:extLst>
              <a:ext uri="{FF2B5EF4-FFF2-40B4-BE49-F238E27FC236}">
                <a16:creationId xmlns:a16="http://schemas.microsoft.com/office/drawing/2014/main" id="{2BEA0958-9A91-4BA6-B3F2-BC99EAA657A7}"/>
              </a:ext>
            </a:extLst>
          </p:cNvPr>
          <p:cNvGrpSpPr/>
          <p:nvPr/>
        </p:nvGrpSpPr>
        <p:grpSpPr>
          <a:xfrm>
            <a:off x="2372654" y="4962525"/>
            <a:ext cx="5902017" cy="3714471"/>
            <a:chOff x="2372654" y="4962525"/>
            <a:chExt cx="5902017" cy="3714471"/>
          </a:xfrm>
        </p:grpSpPr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9F3CD9BA-90BE-47E8-B2A4-0ED743FE261A}"/>
                </a:ext>
              </a:extLst>
            </p:cNvPr>
            <p:cNvSpPr/>
            <p:nvPr/>
          </p:nvSpPr>
          <p:spPr>
            <a:xfrm>
              <a:off x="3542642" y="4962525"/>
              <a:ext cx="295313" cy="1669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5043DD0A-744D-4983-8184-285CFF225C20}"/>
                </a:ext>
              </a:extLst>
            </p:cNvPr>
            <p:cNvSpPr/>
            <p:nvPr/>
          </p:nvSpPr>
          <p:spPr>
            <a:xfrm>
              <a:off x="3771242" y="5040300"/>
              <a:ext cx="295313" cy="1669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C76F8B5B-1B5C-4F08-87A8-674759217F4F}"/>
                </a:ext>
              </a:extLst>
            </p:cNvPr>
            <p:cNvSpPr/>
            <p:nvPr/>
          </p:nvSpPr>
          <p:spPr>
            <a:xfrm>
              <a:off x="3771242" y="521337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C455F16A-5D14-4925-8431-DF3087D11D62}"/>
                </a:ext>
              </a:extLst>
            </p:cNvPr>
            <p:cNvSpPr/>
            <p:nvPr/>
          </p:nvSpPr>
          <p:spPr>
            <a:xfrm>
              <a:off x="3542642" y="5141455"/>
              <a:ext cx="295313" cy="16356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9BC44D32-2A80-4B07-A626-50474E3BF516}"/>
                </a:ext>
              </a:extLst>
            </p:cNvPr>
            <p:cNvSpPr/>
            <p:nvPr/>
          </p:nvSpPr>
          <p:spPr>
            <a:xfrm>
              <a:off x="3300087" y="522251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AD86BA05-E0D0-41C7-BEB6-53B686827A53}"/>
                </a:ext>
              </a:extLst>
            </p:cNvPr>
            <p:cNvSpPr/>
            <p:nvPr/>
          </p:nvSpPr>
          <p:spPr>
            <a:xfrm>
              <a:off x="3528687" y="530356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E7DB1931-1E1B-4F9E-A6E3-F5D28F120C40}"/>
                </a:ext>
              </a:extLst>
            </p:cNvPr>
            <p:cNvSpPr/>
            <p:nvPr/>
          </p:nvSpPr>
          <p:spPr>
            <a:xfrm>
              <a:off x="3764264" y="539521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EC21C1B4-5B2F-4C76-92E1-41C06D385B65}"/>
                </a:ext>
              </a:extLst>
            </p:cNvPr>
            <p:cNvSpPr/>
            <p:nvPr/>
          </p:nvSpPr>
          <p:spPr>
            <a:xfrm>
              <a:off x="3528687" y="548014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B87FA72B-4734-4D02-A212-0B3C760851D1}"/>
                </a:ext>
              </a:extLst>
            </p:cNvPr>
            <p:cNvSpPr/>
            <p:nvPr/>
          </p:nvSpPr>
          <p:spPr>
            <a:xfrm>
              <a:off x="3528687" y="567085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853C54BC-2034-440B-A89E-18A1FC7A3BF9}"/>
                </a:ext>
              </a:extLst>
            </p:cNvPr>
            <p:cNvSpPr/>
            <p:nvPr/>
          </p:nvSpPr>
          <p:spPr>
            <a:xfrm>
              <a:off x="3298166" y="576250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EFF417B3-7D23-4354-98F5-553C79B5FF6E}"/>
                </a:ext>
              </a:extLst>
            </p:cNvPr>
            <p:cNvSpPr/>
            <p:nvPr/>
          </p:nvSpPr>
          <p:spPr>
            <a:xfrm>
              <a:off x="3999841" y="549428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C62ED6B8-7CC6-45DF-8A67-90AF3660A93F}"/>
                </a:ext>
              </a:extLst>
            </p:cNvPr>
            <p:cNvSpPr/>
            <p:nvPr/>
          </p:nvSpPr>
          <p:spPr>
            <a:xfrm>
              <a:off x="3769320" y="558592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4E115360-D7EE-4718-BD22-85472F624AC3}"/>
                </a:ext>
              </a:extLst>
            </p:cNvPr>
            <p:cNvSpPr/>
            <p:nvPr/>
          </p:nvSpPr>
          <p:spPr>
            <a:xfrm>
              <a:off x="4465939" y="531373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E6080569-8D0E-4CD5-91FD-339E1F009E45}"/>
                </a:ext>
              </a:extLst>
            </p:cNvPr>
            <p:cNvSpPr/>
            <p:nvPr/>
          </p:nvSpPr>
          <p:spPr>
            <a:xfrm>
              <a:off x="4235418" y="540537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20BE5601-2C07-4B19-BCE4-9BC302853485}"/>
                </a:ext>
              </a:extLst>
            </p:cNvPr>
            <p:cNvSpPr/>
            <p:nvPr/>
          </p:nvSpPr>
          <p:spPr>
            <a:xfrm>
              <a:off x="4701516" y="540537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8CB16A9-13C0-41BC-A73C-12DF84D9FDBE}"/>
                </a:ext>
              </a:extLst>
            </p:cNvPr>
            <p:cNvSpPr/>
            <p:nvPr/>
          </p:nvSpPr>
          <p:spPr>
            <a:xfrm>
              <a:off x="4470995" y="549702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E5AEBA80-A1DB-4D28-9DCF-11B58C97F111}"/>
                </a:ext>
              </a:extLst>
            </p:cNvPr>
            <p:cNvSpPr/>
            <p:nvPr/>
          </p:nvSpPr>
          <p:spPr>
            <a:xfrm>
              <a:off x="4240474" y="558592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374E5674-AF8F-4E9E-BAEA-1AB4D50A2C0D}"/>
                </a:ext>
              </a:extLst>
            </p:cNvPr>
            <p:cNvSpPr/>
            <p:nvPr/>
          </p:nvSpPr>
          <p:spPr>
            <a:xfrm>
              <a:off x="4009953" y="567757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43FE2043-DA6C-4404-A442-E443827FC200}"/>
                </a:ext>
              </a:extLst>
            </p:cNvPr>
            <p:cNvSpPr/>
            <p:nvPr/>
          </p:nvSpPr>
          <p:spPr>
            <a:xfrm>
              <a:off x="3764264" y="576033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F97067ED-C0EC-4A5A-8D2A-BCE9C7259D9D}"/>
                </a:ext>
              </a:extLst>
            </p:cNvPr>
            <p:cNvSpPr/>
            <p:nvPr/>
          </p:nvSpPr>
          <p:spPr>
            <a:xfrm>
              <a:off x="3533743" y="585197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C43CD524-D575-402B-B0DF-C60AE6DD842F}"/>
                </a:ext>
              </a:extLst>
            </p:cNvPr>
            <p:cNvSpPr/>
            <p:nvPr/>
          </p:nvSpPr>
          <p:spPr>
            <a:xfrm>
              <a:off x="3766097" y="594650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30495749-B12D-4BCB-ABB4-B208153AF7C3}"/>
                </a:ext>
              </a:extLst>
            </p:cNvPr>
            <p:cNvSpPr/>
            <p:nvPr/>
          </p:nvSpPr>
          <p:spPr>
            <a:xfrm>
              <a:off x="3535576" y="603814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988F8727-9261-4B49-B979-38810A4B25C2}"/>
                </a:ext>
              </a:extLst>
            </p:cNvPr>
            <p:cNvSpPr/>
            <p:nvPr/>
          </p:nvSpPr>
          <p:spPr>
            <a:xfrm>
              <a:off x="4237251" y="576250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D69C649C-F6C2-4667-966F-574ECC6CBD92}"/>
                </a:ext>
              </a:extLst>
            </p:cNvPr>
            <p:cNvSpPr/>
            <p:nvPr/>
          </p:nvSpPr>
          <p:spPr>
            <a:xfrm>
              <a:off x="4006730" y="585414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C6E99B7A-8F0C-40B7-89D0-7EB62F472C73}"/>
                </a:ext>
              </a:extLst>
            </p:cNvPr>
            <p:cNvSpPr/>
            <p:nvPr/>
          </p:nvSpPr>
          <p:spPr>
            <a:xfrm>
              <a:off x="4710238" y="558592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23834AD1-0910-4433-A7F8-2E00C807EA5E}"/>
                </a:ext>
              </a:extLst>
            </p:cNvPr>
            <p:cNvSpPr/>
            <p:nvPr/>
          </p:nvSpPr>
          <p:spPr>
            <a:xfrm>
              <a:off x="4479717" y="567757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C419E120-9CD1-47A8-A2E6-ADB0546B13E8}"/>
                </a:ext>
              </a:extLst>
            </p:cNvPr>
            <p:cNvSpPr/>
            <p:nvPr/>
          </p:nvSpPr>
          <p:spPr>
            <a:xfrm>
              <a:off x="3297250" y="595321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6F2EE5C3-0F60-4D79-BBDC-EA63149197A5}"/>
                </a:ext>
              </a:extLst>
            </p:cNvPr>
            <p:cNvSpPr/>
            <p:nvPr/>
          </p:nvSpPr>
          <p:spPr>
            <a:xfrm>
              <a:off x="3297250" y="629780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D47F2771-A774-414F-89BA-562550F9E494}"/>
                </a:ext>
              </a:extLst>
            </p:cNvPr>
            <p:cNvSpPr/>
            <p:nvPr/>
          </p:nvSpPr>
          <p:spPr>
            <a:xfrm>
              <a:off x="3058924" y="621287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176693F5-2937-4923-924D-0ACE350E3318}"/>
                </a:ext>
              </a:extLst>
            </p:cNvPr>
            <p:cNvSpPr/>
            <p:nvPr/>
          </p:nvSpPr>
          <p:spPr>
            <a:xfrm>
              <a:off x="3298166" y="6136503"/>
              <a:ext cx="309268" cy="1715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259822F2-1AF6-43E7-B196-77E16A4F56D4}"/>
                </a:ext>
              </a:extLst>
            </p:cNvPr>
            <p:cNvSpPr/>
            <p:nvPr/>
          </p:nvSpPr>
          <p:spPr>
            <a:xfrm>
              <a:off x="2819682" y="6312034"/>
              <a:ext cx="309268" cy="1715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67D1A043-75DC-4401-9876-ADBAA404A53F}"/>
                </a:ext>
              </a:extLst>
            </p:cNvPr>
            <p:cNvSpPr/>
            <p:nvPr/>
          </p:nvSpPr>
          <p:spPr>
            <a:xfrm>
              <a:off x="3064639" y="6401671"/>
              <a:ext cx="309268" cy="1715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74840CBC-09D7-4930-9994-95A70D6EE097}"/>
                </a:ext>
              </a:extLst>
            </p:cNvPr>
            <p:cNvSpPr/>
            <p:nvPr/>
          </p:nvSpPr>
          <p:spPr>
            <a:xfrm>
              <a:off x="2827302" y="6492138"/>
              <a:ext cx="309268" cy="1715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75488EFE-EF0D-46FA-BAA8-3B55B2D699CA}"/>
                </a:ext>
              </a:extLst>
            </p:cNvPr>
            <p:cNvSpPr/>
            <p:nvPr/>
          </p:nvSpPr>
          <p:spPr>
            <a:xfrm>
              <a:off x="3535576" y="6220148"/>
              <a:ext cx="309268" cy="1715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9C784779-8EBE-4E58-B95F-B244BF9E0EEA}"/>
                </a:ext>
              </a:extLst>
            </p:cNvPr>
            <p:cNvSpPr/>
            <p:nvPr/>
          </p:nvSpPr>
          <p:spPr>
            <a:xfrm>
              <a:off x="3771242" y="631179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3FBDB689-260D-4027-B19D-5108F1CAFD6A}"/>
                </a:ext>
              </a:extLst>
            </p:cNvPr>
            <p:cNvSpPr/>
            <p:nvPr/>
          </p:nvSpPr>
          <p:spPr>
            <a:xfrm>
              <a:off x="3304228" y="648300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512EC001-AA20-4CC3-8CC7-1A8293367571}"/>
                </a:ext>
              </a:extLst>
            </p:cNvPr>
            <p:cNvSpPr/>
            <p:nvPr/>
          </p:nvSpPr>
          <p:spPr>
            <a:xfrm>
              <a:off x="2603929" y="657376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69347BE7-1E23-49D7-A089-2F6D93A55BC9}"/>
                </a:ext>
              </a:extLst>
            </p:cNvPr>
            <p:cNvSpPr/>
            <p:nvPr/>
          </p:nvSpPr>
          <p:spPr>
            <a:xfrm>
              <a:off x="2835204" y="667224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25AE3DF6-DF63-4E24-A82C-BBE7B22E942C}"/>
                </a:ext>
              </a:extLst>
            </p:cNvPr>
            <p:cNvSpPr/>
            <p:nvPr/>
          </p:nvSpPr>
          <p:spPr>
            <a:xfrm>
              <a:off x="2372654" y="667224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17B829E7-2BF1-4C30-860A-33A923E220B1}"/>
                </a:ext>
              </a:extLst>
            </p:cNvPr>
            <p:cNvSpPr/>
            <p:nvPr/>
          </p:nvSpPr>
          <p:spPr>
            <a:xfrm>
              <a:off x="2372654" y="686089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9B7029B7-4AEA-4C70-8155-84351206E4C0}"/>
                </a:ext>
              </a:extLst>
            </p:cNvPr>
            <p:cNvSpPr/>
            <p:nvPr/>
          </p:nvSpPr>
          <p:spPr>
            <a:xfrm>
              <a:off x="2372654" y="704286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EF68E17A-396A-4767-8504-74DCB4D5373C}"/>
                </a:ext>
              </a:extLst>
            </p:cNvPr>
            <p:cNvSpPr/>
            <p:nvPr/>
          </p:nvSpPr>
          <p:spPr>
            <a:xfrm>
              <a:off x="2372654" y="722321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CD8A2D2E-B1E4-4374-80F4-F827E0EA2FB5}"/>
                </a:ext>
              </a:extLst>
            </p:cNvPr>
            <p:cNvSpPr/>
            <p:nvPr/>
          </p:nvSpPr>
          <p:spPr>
            <a:xfrm>
              <a:off x="2603929" y="731338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79887641-D0F8-475C-B3A0-F7DB5929AF3C}"/>
                </a:ext>
              </a:extLst>
            </p:cNvPr>
            <p:cNvSpPr/>
            <p:nvPr/>
          </p:nvSpPr>
          <p:spPr>
            <a:xfrm>
              <a:off x="2603929" y="713303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57D4A732-01D4-41A9-83BA-021D3BC12F41}"/>
                </a:ext>
              </a:extLst>
            </p:cNvPr>
            <p:cNvSpPr/>
            <p:nvPr/>
          </p:nvSpPr>
          <p:spPr>
            <a:xfrm>
              <a:off x="2603929" y="695106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E0C3692F-60F5-44CF-AA52-81EA46FB9698}"/>
                </a:ext>
              </a:extLst>
            </p:cNvPr>
            <p:cNvSpPr/>
            <p:nvPr/>
          </p:nvSpPr>
          <p:spPr>
            <a:xfrm>
              <a:off x="2603929" y="676241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C30CA8D6-F82F-4FCC-9B3D-ACED83E54F86}"/>
                </a:ext>
              </a:extLst>
            </p:cNvPr>
            <p:cNvSpPr/>
            <p:nvPr/>
          </p:nvSpPr>
          <p:spPr>
            <a:xfrm>
              <a:off x="2844729" y="704025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CAAA0CC2-6944-42F5-BF0D-B357A7F39717}"/>
                </a:ext>
              </a:extLst>
            </p:cNvPr>
            <p:cNvSpPr/>
            <p:nvPr/>
          </p:nvSpPr>
          <p:spPr>
            <a:xfrm>
              <a:off x="2839014" y="685732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12B6B507-F3E7-4D69-AED8-D4B44B63A554}"/>
                </a:ext>
              </a:extLst>
            </p:cNvPr>
            <p:cNvSpPr/>
            <p:nvPr/>
          </p:nvSpPr>
          <p:spPr>
            <a:xfrm>
              <a:off x="2840919" y="740546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819A90AB-85DA-4467-BBE1-63A03DFC264F}"/>
                </a:ext>
              </a:extLst>
            </p:cNvPr>
            <p:cNvSpPr/>
            <p:nvPr/>
          </p:nvSpPr>
          <p:spPr>
            <a:xfrm>
              <a:off x="2840919" y="721681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2D8F7C8D-8344-431F-950F-5A207C24A7D5}"/>
                </a:ext>
              </a:extLst>
            </p:cNvPr>
            <p:cNvSpPr/>
            <p:nvPr/>
          </p:nvSpPr>
          <p:spPr>
            <a:xfrm>
              <a:off x="3078171" y="713303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5674E651-7E38-4BD8-B693-3BEE08851F7A}"/>
                </a:ext>
              </a:extLst>
            </p:cNvPr>
            <p:cNvSpPr/>
            <p:nvPr/>
          </p:nvSpPr>
          <p:spPr>
            <a:xfrm>
              <a:off x="3080076" y="694819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B95F2F87-D1C0-429D-8A84-63408E52FA9E}"/>
                </a:ext>
              </a:extLst>
            </p:cNvPr>
            <p:cNvSpPr/>
            <p:nvPr/>
          </p:nvSpPr>
          <p:spPr>
            <a:xfrm>
              <a:off x="3072194" y="749563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F0140E23-79E7-4D79-827C-C5F79396FCAA}"/>
                </a:ext>
              </a:extLst>
            </p:cNvPr>
            <p:cNvSpPr/>
            <p:nvPr/>
          </p:nvSpPr>
          <p:spPr>
            <a:xfrm>
              <a:off x="3072194" y="730698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31DF8BF6-FE85-4D9D-9BBF-F264882E3C32}"/>
                </a:ext>
              </a:extLst>
            </p:cNvPr>
            <p:cNvSpPr/>
            <p:nvPr/>
          </p:nvSpPr>
          <p:spPr>
            <a:xfrm>
              <a:off x="3078171" y="767598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816B0316-96AA-4E57-98CC-AB2D380D7488}"/>
                </a:ext>
              </a:extLst>
            </p:cNvPr>
            <p:cNvSpPr/>
            <p:nvPr/>
          </p:nvSpPr>
          <p:spPr>
            <a:xfrm>
              <a:off x="3078171" y="785633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010E3BE7-A763-48AC-AC4E-C66116A5AEB4}"/>
                </a:ext>
              </a:extLst>
            </p:cNvPr>
            <p:cNvSpPr/>
            <p:nvPr/>
          </p:nvSpPr>
          <p:spPr>
            <a:xfrm>
              <a:off x="3304228" y="757915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62C33E26-B87C-4D8B-952E-B3BF4B1BB8F1}"/>
                </a:ext>
              </a:extLst>
            </p:cNvPr>
            <p:cNvSpPr/>
            <p:nvPr/>
          </p:nvSpPr>
          <p:spPr>
            <a:xfrm>
              <a:off x="3304228" y="775950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21789BD8-0F83-4116-99AA-FC10551D2CBD}"/>
                </a:ext>
              </a:extLst>
            </p:cNvPr>
            <p:cNvSpPr/>
            <p:nvPr/>
          </p:nvSpPr>
          <p:spPr>
            <a:xfrm>
              <a:off x="3311089" y="704286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60325D1C-AF28-481A-85D7-03676126863F}"/>
                </a:ext>
              </a:extLst>
            </p:cNvPr>
            <p:cNvSpPr/>
            <p:nvPr/>
          </p:nvSpPr>
          <p:spPr>
            <a:xfrm>
              <a:off x="3311089" y="722321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BEF0637E-6FC3-41D8-A4E6-0567877AFE2E}"/>
                </a:ext>
              </a:extLst>
            </p:cNvPr>
            <p:cNvSpPr/>
            <p:nvPr/>
          </p:nvSpPr>
          <p:spPr>
            <a:xfrm>
              <a:off x="3311089" y="685723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349BE787-D162-4895-A1F5-1D23D80EDEAC}"/>
                </a:ext>
              </a:extLst>
            </p:cNvPr>
            <p:cNvSpPr/>
            <p:nvPr/>
          </p:nvSpPr>
          <p:spPr>
            <a:xfrm>
              <a:off x="3539065" y="676177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958C76B6-D85C-456E-8FF7-55934E59AA1D}"/>
                </a:ext>
              </a:extLst>
            </p:cNvPr>
            <p:cNvSpPr/>
            <p:nvPr/>
          </p:nvSpPr>
          <p:spPr>
            <a:xfrm>
              <a:off x="3539065" y="657952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5CBF704D-CE77-411B-9D4A-2A69F395B545}"/>
                </a:ext>
              </a:extLst>
            </p:cNvPr>
            <p:cNvSpPr/>
            <p:nvPr/>
          </p:nvSpPr>
          <p:spPr>
            <a:xfrm>
              <a:off x="3542554" y="731312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CA0A2076-B652-4A81-BF60-3022F5AAADD2}"/>
                </a:ext>
              </a:extLst>
            </p:cNvPr>
            <p:cNvSpPr/>
            <p:nvPr/>
          </p:nvSpPr>
          <p:spPr>
            <a:xfrm>
              <a:off x="3542554" y="713087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C6EBDB9-3616-443F-B6BC-CD590A491912}"/>
                </a:ext>
              </a:extLst>
            </p:cNvPr>
            <p:cNvSpPr/>
            <p:nvPr/>
          </p:nvSpPr>
          <p:spPr>
            <a:xfrm>
              <a:off x="3539065" y="767382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A9420133-A9FB-4A60-BF12-207AE810D19E}"/>
                </a:ext>
              </a:extLst>
            </p:cNvPr>
            <p:cNvSpPr/>
            <p:nvPr/>
          </p:nvSpPr>
          <p:spPr>
            <a:xfrm>
              <a:off x="3539065" y="749156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DB95440D-37DC-4D29-92E1-478D29DB3A9B}"/>
                </a:ext>
              </a:extLst>
            </p:cNvPr>
            <p:cNvSpPr/>
            <p:nvPr/>
          </p:nvSpPr>
          <p:spPr>
            <a:xfrm>
              <a:off x="3542554" y="803451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A77F2145-7EBD-4749-9E4A-AAE0055FECAB}"/>
                </a:ext>
              </a:extLst>
            </p:cNvPr>
            <p:cNvSpPr/>
            <p:nvPr/>
          </p:nvSpPr>
          <p:spPr>
            <a:xfrm>
              <a:off x="3542554" y="785226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6ED0E000-933A-4202-9A42-6BE41486A808}"/>
                </a:ext>
              </a:extLst>
            </p:cNvPr>
            <p:cNvSpPr/>
            <p:nvPr/>
          </p:nvSpPr>
          <p:spPr>
            <a:xfrm>
              <a:off x="3778220" y="648800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DD8D41CC-3C3B-4E25-8781-0D59FFE3AFBA}"/>
                </a:ext>
              </a:extLst>
            </p:cNvPr>
            <p:cNvSpPr/>
            <p:nvPr/>
          </p:nvSpPr>
          <p:spPr>
            <a:xfrm>
              <a:off x="4006819" y="639610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685A7B14-C37A-4675-A631-1016FFECF02E}"/>
                </a:ext>
              </a:extLst>
            </p:cNvPr>
            <p:cNvSpPr/>
            <p:nvPr/>
          </p:nvSpPr>
          <p:spPr>
            <a:xfrm>
              <a:off x="3771242" y="666662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BB309211-27EB-4E7F-9E38-8E0BFDF504A5}"/>
                </a:ext>
              </a:extLst>
            </p:cNvPr>
            <p:cNvSpPr/>
            <p:nvPr/>
          </p:nvSpPr>
          <p:spPr>
            <a:xfrm>
              <a:off x="3774731" y="685117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AEF4D6E4-A93B-445F-B3BC-958071CBBD14}"/>
                </a:ext>
              </a:extLst>
            </p:cNvPr>
            <p:cNvSpPr/>
            <p:nvPr/>
          </p:nvSpPr>
          <p:spPr>
            <a:xfrm>
              <a:off x="3774731" y="703410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F4F5B30-E40B-4538-8222-78903F053A7C}"/>
                </a:ext>
              </a:extLst>
            </p:cNvPr>
            <p:cNvSpPr/>
            <p:nvPr/>
          </p:nvSpPr>
          <p:spPr>
            <a:xfrm>
              <a:off x="3771242" y="721681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89C68985-052D-44B1-B002-B3285BF4B9F7}"/>
                </a:ext>
              </a:extLst>
            </p:cNvPr>
            <p:cNvSpPr/>
            <p:nvPr/>
          </p:nvSpPr>
          <p:spPr>
            <a:xfrm>
              <a:off x="3778220" y="740381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955B7F93-5A9F-4F6F-8669-113765E09980}"/>
                </a:ext>
              </a:extLst>
            </p:cNvPr>
            <p:cNvSpPr/>
            <p:nvPr/>
          </p:nvSpPr>
          <p:spPr>
            <a:xfrm>
              <a:off x="3774731" y="759053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D8825B86-8477-429E-9D05-F2B87C861324}"/>
                </a:ext>
              </a:extLst>
            </p:cNvPr>
            <p:cNvSpPr/>
            <p:nvPr/>
          </p:nvSpPr>
          <p:spPr>
            <a:xfrm>
              <a:off x="3774731" y="776399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57BAF531-CE7D-48B3-8FE3-9B2B606DCE72}"/>
                </a:ext>
              </a:extLst>
            </p:cNvPr>
            <p:cNvSpPr/>
            <p:nvPr/>
          </p:nvSpPr>
          <p:spPr>
            <a:xfrm>
              <a:off x="3778220" y="794876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1C7EBA27-16D4-41C9-9C52-3A3650637B29}"/>
                </a:ext>
              </a:extLst>
            </p:cNvPr>
            <p:cNvSpPr/>
            <p:nvPr/>
          </p:nvSpPr>
          <p:spPr>
            <a:xfrm>
              <a:off x="4002255" y="712592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8B94113F-3047-4853-98A4-5036E241D16C}"/>
                </a:ext>
              </a:extLst>
            </p:cNvPr>
            <p:cNvSpPr/>
            <p:nvPr/>
          </p:nvSpPr>
          <p:spPr>
            <a:xfrm>
              <a:off x="3998766" y="730863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B22EEFA4-4DC1-49A9-A70C-335BE37E794A}"/>
                </a:ext>
              </a:extLst>
            </p:cNvPr>
            <p:cNvSpPr/>
            <p:nvPr/>
          </p:nvSpPr>
          <p:spPr>
            <a:xfrm>
              <a:off x="4005744" y="749563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164A2AAC-9AD0-4F6E-8463-C9764F8BF31D}"/>
                </a:ext>
              </a:extLst>
            </p:cNvPr>
            <p:cNvSpPr/>
            <p:nvPr/>
          </p:nvSpPr>
          <p:spPr>
            <a:xfrm>
              <a:off x="4009233" y="767755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E1B73A8D-1938-4728-8EAF-1ADC65679E80}"/>
                </a:ext>
              </a:extLst>
            </p:cNvPr>
            <p:cNvSpPr/>
            <p:nvPr/>
          </p:nvSpPr>
          <p:spPr>
            <a:xfrm>
              <a:off x="4005744" y="786026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654E6050-5304-4FB8-82EC-D22760729606}"/>
                </a:ext>
              </a:extLst>
            </p:cNvPr>
            <p:cNvSpPr/>
            <p:nvPr/>
          </p:nvSpPr>
          <p:spPr>
            <a:xfrm>
              <a:off x="4012722" y="804727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33710642-CD82-40A8-B150-C3AABE8FEA55}"/>
                </a:ext>
              </a:extLst>
            </p:cNvPr>
            <p:cNvSpPr/>
            <p:nvPr/>
          </p:nvSpPr>
          <p:spPr>
            <a:xfrm>
              <a:off x="4246092" y="813455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DFB1DD9D-06F0-47B1-A189-B1DEB8F37E32}"/>
                </a:ext>
              </a:extLst>
            </p:cNvPr>
            <p:cNvSpPr/>
            <p:nvPr/>
          </p:nvSpPr>
          <p:spPr>
            <a:xfrm>
              <a:off x="4242603" y="831154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79EE2C2E-1BB5-4F51-8A47-1F35C5FF14F0}"/>
                </a:ext>
              </a:extLst>
            </p:cNvPr>
            <p:cNvSpPr/>
            <p:nvPr/>
          </p:nvSpPr>
          <p:spPr>
            <a:xfrm>
              <a:off x="4245771" y="849664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FBABF23B-6D61-45B7-8033-759AC75BC239}"/>
                </a:ext>
              </a:extLst>
            </p:cNvPr>
            <p:cNvSpPr/>
            <p:nvPr/>
          </p:nvSpPr>
          <p:spPr>
            <a:xfrm>
              <a:off x="4005744" y="821830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A63AA704-F186-457C-8619-F590403B8AF1}"/>
                </a:ext>
              </a:extLst>
            </p:cNvPr>
            <p:cNvSpPr/>
            <p:nvPr/>
          </p:nvSpPr>
          <p:spPr>
            <a:xfrm>
              <a:off x="4473616" y="804270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8DA04C0D-FF84-4395-9929-B8660B33ABD1}"/>
                </a:ext>
              </a:extLst>
            </p:cNvPr>
            <p:cNvSpPr/>
            <p:nvPr/>
          </p:nvSpPr>
          <p:spPr>
            <a:xfrm>
              <a:off x="4708118" y="794881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6CDD766-CB78-4073-9CBB-5331FF0539B4}"/>
                </a:ext>
              </a:extLst>
            </p:cNvPr>
            <p:cNvSpPr/>
            <p:nvPr/>
          </p:nvSpPr>
          <p:spPr>
            <a:xfrm>
              <a:off x="4941488" y="786210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F1C11895-F55C-43D5-875D-1D359EA42AEE}"/>
                </a:ext>
              </a:extLst>
            </p:cNvPr>
            <p:cNvSpPr/>
            <p:nvPr/>
          </p:nvSpPr>
          <p:spPr>
            <a:xfrm>
              <a:off x="4238907" y="757926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D5F48C83-3359-45EA-9D7B-452AC0060DF9}"/>
                </a:ext>
              </a:extLst>
            </p:cNvPr>
            <p:cNvSpPr/>
            <p:nvPr/>
          </p:nvSpPr>
          <p:spPr>
            <a:xfrm>
              <a:off x="4473238" y="766932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64A9E9B5-FB96-48E5-9414-D788C345A58D}"/>
                </a:ext>
              </a:extLst>
            </p:cNvPr>
            <p:cNvSpPr/>
            <p:nvPr/>
          </p:nvSpPr>
          <p:spPr>
            <a:xfrm>
              <a:off x="4708118" y="776325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22CB8526-DB78-47D5-BBF8-DA7DB8B5DEA4}"/>
                </a:ext>
              </a:extLst>
            </p:cNvPr>
            <p:cNvSpPr/>
            <p:nvPr/>
          </p:nvSpPr>
          <p:spPr>
            <a:xfrm>
              <a:off x="4941488" y="767310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E93C0E18-0302-4642-9FB2-3BEDB845F4B0}"/>
                </a:ext>
              </a:extLst>
            </p:cNvPr>
            <p:cNvSpPr/>
            <p:nvPr/>
          </p:nvSpPr>
          <p:spPr>
            <a:xfrm>
              <a:off x="4708012" y="757858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27E6F6DD-F967-4256-9AF6-8565CA367193}"/>
                </a:ext>
              </a:extLst>
            </p:cNvPr>
            <p:cNvSpPr/>
            <p:nvPr/>
          </p:nvSpPr>
          <p:spPr>
            <a:xfrm>
              <a:off x="4477973" y="749065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4AFA39B5-E080-448D-A7BA-8A39B80F43AC}"/>
                </a:ext>
              </a:extLst>
            </p:cNvPr>
            <p:cNvSpPr/>
            <p:nvPr/>
          </p:nvSpPr>
          <p:spPr>
            <a:xfrm>
              <a:off x="4234432" y="721774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C343C755-E06C-4208-B9E6-F43B4E6A3DB5}"/>
                </a:ext>
              </a:extLst>
            </p:cNvPr>
            <p:cNvSpPr/>
            <p:nvPr/>
          </p:nvSpPr>
          <p:spPr>
            <a:xfrm>
              <a:off x="4473238" y="731099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D98A8B62-AC8C-4237-BE0A-CB4F64E14D19}"/>
                </a:ext>
              </a:extLst>
            </p:cNvPr>
            <p:cNvSpPr/>
            <p:nvPr/>
          </p:nvSpPr>
          <p:spPr>
            <a:xfrm>
              <a:off x="4234432" y="703402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A548F156-A36E-43EB-929B-5EFAE1BB5952}"/>
                </a:ext>
              </a:extLst>
            </p:cNvPr>
            <p:cNvSpPr/>
            <p:nvPr/>
          </p:nvSpPr>
          <p:spPr>
            <a:xfrm>
              <a:off x="4469428" y="712664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EFB7D3BD-F14A-4C54-BACD-D2C89ACDEEF5}"/>
                </a:ext>
              </a:extLst>
            </p:cNvPr>
            <p:cNvSpPr/>
            <p:nvPr/>
          </p:nvSpPr>
          <p:spPr>
            <a:xfrm>
              <a:off x="4712044" y="740546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4CC5F813-46D0-4ADD-BEFA-5A6D4187D3E8}"/>
                </a:ext>
              </a:extLst>
            </p:cNvPr>
            <p:cNvSpPr/>
            <p:nvPr/>
          </p:nvSpPr>
          <p:spPr>
            <a:xfrm>
              <a:off x="4947710" y="749682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6489A0B3-50FD-4424-8FE3-80839DB97EAE}"/>
                </a:ext>
              </a:extLst>
            </p:cNvPr>
            <p:cNvSpPr/>
            <p:nvPr/>
          </p:nvSpPr>
          <p:spPr>
            <a:xfrm>
              <a:off x="5180294" y="759080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5DDC4647-9192-4106-AEE0-BB208E358ED0}"/>
                </a:ext>
              </a:extLst>
            </p:cNvPr>
            <p:cNvSpPr/>
            <p:nvPr/>
          </p:nvSpPr>
          <p:spPr>
            <a:xfrm>
              <a:off x="5413664" y="749373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308927DA-C430-40CA-AE6B-BCF9B9E5581A}"/>
                </a:ext>
              </a:extLst>
            </p:cNvPr>
            <p:cNvSpPr/>
            <p:nvPr/>
          </p:nvSpPr>
          <p:spPr>
            <a:xfrm>
              <a:off x="4004582" y="658080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2DF1141F-BB2C-466F-AB8C-0DAAEEA5B42A}"/>
                </a:ext>
              </a:extLst>
            </p:cNvPr>
            <p:cNvSpPr/>
            <p:nvPr/>
          </p:nvSpPr>
          <p:spPr>
            <a:xfrm>
              <a:off x="3997604" y="675942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E7DEC94A-3641-4714-9486-14C12A00E003}"/>
                </a:ext>
              </a:extLst>
            </p:cNvPr>
            <p:cNvSpPr/>
            <p:nvPr/>
          </p:nvSpPr>
          <p:spPr>
            <a:xfrm>
              <a:off x="4234134" y="667247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1C4539E5-A899-4B0B-A22B-217DEEBA756F}"/>
                </a:ext>
              </a:extLst>
            </p:cNvPr>
            <p:cNvSpPr/>
            <p:nvPr/>
          </p:nvSpPr>
          <p:spPr>
            <a:xfrm>
              <a:off x="4227156" y="685109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8327FE3-C9C1-4929-BFB7-7FCCF842B680}"/>
                </a:ext>
              </a:extLst>
            </p:cNvPr>
            <p:cNvSpPr/>
            <p:nvPr/>
          </p:nvSpPr>
          <p:spPr>
            <a:xfrm>
              <a:off x="4242396" y="631157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C5EF6E12-2EDD-4933-8EE0-F204EEF6CF4A}"/>
                </a:ext>
              </a:extLst>
            </p:cNvPr>
            <p:cNvSpPr/>
            <p:nvPr/>
          </p:nvSpPr>
          <p:spPr>
            <a:xfrm>
              <a:off x="4235418" y="649019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5DC0C96B-11D1-4D50-BE9D-6508002EBF82}"/>
                </a:ext>
              </a:extLst>
            </p:cNvPr>
            <p:cNvSpPr/>
            <p:nvPr/>
          </p:nvSpPr>
          <p:spPr>
            <a:xfrm>
              <a:off x="4470963" y="6586115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D9912F9B-83F0-4521-9639-B3A8BC9D60A0}"/>
                </a:ext>
              </a:extLst>
            </p:cNvPr>
            <p:cNvSpPr/>
            <p:nvPr/>
          </p:nvSpPr>
          <p:spPr>
            <a:xfrm>
              <a:off x="4463985" y="676473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ACEC03A3-F497-40A1-AAC0-B52EA14CCA40}"/>
                </a:ext>
              </a:extLst>
            </p:cNvPr>
            <p:cNvSpPr/>
            <p:nvPr/>
          </p:nvSpPr>
          <p:spPr>
            <a:xfrm>
              <a:off x="4463985" y="693880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B136F9D9-F436-4041-8350-06C6BA086582}"/>
                </a:ext>
              </a:extLst>
            </p:cNvPr>
            <p:cNvSpPr/>
            <p:nvPr/>
          </p:nvSpPr>
          <p:spPr>
            <a:xfrm>
              <a:off x="4700814" y="722422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6F0A0092-BC3C-4AFC-8779-1D53AEEF1117}"/>
                </a:ext>
              </a:extLst>
            </p:cNvPr>
            <p:cNvSpPr/>
            <p:nvPr/>
          </p:nvSpPr>
          <p:spPr>
            <a:xfrm>
              <a:off x="4695371" y="703639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FA85143A-8C58-4231-953B-7D19B93F6DC1}"/>
                </a:ext>
              </a:extLst>
            </p:cNvPr>
            <p:cNvSpPr/>
            <p:nvPr/>
          </p:nvSpPr>
          <p:spPr>
            <a:xfrm>
              <a:off x="4935810" y="732026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C3B2BD8C-3E9B-411D-BB0F-238E78A0B795}"/>
                </a:ext>
              </a:extLst>
            </p:cNvPr>
            <p:cNvSpPr/>
            <p:nvPr/>
          </p:nvSpPr>
          <p:spPr>
            <a:xfrm>
              <a:off x="4930367" y="713243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FC010AF1-574B-4BE6-B1B3-A178FA2B8758}"/>
                </a:ext>
              </a:extLst>
            </p:cNvPr>
            <p:cNvSpPr/>
            <p:nvPr/>
          </p:nvSpPr>
          <p:spPr>
            <a:xfrm>
              <a:off x="5177489" y="740810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495C9D08-8277-4B48-9486-54E1ABE09C97}"/>
                </a:ext>
              </a:extLst>
            </p:cNvPr>
            <p:cNvSpPr/>
            <p:nvPr/>
          </p:nvSpPr>
          <p:spPr>
            <a:xfrm>
              <a:off x="5170141" y="722788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DDAEEB15-0B6A-4E86-941B-E251304975CB}"/>
                </a:ext>
              </a:extLst>
            </p:cNvPr>
            <p:cNvSpPr/>
            <p:nvPr/>
          </p:nvSpPr>
          <p:spPr>
            <a:xfrm>
              <a:off x="5408603" y="7320269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9A3C91FE-CB04-4184-8275-EBC2DF8CC1AA}"/>
                </a:ext>
              </a:extLst>
            </p:cNvPr>
            <p:cNvSpPr/>
            <p:nvPr/>
          </p:nvSpPr>
          <p:spPr>
            <a:xfrm>
              <a:off x="5403160" y="713243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05170399-5882-4911-9FF2-F9E48A28CC35}"/>
                </a:ext>
              </a:extLst>
            </p:cNvPr>
            <p:cNvSpPr/>
            <p:nvPr/>
          </p:nvSpPr>
          <p:spPr>
            <a:xfrm>
              <a:off x="5168164" y="704225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A84763CF-50FA-4B14-916D-F148668E1E8C}"/>
                </a:ext>
              </a:extLst>
            </p:cNvPr>
            <p:cNvSpPr/>
            <p:nvPr/>
          </p:nvSpPr>
          <p:spPr>
            <a:xfrm>
              <a:off x="5398266" y="695036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059D6255-3215-4AC9-94BD-87AC44D05EFC}"/>
                </a:ext>
              </a:extLst>
            </p:cNvPr>
            <p:cNvSpPr/>
            <p:nvPr/>
          </p:nvSpPr>
          <p:spPr>
            <a:xfrm>
              <a:off x="4704048" y="667717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59107628-07B1-4699-973F-2F4B252FC169}"/>
                </a:ext>
              </a:extLst>
            </p:cNvPr>
            <p:cNvSpPr/>
            <p:nvPr/>
          </p:nvSpPr>
          <p:spPr>
            <a:xfrm>
              <a:off x="4700338" y="6496627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949EC094-D7CE-406E-BA16-EF6BC278FE9F}"/>
                </a:ext>
              </a:extLst>
            </p:cNvPr>
            <p:cNvSpPr/>
            <p:nvPr/>
          </p:nvSpPr>
          <p:spPr>
            <a:xfrm>
              <a:off x="4699594" y="631570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4169B2D7-A6BC-4088-8573-EB0632DAA883}"/>
                </a:ext>
              </a:extLst>
            </p:cNvPr>
            <p:cNvSpPr/>
            <p:nvPr/>
          </p:nvSpPr>
          <p:spPr>
            <a:xfrm>
              <a:off x="4470963" y="622228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0977C66E-E82E-4001-88D9-75D09D9668B1}"/>
                </a:ext>
              </a:extLst>
            </p:cNvPr>
            <p:cNvSpPr/>
            <p:nvPr/>
          </p:nvSpPr>
          <p:spPr>
            <a:xfrm>
              <a:off x="4234134" y="5947748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D6461248-28EB-4C18-9A14-3851E1275037}"/>
                </a:ext>
              </a:extLst>
            </p:cNvPr>
            <p:cNvSpPr/>
            <p:nvPr/>
          </p:nvSpPr>
          <p:spPr>
            <a:xfrm>
              <a:off x="4472193" y="603946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426F1DE7-29C5-478E-9274-3635B9C8E208}"/>
                </a:ext>
              </a:extLst>
            </p:cNvPr>
            <p:cNvSpPr/>
            <p:nvPr/>
          </p:nvSpPr>
          <p:spPr>
            <a:xfrm>
              <a:off x="4473262" y="586307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106A802C-1AE5-499A-A460-B9E5B2AC3071}"/>
                </a:ext>
              </a:extLst>
            </p:cNvPr>
            <p:cNvSpPr/>
            <p:nvPr/>
          </p:nvSpPr>
          <p:spPr>
            <a:xfrm>
              <a:off x="4707111" y="5949603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9E7D8F5B-2220-4EB3-96E6-A1CD967B10B3}"/>
                </a:ext>
              </a:extLst>
            </p:cNvPr>
            <p:cNvSpPr/>
            <p:nvPr/>
          </p:nvSpPr>
          <p:spPr>
            <a:xfrm>
              <a:off x="4707858" y="6130800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2AD78641-292D-44EC-BFF8-C95E376B60BB}"/>
                </a:ext>
              </a:extLst>
            </p:cNvPr>
            <p:cNvSpPr/>
            <p:nvPr/>
          </p:nvSpPr>
          <p:spPr>
            <a:xfrm>
              <a:off x="4942191" y="549678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7CA43BD9-CB0F-4591-BB3D-E2431C019F98}"/>
                </a:ext>
              </a:extLst>
            </p:cNvPr>
            <p:cNvSpPr/>
            <p:nvPr/>
          </p:nvSpPr>
          <p:spPr>
            <a:xfrm>
              <a:off x="4949008" y="567733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318FA480-22AE-47F8-A5B7-3A16EA6266B8}"/>
                </a:ext>
              </a:extLst>
            </p:cNvPr>
            <p:cNvSpPr/>
            <p:nvPr/>
          </p:nvSpPr>
          <p:spPr>
            <a:xfrm>
              <a:off x="4941475" y="585550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38C9022C-2C1C-477E-9FFA-6DBC62AB9810}"/>
                </a:ext>
              </a:extLst>
            </p:cNvPr>
            <p:cNvSpPr/>
            <p:nvPr/>
          </p:nvSpPr>
          <p:spPr>
            <a:xfrm>
              <a:off x="4938767" y="603415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7CF0352F-CB07-404F-9D79-FA1E761F511A}"/>
                </a:ext>
              </a:extLst>
            </p:cNvPr>
            <p:cNvSpPr/>
            <p:nvPr/>
          </p:nvSpPr>
          <p:spPr>
            <a:xfrm>
              <a:off x="4935107" y="621301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AF2A185E-FC24-49CD-880E-00CBDB80E6EA}"/>
                </a:ext>
              </a:extLst>
            </p:cNvPr>
            <p:cNvSpPr/>
            <p:nvPr/>
          </p:nvSpPr>
          <p:spPr>
            <a:xfrm>
              <a:off x="4935107" y="640273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76D55E88-D257-45A9-AF75-0745766720C8}"/>
                </a:ext>
              </a:extLst>
            </p:cNvPr>
            <p:cNvSpPr/>
            <p:nvPr/>
          </p:nvSpPr>
          <p:spPr>
            <a:xfrm>
              <a:off x="4935107" y="658533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56B51289-8776-40F4-83FB-C3D4F9C8FA77}"/>
                </a:ext>
              </a:extLst>
            </p:cNvPr>
            <p:cNvSpPr/>
            <p:nvPr/>
          </p:nvSpPr>
          <p:spPr>
            <a:xfrm>
              <a:off x="5173679" y="612577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7BDC2D8E-165B-4172-B23B-0496846C0834}"/>
                </a:ext>
              </a:extLst>
            </p:cNvPr>
            <p:cNvSpPr/>
            <p:nvPr/>
          </p:nvSpPr>
          <p:spPr>
            <a:xfrm>
              <a:off x="5177489" y="630837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09A8A4E7-51B3-49D4-ADCE-30A845017355}"/>
                </a:ext>
              </a:extLst>
            </p:cNvPr>
            <p:cNvSpPr/>
            <p:nvPr/>
          </p:nvSpPr>
          <p:spPr>
            <a:xfrm>
              <a:off x="5173333" y="649985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F7F0669A-896F-4063-8FC9-CE8AA5B0AE65}"/>
                </a:ext>
              </a:extLst>
            </p:cNvPr>
            <p:cNvSpPr/>
            <p:nvPr/>
          </p:nvSpPr>
          <p:spPr>
            <a:xfrm>
              <a:off x="5173333" y="668244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B25C10C-F839-4AC7-8A0D-224A1D79FF99}"/>
                </a:ext>
              </a:extLst>
            </p:cNvPr>
            <p:cNvSpPr/>
            <p:nvPr/>
          </p:nvSpPr>
          <p:spPr>
            <a:xfrm>
              <a:off x="5183941" y="558471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00EB1015-6106-43D5-9D54-7FDBCE763CB8}"/>
                </a:ext>
              </a:extLst>
            </p:cNvPr>
            <p:cNvSpPr/>
            <p:nvPr/>
          </p:nvSpPr>
          <p:spPr>
            <a:xfrm>
              <a:off x="5183941" y="576731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B880F481-DC95-4624-8EDC-D0D5A090F9FB}"/>
                </a:ext>
              </a:extLst>
            </p:cNvPr>
            <p:cNvSpPr/>
            <p:nvPr/>
          </p:nvSpPr>
          <p:spPr>
            <a:xfrm>
              <a:off x="5418874" y="549135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F657D007-5910-46DF-B928-40279ADFD13E}"/>
                </a:ext>
              </a:extLst>
            </p:cNvPr>
            <p:cNvSpPr/>
            <p:nvPr/>
          </p:nvSpPr>
          <p:spPr>
            <a:xfrm>
              <a:off x="5418874" y="567394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097CC3CC-DF56-4114-A99A-00391389D084}"/>
                </a:ext>
              </a:extLst>
            </p:cNvPr>
            <p:cNvSpPr/>
            <p:nvPr/>
          </p:nvSpPr>
          <p:spPr>
            <a:xfrm>
              <a:off x="5645699" y="558329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A44E83E6-25C2-4FBC-90DC-4A5064964F56}"/>
                </a:ext>
              </a:extLst>
            </p:cNvPr>
            <p:cNvSpPr/>
            <p:nvPr/>
          </p:nvSpPr>
          <p:spPr>
            <a:xfrm>
              <a:off x="5645699" y="576588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3FE36787-4498-4466-A850-B7E4D2E3F47E}"/>
                </a:ext>
              </a:extLst>
            </p:cNvPr>
            <p:cNvSpPr/>
            <p:nvPr/>
          </p:nvSpPr>
          <p:spPr>
            <a:xfrm>
              <a:off x="5880632" y="567754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39F10CF3-72F4-4274-8EE3-EC6BA95B688F}"/>
                </a:ext>
              </a:extLst>
            </p:cNvPr>
            <p:cNvSpPr/>
            <p:nvPr/>
          </p:nvSpPr>
          <p:spPr>
            <a:xfrm>
              <a:off x="5880632" y="586013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15AA980D-D54D-4F08-B2B8-117B0558B27A}"/>
                </a:ext>
              </a:extLst>
            </p:cNvPr>
            <p:cNvSpPr/>
            <p:nvPr/>
          </p:nvSpPr>
          <p:spPr>
            <a:xfrm>
              <a:off x="6115565" y="576918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38743C70-4DCC-4D1B-8E6A-FFD0AD3829F3}"/>
                </a:ext>
              </a:extLst>
            </p:cNvPr>
            <p:cNvSpPr/>
            <p:nvPr/>
          </p:nvSpPr>
          <p:spPr>
            <a:xfrm>
              <a:off x="6113660" y="595177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44E361A6-5502-41A1-B8AB-F4B7D83E10FA}"/>
                </a:ext>
              </a:extLst>
            </p:cNvPr>
            <p:cNvSpPr/>
            <p:nvPr/>
          </p:nvSpPr>
          <p:spPr>
            <a:xfrm>
              <a:off x="6338580" y="567933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716404F3-7A95-46FC-88F5-4E455C035321}"/>
                </a:ext>
              </a:extLst>
            </p:cNvPr>
            <p:cNvSpPr/>
            <p:nvPr/>
          </p:nvSpPr>
          <p:spPr>
            <a:xfrm>
              <a:off x="6338580" y="604342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E4EFF07B-A1F4-48B2-9D4E-75E2FDF459D0}"/>
                </a:ext>
              </a:extLst>
            </p:cNvPr>
            <p:cNvSpPr/>
            <p:nvPr/>
          </p:nvSpPr>
          <p:spPr>
            <a:xfrm>
              <a:off x="5635437" y="594576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2D9F58C0-82C6-4532-BED0-55F05FEB78CA}"/>
                </a:ext>
              </a:extLst>
            </p:cNvPr>
            <p:cNvSpPr/>
            <p:nvPr/>
          </p:nvSpPr>
          <p:spPr>
            <a:xfrm>
              <a:off x="5401328" y="603238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D43FCDDD-ECB2-4328-98FF-A6BBE493CDAC}"/>
                </a:ext>
              </a:extLst>
            </p:cNvPr>
            <p:cNvSpPr/>
            <p:nvPr/>
          </p:nvSpPr>
          <p:spPr>
            <a:xfrm>
              <a:off x="5409038" y="621509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AC61D1EC-E712-4532-8E5C-CCBB252370D4}"/>
                </a:ext>
              </a:extLst>
            </p:cNvPr>
            <p:cNvSpPr/>
            <p:nvPr/>
          </p:nvSpPr>
          <p:spPr>
            <a:xfrm>
              <a:off x="5409038" y="640680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44ECB7B0-AC6C-4B66-89CE-59D20B06EDD9}"/>
                </a:ext>
              </a:extLst>
            </p:cNvPr>
            <p:cNvSpPr/>
            <p:nvPr/>
          </p:nvSpPr>
          <p:spPr>
            <a:xfrm>
              <a:off x="5402380" y="658545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E483A3F4-28E8-4373-AB57-B108EAE28213}"/>
                </a:ext>
              </a:extLst>
            </p:cNvPr>
            <p:cNvSpPr/>
            <p:nvPr/>
          </p:nvSpPr>
          <p:spPr>
            <a:xfrm>
              <a:off x="5400896" y="676180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31BA9FEC-2AE0-4CA5-9844-D2146C1D3EFC}"/>
                </a:ext>
              </a:extLst>
            </p:cNvPr>
            <p:cNvSpPr/>
            <p:nvPr/>
          </p:nvSpPr>
          <p:spPr>
            <a:xfrm>
              <a:off x="5639274" y="612718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D3BAB4E2-8980-478A-9AFB-74DA43ABBAC9}"/>
                </a:ext>
              </a:extLst>
            </p:cNvPr>
            <p:cNvSpPr/>
            <p:nvPr/>
          </p:nvSpPr>
          <p:spPr>
            <a:xfrm>
              <a:off x="5646984" y="630988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47391EB5-F67C-4331-83A5-BEFA43610A4E}"/>
                </a:ext>
              </a:extLst>
            </p:cNvPr>
            <p:cNvSpPr/>
            <p:nvPr/>
          </p:nvSpPr>
          <p:spPr>
            <a:xfrm>
              <a:off x="5870020" y="604400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1588CC5-9B8C-483B-B3C2-BF809122CF7F}"/>
                </a:ext>
              </a:extLst>
            </p:cNvPr>
            <p:cNvSpPr/>
            <p:nvPr/>
          </p:nvSpPr>
          <p:spPr>
            <a:xfrm>
              <a:off x="5877730" y="622670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E6421B1B-A765-4714-8265-A5DDA80D706F}"/>
                </a:ext>
              </a:extLst>
            </p:cNvPr>
            <p:cNvSpPr/>
            <p:nvPr/>
          </p:nvSpPr>
          <p:spPr>
            <a:xfrm>
              <a:off x="6112652" y="613993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AC8C865F-081F-4B8E-B9EB-722BC0F3A6E6}"/>
                </a:ext>
              </a:extLst>
            </p:cNvPr>
            <p:cNvSpPr/>
            <p:nvPr/>
          </p:nvSpPr>
          <p:spPr>
            <a:xfrm>
              <a:off x="6116552" y="631692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59074FDB-6001-4266-9661-C3127B671949}"/>
                </a:ext>
              </a:extLst>
            </p:cNvPr>
            <p:cNvSpPr/>
            <p:nvPr/>
          </p:nvSpPr>
          <p:spPr>
            <a:xfrm>
              <a:off x="5872922" y="640467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7" name="Hexagon 3236">
              <a:extLst>
                <a:ext uri="{FF2B5EF4-FFF2-40B4-BE49-F238E27FC236}">
                  <a16:creationId xmlns:a16="http://schemas.microsoft.com/office/drawing/2014/main" id="{454A3B9C-6588-496B-82ED-5C0C00E36BA5}"/>
                </a:ext>
              </a:extLst>
            </p:cNvPr>
            <p:cNvSpPr/>
            <p:nvPr/>
          </p:nvSpPr>
          <p:spPr>
            <a:xfrm>
              <a:off x="5876822" y="658357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420EB503-39D7-4AF2-BF8C-3815BC57FD99}"/>
                </a:ext>
              </a:extLst>
            </p:cNvPr>
            <p:cNvSpPr/>
            <p:nvPr/>
          </p:nvSpPr>
          <p:spPr>
            <a:xfrm>
              <a:off x="5632981" y="649418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443415A4-FFEB-46AC-BC31-80CF7B2F0C96}"/>
                </a:ext>
              </a:extLst>
            </p:cNvPr>
            <p:cNvSpPr/>
            <p:nvPr/>
          </p:nvSpPr>
          <p:spPr>
            <a:xfrm>
              <a:off x="5636881" y="667689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9A6B0874-8628-4BE3-9B95-884D86AB74D7}"/>
                </a:ext>
              </a:extLst>
            </p:cNvPr>
            <p:cNvSpPr/>
            <p:nvPr/>
          </p:nvSpPr>
          <p:spPr>
            <a:xfrm>
              <a:off x="6338580" y="622601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639CE68B-9CFF-4D55-8C45-9CA628B7D95D}"/>
                </a:ext>
              </a:extLst>
            </p:cNvPr>
            <p:cNvSpPr/>
            <p:nvPr/>
          </p:nvSpPr>
          <p:spPr>
            <a:xfrm>
              <a:off x="6568851" y="613593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EB837A28-CF95-4552-9912-3D1E1E138976}"/>
                </a:ext>
              </a:extLst>
            </p:cNvPr>
            <p:cNvSpPr/>
            <p:nvPr/>
          </p:nvSpPr>
          <p:spPr>
            <a:xfrm>
              <a:off x="6571743" y="632203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7EE8DD6D-3CB5-461C-B46A-3348A24770AD}"/>
                </a:ext>
              </a:extLst>
            </p:cNvPr>
            <p:cNvSpPr/>
            <p:nvPr/>
          </p:nvSpPr>
          <p:spPr>
            <a:xfrm>
              <a:off x="6097701" y="667689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226330A4-DA2C-43FE-A02D-4B182996030B}"/>
                </a:ext>
              </a:extLst>
            </p:cNvPr>
            <p:cNvSpPr/>
            <p:nvPr/>
          </p:nvSpPr>
          <p:spPr>
            <a:xfrm>
              <a:off x="5870020" y="676369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409C8AB8-C715-4DB3-9DA6-9E4E856592F7}"/>
                </a:ext>
              </a:extLst>
            </p:cNvPr>
            <p:cNvSpPr/>
            <p:nvPr/>
          </p:nvSpPr>
          <p:spPr>
            <a:xfrm>
              <a:off x="5631306" y="685842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4F6F0FC7-F8D3-421A-8DD5-975833AA2376}"/>
                </a:ext>
              </a:extLst>
            </p:cNvPr>
            <p:cNvSpPr/>
            <p:nvPr/>
          </p:nvSpPr>
          <p:spPr>
            <a:xfrm>
              <a:off x="5636753" y="703892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E4F334E6-8380-4EB0-8AA2-C05E7CDA3B84}"/>
                </a:ext>
              </a:extLst>
            </p:cNvPr>
            <p:cNvSpPr/>
            <p:nvPr/>
          </p:nvSpPr>
          <p:spPr>
            <a:xfrm>
              <a:off x="5631178" y="723061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44C3FD0C-7E02-4A27-8154-02B9F74DD4DC}"/>
                </a:ext>
              </a:extLst>
            </p:cNvPr>
            <p:cNvSpPr/>
            <p:nvPr/>
          </p:nvSpPr>
          <p:spPr>
            <a:xfrm>
              <a:off x="5876822" y="713366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12260AD7-721A-40EB-BD72-432EC2E091FA}"/>
                </a:ext>
              </a:extLst>
            </p:cNvPr>
            <p:cNvSpPr/>
            <p:nvPr/>
          </p:nvSpPr>
          <p:spPr>
            <a:xfrm>
              <a:off x="5871247" y="731520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0E7BF59D-109D-4272-852D-C4FBE50612D8}"/>
                </a:ext>
              </a:extLst>
            </p:cNvPr>
            <p:cNvSpPr/>
            <p:nvPr/>
          </p:nvSpPr>
          <p:spPr>
            <a:xfrm>
              <a:off x="6109968" y="685738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F27BE797-9DA5-4DBF-9EBD-E9A5C7DB7810}"/>
                </a:ext>
              </a:extLst>
            </p:cNvPr>
            <p:cNvSpPr/>
            <p:nvPr/>
          </p:nvSpPr>
          <p:spPr>
            <a:xfrm>
              <a:off x="6104393" y="703892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03FCAAFA-6AEC-4CB4-ADBD-146A57D514C4}"/>
                </a:ext>
              </a:extLst>
            </p:cNvPr>
            <p:cNvSpPr/>
            <p:nvPr/>
          </p:nvSpPr>
          <p:spPr>
            <a:xfrm>
              <a:off x="6104768" y="723300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A7949704-01AF-4FAC-8490-EFCF92E48F2A}"/>
                </a:ext>
              </a:extLst>
            </p:cNvPr>
            <p:cNvSpPr/>
            <p:nvPr/>
          </p:nvSpPr>
          <p:spPr>
            <a:xfrm>
              <a:off x="6099193" y="741453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4B35CEC5-BEF9-4EFF-8445-8C5C6A8FEE5C}"/>
                </a:ext>
              </a:extLst>
            </p:cNvPr>
            <p:cNvSpPr/>
            <p:nvPr/>
          </p:nvSpPr>
          <p:spPr>
            <a:xfrm>
              <a:off x="6332714" y="732026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74938A14-8E3D-4888-ABB3-4BAFCC37F000}"/>
                </a:ext>
              </a:extLst>
            </p:cNvPr>
            <p:cNvSpPr/>
            <p:nvPr/>
          </p:nvSpPr>
          <p:spPr>
            <a:xfrm>
              <a:off x="6327139" y="750180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457134A-195D-49E6-B6DA-F6C3F70322AF}"/>
                </a:ext>
              </a:extLst>
            </p:cNvPr>
            <p:cNvSpPr/>
            <p:nvPr/>
          </p:nvSpPr>
          <p:spPr>
            <a:xfrm>
              <a:off x="6556684" y="740778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9F3CE358-0E68-41A9-A3BC-852836D181CE}"/>
                </a:ext>
              </a:extLst>
            </p:cNvPr>
            <p:cNvSpPr/>
            <p:nvPr/>
          </p:nvSpPr>
          <p:spPr>
            <a:xfrm>
              <a:off x="6561269" y="758423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36C3CB2-ED6B-449C-BD2B-54E4B25236EF}"/>
                </a:ext>
              </a:extLst>
            </p:cNvPr>
            <p:cNvSpPr/>
            <p:nvPr/>
          </p:nvSpPr>
          <p:spPr>
            <a:xfrm>
              <a:off x="6568851" y="704020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EF15FEC6-8229-445F-A3A1-E6CFAFD3A285}"/>
                </a:ext>
              </a:extLst>
            </p:cNvPr>
            <p:cNvSpPr/>
            <p:nvPr/>
          </p:nvSpPr>
          <p:spPr>
            <a:xfrm>
              <a:off x="6563276" y="722174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D2652109-86A5-4998-9685-50CBB5EF4356}"/>
                </a:ext>
              </a:extLst>
            </p:cNvPr>
            <p:cNvSpPr/>
            <p:nvPr/>
          </p:nvSpPr>
          <p:spPr>
            <a:xfrm>
              <a:off x="6344155" y="676192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B204D52F-B629-4F31-A4AE-869CE0A335A5}"/>
                </a:ext>
              </a:extLst>
            </p:cNvPr>
            <p:cNvSpPr/>
            <p:nvPr/>
          </p:nvSpPr>
          <p:spPr>
            <a:xfrm>
              <a:off x="6338580" y="694346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2B5435F3-854E-482C-A72B-FB87B12E9812}"/>
                </a:ext>
              </a:extLst>
            </p:cNvPr>
            <p:cNvSpPr/>
            <p:nvPr/>
          </p:nvSpPr>
          <p:spPr>
            <a:xfrm>
              <a:off x="6568685" y="666786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2B7F507B-ABD4-48D4-BDCF-6674758D0A37}"/>
                </a:ext>
              </a:extLst>
            </p:cNvPr>
            <p:cNvSpPr/>
            <p:nvPr/>
          </p:nvSpPr>
          <p:spPr>
            <a:xfrm>
              <a:off x="6563110" y="684939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20363B53-A788-4267-BBAD-A310106676A0}"/>
                </a:ext>
              </a:extLst>
            </p:cNvPr>
            <p:cNvSpPr/>
            <p:nvPr/>
          </p:nvSpPr>
          <p:spPr>
            <a:xfrm>
              <a:off x="5642506" y="741453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623D719A-19E6-4C7A-9873-8C6585902498}"/>
                </a:ext>
              </a:extLst>
            </p:cNvPr>
            <p:cNvSpPr/>
            <p:nvPr/>
          </p:nvSpPr>
          <p:spPr>
            <a:xfrm>
              <a:off x="5873050" y="750547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8C4B40BE-43D9-4B3B-BDD2-5708C3CEBF37}"/>
                </a:ext>
              </a:extLst>
            </p:cNvPr>
            <p:cNvSpPr/>
            <p:nvPr/>
          </p:nvSpPr>
          <p:spPr>
            <a:xfrm>
              <a:off x="6104806" y="760099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9459C18D-F579-4815-B78F-97F1C7D4338A}"/>
                </a:ext>
              </a:extLst>
            </p:cNvPr>
            <p:cNvSpPr/>
            <p:nvPr/>
          </p:nvSpPr>
          <p:spPr>
            <a:xfrm>
              <a:off x="6332752" y="769017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254A1157-A466-4E77-B530-7B46949839A4}"/>
                </a:ext>
              </a:extLst>
            </p:cNvPr>
            <p:cNvSpPr/>
            <p:nvPr/>
          </p:nvSpPr>
          <p:spPr>
            <a:xfrm>
              <a:off x="6804248" y="604429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A25BA608-D7ED-4353-88AE-87C03C401C99}"/>
                </a:ext>
              </a:extLst>
            </p:cNvPr>
            <p:cNvSpPr/>
            <p:nvPr/>
          </p:nvSpPr>
          <p:spPr>
            <a:xfrm>
              <a:off x="6807140" y="623038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F26E92D5-0D5F-4BB1-AD80-181679110C52}"/>
                </a:ext>
              </a:extLst>
            </p:cNvPr>
            <p:cNvSpPr/>
            <p:nvPr/>
          </p:nvSpPr>
          <p:spPr>
            <a:xfrm>
              <a:off x="7036753" y="613593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CEE86261-1543-4269-BCA5-24F86767334F}"/>
                </a:ext>
              </a:extLst>
            </p:cNvPr>
            <p:cNvSpPr/>
            <p:nvPr/>
          </p:nvSpPr>
          <p:spPr>
            <a:xfrm>
              <a:off x="7039645" y="632203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7A99449E-98AB-4A87-840C-C9EF944AE78F}"/>
                </a:ext>
              </a:extLst>
            </p:cNvPr>
            <p:cNvSpPr/>
            <p:nvPr/>
          </p:nvSpPr>
          <p:spPr>
            <a:xfrm>
              <a:off x="7275042" y="605218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8027BEAA-B219-49D1-86FF-547352B73274}"/>
                </a:ext>
              </a:extLst>
            </p:cNvPr>
            <p:cNvSpPr/>
            <p:nvPr/>
          </p:nvSpPr>
          <p:spPr>
            <a:xfrm>
              <a:off x="7277934" y="623828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BEE5D9F9-40CB-4A97-BFFD-4E7013D297D6}"/>
                </a:ext>
              </a:extLst>
            </p:cNvPr>
            <p:cNvSpPr/>
            <p:nvPr/>
          </p:nvSpPr>
          <p:spPr>
            <a:xfrm>
              <a:off x="6800223" y="640910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C715D40A-728E-4BD5-A3EF-16A7ABBBBE4F}"/>
                </a:ext>
              </a:extLst>
            </p:cNvPr>
            <p:cNvSpPr/>
            <p:nvPr/>
          </p:nvSpPr>
          <p:spPr>
            <a:xfrm>
              <a:off x="6803115" y="659520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BC93A6DA-6447-45AC-9FE9-FABF6440F52C}"/>
                </a:ext>
              </a:extLst>
            </p:cNvPr>
            <p:cNvSpPr/>
            <p:nvPr/>
          </p:nvSpPr>
          <p:spPr>
            <a:xfrm>
              <a:off x="6794648" y="676203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FBC4F27F-4E4C-455D-ADA8-927B66875AC3}"/>
                </a:ext>
              </a:extLst>
            </p:cNvPr>
            <p:cNvSpPr/>
            <p:nvPr/>
          </p:nvSpPr>
          <p:spPr>
            <a:xfrm>
              <a:off x="6797540" y="694812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3B7F1678-CF96-4254-A420-9EA0B6616AA4}"/>
                </a:ext>
              </a:extLst>
            </p:cNvPr>
            <p:cNvSpPr/>
            <p:nvPr/>
          </p:nvSpPr>
          <p:spPr>
            <a:xfrm>
              <a:off x="7022186" y="650075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92410C2D-DB4C-47FD-B07C-96DBE3EF19BB}"/>
                </a:ext>
              </a:extLst>
            </p:cNvPr>
            <p:cNvSpPr/>
            <p:nvPr/>
          </p:nvSpPr>
          <p:spPr>
            <a:xfrm>
              <a:off x="7025078" y="668684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701DFD59-B973-4B3F-836C-03AA3BB023A8}"/>
                </a:ext>
              </a:extLst>
            </p:cNvPr>
            <p:cNvSpPr/>
            <p:nvPr/>
          </p:nvSpPr>
          <p:spPr>
            <a:xfrm>
              <a:off x="7258326" y="641700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83209648-E967-4758-A7E1-89A92FD3698B}"/>
                </a:ext>
              </a:extLst>
            </p:cNvPr>
            <p:cNvSpPr/>
            <p:nvPr/>
          </p:nvSpPr>
          <p:spPr>
            <a:xfrm>
              <a:off x="7266298" y="659802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5A8C1B53-D812-45DE-820D-523D462966CE}"/>
                </a:ext>
              </a:extLst>
            </p:cNvPr>
            <p:cNvSpPr/>
            <p:nvPr/>
          </p:nvSpPr>
          <p:spPr>
            <a:xfrm>
              <a:off x="7497029" y="667697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CDDCEE79-BCC3-4AA8-9E12-9D2E3B423BDF}"/>
                </a:ext>
              </a:extLst>
            </p:cNvPr>
            <p:cNvSpPr/>
            <p:nvPr/>
          </p:nvSpPr>
          <p:spPr>
            <a:xfrm>
              <a:off x="7733542" y="6761148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0919B8D5-B219-496C-A08F-72FE55FF5AC4}"/>
                </a:ext>
              </a:extLst>
            </p:cNvPr>
            <p:cNvSpPr/>
            <p:nvPr/>
          </p:nvSpPr>
          <p:spPr>
            <a:xfrm>
              <a:off x="7965403" y="685181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D21F9BE6-D676-40D1-A341-BD65A1876B3F}"/>
                </a:ext>
              </a:extLst>
            </p:cNvPr>
            <p:cNvSpPr/>
            <p:nvPr/>
          </p:nvSpPr>
          <p:spPr>
            <a:xfrm>
              <a:off x="7733776" y="6948959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9B104B6C-3B60-4A23-8D7B-FE677B40B0B5}"/>
                </a:ext>
              </a:extLst>
            </p:cNvPr>
            <p:cNvSpPr/>
            <p:nvPr/>
          </p:nvSpPr>
          <p:spPr>
            <a:xfrm>
              <a:off x="7736668" y="713505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0DDEC5BE-E604-4114-BCAA-803FB62530CE}"/>
                </a:ext>
              </a:extLst>
            </p:cNvPr>
            <p:cNvSpPr/>
            <p:nvPr/>
          </p:nvSpPr>
          <p:spPr>
            <a:xfrm>
              <a:off x="7500488" y="704515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AAD2010D-38B0-4932-99D1-D66CE02C4E2D}"/>
                </a:ext>
              </a:extLst>
            </p:cNvPr>
            <p:cNvSpPr/>
            <p:nvPr/>
          </p:nvSpPr>
          <p:spPr>
            <a:xfrm>
              <a:off x="7503380" y="7219821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E2C979A3-694A-4EC6-8F08-11D7CD0A2B1F}"/>
                </a:ext>
              </a:extLst>
            </p:cNvPr>
            <p:cNvSpPr/>
            <p:nvPr/>
          </p:nvSpPr>
          <p:spPr>
            <a:xfrm>
              <a:off x="7494137" y="740310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4D19246F-C9BB-4000-95DE-7CEF2870D68E}"/>
                </a:ext>
              </a:extLst>
            </p:cNvPr>
            <p:cNvSpPr/>
            <p:nvPr/>
          </p:nvSpPr>
          <p:spPr>
            <a:xfrm>
              <a:off x="7497029" y="7577773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D5810B39-CE5C-4505-8642-E6FD293A8CBC}"/>
                </a:ext>
              </a:extLst>
            </p:cNvPr>
            <p:cNvSpPr/>
            <p:nvPr/>
          </p:nvSpPr>
          <p:spPr>
            <a:xfrm>
              <a:off x="7725268" y="749373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51A4ACB9-E63F-4F61-ACE0-C1BAA9C8EC34}"/>
                </a:ext>
              </a:extLst>
            </p:cNvPr>
            <p:cNvSpPr/>
            <p:nvPr/>
          </p:nvSpPr>
          <p:spPr>
            <a:xfrm>
              <a:off x="7266849" y="713674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EA8F1964-9C8A-49FC-98FD-62F4055CE32E}"/>
                </a:ext>
              </a:extLst>
            </p:cNvPr>
            <p:cNvSpPr/>
            <p:nvPr/>
          </p:nvSpPr>
          <p:spPr>
            <a:xfrm>
              <a:off x="7267836" y="731522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63BA6BA0-BEFE-4EC5-BBBE-26353E285ED1}"/>
                </a:ext>
              </a:extLst>
            </p:cNvPr>
            <p:cNvSpPr/>
            <p:nvPr/>
          </p:nvSpPr>
          <p:spPr>
            <a:xfrm>
              <a:off x="7264308" y="750231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63971274-ADC8-4AA2-A7FD-B0AF67F2F00B}"/>
                </a:ext>
              </a:extLst>
            </p:cNvPr>
            <p:cNvSpPr/>
            <p:nvPr/>
          </p:nvSpPr>
          <p:spPr>
            <a:xfrm>
              <a:off x="7267200" y="7676984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835D5735-AFA5-45FE-9A9E-A477A0AC693A}"/>
                </a:ext>
              </a:extLst>
            </p:cNvPr>
            <p:cNvSpPr/>
            <p:nvPr/>
          </p:nvSpPr>
          <p:spPr>
            <a:xfrm>
              <a:off x="7261197" y="676711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674378EB-097F-4B76-8F02-11DFC309A31B}"/>
                </a:ext>
              </a:extLst>
            </p:cNvPr>
            <p:cNvSpPr/>
            <p:nvPr/>
          </p:nvSpPr>
          <p:spPr>
            <a:xfrm>
              <a:off x="7028655" y="686028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5C655C97-94E8-475A-B67B-0C2B10873FFA}"/>
                </a:ext>
              </a:extLst>
            </p:cNvPr>
            <p:cNvSpPr/>
            <p:nvPr/>
          </p:nvSpPr>
          <p:spPr>
            <a:xfrm>
              <a:off x="7264835" y="695343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A24C9755-5CA3-4656-A9F2-30C69020A1BE}"/>
                </a:ext>
              </a:extLst>
            </p:cNvPr>
            <p:cNvSpPr/>
            <p:nvPr/>
          </p:nvSpPr>
          <p:spPr>
            <a:xfrm>
              <a:off x="6795862" y="7130562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6E3C4631-125D-4D93-93F0-E51DE8564E99}"/>
                </a:ext>
              </a:extLst>
            </p:cNvPr>
            <p:cNvSpPr/>
            <p:nvPr/>
          </p:nvSpPr>
          <p:spPr>
            <a:xfrm>
              <a:off x="6801260" y="731463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8155CD2-629A-4B2B-8047-8453733D711B}"/>
                </a:ext>
              </a:extLst>
            </p:cNvPr>
            <p:cNvSpPr/>
            <p:nvPr/>
          </p:nvSpPr>
          <p:spPr>
            <a:xfrm>
              <a:off x="7038670" y="7216457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AA134F8C-5720-4CF7-8C4D-336BFF9619FE}"/>
                </a:ext>
              </a:extLst>
            </p:cNvPr>
            <p:cNvSpPr/>
            <p:nvPr/>
          </p:nvSpPr>
          <p:spPr>
            <a:xfrm>
              <a:off x="7033095" y="7402526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C11AB997-8CD6-459C-861D-FD092FF94A6A}"/>
                </a:ext>
              </a:extLst>
            </p:cNvPr>
            <p:cNvSpPr/>
            <p:nvPr/>
          </p:nvSpPr>
          <p:spPr>
            <a:xfrm>
              <a:off x="7023685" y="7583865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F45EF591-8141-4428-A3F3-CB179345365B}"/>
                </a:ext>
              </a:extLst>
            </p:cNvPr>
            <p:cNvSpPr/>
            <p:nvPr/>
          </p:nvSpPr>
          <p:spPr>
            <a:xfrm>
              <a:off x="6793205" y="7670530"/>
              <a:ext cx="309268" cy="1832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8" name="6级" hidden="1">
            <a:extLst>
              <a:ext uri="{FF2B5EF4-FFF2-40B4-BE49-F238E27FC236}">
                <a16:creationId xmlns:a16="http://schemas.microsoft.com/office/drawing/2014/main" id="{06614C1A-626D-4B89-B2AC-2CE55691528B}"/>
              </a:ext>
            </a:extLst>
          </p:cNvPr>
          <p:cNvGrpSpPr/>
          <p:nvPr/>
        </p:nvGrpSpPr>
        <p:grpSpPr>
          <a:xfrm>
            <a:off x="49870" y="6233733"/>
            <a:ext cx="4726118" cy="3894253"/>
            <a:chOff x="49870" y="6233733"/>
            <a:chExt cx="4726118" cy="3894253"/>
          </a:xfrm>
        </p:grpSpPr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641B70CA-AEA2-4599-8A54-303C3E404EAA}"/>
                </a:ext>
              </a:extLst>
            </p:cNvPr>
            <p:cNvSpPr/>
            <p:nvPr/>
          </p:nvSpPr>
          <p:spPr>
            <a:xfrm>
              <a:off x="3312795" y="794575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92B1D218-D15F-4832-98A4-084244E86453}"/>
                </a:ext>
              </a:extLst>
            </p:cNvPr>
            <p:cNvSpPr/>
            <p:nvPr/>
          </p:nvSpPr>
          <p:spPr>
            <a:xfrm>
              <a:off x="3312795" y="812482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5190489E-113E-46D7-93F5-64AAA05F017F}"/>
                </a:ext>
              </a:extLst>
            </p:cNvPr>
            <p:cNvSpPr/>
            <p:nvPr/>
          </p:nvSpPr>
          <p:spPr>
            <a:xfrm>
              <a:off x="3312795" y="830389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6478DDDF-FF27-4ADF-82A8-3C145B06C6B1}"/>
                </a:ext>
              </a:extLst>
            </p:cNvPr>
            <p:cNvSpPr/>
            <p:nvPr/>
          </p:nvSpPr>
          <p:spPr>
            <a:xfrm>
              <a:off x="3545205" y="822007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8E29251-EACD-4663-9BBB-06B9F1B3CA52}"/>
                </a:ext>
              </a:extLst>
            </p:cNvPr>
            <p:cNvSpPr/>
            <p:nvPr/>
          </p:nvSpPr>
          <p:spPr>
            <a:xfrm>
              <a:off x="3545205" y="83991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A9BD9004-DED7-4FB7-A5CD-5F04791DD1CE}"/>
                </a:ext>
              </a:extLst>
            </p:cNvPr>
            <p:cNvSpPr/>
            <p:nvPr/>
          </p:nvSpPr>
          <p:spPr>
            <a:xfrm>
              <a:off x="3545205" y="85782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02F57A49-3DCB-4A9C-88D6-CCB8ECE67F98}"/>
                </a:ext>
              </a:extLst>
            </p:cNvPr>
            <p:cNvSpPr/>
            <p:nvPr/>
          </p:nvSpPr>
          <p:spPr>
            <a:xfrm>
              <a:off x="3777615" y="813054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6EE70746-CA43-4396-AED8-AEA74251DCC3}"/>
                </a:ext>
              </a:extLst>
            </p:cNvPr>
            <p:cNvSpPr/>
            <p:nvPr/>
          </p:nvSpPr>
          <p:spPr>
            <a:xfrm>
              <a:off x="3777615" y="830961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29D81808-8670-4625-BB59-363759CA7BAF}"/>
                </a:ext>
              </a:extLst>
            </p:cNvPr>
            <p:cNvSpPr/>
            <p:nvPr/>
          </p:nvSpPr>
          <p:spPr>
            <a:xfrm>
              <a:off x="3777615" y="848868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25D5647B-D0DF-4DFE-B957-DD5770E853F3}"/>
                </a:ext>
              </a:extLst>
            </p:cNvPr>
            <p:cNvSpPr/>
            <p:nvPr/>
          </p:nvSpPr>
          <p:spPr>
            <a:xfrm>
              <a:off x="3777615" y="867389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0663BC43-36ED-494E-8EDF-B71C68B5D3E1}"/>
                </a:ext>
              </a:extLst>
            </p:cNvPr>
            <p:cNvSpPr/>
            <p:nvPr/>
          </p:nvSpPr>
          <p:spPr>
            <a:xfrm>
              <a:off x="3777615" y="885296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3265868A-89E8-4FC7-96A0-2AD18CE9E647}"/>
                </a:ext>
              </a:extLst>
            </p:cNvPr>
            <p:cNvSpPr/>
            <p:nvPr/>
          </p:nvSpPr>
          <p:spPr>
            <a:xfrm>
              <a:off x="3777615" y="903203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D8D2AB8-2BF9-46AF-B741-2CC162D93360}"/>
                </a:ext>
              </a:extLst>
            </p:cNvPr>
            <p:cNvSpPr/>
            <p:nvPr/>
          </p:nvSpPr>
          <p:spPr>
            <a:xfrm>
              <a:off x="4010025" y="83991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B4ACA47C-8CCE-4EF7-B576-CCBE43097DA3}"/>
                </a:ext>
              </a:extLst>
            </p:cNvPr>
            <p:cNvSpPr/>
            <p:nvPr/>
          </p:nvSpPr>
          <p:spPr>
            <a:xfrm>
              <a:off x="4010025" y="85782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51C5CD17-530C-4D98-8B1A-73D06270F262}"/>
                </a:ext>
              </a:extLst>
            </p:cNvPr>
            <p:cNvSpPr/>
            <p:nvPr/>
          </p:nvSpPr>
          <p:spPr>
            <a:xfrm>
              <a:off x="4010025" y="875728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5FA123DE-D433-49B5-BC59-9516ED5C8905}"/>
                </a:ext>
              </a:extLst>
            </p:cNvPr>
            <p:cNvSpPr/>
            <p:nvPr/>
          </p:nvSpPr>
          <p:spPr>
            <a:xfrm>
              <a:off x="4242435" y="867389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C6155F3E-E1ED-4083-A863-AC767EFA2571}"/>
                </a:ext>
              </a:extLst>
            </p:cNvPr>
            <p:cNvSpPr/>
            <p:nvPr/>
          </p:nvSpPr>
          <p:spPr>
            <a:xfrm>
              <a:off x="4242435" y="885296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8134EDD8-3807-4A1F-9E62-43D8A9FBEDB1}"/>
                </a:ext>
              </a:extLst>
            </p:cNvPr>
            <p:cNvSpPr/>
            <p:nvPr/>
          </p:nvSpPr>
          <p:spPr>
            <a:xfrm>
              <a:off x="4242435" y="903203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5599EC91-E4F0-4030-A103-821454962210}"/>
                </a:ext>
              </a:extLst>
            </p:cNvPr>
            <p:cNvSpPr/>
            <p:nvPr/>
          </p:nvSpPr>
          <p:spPr>
            <a:xfrm>
              <a:off x="4476750" y="894863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211ED324-51EE-4FC5-81AD-9A7FB87F0BBE}"/>
                </a:ext>
              </a:extLst>
            </p:cNvPr>
            <p:cNvSpPr/>
            <p:nvPr/>
          </p:nvSpPr>
          <p:spPr>
            <a:xfrm>
              <a:off x="4476750" y="912770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769F96BB-8D0E-42D0-A120-CA41D399A215}"/>
                </a:ext>
              </a:extLst>
            </p:cNvPr>
            <p:cNvSpPr/>
            <p:nvPr/>
          </p:nvSpPr>
          <p:spPr>
            <a:xfrm>
              <a:off x="4476750" y="930677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4B034805-12F2-4560-8802-5A07EACB2E15}"/>
                </a:ext>
              </a:extLst>
            </p:cNvPr>
            <p:cNvSpPr/>
            <p:nvPr/>
          </p:nvSpPr>
          <p:spPr>
            <a:xfrm>
              <a:off x="4242435" y="922338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DAF03230-9056-4881-97FE-A585B1FA455F}"/>
                </a:ext>
              </a:extLst>
            </p:cNvPr>
            <p:cNvSpPr/>
            <p:nvPr/>
          </p:nvSpPr>
          <p:spPr>
            <a:xfrm>
              <a:off x="4242435" y="940245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B7CE3ED0-718F-47D3-9257-0A7D29AF4EE0}"/>
                </a:ext>
              </a:extLst>
            </p:cNvPr>
            <p:cNvSpPr/>
            <p:nvPr/>
          </p:nvSpPr>
          <p:spPr>
            <a:xfrm>
              <a:off x="4242435" y="958152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095449F0-F477-4C36-B647-A5DF13FFF915}"/>
                </a:ext>
              </a:extLst>
            </p:cNvPr>
            <p:cNvSpPr/>
            <p:nvPr/>
          </p:nvSpPr>
          <p:spPr>
            <a:xfrm>
              <a:off x="4010025" y="89410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3C7317B6-8A1B-4E7E-9587-72D89C737B18}"/>
                </a:ext>
              </a:extLst>
            </p:cNvPr>
            <p:cNvSpPr/>
            <p:nvPr/>
          </p:nvSpPr>
          <p:spPr>
            <a:xfrm>
              <a:off x="4010025" y="912008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BF245CFC-29DE-4C34-B1FD-186114C6E8C7}"/>
                </a:ext>
              </a:extLst>
            </p:cNvPr>
            <p:cNvSpPr/>
            <p:nvPr/>
          </p:nvSpPr>
          <p:spPr>
            <a:xfrm>
              <a:off x="3543300" y="876342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0C714D69-5E26-4DA4-B4F7-A780BB08676B}"/>
                </a:ext>
              </a:extLst>
            </p:cNvPr>
            <p:cNvSpPr/>
            <p:nvPr/>
          </p:nvSpPr>
          <p:spPr>
            <a:xfrm>
              <a:off x="3543300" y="894249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18120400-D4A8-40F5-B733-7D04AF66B62F}"/>
                </a:ext>
              </a:extLst>
            </p:cNvPr>
            <p:cNvSpPr/>
            <p:nvPr/>
          </p:nvSpPr>
          <p:spPr>
            <a:xfrm>
              <a:off x="3316300" y="866775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5E4DC17A-0C85-419C-9EC7-7252921628D4}"/>
                </a:ext>
              </a:extLst>
            </p:cNvPr>
            <p:cNvSpPr/>
            <p:nvPr/>
          </p:nvSpPr>
          <p:spPr>
            <a:xfrm>
              <a:off x="3081985" y="87619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9D32F01E-6B0E-4E9F-ACEF-AEDE6606A5A1}"/>
                </a:ext>
              </a:extLst>
            </p:cNvPr>
            <p:cNvSpPr/>
            <p:nvPr/>
          </p:nvSpPr>
          <p:spPr>
            <a:xfrm>
              <a:off x="3076575" y="894482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777034A8-3507-4DCC-9C9B-1B5DCDCAA561}"/>
                </a:ext>
              </a:extLst>
            </p:cNvPr>
            <p:cNvSpPr/>
            <p:nvPr/>
          </p:nvSpPr>
          <p:spPr>
            <a:xfrm>
              <a:off x="3308985" y="902537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5964DA32-8F53-440C-BE36-1AFACFF72E32}"/>
                </a:ext>
              </a:extLst>
            </p:cNvPr>
            <p:cNvSpPr/>
            <p:nvPr/>
          </p:nvSpPr>
          <p:spPr>
            <a:xfrm>
              <a:off x="3543300" y="912156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BE889D1C-84C2-41C7-A7E2-EBE5CC7FC507}"/>
                </a:ext>
              </a:extLst>
            </p:cNvPr>
            <p:cNvSpPr/>
            <p:nvPr/>
          </p:nvSpPr>
          <p:spPr>
            <a:xfrm>
              <a:off x="2844165" y="904092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9AC228BB-CE21-465B-BAA8-DAF304E6247B}"/>
                </a:ext>
              </a:extLst>
            </p:cNvPr>
            <p:cNvSpPr/>
            <p:nvPr/>
          </p:nvSpPr>
          <p:spPr>
            <a:xfrm>
              <a:off x="3076575" y="912147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7E80CAB6-818A-40DA-BC39-046B7D2C19A5}"/>
                </a:ext>
              </a:extLst>
            </p:cNvPr>
            <p:cNvSpPr/>
            <p:nvPr/>
          </p:nvSpPr>
          <p:spPr>
            <a:xfrm>
              <a:off x="3310890" y="921766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C72068FE-2B58-4E7F-A067-FF682454DAAC}"/>
                </a:ext>
              </a:extLst>
            </p:cNvPr>
            <p:cNvSpPr/>
            <p:nvPr/>
          </p:nvSpPr>
          <p:spPr>
            <a:xfrm>
              <a:off x="2846070" y="921941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B0F7E4A1-21D8-47F6-928F-837143664142}"/>
                </a:ext>
              </a:extLst>
            </p:cNvPr>
            <p:cNvSpPr/>
            <p:nvPr/>
          </p:nvSpPr>
          <p:spPr>
            <a:xfrm>
              <a:off x="3074670" y="930377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2699FF1A-04C3-4AE4-9124-573D1E75E4D3}"/>
                </a:ext>
              </a:extLst>
            </p:cNvPr>
            <p:cNvSpPr/>
            <p:nvPr/>
          </p:nvSpPr>
          <p:spPr>
            <a:xfrm>
              <a:off x="3308985" y="939996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AA6B81B3-5C80-4B35-BB09-D930B77F8B5E}"/>
                </a:ext>
              </a:extLst>
            </p:cNvPr>
            <p:cNvSpPr/>
            <p:nvPr/>
          </p:nvSpPr>
          <p:spPr>
            <a:xfrm>
              <a:off x="2609850" y="931959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4E7507C5-DBE4-4CA7-8693-406633A14E4A}"/>
                </a:ext>
              </a:extLst>
            </p:cNvPr>
            <p:cNvSpPr/>
            <p:nvPr/>
          </p:nvSpPr>
          <p:spPr>
            <a:xfrm>
              <a:off x="2842260" y="940014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77F1BB81-B76A-4E4E-B6F4-8E9AE599736F}"/>
                </a:ext>
              </a:extLst>
            </p:cNvPr>
            <p:cNvSpPr/>
            <p:nvPr/>
          </p:nvSpPr>
          <p:spPr>
            <a:xfrm>
              <a:off x="3076575" y="949633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C29B8D52-24FF-4906-9A19-82BD467580A8}"/>
                </a:ext>
              </a:extLst>
            </p:cNvPr>
            <p:cNvSpPr/>
            <p:nvPr/>
          </p:nvSpPr>
          <p:spPr>
            <a:xfrm>
              <a:off x="2607945" y="949691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EDE4B936-0780-4856-90E0-020D1B20AB1B}"/>
                </a:ext>
              </a:extLst>
            </p:cNvPr>
            <p:cNvSpPr/>
            <p:nvPr/>
          </p:nvSpPr>
          <p:spPr>
            <a:xfrm>
              <a:off x="2840355" y="957746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7FAE182C-DB45-44FC-B6B4-1DB818374E47}"/>
                </a:ext>
              </a:extLst>
            </p:cNvPr>
            <p:cNvSpPr/>
            <p:nvPr/>
          </p:nvSpPr>
          <p:spPr>
            <a:xfrm>
              <a:off x="3074670" y="967365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A50C8FBF-2AF2-4C94-9793-6A09B0613257}"/>
                </a:ext>
              </a:extLst>
            </p:cNvPr>
            <p:cNvSpPr/>
            <p:nvPr/>
          </p:nvSpPr>
          <p:spPr>
            <a:xfrm>
              <a:off x="3543300" y="949691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97E1DAB4-B619-44BD-86FE-CCFFC37D516E}"/>
                </a:ext>
              </a:extLst>
            </p:cNvPr>
            <p:cNvSpPr/>
            <p:nvPr/>
          </p:nvSpPr>
          <p:spPr>
            <a:xfrm>
              <a:off x="3775710" y="958127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DB123C5F-BDB5-49B2-8773-33274458B536}"/>
                </a:ext>
              </a:extLst>
            </p:cNvPr>
            <p:cNvSpPr/>
            <p:nvPr/>
          </p:nvSpPr>
          <p:spPr>
            <a:xfrm>
              <a:off x="4010025" y="967365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5D7D9A68-9FF7-4376-AA00-B59C5FA71F8F}"/>
                </a:ext>
              </a:extLst>
            </p:cNvPr>
            <p:cNvSpPr/>
            <p:nvPr/>
          </p:nvSpPr>
          <p:spPr>
            <a:xfrm>
              <a:off x="3308985" y="958720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B4D4670C-6624-41DA-984C-EF1E10DE846F}"/>
                </a:ext>
              </a:extLst>
            </p:cNvPr>
            <p:cNvSpPr/>
            <p:nvPr/>
          </p:nvSpPr>
          <p:spPr>
            <a:xfrm>
              <a:off x="3541395" y="967156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23D05698-8CA0-4970-9D54-123862AEF988}"/>
                </a:ext>
              </a:extLst>
            </p:cNvPr>
            <p:cNvSpPr/>
            <p:nvPr/>
          </p:nvSpPr>
          <p:spPr>
            <a:xfrm>
              <a:off x="3775710" y="976394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72C73911-033F-44C6-868C-44460FA42859}"/>
                </a:ext>
              </a:extLst>
            </p:cNvPr>
            <p:cNvSpPr/>
            <p:nvPr/>
          </p:nvSpPr>
          <p:spPr>
            <a:xfrm>
              <a:off x="3308985" y="977217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D7EB5C0F-4C09-4D85-869A-1EF6831C5990}"/>
                </a:ext>
              </a:extLst>
            </p:cNvPr>
            <p:cNvSpPr/>
            <p:nvPr/>
          </p:nvSpPr>
          <p:spPr>
            <a:xfrm>
              <a:off x="3541395" y="985272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04E9C104-9E08-4EB6-A64E-F04BB7FBAE61}"/>
                </a:ext>
              </a:extLst>
            </p:cNvPr>
            <p:cNvSpPr/>
            <p:nvPr/>
          </p:nvSpPr>
          <p:spPr>
            <a:xfrm>
              <a:off x="3775710" y="994891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A53BA5DF-BB3F-4CC6-B883-90153A897C94}"/>
                </a:ext>
              </a:extLst>
            </p:cNvPr>
            <p:cNvSpPr/>
            <p:nvPr/>
          </p:nvSpPr>
          <p:spPr>
            <a:xfrm>
              <a:off x="4006215" y="949458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C924DA2F-7A9B-4765-AA00-B3419F800FBE}"/>
                </a:ext>
              </a:extLst>
            </p:cNvPr>
            <p:cNvSpPr/>
            <p:nvPr/>
          </p:nvSpPr>
          <p:spPr>
            <a:xfrm>
              <a:off x="4006215" y="986168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72117E5A-39A7-43D9-978A-F2B1494B551F}"/>
                </a:ext>
              </a:extLst>
            </p:cNvPr>
            <p:cNvSpPr/>
            <p:nvPr/>
          </p:nvSpPr>
          <p:spPr>
            <a:xfrm>
              <a:off x="2840355" y="976616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DE482863-CEB7-442C-9953-EB906C11442D}"/>
                </a:ext>
              </a:extLst>
            </p:cNvPr>
            <p:cNvSpPr/>
            <p:nvPr/>
          </p:nvSpPr>
          <p:spPr>
            <a:xfrm>
              <a:off x="2613660" y="967746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65E81276-0540-4067-94DC-A1128C41D95D}"/>
                </a:ext>
              </a:extLst>
            </p:cNvPr>
            <p:cNvSpPr/>
            <p:nvPr/>
          </p:nvSpPr>
          <p:spPr>
            <a:xfrm>
              <a:off x="2379345" y="959327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CB8CD21-FA08-4F7D-97A3-AD6B33C92ABC}"/>
                </a:ext>
              </a:extLst>
            </p:cNvPr>
            <p:cNvSpPr/>
            <p:nvPr/>
          </p:nvSpPr>
          <p:spPr>
            <a:xfrm>
              <a:off x="2376564" y="940504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84559338-807E-47D3-8C0C-56F8EDEA0C16}"/>
                </a:ext>
              </a:extLst>
            </p:cNvPr>
            <p:cNvSpPr/>
            <p:nvPr/>
          </p:nvSpPr>
          <p:spPr>
            <a:xfrm>
              <a:off x="2152650" y="950374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9825AFC5-953C-4E44-9589-76D81915AA39}"/>
                </a:ext>
              </a:extLst>
            </p:cNvPr>
            <p:cNvSpPr/>
            <p:nvPr/>
          </p:nvSpPr>
          <p:spPr>
            <a:xfrm>
              <a:off x="2146059" y="931959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498B45A8-A70D-485F-BE47-4765801AD0BA}"/>
                </a:ext>
              </a:extLst>
            </p:cNvPr>
            <p:cNvSpPr/>
            <p:nvPr/>
          </p:nvSpPr>
          <p:spPr>
            <a:xfrm>
              <a:off x="1911744" y="941230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FA4AD27E-9461-4665-ADD0-86074F7B6F8B}"/>
                </a:ext>
              </a:extLst>
            </p:cNvPr>
            <p:cNvSpPr/>
            <p:nvPr/>
          </p:nvSpPr>
          <p:spPr>
            <a:xfrm>
              <a:off x="2146059" y="913544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0E9B1345-E556-402E-80BC-098301F018D2}"/>
                </a:ext>
              </a:extLst>
            </p:cNvPr>
            <p:cNvSpPr/>
            <p:nvPr/>
          </p:nvSpPr>
          <p:spPr>
            <a:xfrm>
              <a:off x="2143278" y="894721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2DC3664F-8524-4E46-B2C9-0A20E8849B24}"/>
                </a:ext>
              </a:extLst>
            </p:cNvPr>
            <p:cNvSpPr/>
            <p:nvPr/>
          </p:nvSpPr>
          <p:spPr>
            <a:xfrm>
              <a:off x="2371516" y="904240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2469F7EA-9C52-48D3-B2FF-D81A86380EB0}"/>
                </a:ext>
              </a:extLst>
            </p:cNvPr>
            <p:cNvSpPr/>
            <p:nvPr/>
          </p:nvSpPr>
          <p:spPr>
            <a:xfrm>
              <a:off x="2368735" y="885417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3F632CEE-5767-4BC2-B0E6-C56F1B14711F}"/>
                </a:ext>
              </a:extLst>
            </p:cNvPr>
            <p:cNvSpPr/>
            <p:nvPr/>
          </p:nvSpPr>
          <p:spPr>
            <a:xfrm>
              <a:off x="2603842" y="87619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9E62BF2F-AAB9-46AF-82A2-F40103E6CC68}"/>
                </a:ext>
              </a:extLst>
            </p:cNvPr>
            <p:cNvSpPr/>
            <p:nvPr/>
          </p:nvSpPr>
          <p:spPr>
            <a:xfrm>
              <a:off x="2601061" y="85737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9CDF456A-BB7A-4891-9C96-D9C26DC73EDD}"/>
                </a:ext>
              </a:extLst>
            </p:cNvPr>
            <p:cNvSpPr/>
            <p:nvPr/>
          </p:nvSpPr>
          <p:spPr>
            <a:xfrm>
              <a:off x="2370042" y="86774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0C907C7B-2282-4118-B06D-83B5F0FC3D06}"/>
                </a:ext>
              </a:extLst>
            </p:cNvPr>
            <p:cNvSpPr/>
            <p:nvPr/>
          </p:nvSpPr>
          <p:spPr>
            <a:xfrm>
              <a:off x="2367261" y="84892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AE21FA4A-06C5-417F-9208-2C27C99E11AF}"/>
                </a:ext>
              </a:extLst>
            </p:cNvPr>
            <p:cNvSpPr/>
            <p:nvPr/>
          </p:nvSpPr>
          <p:spPr>
            <a:xfrm>
              <a:off x="3081985" y="83991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7C13E65C-FF2E-4D0D-B1A7-9C2D37CFF676}"/>
                </a:ext>
              </a:extLst>
            </p:cNvPr>
            <p:cNvSpPr/>
            <p:nvPr/>
          </p:nvSpPr>
          <p:spPr>
            <a:xfrm>
              <a:off x="3079204" y="82109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432A62B8-19DE-41F4-8871-754D9275A306}"/>
                </a:ext>
              </a:extLst>
            </p:cNvPr>
            <p:cNvSpPr/>
            <p:nvPr/>
          </p:nvSpPr>
          <p:spPr>
            <a:xfrm>
              <a:off x="2846946" y="830470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9776BC3A-0D5E-4B33-98F5-E35214C9F0CD}"/>
                </a:ext>
              </a:extLst>
            </p:cNvPr>
            <p:cNvSpPr/>
            <p:nvPr/>
          </p:nvSpPr>
          <p:spPr>
            <a:xfrm>
              <a:off x="2844165" y="811647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0203D03B-09B6-4AA4-A71D-22EC4E31B3C3}"/>
                </a:ext>
              </a:extLst>
            </p:cNvPr>
            <p:cNvSpPr/>
            <p:nvPr/>
          </p:nvSpPr>
          <p:spPr>
            <a:xfrm>
              <a:off x="2613507" y="821732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D07C1053-E709-4543-97C5-230D7644D1BE}"/>
                </a:ext>
              </a:extLst>
            </p:cNvPr>
            <p:cNvSpPr/>
            <p:nvPr/>
          </p:nvSpPr>
          <p:spPr>
            <a:xfrm>
              <a:off x="2610726" y="802909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0D0E2F77-F59B-4891-B300-CD9D2802985F}"/>
                </a:ext>
              </a:extLst>
            </p:cNvPr>
            <p:cNvSpPr/>
            <p:nvPr/>
          </p:nvSpPr>
          <p:spPr>
            <a:xfrm>
              <a:off x="2382126" y="830858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A333734F-A446-41B1-B5A1-B97AC547659D}"/>
                </a:ext>
              </a:extLst>
            </p:cNvPr>
            <p:cNvSpPr/>
            <p:nvPr/>
          </p:nvSpPr>
          <p:spPr>
            <a:xfrm>
              <a:off x="2379345" y="812035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45F6D15A-3E53-4F6A-AE46-407C79E447E8}"/>
                </a:ext>
              </a:extLst>
            </p:cNvPr>
            <p:cNvSpPr/>
            <p:nvPr/>
          </p:nvSpPr>
          <p:spPr>
            <a:xfrm>
              <a:off x="3074670" y="803104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82797BA8-974F-489F-A47D-475406E0EA9D}"/>
                </a:ext>
              </a:extLst>
            </p:cNvPr>
            <p:cNvSpPr/>
            <p:nvPr/>
          </p:nvSpPr>
          <p:spPr>
            <a:xfrm>
              <a:off x="2841231" y="794177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C4D8F675-1E25-4D0E-912B-5D5F4BF4E4D3}"/>
                </a:ext>
              </a:extLst>
            </p:cNvPr>
            <p:cNvSpPr/>
            <p:nvPr/>
          </p:nvSpPr>
          <p:spPr>
            <a:xfrm>
              <a:off x="2841231" y="776940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E0D7D5D4-43A4-4057-9B6B-F841C2368ECD}"/>
                </a:ext>
              </a:extLst>
            </p:cNvPr>
            <p:cNvSpPr/>
            <p:nvPr/>
          </p:nvSpPr>
          <p:spPr>
            <a:xfrm>
              <a:off x="2846946" y="758811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7D557B72-C731-439E-A0AF-DA273DCD5E0F}"/>
                </a:ext>
              </a:extLst>
            </p:cNvPr>
            <p:cNvSpPr/>
            <p:nvPr/>
          </p:nvSpPr>
          <p:spPr>
            <a:xfrm>
              <a:off x="2607945" y="785132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926BAB5-7340-47E9-8090-B810D45050DB}"/>
                </a:ext>
              </a:extLst>
            </p:cNvPr>
            <p:cNvSpPr/>
            <p:nvPr/>
          </p:nvSpPr>
          <p:spPr>
            <a:xfrm>
              <a:off x="2607945" y="767418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A279FCA1-E9FE-4BE9-9657-9E0C111944E9}"/>
                </a:ext>
              </a:extLst>
            </p:cNvPr>
            <p:cNvSpPr/>
            <p:nvPr/>
          </p:nvSpPr>
          <p:spPr>
            <a:xfrm>
              <a:off x="2374506" y="775625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A1C458C-9F73-4B8F-B991-5C35F6F57F87}"/>
                </a:ext>
              </a:extLst>
            </p:cNvPr>
            <p:cNvSpPr/>
            <p:nvPr/>
          </p:nvSpPr>
          <p:spPr>
            <a:xfrm>
              <a:off x="2374506" y="757910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72B25D88-52F3-44FA-BCEB-0DB2F5777041}"/>
                </a:ext>
              </a:extLst>
            </p:cNvPr>
            <p:cNvSpPr/>
            <p:nvPr/>
          </p:nvSpPr>
          <p:spPr>
            <a:xfrm>
              <a:off x="2141956" y="785193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4144FED9-7A2B-4F27-9251-240C4BDDCFE9}"/>
                </a:ext>
              </a:extLst>
            </p:cNvPr>
            <p:cNvSpPr/>
            <p:nvPr/>
          </p:nvSpPr>
          <p:spPr>
            <a:xfrm>
              <a:off x="2141956" y="767478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82319284-A346-4B46-B89D-229CE182A544}"/>
                </a:ext>
              </a:extLst>
            </p:cNvPr>
            <p:cNvSpPr/>
            <p:nvPr/>
          </p:nvSpPr>
          <p:spPr>
            <a:xfrm>
              <a:off x="2146268" y="821379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115A560-BD2D-440F-91D8-E1C76292D75F}"/>
                </a:ext>
              </a:extLst>
            </p:cNvPr>
            <p:cNvSpPr/>
            <p:nvPr/>
          </p:nvSpPr>
          <p:spPr>
            <a:xfrm>
              <a:off x="2146268" y="803664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881C9A47-7A66-4402-8F43-8DFBEE52E595}"/>
                </a:ext>
              </a:extLst>
            </p:cNvPr>
            <p:cNvSpPr/>
            <p:nvPr/>
          </p:nvSpPr>
          <p:spPr>
            <a:xfrm>
              <a:off x="2140378" y="857728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9E214BE-933E-47D7-ABC2-0C1D11048081}"/>
                </a:ext>
              </a:extLst>
            </p:cNvPr>
            <p:cNvSpPr/>
            <p:nvPr/>
          </p:nvSpPr>
          <p:spPr>
            <a:xfrm>
              <a:off x="2140378" y="840013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BAE39D8A-50F1-4EEB-B47B-063E0D06139D}"/>
                </a:ext>
              </a:extLst>
            </p:cNvPr>
            <p:cNvSpPr/>
            <p:nvPr/>
          </p:nvSpPr>
          <p:spPr>
            <a:xfrm>
              <a:off x="1909546" y="794689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3BAB9DAB-7C10-482B-9559-D0CCA641BAD2}"/>
                </a:ext>
              </a:extLst>
            </p:cNvPr>
            <p:cNvSpPr/>
            <p:nvPr/>
          </p:nvSpPr>
          <p:spPr>
            <a:xfrm>
              <a:off x="1909546" y="776975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F60C6D06-FD1A-4293-AA87-B031A4E5E9D8}"/>
                </a:ext>
              </a:extLst>
            </p:cNvPr>
            <p:cNvSpPr/>
            <p:nvPr/>
          </p:nvSpPr>
          <p:spPr>
            <a:xfrm>
              <a:off x="1913858" y="813160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6A95C8DA-B0C0-4349-978F-DF61F8254D35}"/>
                </a:ext>
              </a:extLst>
            </p:cNvPr>
            <p:cNvSpPr/>
            <p:nvPr/>
          </p:nvSpPr>
          <p:spPr>
            <a:xfrm>
              <a:off x="1675383" y="822404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CDCD1628-9908-4615-819D-F85DAB0D72DA}"/>
                </a:ext>
              </a:extLst>
            </p:cNvPr>
            <p:cNvSpPr/>
            <p:nvPr/>
          </p:nvSpPr>
          <p:spPr>
            <a:xfrm>
              <a:off x="1675383" y="804690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F3906215-143D-4710-A223-845F2F8FF792}"/>
                </a:ext>
              </a:extLst>
            </p:cNvPr>
            <p:cNvSpPr/>
            <p:nvPr/>
          </p:nvSpPr>
          <p:spPr>
            <a:xfrm>
              <a:off x="1679695" y="840875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51AA6D39-9121-4126-8EF7-F305CE38A48A}"/>
                </a:ext>
              </a:extLst>
            </p:cNvPr>
            <p:cNvSpPr/>
            <p:nvPr/>
          </p:nvSpPr>
          <p:spPr>
            <a:xfrm>
              <a:off x="1441055" y="81288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9D8D567B-AAD1-42CD-9EF9-9C14232488D6}"/>
                </a:ext>
              </a:extLst>
            </p:cNvPr>
            <p:cNvSpPr/>
            <p:nvPr/>
          </p:nvSpPr>
          <p:spPr>
            <a:xfrm>
              <a:off x="1441055" y="795172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21D0B79E-EC9F-4B35-896A-A66F17BA1FC2}"/>
                </a:ext>
              </a:extLst>
            </p:cNvPr>
            <p:cNvSpPr/>
            <p:nvPr/>
          </p:nvSpPr>
          <p:spPr>
            <a:xfrm>
              <a:off x="1445367" y="831357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45B5B114-7D39-4EF5-A768-7C5F4E597670}"/>
                </a:ext>
              </a:extLst>
            </p:cNvPr>
            <p:cNvSpPr/>
            <p:nvPr/>
          </p:nvSpPr>
          <p:spPr>
            <a:xfrm>
              <a:off x="1217791" y="821840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3697F79F-979E-4335-AF85-BF29A3B40CF3}"/>
                </a:ext>
              </a:extLst>
            </p:cNvPr>
            <p:cNvSpPr/>
            <p:nvPr/>
          </p:nvSpPr>
          <p:spPr>
            <a:xfrm>
              <a:off x="1217791" y="804125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760E1D3-175C-407A-9ADA-70202360DEF2}"/>
                </a:ext>
              </a:extLst>
            </p:cNvPr>
            <p:cNvSpPr/>
            <p:nvPr/>
          </p:nvSpPr>
          <p:spPr>
            <a:xfrm>
              <a:off x="1216388" y="840311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97664AA2-C4ED-435C-887F-4246A2725506}"/>
                </a:ext>
              </a:extLst>
            </p:cNvPr>
            <p:cNvSpPr/>
            <p:nvPr/>
          </p:nvSpPr>
          <p:spPr>
            <a:xfrm>
              <a:off x="1206613" y="767422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2E1CA1FD-0495-4E8E-B047-4D4803075D79}"/>
                </a:ext>
              </a:extLst>
            </p:cNvPr>
            <p:cNvSpPr/>
            <p:nvPr/>
          </p:nvSpPr>
          <p:spPr>
            <a:xfrm>
              <a:off x="1206613" y="749708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C76D9C55-8B37-4C84-B90D-F85FBF1D8FA7}"/>
                </a:ext>
              </a:extLst>
            </p:cNvPr>
            <p:cNvSpPr/>
            <p:nvPr/>
          </p:nvSpPr>
          <p:spPr>
            <a:xfrm>
              <a:off x="1210925" y="785894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262163-2723-4CBF-B403-EB07886BFEA8}"/>
                </a:ext>
              </a:extLst>
            </p:cNvPr>
            <p:cNvSpPr/>
            <p:nvPr/>
          </p:nvSpPr>
          <p:spPr>
            <a:xfrm>
              <a:off x="983965" y="830876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B013D9AC-19F0-4F56-B7DD-A5A17E782832}"/>
                </a:ext>
              </a:extLst>
            </p:cNvPr>
            <p:cNvSpPr/>
            <p:nvPr/>
          </p:nvSpPr>
          <p:spPr>
            <a:xfrm>
              <a:off x="748427" y="822413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21A0CFC8-4D0F-4F0C-821E-93FF24179F6E}"/>
                </a:ext>
              </a:extLst>
            </p:cNvPr>
            <p:cNvSpPr/>
            <p:nvPr/>
          </p:nvSpPr>
          <p:spPr>
            <a:xfrm>
              <a:off x="978250" y="812982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715916E9-2FFE-4A21-9625-9177E3B14904}"/>
                </a:ext>
              </a:extLst>
            </p:cNvPr>
            <p:cNvSpPr/>
            <p:nvPr/>
          </p:nvSpPr>
          <p:spPr>
            <a:xfrm>
              <a:off x="750450" y="804690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C82E286A-6736-45D4-B999-2A2AA4CFFE6C}"/>
                </a:ext>
              </a:extLst>
            </p:cNvPr>
            <p:cNvSpPr/>
            <p:nvPr/>
          </p:nvSpPr>
          <p:spPr>
            <a:xfrm>
              <a:off x="518040" y="813739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0ABB65C7-9D2E-4938-8A5E-10B78A76A5B3}"/>
                </a:ext>
              </a:extLst>
            </p:cNvPr>
            <p:cNvSpPr/>
            <p:nvPr/>
          </p:nvSpPr>
          <p:spPr>
            <a:xfrm>
              <a:off x="1446472" y="850119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A6243446-6A0E-4EEE-BFC2-001FDF09F430}"/>
                </a:ext>
              </a:extLst>
            </p:cNvPr>
            <p:cNvSpPr/>
            <p:nvPr/>
          </p:nvSpPr>
          <p:spPr>
            <a:xfrm>
              <a:off x="978450" y="776604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5B3ED26-57A4-426D-BE4C-055120BE695E}"/>
                </a:ext>
              </a:extLst>
            </p:cNvPr>
            <p:cNvSpPr/>
            <p:nvPr/>
          </p:nvSpPr>
          <p:spPr>
            <a:xfrm>
              <a:off x="978450" y="758890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7B9A1258-9815-4BB5-8DA3-9AF87D7FC736}"/>
                </a:ext>
              </a:extLst>
            </p:cNvPr>
            <p:cNvSpPr/>
            <p:nvPr/>
          </p:nvSpPr>
          <p:spPr>
            <a:xfrm>
              <a:off x="982762" y="795075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F8F54564-9BDA-4926-8255-3EC260EA419D}"/>
                </a:ext>
              </a:extLst>
            </p:cNvPr>
            <p:cNvSpPr/>
            <p:nvPr/>
          </p:nvSpPr>
          <p:spPr>
            <a:xfrm>
              <a:off x="749663" y="768215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9081770F-150A-4732-8967-BAF70A437606}"/>
                </a:ext>
              </a:extLst>
            </p:cNvPr>
            <p:cNvSpPr/>
            <p:nvPr/>
          </p:nvSpPr>
          <p:spPr>
            <a:xfrm>
              <a:off x="749663" y="750501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20E058D5-AFCC-4D0B-81C5-769E90EADAF1}"/>
                </a:ext>
              </a:extLst>
            </p:cNvPr>
            <p:cNvSpPr/>
            <p:nvPr/>
          </p:nvSpPr>
          <p:spPr>
            <a:xfrm>
              <a:off x="753975" y="786686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209B1002-080D-4A9E-8C00-590AA618DC44}"/>
                </a:ext>
              </a:extLst>
            </p:cNvPr>
            <p:cNvSpPr/>
            <p:nvPr/>
          </p:nvSpPr>
          <p:spPr>
            <a:xfrm>
              <a:off x="517253" y="777168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A438B76B-0C35-4C41-B9F7-E9A3CF4EC623}"/>
                </a:ext>
              </a:extLst>
            </p:cNvPr>
            <p:cNvSpPr/>
            <p:nvPr/>
          </p:nvSpPr>
          <p:spPr>
            <a:xfrm>
              <a:off x="517253" y="75945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A9447398-2C9E-43CF-9373-77DF0B41BB1F}"/>
                </a:ext>
              </a:extLst>
            </p:cNvPr>
            <p:cNvSpPr/>
            <p:nvPr/>
          </p:nvSpPr>
          <p:spPr>
            <a:xfrm>
              <a:off x="521565" y="795640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CE2CD7E1-6DB4-4276-B4F8-C6F2BAF71863}"/>
                </a:ext>
              </a:extLst>
            </p:cNvPr>
            <p:cNvSpPr/>
            <p:nvPr/>
          </p:nvSpPr>
          <p:spPr>
            <a:xfrm>
              <a:off x="748712" y="713658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559C9ACC-0F51-40D9-B146-618A94A8461B}"/>
                </a:ext>
              </a:extLst>
            </p:cNvPr>
            <p:cNvSpPr/>
            <p:nvPr/>
          </p:nvSpPr>
          <p:spPr>
            <a:xfrm>
              <a:off x="748712" y="695943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1FF73034-F766-4E71-8248-CC18F413EDA0}"/>
                </a:ext>
              </a:extLst>
            </p:cNvPr>
            <p:cNvSpPr/>
            <p:nvPr/>
          </p:nvSpPr>
          <p:spPr>
            <a:xfrm>
              <a:off x="753024" y="732129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831D4215-D1D1-48B4-BEA6-127CA3F6AE89}"/>
                </a:ext>
              </a:extLst>
            </p:cNvPr>
            <p:cNvSpPr/>
            <p:nvPr/>
          </p:nvSpPr>
          <p:spPr>
            <a:xfrm>
              <a:off x="517253" y="704140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605817F9-F1C3-4C92-A2C2-8FC622B3D279}"/>
                </a:ext>
              </a:extLst>
            </p:cNvPr>
            <p:cNvSpPr/>
            <p:nvPr/>
          </p:nvSpPr>
          <p:spPr>
            <a:xfrm>
              <a:off x="517253" y="686425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D7E7BB8C-7863-4A4B-B41D-64B300E2AE89}"/>
                </a:ext>
              </a:extLst>
            </p:cNvPr>
            <p:cNvSpPr/>
            <p:nvPr/>
          </p:nvSpPr>
          <p:spPr>
            <a:xfrm>
              <a:off x="521565" y="72261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3AF614D8-21EB-4E8A-AA5C-78E16CE1A4A7}"/>
                </a:ext>
              </a:extLst>
            </p:cNvPr>
            <p:cNvSpPr/>
            <p:nvPr/>
          </p:nvSpPr>
          <p:spPr>
            <a:xfrm>
              <a:off x="281482" y="694622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31A189A1-D157-43AF-9779-9C28FA54A0A3}"/>
                </a:ext>
              </a:extLst>
            </p:cNvPr>
            <p:cNvSpPr/>
            <p:nvPr/>
          </p:nvSpPr>
          <p:spPr>
            <a:xfrm>
              <a:off x="281482" y="676908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13CE8BA-4B69-4029-9417-EA969930D57A}"/>
                </a:ext>
              </a:extLst>
            </p:cNvPr>
            <p:cNvSpPr/>
            <p:nvPr/>
          </p:nvSpPr>
          <p:spPr>
            <a:xfrm>
              <a:off x="285794" y="713093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867B618-9E44-490A-9DA0-8628DD2407AE}"/>
                </a:ext>
              </a:extLst>
            </p:cNvPr>
            <p:cNvSpPr/>
            <p:nvPr/>
          </p:nvSpPr>
          <p:spPr>
            <a:xfrm>
              <a:off x="512941" y="649111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E0A07104-3418-4BFD-B268-14EF943F2BB1}"/>
                </a:ext>
              </a:extLst>
            </p:cNvPr>
            <p:cNvSpPr/>
            <p:nvPr/>
          </p:nvSpPr>
          <p:spPr>
            <a:xfrm>
              <a:off x="512941" y="631397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F3F5DFF6-047C-455C-9A89-0472856DFFA8}"/>
                </a:ext>
              </a:extLst>
            </p:cNvPr>
            <p:cNvSpPr/>
            <p:nvPr/>
          </p:nvSpPr>
          <p:spPr>
            <a:xfrm>
              <a:off x="517253" y="667582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1C9A2497-ECDD-4305-87C8-0C870EE48B72}"/>
                </a:ext>
              </a:extLst>
            </p:cNvPr>
            <p:cNvSpPr/>
            <p:nvPr/>
          </p:nvSpPr>
          <p:spPr>
            <a:xfrm>
              <a:off x="744400" y="659001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427011BA-E3EC-4824-B9B2-CAD37C99E765}"/>
                </a:ext>
              </a:extLst>
            </p:cNvPr>
            <p:cNvSpPr/>
            <p:nvPr/>
          </p:nvSpPr>
          <p:spPr>
            <a:xfrm>
              <a:off x="744400" y="64128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A1995B83-5047-4D6C-8EE6-276906223F0B}"/>
                </a:ext>
              </a:extLst>
            </p:cNvPr>
            <p:cNvSpPr/>
            <p:nvPr/>
          </p:nvSpPr>
          <p:spPr>
            <a:xfrm>
              <a:off x="748712" y="677472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E7F8DFD9-4F15-4110-9A4C-9FEF948E943B}"/>
                </a:ext>
              </a:extLst>
            </p:cNvPr>
            <p:cNvSpPr/>
            <p:nvPr/>
          </p:nvSpPr>
          <p:spPr>
            <a:xfrm>
              <a:off x="281482" y="639786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E03BF835-9F6A-4264-BF27-BCB313C9C3DF}"/>
                </a:ext>
              </a:extLst>
            </p:cNvPr>
            <p:cNvSpPr/>
            <p:nvPr/>
          </p:nvSpPr>
          <p:spPr>
            <a:xfrm>
              <a:off x="1212132" y="695181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10EF4A00-432E-4128-8B14-E425982F3C11}"/>
                </a:ext>
              </a:extLst>
            </p:cNvPr>
            <p:cNvSpPr/>
            <p:nvPr/>
          </p:nvSpPr>
          <p:spPr>
            <a:xfrm>
              <a:off x="984483" y="704332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168CAF32-BB25-49BB-8AE3-B28AE23BD4BF}"/>
                </a:ext>
              </a:extLst>
            </p:cNvPr>
            <p:cNvSpPr/>
            <p:nvPr/>
          </p:nvSpPr>
          <p:spPr>
            <a:xfrm>
              <a:off x="744400" y="623373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1E89C6C8-A557-4A44-BE02-5FFA8690D8D1}"/>
                </a:ext>
              </a:extLst>
            </p:cNvPr>
            <p:cNvSpPr/>
            <p:nvPr/>
          </p:nvSpPr>
          <p:spPr>
            <a:xfrm>
              <a:off x="975859" y="649757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899B09D3-49D0-426D-A0F7-553723EC87E2}"/>
                </a:ext>
              </a:extLst>
            </p:cNvPr>
            <p:cNvSpPr/>
            <p:nvPr/>
          </p:nvSpPr>
          <p:spPr>
            <a:xfrm>
              <a:off x="982762" y="632043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07A2EB46-F5A8-456B-9CB8-3F6B61744605}"/>
                </a:ext>
              </a:extLst>
            </p:cNvPr>
            <p:cNvSpPr/>
            <p:nvPr/>
          </p:nvSpPr>
          <p:spPr>
            <a:xfrm>
              <a:off x="1674419" y="676210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60119213-DD60-4C9C-8B94-B4EA4F30DCAD}"/>
                </a:ext>
              </a:extLst>
            </p:cNvPr>
            <p:cNvSpPr/>
            <p:nvPr/>
          </p:nvSpPr>
          <p:spPr>
            <a:xfrm>
              <a:off x="1439150" y="685362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0CCB6117-F942-4010-A3DF-347D50331532}"/>
                </a:ext>
              </a:extLst>
            </p:cNvPr>
            <p:cNvSpPr/>
            <p:nvPr/>
          </p:nvSpPr>
          <p:spPr>
            <a:xfrm>
              <a:off x="1439977" y="703624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90BEC5F3-FCFD-4AC5-84AE-96E856B2C842}"/>
                </a:ext>
              </a:extLst>
            </p:cNvPr>
            <p:cNvSpPr/>
            <p:nvPr/>
          </p:nvSpPr>
          <p:spPr>
            <a:xfrm>
              <a:off x="1206613" y="712775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5F5CAF06-BF2F-4B78-A246-84EB7FB41CF4}"/>
                </a:ext>
              </a:extLst>
            </p:cNvPr>
            <p:cNvSpPr/>
            <p:nvPr/>
          </p:nvSpPr>
          <p:spPr>
            <a:xfrm>
              <a:off x="1445243" y="722314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68172A52-76E4-4896-B1A8-13561F779BF4}"/>
                </a:ext>
              </a:extLst>
            </p:cNvPr>
            <p:cNvSpPr/>
            <p:nvPr/>
          </p:nvSpPr>
          <p:spPr>
            <a:xfrm>
              <a:off x="1209974" y="731465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9AA59E25-43D1-48BB-9DF3-B69772CCFF5D}"/>
                </a:ext>
              </a:extLst>
            </p:cNvPr>
            <p:cNvSpPr/>
            <p:nvPr/>
          </p:nvSpPr>
          <p:spPr>
            <a:xfrm>
              <a:off x="1671436" y="731055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F862CDD-D036-4DF5-B9EB-736D9FF28B56}"/>
                </a:ext>
              </a:extLst>
            </p:cNvPr>
            <p:cNvSpPr/>
            <p:nvPr/>
          </p:nvSpPr>
          <p:spPr>
            <a:xfrm>
              <a:off x="1434262" y="74020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93E8DCC4-D71A-42A8-8B64-FFB1842E7D70}"/>
                </a:ext>
              </a:extLst>
            </p:cNvPr>
            <p:cNvSpPr/>
            <p:nvPr/>
          </p:nvSpPr>
          <p:spPr>
            <a:xfrm>
              <a:off x="1670987" y="749367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F7061CDE-A212-4327-B92A-C29B0BD4644C}"/>
                </a:ext>
              </a:extLst>
            </p:cNvPr>
            <p:cNvSpPr/>
            <p:nvPr/>
          </p:nvSpPr>
          <p:spPr>
            <a:xfrm>
              <a:off x="1437623" y="758518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A66AA9B2-8387-4A28-A736-7BDF8AE2B5DA}"/>
                </a:ext>
              </a:extLst>
            </p:cNvPr>
            <p:cNvSpPr/>
            <p:nvPr/>
          </p:nvSpPr>
          <p:spPr>
            <a:xfrm>
              <a:off x="1674292" y="694662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C585E30A-4AE0-41F9-95A5-F4B38BF73426}"/>
                </a:ext>
              </a:extLst>
            </p:cNvPr>
            <p:cNvSpPr/>
            <p:nvPr/>
          </p:nvSpPr>
          <p:spPr>
            <a:xfrm>
              <a:off x="1673843" y="712974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3" name="Hexagon 3482">
              <a:extLst>
                <a:ext uri="{FF2B5EF4-FFF2-40B4-BE49-F238E27FC236}">
                  <a16:creationId xmlns:a16="http://schemas.microsoft.com/office/drawing/2014/main" id="{80D19EC5-08DF-4F47-825B-2FC7E8FDD060}"/>
                </a:ext>
              </a:extLst>
            </p:cNvPr>
            <p:cNvSpPr/>
            <p:nvPr/>
          </p:nvSpPr>
          <p:spPr>
            <a:xfrm>
              <a:off x="1899783" y="722444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4" name="Hexagon 3483">
              <a:extLst>
                <a:ext uri="{FF2B5EF4-FFF2-40B4-BE49-F238E27FC236}">
                  <a16:creationId xmlns:a16="http://schemas.microsoft.com/office/drawing/2014/main" id="{DE836266-5F46-46DC-8813-DC382527D599}"/>
                </a:ext>
              </a:extLst>
            </p:cNvPr>
            <p:cNvSpPr/>
            <p:nvPr/>
          </p:nvSpPr>
          <p:spPr>
            <a:xfrm>
              <a:off x="1899334" y="740756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5" name="Hexagon 3484">
              <a:extLst>
                <a:ext uri="{FF2B5EF4-FFF2-40B4-BE49-F238E27FC236}">
                  <a16:creationId xmlns:a16="http://schemas.microsoft.com/office/drawing/2014/main" id="{4E7CDE4E-543C-49EF-A61D-AC5B5A5C879D}"/>
                </a:ext>
              </a:extLst>
            </p:cNvPr>
            <p:cNvSpPr/>
            <p:nvPr/>
          </p:nvSpPr>
          <p:spPr>
            <a:xfrm>
              <a:off x="1907207" y="685685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92F3F0EC-C82C-43A5-BBC6-6BC55CAC46B2}"/>
                </a:ext>
              </a:extLst>
            </p:cNvPr>
            <p:cNvSpPr/>
            <p:nvPr/>
          </p:nvSpPr>
          <p:spPr>
            <a:xfrm>
              <a:off x="1904853" y="703997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8955BBE5-51C5-43D0-8A2D-1D369D39EE05}"/>
                </a:ext>
              </a:extLst>
            </p:cNvPr>
            <p:cNvSpPr/>
            <p:nvPr/>
          </p:nvSpPr>
          <p:spPr>
            <a:xfrm>
              <a:off x="2139548" y="676124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4A5F4052-CC54-4F91-A9FB-B5BD971AE948}"/>
                </a:ext>
              </a:extLst>
            </p:cNvPr>
            <p:cNvSpPr/>
            <p:nvPr/>
          </p:nvSpPr>
          <p:spPr>
            <a:xfrm>
              <a:off x="2137194" y="69443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2F371CB8-26AC-415F-8E8B-C44B9795338E}"/>
                </a:ext>
              </a:extLst>
            </p:cNvPr>
            <p:cNvSpPr/>
            <p:nvPr/>
          </p:nvSpPr>
          <p:spPr>
            <a:xfrm>
              <a:off x="1441055" y="667237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60661837-ACC7-4CBB-B16A-5B425E1DF616}"/>
                </a:ext>
              </a:extLst>
            </p:cNvPr>
            <p:cNvSpPr/>
            <p:nvPr/>
          </p:nvSpPr>
          <p:spPr>
            <a:xfrm>
              <a:off x="1905807" y="666662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A6420E52-548B-4B92-832A-34FED1C7BB65}"/>
                </a:ext>
              </a:extLst>
            </p:cNvPr>
            <p:cNvSpPr/>
            <p:nvPr/>
          </p:nvSpPr>
          <p:spPr>
            <a:xfrm>
              <a:off x="982762" y="722133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1D1F94E2-DB53-46E7-8964-00C98F7BB693}"/>
                </a:ext>
              </a:extLst>
            </p:cNvPr>
            <p:cNvSpPr/>
            <p:nvPr/>
          </p:nvSpPr>
          <p:spPr>
            <a:xfrm>
              <a:off x="510741" y="850248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073FB8E1-BF91-4E5D-BEC0-75232120916E}"/>
                </a:ext>
              </a:extLst>
            </p:cNvPr>
            <p:cNvSpPr/>
            <p:nvPr/>
          </p:nvSpPr>
          <p:spPr>
            <a:xfrm>
              <a:off x="514266" y="832148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EBD064CF-46B9-4FB1-BEAE-FFE0A955893B}"/>
                </a:ext>
              </a:extLst>
            </p:cNvPr>
            <p:cNvSpPr/>
            <p:nvPr/>
          </p:nvSpPr>
          <p:spPr>
            <a:xfrm>
              <a:off x="282623" y="822885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912E87F7-8FF3-4F0F-933D-EFE5938399D4}"/>
                </a:ext>
              </a:extLst>
            </p:cNvPr>
            <p:cNvSpPr/>
            <p:nvPr/>
          </p:nvSpPr>
          <p:spPr>
            <a:xfrm>
              <a:off x="278849" y="841294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6577B1B1-6BCB-49C5-954A-C470C88EB0EE}"/>
                </a:ext>
              </a:extLst>
            </p:cNvPr>
            <p:cNvSpPr/>
            <p:nvPr/>
          </p:nvSpPr>
          <p:spPr>
            <a:xfrm>
              <a:off x="49870" y="831839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925FFCE2-E258-4670-84F8-5EA86FAACC9A}"/>
                </a:ext>
              </a:extLst>
            </p:cNvPr>
            <p:cNvSpPr/>
            <p:nvPr/>
          </p:nvSpPr>
          <p:spPr>
            <a:xfrm>
              <a:off x="508405" y="868673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DCB95BAA-3A86-4527-8C23-94D037E3D85D}"/>
                </a:ext>
              </a:extLst>
            </p:cNvPr>
            <p:cNvSpPr/>
            <p:nvPr/>
          </p:nvSpPr>
          <p:spPr>
            <a:xfrm>
              <a:off x="739529" y="859201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DAC55CA5-2388-4C1E-B70E-AAB9BE923637}"/>
                </a:ext>
              </a:extLst>
            </p:cNvPr>
            <p:cNvSpPr/>
            <p:nvPr/>
          </p:nvSpPr>
          <p:spPr>
            <a:xfrm>
              <a:off x="739098" y="87762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C320EB35-55BB-44AD-B649-0A63A95D3A61}"/>
                </a:ext>
              </a:extLst>
            </p:cNvPr>
            <p:cNvSpPr/>
            <p:nvPr/>
          </p:nvSpPr>
          <p:spPr>
            <a:xfrm>
              <a:off x="974060" y="8687217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6F5CDA1F-7953-4E76-B53B-878CDFDA38A9}"/>
                </a:ext>
              </a:extLst>
            </p:cNvPr>
            <p:cNvSpPr/>
            <p:nvPr/>
          </p:nvSpPr>
          <p:spPr>
            <a:xfrm>
              <a:off x="973629" y="886765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4BCB54E5-A9CD-4861-A6AC-73BF17AC77D8}"/>
                </a:ext>
              </a:extLst>
            </p:cNvPr>
            <p:cNvSpPr/>
            <p:nvPr/>
          </p:nvSpPr>
          <p:spPr>
            <a:xfrm>
              <a:off x="1204996" y="877871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21ED6A95-F2B7-4E3C-8D00-859300913F48}"/>
                </a:ext>
              </a:extLst>
            </p:cNvPr>
            <p:cNvSpPr/>
            <p:nvPr/>
          </p:nvSpPr>
          <p:spPr>
            <a:xfrm>
              <a:off x="1210280" y="896105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A9AC7BF2-9675-48E4-AA46-637BD98B286B}"/>
                </a:ext>
              </a:extLst>
            </p:cNvPr>
            <p:cNvSpPr/>
            <p:nvPr/>
          </p:nvSpPr>
          <p:spPr>
            <a:xfrm>
              <a:off x="976625" y="904712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87E10CAB-04D7-41BD-9AE4-FB35C491FB8C}"/>
                </a:ext>
              </a:extLst>
            </p:cNvPr>
            <p:cNvSpPr/>
            <p:nvPr/>
          </p:nvSpPr>
          <p:spPr>
            <a:xfrm>
              <a:off x="1207561" y="913861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92D47E08-C2A5-43E9-8DFA-B35174B6DE8D}"/>
                </a:ext>
              </a:extLst>
            </p:cNvPr>
            <p:cNvSpPr/>
            <p:nvPr/>
          </p:nvSpPr>
          <p:spPr>
            <a:xfrm>
              <a:off x="1443239" y="9227770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82129024-5D1C-4223-AE09-67277B87FF25}"/>
                </a:ext>
              </a:extLst>
            </p:cNvPr>
            <p:cNvSpPr/>
            <p:nvPr/>
          </p:nvSpPr>
          <p:spPr>
            <a:xfrm>
              <a:off x="1676080" y="932117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2DFCD025-2957-40DF-B1E5-807C7E87EB26}"/>
                </a:ext>
              </a:extLst>
            </p:cNvPr>
            <p:cNvSpPr/>
            <p:nvPr/>
          </p:nvSpPr>
          <p:spPr>
            <a:xfrm>
              <a:off x="1445144" y="904941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9" name="Hexagon 3508">
              <a:extLst>
                <a:ext uri="{FF2B5EF4-FFF2-40B4-BE49-F238E27FC236}">
                  <a16:creationId xmlns:a16="http://schemas.microsoft.com/office/drawing/2014/main" id="{8B448116-B002-435C-9572-54331EAFCD87}"/>
                </a:ext>
              </a:extLst>
            </p:cNvPr>
            <p:cNvSpPr/>
            <p:nvPr/>
          </p:nvSpPr>
          <p:spPr>
            <a:xfrm>
              <a:off x="1677985" y="914281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4EE935F0-532E-48C6-9A32-8D97F29F20D7}"/>
                </a:ext>
              </a:extLst>
            </p:cNvPr>
            <p:cNvSpPr/>
            <p:nvPr/>
          </p:nvSpPr>
          <p:spPr>
            <a:xfrm>
              <a:off x="1439150" y="868332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139F411B-C8F6-40EE-B268-BCF884D1B7EC}"/>
                </a:ext>
              </a:extLst>
            </p:cNvPr>
            <p:cNvSpPr/>
            <p:nvPr/>
          </p:nvSpPr>
          <p:spPr>
            <a:xfrm>
              <a:off x="1444434" y="88656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F63D6E30-8D2D-4C78-BEF7-16FA9BEA8515}"/>
                </a:ext>
              </a:extLst>
            </p:cNvPr>
            <p:cNvSpPr/>
            <p:nvPr/>
          </p:nvSpPr>
          <p:spPr>
            <a:xfrm>
              <a:off x="1676105" y="859378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C0659FC4-912E-4ECD-87C8-1ADCF8D90DF6}"/>
                </a:ext>
              </a:extLst>
            </p:cNvPr>
            <p:cNvSpPr/>
            <p:nvPr/>
          </p:nvSpPr>
          <p:spPr>
            <a:xfrm>
              <a:off x="1913858" y="8310679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10163CF6-2D83-4DCB-A9B9-C729E4784CBF}"/>
                </a:ext>
              </a:extLst>
            </p:cNvPr>
            <p:cNvSpPr/>
            <p:nvPr/>
          </p:nvSpPr>
          <p:spPr>
            <a:xfrm>
              <a:off x="1911578" y="8499014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3BFE654A-FFCD-4B88-B1BF-B9FEEA0BBD6E}"/>
                </a:ext>
              </a:extLst>
            </p:cNvPr>
            <p:cNvSpPr/>
            <p:nvPr/>
          </p:nvSpPr>
          <p:spPr>
            <a:xfrm>
              <a:off x="1912232" y="867880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5CBB8FA6-8CC6-4009-BD84-224631A70812}"/>
                </a:ext>
              </a:extLst>
            </p:cNvPr>
            <p:cNvSpPr/>
            <p:nvPr/>
          </p:nvSpPr>
          <p:spPr>
            <a:xfrm>
              <a:off x="2139052" y="8765513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39A15BEE-4AFA-4187-93B1-23C409E8E3AB}"/>
                </a:ext>
              </a:extLst>
            </p:cNvPr>
            <p:cNvSpPr/>
            <p:nvPr/>
          </p:nvSpPr>
          <p:spPr>
            <a:xfrm>
              <a:off x="1908770" y="885984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101B9B86-5D6C-4F5A-903C-F24F43854592}"/>
                </a:ext>
              </a:extLst>
            </p:cNvPr>
            <p:cNvSpPr/>
            <p:nvPr/>
          </p:nvSpPr>
          <p:spPr>
            <a:xfrm>
              <a:off x="1676692" y="8956722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EF7C4E1-E6D5-486F-82CD-D3AE091CF88A}"/>
                </a:ext>
              </a:extLst>
            </p:cNvPr>
            <p:cNvSpPr/>
            <p:nvPr/>
          </p:nvSpPr>
          <p:spPr>
            <a:xfrm>
              <a:off x="1912232" y="9044941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0874D77F-B785-46AC-B5A1-E7FD77F90EFC}"/>
                </a:ext>
              </a:extLst>
            </p:cNvPr>
            <p:cNvSpPr/>
            <p:nvPr/>
          </p:nvSpPr>
          <p:spPr>
            <a:xfrm>
              <a:off x="1910695" y="9227166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1" name="商人">
            <a:extLst>
              <a:ext uri="{FF2B5EF4-FFF2-40B4-BE49-F238E27FC236}">
                <a16:creationId xmlns:a16="http://schemas.microsoft.com/office/drawing/2014/main" id="{43CF3D1B-FF84-4AEB-8A97-C5FE87A871CA}"/>
              </a:ext>
            </a:extLst>
          </p:cNvPr>
          <p:cNvGrpSpPr/>
          <p:nvPr/>
        </p:nvGrpSpPr>
        <p:grpSpPr>
          <a:xfrm>
            <a:off x="1438174" y="405567"/>
            <a:ext cx="11273276" cy="8723193"/>
            <a:chOff x="1438174" y="405567"/>
            <a:chExt cx="11273276" cy="8723193"/>
          </a:xfrm>
        </p:grpSpPr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994A95FD-3E4A-49ED-915C-AA18935DD561}"/>
                </a:ext>
              </a:extLst>
            </p:cNvPr>
            <p:cNvSpPr/>
            <p:nvPr/>
          </p:nvSpPr>
          <p:spPr>
            <a:xfrm>
              <a:off x="8445162" y="159457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924B9F22-40EB-45C2-9C40-D3225333892C}"/>
                </a:ext>
              </a:extLst>
            </p:cNvPr>
            <p:cNvSpPr/>
            <p:nvPr/>
          </p:nvSpPr>
          <p:spPr>
            <a:xfrm>
              <a:off x="9138582" y="9659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4B576C5E-D55B-4F73-B5EA-AF75A65E7415}"/>
                </a:ext>
              </a:extLst>
            </p:cNvPr>
            <p:cNvSpPr/>
            <p:nvPr/>
          </p:nvSpPr>
          <p:spPr>
            <a:xfrm>
              <a:off x="9842560" y="5011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2994FD3E-BB60-4A40-AF2D-89468DCEF584}"/>
                </a:ext>
              </a:extLst>
            </p:cNvPr>
            <p:cNvSpPr/>
            <p:nvPr/>
          </p:nvSpPr>
          <p:spPr>
            <a:xfrm>
              <a:off x="11949490" y="16871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666178BE-4323-48F1-A6B1-E7DDF78B8768}"/>
                </a:ext>
              </a:extLst>
            </p:cNvPr>
            <p:cNvSpPr/>
            <p:nvPr/>
          </p:nvSpPr>
          <p:spPr>
            <a:xfrm>
              <a:off x="9373930" y="19691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C9BE05AC-EE43-49C0-A230-9D07BF566555}"/>
                </a:ext>
              </a:extLst>
            </p:cNvPr>
            <p:cNvSpPr/>
            <p:nvPr/>
          </p:nvSpPr>
          <p:spPr>
            <a:xfrm>
              <a:off x="8672890" y="241871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9452033F-C32C-4516-A722-03FEDECCF561}"/>
                </a:ext>
              </a:extLst>
            </p:cNvPr>
            <p:cNvSpPr/>
            <p:nvPr/>
          </p:nvSpPr>
          <p:spPr>
            <a:xfrm>
              <a:off x="9594910" y="31311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D60724EF-2367-4475-8142-A81888F011E1}"/>
                </a:ext>
              </a:extLst>
            </p:cNvPr>
            <p:cNvSpPr/>
            <p:nvPr/>
          </p:nvSpPr>
          <p:spPr>
            <a:xfrm>
              <a:off x="8445162" y="3413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2C610082-E6E1-47E3-99E4-5D63AF9FE2EC}"/>
                </a:ext>
              </a:extLst>
            </p:cNvPr>
            <p:cNvSpPr/>
            <p:nvPr/>
          </p:nvSpPr>
          <p:spPr>
            <a:xfrm>
              <a:off x="7281842" y="29611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9E2BB7C5-F48A-4B0F-97D2-24321B09ED25}"/>
                </a:ext>
              </a:extLst>
            </p:cNvPr>
            <p:cNvSpPr/>
            <p:nvPr/>
          </p:nvSpPr>
          <p:spPr>
            <a:xfrm>
              <a:off x="7058322" y="21449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10A24770-4310-4AED-9FB3-2FC7C20BD870}"/>
                </a:ext>
              </a:extLst>
            </p:cNvPr>
            <p:cNvSpPr/>
            <p:nvPr/>
          </p:nvSpPr>
          <p:spPr>
            <a:xfrm>
              <a:off x="5867062" y="259380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50FFA008-ABEA-4B24-8325-57629FFF2918}"/>
                </a:ext>
              </a:extLst>
            </p:cNvPr>
            <p:cNvSpPr/>
            <p:nvPr/>
          </p:nvSpPr>
          <p:spPr>
            <a:xfrm>
              <a:off x="10293410" y="39541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C351DF7-ECA7-4F47-93A0-670F7CDDB0F1}"/>
                </a:ext>
              </a:extLst>
            </p:cNvPr>
            <p:cNvSpPr/>
            <p:nvPr/>
          </p:nvSpPr>
          <p:spPr>
            <a:xfrm>
              <a:off x="10991910" y="33281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28F90361-2C6C-40FD-B608-E44A7FAB3E07}"/>
                </a:ext>
              </a:extLst>
            </p:cNvPr>
            <p:cNvSpPr/>
            <p:nvPr/>
          </p:nvSpPr>
          <p:spPr>
            <a:xfrm>
              <a:off x="10991910" y="222995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EEE0D4B4-D50C-47BA-9763-29DD40239EF9}"/>
                </a:ext>
              </a:extLst>
            </p:cNvPr>
            <p:cNvSpPr/>
            <p:nvPr/>
          </p:nvSpPr>
          <p:spPr>
            <a:xfrm>
              <a:off x="12401610" y="259380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D7716492-0C09-4B0F-8861-A5E41BD33F08}"/>
                </a:ext>
              </a:extLst>
            </p:cNvPr>
            <p:cNvSpPr/>
            <p:nvPr/>
          </p:nvSpPr>
          <p:spPr>
            <a:xfrm>
              <a:off x="9831130" y="50438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9291BC68-1D5C-4244-87DD-D304A2ED8664}"/>
                </a:ext>
              </a:extLst>
            </p:cNvPr>
            <p:cNvSpPr/>
            <p:nvPr/>
          </p:nvSpPr>
          <p:spPr>
            <a:xfrm>
              <a:off x="8904030" y="4670485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EBEDE4EC-2E6B-4909-B798-0BA467D604E7}"/>
                </a:ext>
              </a:extLst>
            </p:cNvPr>
            <p:cNvSpPr/>
            <p:nvPr/>
          </p:nvSpPr>
          <p:spPr>
            <a:xfrm>
              <a:off x="10077510" y="6212265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B8958EF8-D7F6-4628-A49C-96E50C99EB35}"/>
                </a:ext>
              </a:extLst>
            </p:cNvPr>
            <p:cNvSpPr/>
            <p:nvPr/>
          </p:nvSpPr>
          <p:spPr>
            <a:xfrm>
              <a:off x="8205530" y="3850618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024E985-2E43-4A58-9615-85C92FCC9E64}"/>
                </a:ext>
              </a:extLst>
            </p:cNvPr>
            <p:cNvSpPr/>
            <p:nvPr/>
          </p:nvSpPr>
          <p:spPr>
            <a:xfrm>
              <a:off x="6808530" y="4039153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D57E1BE1-0229-492E-B013-40269D8C366B}"/>
                </a:ext>
              </a:extLst>
            </p:cNvPr>
            <p:cNvSpPr/>
            <p:nvPr/>
          </p:nvSpPr>
          <p:spPr>
            <a:xfrm>
              <a:off x="4700330" y="3763074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61B87028-3253-4DBE-9E57-634A505B7C21}"/>
                </a:ext>
              </a:extLst>
            </p:cNvPr>
            <p:cNvSpPr/>
            <p:nvPr/>
          </p:nvSpPr>
          <p:spPr>
            <a:xfrm>
              <a:off x="3061234" y="2583273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F4C8AF35-924D-4C6B-B249-3D4F4BC0BC4B}"/>
                </a:ext>
              </a:extLst>
            </p:cNvPr>
            <p:cNvSpPr/>
            <p:nvPr/>
          </p:nvSpPr>
          <p:spPr>
            <a:xfrm>
              <a:off x="2606574" y="1488504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0A131A0C-1A5C-4ADE-BB54-40B3BF0C351D}"/>
                </a:ext>
              </a:extLst>
            </p:cNvPr>
            <p:cNvSpPr/>
            <p:nvPr/>
          </p:nvSpPr>
          <p:spPr>
            <a:xfrm>
              <a:off x="1438174" y="1404747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11143B9D-C867-4425-B8DE-98B1E5545C32}"/>
                </a:ext>
              </a:extLst>
            </p:cNvPr>
            <p:cNvSpPr/>
            <p:nvPr/>
          </p:nvSpPr>
          <p:spPr>
            <a:xfrm>
              <a:off x="4464654" y="405567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4B7E3F7D-FBCE-4AD5-A040-3B7717209954}"/>
                </a:ext>
              </a:extLst>
            </p:cNvPr>
            <p:cNvSpPr/>
            <p:nvPr/>
          </p:nvSpPr>
          <p:spPr>
            <a:xfrm>
              <a:off x="9820970" y="7756585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53942734-762D-43CD-97A3-9C361B2E759B}"/>
                </a:ext>
              </a:extLst>
            </p:cNvPr>
            <p:cNvSpPr/>
            <p:nvPr/>
          </p:nvSpPr>
          <p:spPr>
            <a:xfrm>
              <a:off x="4700330" y="1413091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0C12CA54-60A2-455F-93C6-AC7F0E6CFC17}"/>
                </a:ext>
              </a:extLst>
            </p:cNvPr>
            <p:cNvSpPr/>
            <p:nvPr/>
          </p:nvSpPr>
          <p:spPr>
            <a:xfrm>
              <a:off x="3539550" y="4574947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B63C4352-0DA4-47B4-BED2-1EA2A0C1FAB9}"/>
                </a:ext>
              </a:extLst>
            </p:cNvPr>
            <p:cNvSpPr/>
            <p:nvPr/>
          </p:nvSpPr>
          <p:spPr>
            <a:xfrm>
              <a:off x="4934010" y="4597807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81D79E49-3BEC-42AF-B995-E64A6A092D3A}"/>
                </a:ext>
              </a:extLst>
            </p:cNvPr>
            <p:cNvSpPr/>
            <p:nvPr/>
          </p:nvSpPr>
          <p:spPr>
            <a:xfrm>
              <a:off x="6805990" y="5129162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E0D13B24-AD1C-4197-AA94-04580A8629C6}"/>
                </a:ext>
              </a:extLst>
            </p:cNvPr>
            <p:cNvSpPr/>
            <p:nvPr/>
          </p:nvSpPr>
          <p:spPr>
            <a:xfrm>
              <a:off x="7728010" y="5320237"/>
              <a:ext cx="309840" cy="170180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B67B97A9-17F8-4634-B129-B22CACA7FAC8}"/>
                </a:ext>
              </a:extLst>
            </p:cNvPr>
            <p:cNvSpPr/>
            <p:nvPr/>
          </p:nvSpPr>
          <p:spPr>
            <a:xfrm>
              <a:off x="8672890" y="5669975"/>
              <a:ext cx="309840" cy="180340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84D40C6F-2404-4FAD-BD0D-7D1C85A8ECA2}"/>
                </a:ext>
              </a:extLst>
            </p:cNvPr>
            <p:cNvSpPr/>
            <p:nvPr/>
          </p:nvSpPr>
          <p:spPr>
            <a:xfrm>
              <a:off x="8187750" y="7134860"/>
              <a:ext cx="309840" cy="180340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960AAD22-A9FB-4417-AADF-CEA488141450}"/>
                </a:ext>
              </a:extLst>
            </p:cNvPr>
            <p:cNvSpPr/>
            <p:nvPr/>
          </p:nvSpPr>
          <p:spPr>
            <a:xfrm>
              <a:off x="8654732" y="8948420"/>
              <a:ext cx="309840" cy="180340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32EEEA55-66E6-47EF-96AB-977DC0876BCD}"/>
                </a:ext>
              </a:extLst>
            </p:cNvPr>
            <p:cNvSpPr/>
            <p:nvPr/>
          </p:nvSpPr>
          <p:spPr>
            <a:xfrm>
              <a:off x="9831130" y="8849969"/>
              <a:ext cx="309840" cy="180340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D359A73A-C020-497C-8F2D-0BB352E3E626}"/>
                </a:ext>
              </a:extLst>
            </p:cNvPr>
            <p:cNvSpPr/>
            <p:nvPr/>
          </p:nvSpPr>
          <p:spPr>
            <a:xfrm>
              <a:off x="10765850" y="7947660"/>
              <a:ext cx="309840" cy="180340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2D668387-2084-4B23-BA3D-F52CFE8B7BF6}"/>
                </a:ext>
              </a:extLst>
            </p:cNvPr>
            <p:cNvSpPr/>
            <p:nvPr/>
          </p:nvSpPr>
          <p:spPr>
            <a:xfrm>
              <a:off x="4464654" y="6403340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2895DCE5-6CD4-4C1C-9EB3-7237D1964AE6}"/>
                </a:ext>
              </a:extLst>
            </p:cNvPr>
            <p:cNvSpPr/>
            <p:nvPr/>
          </p:nvSpPr>
          <p:spPr>
            <a:xfrm>
              <a:off x="3997294" y="5309789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00D1C6C0-9054-46C6-B47F-BE103BE87367}"/>
                </a:ext>
              </a:extLst>
            </p:cNvPr>
            <p:cNvSpPr/>
            <p:nvPr/>
          </p:nvSpPr>
          <p:spPr>
            <a:xfrm>
              <a:off x="5873996" y="6943785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1" name="Hexagon 3620">
              <a:extLst>
                <a:ext uri="{FF2B5EF4-FFF2-40B4-BE49-F238E27FC236}">
                  <a16:creationId xmlns:a16="http://schemas.microsoft.com/office/drawing/2014/main" id="{F1DA59E0-D8FD-4F86-B3D8-3B03832E5214}"/>
                </a:ext>
              </a:extLst>
            </p:cNvPr>
            <p:cNvSpPr/>
            <p:nvPr/>
          </p:nvSpPr>
          <p:spPr>
            <a:xfrm>
              <a:off x="4230616" y="7389073"/>
              <a:ext cx="309840" cy="191075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2" name="八卦" hidden="1">
            <a:extLst>
              <a:ext uri="{FF2B5EF4-FFF2-40B4-BE49-F238E27FC236}">
                <a16:creationId xmlns:a16="http://schemas.microsoft.com/office/drawing/2014/main" id="{A8025F99-A814-4DCD-8F56-641528EF5580}"/>
              </a:ext>
            </a:extLst>
          </p:cNvPr>
          <p:cNvGrpSpPr/>
          <p:nvPr/>
        </p:nvGrpSpPr>
        <p:grpSpPr>
          <a:xfrm>
            <a:off x="2380510" y="865809"/>
            <a:ext cx="7994135" cy="7438282"/>
            <a:chOff x="2380510" y="865809"/>
            <a:chExt cx="7994135" cy="7438282"/>
          </a:xfrm>
        </p:grpSpPr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C10D9CA5-B4E0-4568-B1D7-1F7EB629C84D}"/>
                </a:ext>
              </a:extLst>
            </p:cNvPr>
            <p:cNvSpPr/>
            <p:nvPr/>
          </p:nvSpPr>
          <p:spPr>
            <a:xfrm>
              <a:off x="2380510" y="21459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3FE0BD3B-AC09-4F99-B5CF-219CE1DE9AC8}"/>
                </a:ext>
              </a:extLst>
            </p:cNvPr>
            <p:cNvSpPr/>
            <p:nvPr/>
          </p:nvSpPr>
          <p:spPr>
            <a:xfrm>
              <a:off x="3548910" y="11350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FAE30633-9116-48E4-8314-AD7BE8BF2FF1}"/>
                </a:ext>
              </a:extLst>
            </p:cNvPr>
            <p:cNvSpPr/>
            <p:nvPr/>
          </p:nvSpPr>
          <p:spPr>
            <a:xfrm>
              <a:off x="5189750" y="8658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B722D9D6-B004-4F8D-BA69-52CBDFB1A66F}"/>
                </a:ext>
              </a:extLst>
            </p:cNvPr>
            <p:cNvSpPr/>
            <p:nvPr/>
          </p:nvSpPr>
          <p:spPr>
            <a:xfrm>
              <a:off x="5649483" y="3225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B16755A6-3F88-4F6F-9ED6-083584B562AC}"/>
                </a:ext>
              </a:extLst>
            </p:cNvPr>
            <p:cNvSpPr/>
            <p:nvPr/>
          </p:nvSpPr>
          <p:spPr>
            <a:xfrm>
              <a:off x="4018803" y="40382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8" name="Hexagon 3627">
              <a:extLst>
                <a:ext uri="{FF2B5EF4-FFF2-40B4-BE49-F238E27FC236}">
                  <a16:creationId xmlns:a16="http://schemas.microsoft.com/office/drawing/2014/main" id="{A5ECF442-ED33-4B30-9F62-090D247194AD}"/>
                </a:ext>
              </a:extLst>
            </p:cNvPr>
            <p:cNvSpPr/>
            <p:nvPr/>
          </p:nvSpPr>
          <p:spPr>
            <a:xfrm>
              <a:off x="7752603" y="40382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9" name="Hexagon 3628">
              <a:extLst>
                <a:ext uri="{FF2B5EF4-FFF2-40B4-BE49-F238E27FC236}">
                  <a16:creationId xmlns:a16="http://schemas.microsoft.com/office/drawing/2014/main" id="{FFF25826-421E-4CCA-B086-6D6C1F829996}"/>
                </a:ext>
              </a:extLst>
            </p:cNvPr>
            <p:cNvSpPr/>
            <p:nvPr/>
          </p:nvSpPr>
          <p:spPr>
            <a:xfrm>
              <a:off x="10072893" y="5672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0" name="Hexagon 3629">
              <a:extLst>
                <a:ext uri="{FF2B5EF4-FFF2-40B4-BE49-F238E27FC236}">
                  <a16:creationId xmlns:a16="http://schemas.microsoft.com/office/drawing/2014/main" id="{1899170C-97A6-4E3D-9F75-2A7739533B79}"/>
                </a:ext>
              </a:extLst>
            </p:cNvPr>
            <p:cNvSpPr/>
            <p:nvPr/>
          </p:nvSpPr>
          <p:spPr>
            <a:xfrm>
              <a:off x="9372889" y="8121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3" name="帐篷" hidden="1">
            <a:extLst>
              <a:ext uri="{FF2B5EF4-FFF2-40B4-BE49-F238E27FC236}">
                <a16:creationId xmlns:a16="http://schemas.microsoft.com/office/drawing/2014/main" id="{FDEBAB3E-9E53-4672-8215-7D8DDE4048EF}"/>
              </a:ext>
            </a:extLst>
          </p:cNvPr>
          <p:cNvGrpSpPr/>
          <p:nvPr/>
        </p:nvGrpSpPr>
        <p:grpSpPr>
          <a:xfrm>
            <a:off x="1199525" y="1776584"/>
            <a:ext cx="9647290" cy="7713980"/>
            <a:chOff x="1199525" y="1776584"/>
            <a:chExt cx="9647290" cy="7713980"/>
          </a:xfrm>
        </p:grpSpPr>
        <p:sp>
          <p:nvSpPr>
            <p:cNvPr id="3631" name="Hexagon 3630">
              <a:extLst>
                <a:ext uri="{FF2B5EF4-FFF2-40B4-BE49-F238E27FC236}">
                  <a16:creationId xmlns:a16="http://schemas.microsoft.com/office/drawing/2014/main" id="{B9582FEE-E272-495E-98EF-A424BCD6DEC5}"/>
                </a:ext>
              </a:extLst>
            </p:cNvPr>
            <p:cNvSpPr/>
            <p:nvPr/>
          </p:nvSpPr>
          <p:spPr>
            <a:xfrm>
              <a:off x="8909049" y="1776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2" name="Hexagon 3631">
              <a:extLst>
                <a:ext uri="{FF2B5EF4-FFF2-40B4-BE49-F238E27FC236}">
                  <a16:creationId xmlns:a16="http://schemas.microsoft.com/office/drawing/2014/main" id="{B4D33D40-364D-42F1-914F-FFBBBDF48C01}"/>
                </a:ext>
              </a:extLst>
            </p:cNvPr>
            <p:cNvSpPr/>
            <p:nvPr/>
          </p:nvSpPr>
          <p:spPr>
            <a:xfrm>
              <a:off x="10535919" y="43978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3" name="Hexagon 3632">
              <a:extLst>
                <a:ext uri="{FF2B5EF4-FFF2-40B4-BE49-F238E27FC236}">
                  <a16:creationId xmlns:a16="http://schemas.microsoft.com/office/drawing/2014/main" id="{EB21A934-2503-4686-A940-6FED756F6CD0}"/>
                </a:ext>
              </a:extLst>
            </p:cNvPr>
            <p:cNvSpPr/>
            <p:nvPr/>
          </p:nvSpPr>
          <p:spPr>
            <a:xfrm>
              <a:off x="6345047" y="2409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4" name="Hexagon 3633">
              <a:extLst>
                <a:ext uri="{FF2B5EF4-FFF2-40B4-BE49-F238E27FC236}">
                  <a16:creationId xmlns:a16="http://schemas.microsoft.com/office/drawing/2014/main" id="{33217524-EBC5-49C0-B7D2-2F412167DA70}"/>
                </a:ext>
              </a:extLst>
            </p:cNvPr>
            <p:cNvSpPr/>
            <p:nvPr/>
          </p:nvSpPr>
          <p:spPr>
            <a:xfrm>
              <a:off x="5175377" y="37692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5" name="Hexagon 3634">
              <a:extLst>
                <a:ext uri="{FF2B5EF4-FFF2-40B4-BE49-F238E27FC236}">
                  <a16:creationId xmlns:a16="http://schemas.microsoft.com/office/drawing/2014/main" id="{10627BC4-F6C7-4EE9-882C-F0507A7B7F36}"/>
                </a:ext>
              </a:extLst>
            </p:cNvPr>
            <p:cNvSpPr/>
            <p:nvPr/>
          </p:nvSpPr>
          <p:spPr>
            <a:xfrm>
              <a:off x="9377807" y="48550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6" name="Hexagon 3635">
              <a:extLst>
                <a:ext uri="{FF2B5EF4-FFF2-40B4-BE49-F238E27FC236}">
                  <a16:creationId xmlns:a16="http://schemas.microsoft.com/office/drawing/2014/main" id="{6421DD96-E642-42DC-AC2F-37AB0D151CA2}"/>
                </a:ext>
              </a:extLst>
            </p:cNvPr>
            <p:cNvSpPr/>
            <p:nvPr/>
          </p:nvSpPr>
          <p:spPr>
            <a:xfrm>
              <a:off x="2596007" y="27759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7" name="Hexagon 3636">
              <a:extLst>
                <a:ext uri="{FF2B5EF4-FFF2-40B4-BE49-F238E27FC236}">
                  <a16:creationId xmlns:a16="http://schemas.microsoft.com/office/drawing/2014/main" id="{EBAB9E99-694D-46FA-AA7B-A2C7DB7D1086}"/>
                </a:ext>
              </a:extLst>
            </p:cNvPr>
            <p:cNvSpPr/>
            <p:nvPr/>
          </p:nvSpPr>
          <p:spPr>
            <a:xfrm>
              <a:off x="6329807" y="47674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8" name="Hexagon 3637">
              <a:extLst>
                <a:ext uri="{FF2B5EF4-FFF2-40B4-BE49-F238E27FC236}">
                  <a16:creationId xmlns:a16="http://schemas.microsoft.com/office/drawing/2014/main" id="{C0984FF2-2C83-4FE6-8DBF-35DA3CDD7851}"/>
                </a:ext>
              </a:extLst>
            </p:cNvPr>
            <p:cNvSpPr/>
            <p:nvPr/>
          </p:nvSpPr>
          <p:spPr>
            <a:xfrm>
              <a:off x="8425307" y="66762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9" name="Hexagon 3638">
              <a:extLst>
                <a:ext uri="{FF2B5EF4-FFF2-40B4-BE49-F238E27FC236}">
                  <a16:creationId xmlns:a16="http://schemas.microsoft.com/office/drawing/2014/main" id="{6CED755D-CFFA-42AA-B670-08A9171A890B}"/>
                </a:ext>
              </a:extLst>
            </p:cNvPr>
            <p:cNvSpPr/>
            <p:nvPr/>
          </p:nvSpPr>
          <p:spPr>
            <a:xfrm>
              <a:off x="9365107" y="90371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0" name="Hexagon 3639">
              <a:extLst>
                <a:ext uri="{FF2B5EF4-FFF2-40B4-BE49-F238E27FC236}">
                  <a16:creationId xmlns:a16="http://schemas.microsoft.com/office/drawing/2014/main" id="{08467925-3BF0-4D93-83ED-80DB07AF19CE}"/>
                </a:ext>
              </a:extLst>
            </p:cNvPr>
            <p:cNvSpPr/>
            <p:nvPr/>
          </p:nvSpPr>
          <p:spPr>
            <a:xfrm>
              <a:off x="6101207" y="64933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1" name="Hexagon 3640">
              <a:extLst>
                <a:ext uri="{FF2B5EF4-FFF2-40B4-BE49-F238E27FC236}">
                  <a16:creationId xmlns:a16="http://schemas.microsoft.com/office/drawing/2014/main" id="{823121E7-EBA3-45A2-91C2-AB673E75C72B}"/>
                </a:ext>
              </a:extLst>
            </p:cNvPr>
            <p:cNvSpPr/>
            <p:nvPr/>
          </p:nvSpPr>
          <p:spPr>
            <a:xfrm>
              <a:off x="4003167" y="6219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2" name="Hexagon 3641">
              <a:extLst>
                <a:ext uri="{FF2B5EF4-FFF2-40B4-BE49-F238E27FC236}">
                  <a16:creationId xmlns:a16="http://schemas.microsoft.com/office/drawing/2014/main" id="{509937AA-D351-4A14-8184-1940B769D866}"/>
                </a:ext>
              </a:extLst>
            </p:cNvPr>
            <p:cNvSpPr/>
            <p:nvPr/>
          </p:nvSpPr>
          <p:spPr>
            <a:xfrm>
              <a:off x="4231767" y="7956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3" name="Hexagon 3642">
              <a:extLst>
                <a:ext uri="{FF2B5EF4-FFF2-40B4-BE49-F238E27FC236}">
                  <a16:creationId xmlns:a16="http://schemas.microsoft.com/office/drawing/2014/main" id="{FCEFDAE7-8871-4D83-B1DF-7A14A53458E5}"/>
                </a:ext>
              </a:extLst>
            </p:cNvPr>
            <p:cNvSpPr/>
            <p:nvPr/>
          </p:nvSpPr>
          <p:spPr>
            <a:xfrm>
              <a:off x="3535807" y="93076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4" name="Hexagon 3643">
              <a:extLst>
                <a:ext uri="{FF2B5EF4-FFF2-40B4-BE49-F238E27FC236}">
                  <a16:creationId xmlns:a16="http://schemas.microsoft.com/office/drawing/2014/main" id="{595B2785-8D05-438E-91C6-8D881CDE418E}"/>
                </a:ext>
              </a:extLst>
            </p:cNvPr>
            <p:cNvSpPr/>
            <p:nvPr/>
          </p:nvSpPr>
          <p:spPr>
            <a:xfrm>
              <a:off x="1668907" y="87628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5" name="Hexagon 3644">
              <a:extLst>
                <a:ext uri="{FF2B5EF4-FFF2-40B4-BE49-F238E27FC236}">
                  <a16:creationId xmlns:a16="http://schemas.microsoft.com/office/drawing/2014/main" id="{2395FAA7-7B9D-4C73-B9DB-9457EA8B4200}"/>
                </a:ext>
              </a:extLst>
            </p:cNvPr>
            <p:cNvSpPr/>
            <p:nvPr/>
          </p:nvSpPr>
          <p:spPr>
            <a:xfrm>
              <a:off x="1199525" y="67676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4" name="塔" hidden="1">
            <a:extLst>
              <a:ext uri="{FF2B5EF4-FFF2-40B4-BE49-F238E27FC236}">
                <a16:creationId xmlns:a16="http://schemas.microsoft.com/office/drawing/2014/main" id="{095137A6-2269-4766-8347-1F2E5B268E19}"/>
              </a:ext>
            </a:extLst>
          </p:cNvPr>
          <p:cNvGrpSpPr/>
          <p:nvPr/>
        </p:nvGrpSpPr>
        <p:grpSpPr>
          <a:xfrm>
            <a:off x="1429870" y="767792"/>
            <a:ext cx="10817046" cy="7991987"/>
            <a:chOff x="1429870" y="767792"/>
            <a:chExt cx="10817046" cy="7991987"/>
          </a:xfrm>
        </p:grpSpPr>
        <p:sp>
          <p:nvSpPr>
            <p:cNvPr id="3646" name="Hexagon 3645">
              <a:extLst>
                <a:ext uri="{FF2B5EF4-FFF2-40B4-BE49-F238E27FC236}">
                  <a16:creationId xmlns:a16="http://schemas.microsoft.com/office/drawing/2014/main" id="{179AFAA8-2EF8-42EB-8BB3-55FD228E3C7B}"/>
                </a:ext>
              </a:extLst>
            </p:cNvPr>
            <p:cNvSpPr/>
            <p:nvPr/>
          </p:nvSpPr>
          <p:spPr>
            <a:xfrm>
              <a:off x="6112054" y="30452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47" name="Hexagon 3646">
              <a:extLst>
                <a:ext uri="{FF2B5EF4-FFF2-40B4-BE49-F238E27FC236}">
                  <a16:creationId xmlns:a16="http://schemas.microsoft.com/office/drawing/2014/main" id="{A9D0F60C-DEE5-4BEB-A508-43EB333D80E6}"/>
                </a:ext>
              </a:extLst>
            </p:cNvPr>
            <p:cNvSpPr/>
            <p:nvPr/>
          </p:nvSpPr>
          <p:spPr>
            <a:xfrm>
              <a:off x="9137194" y="42161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48" name="Hexagon 3647">
              <a:extLst>
                <a:ext uri="{FF2B5EF4-FFF2-40B4-BE49-F238E27FC236}">
                  <a16:creationId xmlns:a16="http://schemas.microsoft.com/office/drawing/2014/main" id="{BF5DCC57-AD38-4E3B-9153-79D996FD2332}"/>
                </a:ext>
              </a:extLst>
            </p:cNvPr>
            <p:cNvSpPr/>
            <p:nvPr/>
          </p:nvSpPr>
          <p:spPr>
            <a:xfrm>
              <a:off x="6814574" y="44151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9" name="Hexagon 3648">
              <a:extLst>
                <a:ext uri="{FF2B5EF4-FFF2-40B4-BE49-F238E27FC236}">
                  <a16:creationId xmlns:a16="http://schemas.microsoft.com/office/drawing/2014/main" id="{644911A0-AD68-410E-99F1-EAE68989F059}"/>
                </a:ext>
              </a:extLst>
            </p:cNvPr>
            <p:cNvSpPr/>
            <p:nvPr/>
          </p:nvSpPr>
          <p:spPr>
            <a:xfrm>
              <a:off x="9597794" y="85833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0" name="Hexagon 3649">
              <a:extLst>
                <a:ext uri="{FF2B5EF4-FFF2-40B4-BE49-F238E27FC236}">
                  <a16:creationId xmlns:a16="http://schemas.microsoft.com/office/drawing/2014/main" id="{222D6EED-B321-4398-87D5-DA54A51A235C}"/>
                </a:ext>
              </a:extLst>
            </p:cNvPr>
            <p:cNvSpPr/>
            <p:nvPr/>
          </p:nvSpPr>
          <p:spPr>
            <a:xfrm>
              <a:off x="9140294" y="6216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1" name="Hexagon 3650">
              <a:extLst>
                <a:ext uri="{FF2B5EF4-FFF2-40B4-BE49-F238E27FC236}">
                  <a16:creationId xmlns:a16="http://schemas.microsoft.com/office/drawing/2014/main" id="{EA20C5EC-2286-47D9-AF21-F4F87D71A47E}"/>
                </a:ext>
              </a:extLst>
            </p:cNvPr>
            <p:cNvSpPr/>
            <p:nvPr/>
          </p:nvSpPr>
          <p:spPr>
            <a:xfrm>
              <a:off x="6344953" y="5863398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2" name="Hexagon 3651">
              <a:extLst>
                <a:ext uri="{FF2B5EF4-FFF2-40B4-BE49-F238E27FC236}">
                  <a16:creationId xmlns:a16="http://schemas.microsoft.com/office/drawing/2014/main" id="{ED0163A7-BC94-4E9F-94DE-EEACD24DCF6E}"/>
                </a:ext>
              </a:extLst>
            </p:cNvPr>
            <p:cNvSpPr/>
            <p:nvPr/>
          </p:nvSpPr>
          <p:spPr>
            <a:xfrm>
              <a:off x="9609224" y="7677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3" name="Hexagon 3652">
              <a:extLst>
                <a:ext uri="{FF2B5EF4-FFF2-40B4-BE49-F238E27FC236}">
                  <a16:creationId xmlns:a16="http://schemas.microsoft.com/office/drawing/2014/main" id="{3BCBF782-17D0-49E8-9709-11FF6BF88F6A}"/>
                </a:ext>
              </a:extLst>
            </p:cNvPr>
            <p:cNvSpPr/>
            <p:nvPr/>
          </p:nvSpPr>
          <p:spPr>
            <a:xfrm>
              <a:off x="9847121" y="17736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4" name="Hexagon 3653">
              <a:extLst>
                <a:ext uri="{FF2B5EF4-FFF2-40B4-BE49-F238E27FC236}">
                  <a16:creationId xmlns:a16="http://schemas.microsoft.com/office/drawing/2014/main" id="{C8C4E1A0-8FF0-4CDA-81D6-F8C0D4204B26}"/>
                </a:ext>
              </a:extLst>
            </p:cNvPr>
            <p:cNvSpPr/>
            <p:nvPr/>
          </p:nvSpPr>
          <p:spPr>
            <a:xfrm>
              <a:off x="11470181" y="15069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5" name="Hexagon 3654">
              <a:extLst>
                <a:ext uri="{FF2B5EF4-FFF2-40B4-BE49-F238E27FC236}">
                  <a16:creationId xmlns:a16="http://schemas.microsoft.com/office/drawing/2014/main" id="{86CBECBD-CE37-4D5D-91F3-10A934E6B285}"/>
                </a:ext>
              </a:extLst>
            </p:cNvPr>
            <p:cNvSpPr/>
            <p:nvPr/>
          </p:nvSpPr>
          <p:spPr>
            <a:xfrm>
              <a:off x="7053124" y="2500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56" name="Hexagon 3655">
              <a:extLst>
                <a:ext uri="{FF2B5EF4-FFF2-40B4-BE49-F238E27FC236}">
                  <a16:creationId xmlns:a16="http://schemas.microsoft.com/office/drawing/2014/main" id="{1EB7AD93-1861-45DE-B4F6-75A2510E805F}"/>
                </a:ext>
              </a:extLst>
            </p:cNvPr>
            <p:cNvSpPr/>
            <p:nvPr/>
          </p:nvSpPr>
          <p:spPr>
            <a:xfrm>
              <a:off x="9377224" y="35938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57" name="Hexagon 3656">
              <a:extLst>
                <a:ext uri="{FF2B5EF4-FFF2-40B4-BE49-F238E27FC236}">
                  <a16:creationId xmlns:a16="http://schemas.microsoft.com/office/drawing/2014/main" id="{41F9C882-C436-4AD0-A79C-9224E996A47C}"/>
                </a:ext>
              </a:extLst>
            </p:cNvPr>
            <p:cNvSpPr/>
            <p:nvPr/>
          </p:nvSpPr>
          <p:spPr>
            <a:xfrm>
              <a:off x="10306864" y="26791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58" name="Hexagon 3657">
              <a:extLst>
                <a:ext uri="{FF2B5EF4-FFF2-40B4-BE49-F238E27FC236}">
                  <a16:creationId xmlns:a16="http://schemas.microsoft.com/office/drawing/2014/main" id="{2DC4FAC3-B466-4B38-A2BC-B45A37BD546A}"/>
                </a:ext>
              </a:extLst>
            </p:cNvPr>
            <p:cNvSpPr/>
            <p:nvPr/>
          </p:nvSpPr>
          <p:spPr>
            <a:xfrm>
              <a:off x="11945164" y="27820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59" name="Hexagon 3658">
              <a:extLst>
                <a:ext uri="{FF2B5EF4-FFF2-40B4-BE49-F238E27FC236}">
                  <a16:creationId xmlns:a16="http://schemas.microsoft.com/office/drawing/2014/main" id="{A23D58F1-6397-4691-824E-A0479BB4A4F4}"/>
                </a:ext>
              </a:extLst>
            </p:cNvPr>
            <p:cNvSpPr/>
            <p:nvPr/>
          </p:nvSpPr>
          <p:spPr>
            <a:xfrm>
              <a:off x="9841077" y="4318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0" name="Hexagon 3659">
              <a:extLst>
                <a:ext uri="{FF2B5EF4-FFF2-40B4-BE49-F238E27FC236}">
                  <a16:creationId xmlns:a16="http://schemas.microsoft.com/office/drawing/2014/main" id="{89568929-FEA8-41C1-A73B-C4B9AA166761}"/>
                </a:ext>
              </a:extLst>
            </p:cNvPr>
            <p:cNvSpPr/>
            <p:nvPr/>
          </p:nvSpPr>
          <p:spPr>
            <a:xfrm>
              <a:off x="5639920" y="41355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1" name="Hexagon 3660">
              <a:extLst>
                <a:ext uri="{FF2B5EF4-FFF2-40B4-BE49-F238E27FC236}">
                  <a16:creationId xmlns:a16="http://schemas.microsoft.com/office/drawing/2014/main" id="{5EC4C684-F8B9-4EAA-B2C7-3546270B984B}"/>
                </a:ext>
              </a:extLst>
            </p:cNvPr>
            <p:cNvSpPr/>
            <p:nvPr/>
          </p:nvSpPr>
          <p:spPr>
            <a:xfrm>
              <a:off x="4005430" y="16867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2" name="Hexagon 3661">
              <a:extLst>
                <a:ext uri="{FF2B5EF4-FFF2-40B4-BE49-F238E27FC236}">
                  <a16:creationId xmlns:a16="http://schemas.microsoft.com/office/drawing/2014/main" id="{941F497B-38FA-4F9D-838C-994B7938A475}"/>
                </a:ext>
              </a:extLst>
            </p:cNvPr>
            <p:cNvSpPr/>
            <p:nvPr/>
          </p:nvSpPr>
          <p:spPr>
            <a:xfrm>
              <a:off x="1429870" y="232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3" name="Hexagon 3662">
              <a:extLst>
                <a:ext uri="{FF2B5EF4-FFF2-40B4-BE49-F238E27FC236}">
                  <a16:creationId xmlns:a16="http://schemas.microsoft.com/office/drawing/2014/main" id="{062BCB5C-621B-4303-9942-6CB6F3D40D6A}"/>
                </a:ext>
              </a:extLst>
            </p:cNvPr>
            <p:cNvSpPr/>
            <p:nvPr/>
          </p:nvSpPr>
          <p:spPr>
            <a:xfrm>
              <a:off x="6810764" y="548996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4" name="Hexagon 3663">
              <a:extLst>
                <a:ext uri="{FF2B5EF4-FFF2-40B4-BE49-F238E27FC236}">
                  <a16:creationId xmlns:a16="http://schemas.microsoft.com/office/drawing/2014/main" id="{8FEECF63-EA7B-452F-90FB-DD304E349690}"/>
                </a:ext>
              </a:extLst>
            </p:cNvPr>
            <p:cNvSpPr/>
            <p:nvPr/>
          </p:nvSpPr>
          <p:spPr>
            <a:xfrm>
              <a:off x="8658614" y="750545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5" name="Hexagon 3664">
              <a:extLst>
                <a:ext uri="{FF2B5EF4-FFF2-40B4-BE49-F238E27FC236}">
                  <a16:creationId xmlns:a16="http://schemas.microsoft.com/office/drawing/2014/main" id="{0C2C574C-91A3-49D9-9BEE-6BFB93A596F6}"/>
                </a:ext>
              </a:extLst>
            </p:cNvPr>
            <p:cNvSpPr/>
            <p:nvPr/>
          </p:nvSpPr>
          <p:spPr>
            <a:xfrm>
              <a:off x="11687564" y="8126485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6" name="Hexagon 3665">
              <a:extLst>
                <a:ext uri="{FF2B5EF4-FFF2-40B4-BE49-F238E27FC236}">
                  <a16:creationId xmlns:a16="http://schemas.microsoft.com/office/drawing/2014/main" id="{517C044E-431A-4C70-B7D0-F854EB846F36}"/>
                </a:ext>
              </a:extLst>
            </p:cNvPr>
            <p:cNvSpPr/>
            <p:nvPr/>
          </p:nvSpPr>
          <p:spPr>
            <a:xfrm>
              <a:off x="4718541" y="577322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7" name="Hexagon 3666">
              <a:extLst>
                <a:ext uri="{FF2B5EF4-FFF2-40B4-BE49-F238E27FC236}">
                  <a16:creationId xmlns:a16="http://schemas.microsoft.com/office/drawing/2014/main" id="{A4D6A08D-721E-4D12-850D-C00306377C7E}"/>
                </a:ext>
              </a:extLst>
            </p:cNvPr>
            <p:cNvSpPr/>
            <p:nvPr/>
          </p:nvSpPr>
          <p:spPr>
            <a:xfrm>
              <a:off x="3541251" y="6950514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8" name="Hexagon 3667">
              <a:extLst>
                <a:ext uri="{FF2B5EF4-FFF2-40B4-BE49-F238E27FC236}">
                  <a16:creationId xmlns:a16="http://schemas.microsoft.com/office/drawing/2014/main" id="{CC0C74E9-6CAD-4DD3-8169-52EC42FCAAF5}"/>
                </a:ext>
              </a:extLst>
            </p:cNvPr>
            <p:cNvSpPr/>
            <p:nvPr/>
          </p:nvSpPr>
          <p:spPr>
            <a:xfrm>
              <a:off x="6344953" y="7130862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9" name="Hexagon 3668">
              <a:extLst>
                <a:ext uri="{FF2B5EF4-FFF2-40B4-BE49-F238E27FC236}">
                  <a16:creationId xmlns:a16="http://schemas.microsoft.com/office/drawing/2014/main" id="{C9BA8FED-FB89-4790-8EDC-709365E8EF50}"/>
                </a:ext>
              </a:extLst>
            </p:cNvPr>
            <p:cNvSpPr/>
            <p:nvPr/>
          </p:nvSpPr>
          <p:spPr>
            <a:xfrm>
              <a:off x="2378316" y="7939795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boss" hidden="1">
            <a:extLst>
              <a:ext uri="{FF2B5EF4-FFF2-40B4-BE49-F238E27FC236}">
                <a16:creationId xmlns:a16="http://schemas.microsoft.com/office/drawing/2014/main" id="{672ABA08-DF53-4AF4-83B4-939F5F973E3E}"/>
              </a:ext>
            </a:extLst>
          </p:cNvPr>
          <p:cNvGrpSpPr/>
          <p:nvPr/>
        </p:nvGrpSpPr>
        <p:grpSpPr>
          <a:xfrm>
            <a:off x="973846" y="6400402"/>
            <a:ext cx="6832904" cy="2618009"/>
            <a:chOff x="-2300257" y="5535487"/>
            <a:chExt cx="6832904" cy="2618009"/>
          </a:xfrm>
        </p:grpSpPr>
        <p:sp>
          <p:nvSpPr>
            <p:cNvPr id="2364" name="Hexagon 2363">
              <a:extLst>
                <a:ext uri="{FF2B5EF4-FFF2-40B4-BE49-F238E27FC236}">
                  <a16:creationId xmlns:a16="http://schemas.microsoft.com/office/drawing/2014/main" id="{06006AE1-ADFD-4112-8E5B-C1CF02ED91D0}"/>
                </a:ext>
              </a:extLst>
            </p:cNvPr>
            <p:cNvSpPr/>
            <p:nvPr/>
          </p:nvSpPr>
          <p:spPr>
            <a:xfrm>
              <a:off x="4219017" y="6006180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7" name="Hexagon 2286">
              <a:extLst>
                <a:ext uri="{FF2B5EF4-FFF2-40B4-BE49-F238E27FC236}">
                  <a16:creationId xmlns:a16="http://schemas.microsoft.com/office/drawing/2014/main" id="{E36D47DF-6142-4549-92DF-985D381C4674}"/>
                </a:ext>
              </a:extLst>
            </p:cNvPr>
            <p:cNvSpPr/>
            <p:nvPr/>
          </p:nvSpPr>
          <p:spPr>
            <a:xfrm>
              <a:off x="-2300257" y="6546526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6" name="Hexagon 2155">
              <a:extLst>
                <a:ext uri="{FF2B5EF4-FFF2-40B4-BE49-F238E27FC236}">
                  <a16:creationId xmlns:a16="http://schemas.microsoft.com/office/drawing/2014/main" id="{D2B27C3B-ECE2-4D50-A602-4CEA362DC323}"/>
                </a:ext>
              </a:extLst>
            </p:cNvPr>
            <p:cNvSpPr/>
            <p:nvPr/>
          </p:nvSpPr>
          <p:spPr>
            <a:xfrm>
              <a:off x="38609" y="7983489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5" name="Hexagon 2134">
              <a:extLst>
                <a:ext uri="{FF2B5EF4-FFF2-40B4-BE49-F238E27FC236}">
                  <a16:creationId xmlns:a16="http://schemas.microsoft.com/office/drawing/2014/main" id="{0B8BCDD7-45A3-4C92-9FBD-EB0C180E4F25}"/>
                </a:ext>
              </a:extLst>
            </p:cNvPr>
            <p:cNvSpPr/>
            <p:nvPr/>
          </p:nvSpPr>
          <p:spPr>
            <a:xfrm>
              <a:off x="257842" y="5535487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" name="portal" hidden="1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2839463" y="1784162"/>
            <a:ext cx="7294649" cy="6608066"/>
            <a:chOff x="837043" y="2489344"/>
            <a:chExt cx="7294649" cy="6608066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837043" y="394061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1077437" y="438682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6D1EDE6B-E396-4C17-8F51-E806B9CB876C}"/>
                </a:ext>
              </a:extLst>
            </p:cNvPr>
            <p:cNvSpPr/>
            <p:nvPr/>
          </p:nvSpPr>
          <p:spPr>
            <a:xfrm>
              <a:off x="3642999" y="248934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A73600F7-1809-467E-AAE3-815273B109C5}"/>
                </a:ext>
              </a:extLst>
            </p:cNvPr>
            <p:cNvSpPr/>
            <p:nvPr/>
          </p:nvSpPr>
          <p:spPr>
            <a:xfrm>
              <a:off x="3872703" y="293454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7830736" y="792481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7605575" y="746564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7" name="Hexagon 3676">
              <a:extLst>
                <a:ext uri="{FF2B5EF4-FFF2-40B4-BE49-F238E27FC236}">
                  <a16:creationId xmlns:a16="http://schemas.microsoft.com/office/drawing/2014/main" id="{28D8AC51-7179-484A-A47B-5A3239C349E4}"/>
                </a:ext>
              </a:extLst>
            </p:cNvPr>
            <p:cNvSpPr/>
            <p:nvPr/>
          </p:nvSpPr>
          <p:spPr>
            <a:xfrm>
              <a:off x="6190912" y="8918458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8" name="Hexagon 3677">
              <a:extLst>
                <a:ext uri="{FF2B5EF4-FFF2-40B4-BE49-F238E27FC236}">
                  <a16:creationId xmlns:a16="http://schemas.microsoft.com/office/drawing/2014/main" id="{AE5A3014-661D-43E1-91E9-FB6EA30ABDAC}"/>
                </a:ext>
              </a:extLst>
            </p:cNvPr>
            <p:cNvSpPr/>
            <p:nvPr/>
          </p:nvSpPr>
          <p:spPr>
            <a:xfrm>
              <a:off x="5728007" y="856902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2" name="遗迹" hidden="1">
            <a:extLst>
              <a:ext uri="{FF2B5EF4-FFF2-40B4-BE49-F238E27FC236}">
                <a16:creationId xmlns:a16="http://schemas.microsoft.com/office/drawing/2014/main" id="{825C75CB-1A6E-4C34-8EB9-AD6EC8F59C6D}"/>
              </a:ext>
            </a:extLst>
          </p:cNvPr>
          <p:cNvGrpSpPr/>
          <p:nvPr/>
        </p:nvGrpSpPr>
        <p:grpSpPr>
          <a:xfrm>
            <a:off x="720170" y="326515"/>
            <a:ext cx="11768697" cy="9339740"/>
            <a:chOff x="720170" y="326515"/>
            <a:chExt cx="11768697" cy="9339740"/>
          </a:xfrm>
        </p:grpSpPr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9652EF5E-029D-45C3-9F48-AD857ECEB27E}"/>
                </a:ext>
              </a:extLst>
            </p:cNvPr>
            <p:cNvSpPr/>
            <p:nvPr/>
          </p:nvSpPr>
          <p:spPr>
            <a:xfrm>
              <a:off x="9374211" y="32651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E2D355F1-536E-409B-BBF7-34F8EF4EED4C}"/>
                </a:ext>
              </a:extLst>
            </p:cNvPr>
            <p:cNvSpPr/>
            <p:nvPr/>
          </p:nvSpPr>
          <p:spPr>
            <a:xfrm>
              <a:off x="9842560" y="10472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2EE74FDC-BEF4-41B4-B383-209CE13D17B1}"/>
                </a:ext>
              </a:extLst>
            </p:cNvPr>
            <p:cNvSpPr/>
            <p:nvPr/>
          </p:nvSpPr>
          <p:spPr>
            <a:xfrm>
              <a:off x="10530265" y="7748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80DB6DA4-17E0-4857-9D77-BFB2FD051BA4}"/>
                </a:ext>
              </a:extLst>
            </p:cNvPr>
            <p:cNvSpPr/>
            <p:nvPr/>
          </p:nvSpPr>
          <p:spPr>
            <a:xfrm>
              <a:off x="11240185" y="12268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E0A3864-4FA5-42CB-A707-F8EE1F77B28B}"/>
                </a:ext>
              </a:extLst>
            </p:cNvPr>
            <p:cNvSpPr/>
            <p:nvPr/>
          </p:nvSpPr>
          <p:spPr>
            <a:xfrm>
              <a:off x="11938997" y="11370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3FC5F02F-2A68-4B25-9775-0C39D47DB4B7}"/>
                </a:ext>
              </a:extLst>
            </p:cNvPr>
            <p:cNvSpPr/>
            <p:nvPr/>
          </p:nvSpPr>
          <p:spPr>
            <a:xfrm>
              <a:off x="10767422" y="17752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7B3DD352-E405-4834-B4CE-581DF4E1541D}"/>
                </a:ext>
              </a:extLst>
            </p:cNvPr>
            <p:cNvSpPr/>
            <p:nvPr/>
          </p:nvSpPr>
          <p:spPr>
            <a:xfrm>
              <a:off x="12179027" y="19547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ECEACC03-AD27-41F5-80B4-23419605338B}"/>
                </a:ext>
              </a:extLst>
            </p:cNvPr>
            <p:cNvSpPr/>
            <p:nvPr/>
          </p:nvSpPr>
          <p:spPr>
            <a:xfrm>
              <a:off x="11468462" y="22310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CE6A9D0E-17E7-432C-A57E-54AAF5E0DA3F}"/>
                </a:ext>
              </a:extLst>
            </p:cNvPr>
            <p:cNvSpPr/>
            <p:nvPr/>
          </p:nvSpPr>
          <p:spPr>
            <a:xfrm>
              <a:off x="9842560" y="21412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A27E257B-65C0-44BE-8376-8D69B7EE742B}"/>
                </a:ext>
              </a:extLst>
            </p:cNvPr>
            <p:cNvSpPr/>
            <p:nvPr/>
          </p:nvSpPr>
          <p:spPr>
            <a:xfrm>
              <a:off x="10530265" y="294386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8F79DE08-B302-4210-92F7-81F611844F40}"/>
                </a:ext>
              </a:extLst>
            </p:cNvPr>
            <p:cNvSpPr/>
            <p:nvPr/>
          </p:nvSpPr>
          <p:spPr>
            <a:xfrm>
              <a:off x="11468462" y="295999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9C9F0FD8-D1D7-424B-A2B9-AA79A7C155DE}"/>
                </a:ext>
              </a:extLst>
            </p:cNvPr>
            <p:cNvSpPr/>
            <p:nvPr/>
          </p:nvSpPr>
          <p:spPr>
            <a:xfrm>
              <a:off x="7970580" y="195224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D7E0FBF4-69D8-45CF-8C78-FDE00BD7483E}"/>
                </a:ext>
              </a:extLst>
            </p:cNvPr>
            <p:cNvSpPr/>
            <p:nvPr/>
          </p:nvSpPr>
          <p:spPr>
            <a:xfrm>
              <a:off x="7970580" y="28566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EE613188-C47A-47C8-89FB-0359903F2F2C}"/>
                </a:ext>
              </a:extLst>
            </p:cNvPr>
            <p:cNvSpPr/>
            <p:nvPr/>
          </p:nvSpPr>
          <p:spPr>
            <a:xfrm>
              <a:off x="8912920" y="321729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1DDAA848-3481-4E8F-BC39-8B6A40073510}"/>
                </a:ext>
              </a:extLst>
            </p:cNvPr>
            <p:cNvSpPr/>
            <p:nvPr/>
          </p:nvSpPr>
          <p:spPr>
            <a:xfrm>
              <a:off x="9840020" y="340195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6" name="Hexagon 3535">
              <a:extLst>
                <a:ext uri="{FF2B5EF4-FFF2-40B4-BE49-F238E27FC236}">
                  <a16:creationId xmlns:a16="http://schemas.microsoft.com/office/drawing/2014/main" id="{89E54A48-7CAD-455F-BEB4-28409CF3ED9E}"/>
                </a:ext>
              </a:extLst>
            </p:cNvPr>
            <p:cNvSpPr/>
            <p:nvPr/>
          </p:nvSpPr>
          <p:spPr>
            <a:xfrm>
              <a:off x="10767120" y="35815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7" name="Hexagon 3536">
              <a:extLst>
                <a:ext uri="{FF2B5EF4-FFF2-40B4-BE49-F238E27FC236}">
                  <a16:creationId xmlns:a16="http://schemas.microsoft.com/office/drawing/2014/main" id="{234F9029-D5BC-4A13-A058-D6A51204FC5F}"/>
                </a:ext>
              </a:extLst>
            </p:cNvPr>
            <p:cNvSpPr/>
            <p:nvPr/>
          </p:nvSpPr>
          <p:spPr>
            <a:xfrm>
              <a:off x="12176487" y="3045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8" name="Hexagon 3537">
              <a:extLst>
                <a:ext uri="{FF2B5EF4-FFF2-40B4-BE49-F238E27FC236}">
                  <a16:creationId xmlns:a16="http://schemas.microsoft.com/office/drawing/2014/main" id="{B6CEC144-8DB2-4A7C-AC70-C161038E7DA4}"/>
                </a:ext>
              </a:extLst>
            </p:cNvPr>
            <p:cNvSpPr/>
            <p:nvPr/>
          </p:nvSpPr>
          <p:spPr>
            <a:xfrm>
              <a:off x="11696760" y="37687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9" name="Hexagon 3538">
              <a:extLst>
                <a:ext uri="{FF2B5EF4-FFF2-40B4-BE49-F238E27FC236}">
                  <a16:creationId xmlns:a16="http://schemas.microsoft.com/office/drawing/2014/main" id="{94688F09-D19B-490E-B3F4-084ACA8935F1}"/>
                </a:ext>
              </a:extLst>
            </p:cNvPr>
            <p:cNvSpPr/>
            <p:nvPr/>
          </p:nvSpPr>
          <p:spPr>
            <a:xfrm>
              <a:off x="11003340" y="4219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C6768299-AE4E-49A8-9FB0-1D1F0E0A3565}"/>
                </a:ext>
              </a:extLst>
            </p:cNvPr>
            <p:cNvSpPr/>
            <p:nvPr/>
          </p:nvSpPr>
          <p:spPr>
            <a:xfrm>
              <a:off x="8912920" y="39483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1D01DEE2-198C-483D-9A99-0B5CC02ABB52}"/>
                </a:ext>
              </a:extLst>
            </p:cNvPr>
            <p:cNvSpPr/>
            <p:nvPr/>
          </p:nvSpPr>
          <p:spPr>
            <a:xfrm>
              <a:off x="10299760" y="48627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FA9EC1EB-F8BB-480D-9D25-CC7523101C7C}"/>
                </a:ext>
              </a:extLst>
            </p:cNvPr>
            <p:cNvSpPr/>
            <p:nvPr/>
          </p:nvSpPr>
          <p:spPr>
            <a:xfrm>
              <a:off x="9133900" y="531229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00CFF94C-2415-4820-AAB9-EEC92D7388EC}"/>
                </a:ext>
              </a:extLst>
            </p:cNvPr>
            <p:cNvSpPr/>
            <p:nvPr/>
          </p:nvSpPr>
          <p:spPr>
            <a:xfrm>
              <a:off x="8448100" y="52225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305D7602-AD18-4991-B82B-32CCE35DD92B}"/>
                </a:ext>
              </a:extLst>
            </p:cNvPr>
            <p:cNvSpPr/>
            <p:nvPr/>
          </p:nvSpPr>
          <p:spPr>
            <a:xfrm>
              <a:off x="9374211" y="59464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AFE99429-0DA9-4898-ACB0-AFF5E23A3422}"/>
                </a:ext>
              </a:extLst>
            </p:cNvPr>
            <p:cNvSpPr/>
            <p:nvPr/>
          </p:nvSpPr>
          <p:spPr>
            <a:xfrm>
              <a:off x="9374211" y="70411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C1F80D9-D155-41C3-A0CF-A96D5881CCC2}"/>
                </a:ext>
              </a:extLst>
            </p:cNvPr>
            <p:cNvSpPr/>
            <p:nvPr/>
          </p:nvSpPr>
          <p:spPr>
            <a:xfrm>
              <a:off x="10297220" y="72244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881E315B-C683-48EE-8D0D-B0EE5634EF74}"/>
                </a:ext>
              </a:extLst>
            </p:cNvPr>
            <p:cNvSpPr/>
            <p:nvPr/>
          </p:nvSpPr>
          <p:spPr>
            <a:xfrm>
              <a:off x="11227485" y="775019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547A8D9-4F24-47E1-87F9-86A22EAEA434}"/>
                </a:ext>
              </a:extLst>
            </p:cNvPr>
            <p:cNvSpPr/>
            <p:nvPr/>
          </p:nvSpPr>
          <p:spPr>
            <a:xfrm>
              <a:off x="10520105" y="856807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B3F691C0-0D10-4C94-B120-4BB85F4C59C6}"/>
                </a:ext>
              </a:extLst>
            </p:cNvPr>
            <p:cNvSpPr/>
            <p:nvPr/>
          </p:nvSpPr>
          <p:spPr>
            <a:xfrm>
              <a:off x="9819065" y="83039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17EB9CEF-9C3B-4606-AB5C-394AE850A2C9}"/>
                </a:ext>
              </a:extLst>
            </p:cNvPr>
            <p:cNvSpPr/>
            <p:nvPr/>
          </p:nvSpPr>
          <p:spPr>
            <a:xfrm>
              <a:off x="8897720" y="812030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6B030654-AC71-4294-8854-C7872459A375}"/>
                </a:ext>
              </a:extLst>
            </p:cNvPr>
            <p:cNvSpPr/>
            <p:nvPr/>
          </p:nvSpPr>
          <p:spPr>
            <a:xfrm>
              <a:off x="11227485" y="885168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12ECB005-A70E-4CBF-9FDA-DB0E6A89E045}"/>
                </a:ext>
              </a:extLst>
            </p:cNvPr>
            <p:cNvSpPr/>
            <p:nvPr/>
          </p:nvSpPr>
          <p:spPr>
            <a:xfrm>
              <a:off x="12164452" y="794072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11AB588B-B3B3-4948-9168-54F3046C4D44}"/>
                </a:ext>
              </a:extLst>
            </p:cNvPr>
            <p:cNvSpPr/>
            <p:nvPr/>
          </p:nvSpPr>
          <p:spPr>
            <a:xfrm>
              <a:off x="7947760" y="86721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A0A43B22-B288-4492-ACFF-FE34B4719CEF}"/>
                </a:ext>
              </a:extLst>
            </p:cNvPr>
            <p:cNvSpPr/>
            <p:nvPr/>
          </p:nvSpPr>
          <p:spPr>
            <a:xfrm>
              <a:off x="8189060" y="94866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7F79CF19-4621-4075-816E-C41D090D0D06}"/>
                </a:ext>
              </a:extLst>
            </p:cNvPr>
            <p:cNvSpPr/>
            <p:nvPr/>
          </p:nvSpPr>
          <p:spPr>
            <a:xfrm>
              <a:off x="9593680" y="94866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E1C2E0AE-8748-4B18-9EAE-1C1B265620FC}"/>
                </a:ext>
              </a:extLst>
            </p:cNvPr>
            <p:cNvSpPr/>
            <p:nvPr/>
          </p:nvSpPr>
          <p:spPr>
            <a:xfrm>
              <a:off x="9133900" y="749678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1EFCE2C0-6891-40C7-ABAD-CB472BDF7A14}"/>
                </a:ext>
              </a:extLst>
            </p:cNvPr>
            <p:cNvSpPr/>
            <p:nvPr/>
          </p:nvSpPr>
          <p:spPr>
            <a:xfrm>
              <a:off x="7731820" y="604023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120A0055-69F2-49BA-A195-0B0D2061DDCF}"/>
                </a:ext>
              </a:extLst>
            </p:cNvPr>
            <p:cNvSpPr/>
            <p:nvPr/>
          </p:nvSpPr>
          <p:spPr>
            <a:xfrm>
              <a:off x="6339900" y="54944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4059CD7E-6FB3-49F5-90AA-91547932437A}"/>
                </a:ext>
              </a:extLst>
            </p:cNvPr>
            <p:cNvSpPr/>
            <p:nvPr/>
          </p:nvSpPr>
          <p:spPr>
            <a:xfrm>
              <a:off x="5174040" y="503908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8857EDEF-DBD4-48C8-9369-186C7A6D7096}"/>
                </a:ext>
              </a:extLst>
            </p:cNvPr>
            <p:cNvSpPr/>
            <p:nvPr/>
          </p:nvSpPr>
          <p:spPr>
            <a:xfrm>
              <a:off x="7510840" y="45031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3A5E7057-8C66-4CFA-8328-2E959885DFCD}"/>
                </a:ext>
              </a:extLst>
            </p:cNvPr>
            <p:cNvSpPr/>
            <p:nvPr/>
          </p:nvSpPr>
          <p:spPr>
            <a:xfrm>
              <a:off x="7510840" y="37687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EBBD9C98-3DCB-4A67-8FF4-4DAB12AC9AD4}"/>
                </a:ext>
              </a:extLst>
            </p:cNvPr>
            <p:cNvSpPr/>
            <p:nvPr/>
          </p:nvSpPr>
          <p:spPr>
            <a:xfrm>
              <a:off x="6339900" y="33242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79F4FB11-8215-4B23-894D-132B6CC3B026}"/>
                </a:ext>
              </a:extLst>
            </p:cNvPr>
            <p:cNvSpPr/>
            <p:nvPr/>
          </p:nvSpPr>
          <p:spPr>
            <a:xfrm>
              <a:off x="7042230" y="32283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91CE6EDF-C6F3-40A3-BFDF-A31A7E25C623}"/>
                </a:ext>
              </a:extLst>
            </p:cNvPr>
            <p:cNvSpPr/>
            <p:nvPr/>
          </p:nvSpPr>
          <p:spPr>
            <a:xfrm>
              <a:off x="5881450" y="386106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3D150EBD-5159-4925-B4A3-BED248AC82B5}"/>
                </a:ext>
              </a:extLst>
            </p:cNvPr>
            <p:cNvSpPr/>
            <p:nvPr/>
          </p:nvSpPr>
          <p:spPr>
            <a:xfrm>
              <a:off x="4471750" y="42268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8A13C370-DECA-4787-8971-5BBC74EE8CDB}"/>
                </a:ext>
              </a:extLst>
            </p:cNvPr>
            <p:cNvSpPr/>
            <p:nvPr/>
          </p:nvSpPr>
          <p:spPr>
            <a:xfrm>
              <a:off x="4001850" y="367386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48ABDBF8-E5BA-4C2C-B333-011933B5C392}"/>
                </a:ext>
              </a:extLst>
            </p:cNvPr>
            <p:cNvSpPr/>
            <p:nvPr/>
          </p:nvSpPr>
          <p:spPr>
            <a:xfrm>
              <a:off x="3072210" y="40396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6CD95416-4FD9-4776-B359-390109B6ED5F}"/>
                </a:ext>
              </a:extLst>
            </p:cNvPr>
            <p:cNvSpPr/>
            <p:nvPr/>
          </p:nvSpPr>
          <p:spPr>
            <a:xfrm>
              <a:off x="1434545" y="26937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DD0541AD-00B6-4B77-8B1E-63F20B243827}"/>
                </a:ext>
              </a:extLst>
            </p:cNvPr>
            <p:cNvSpPr/>
            <p:nvPr/>
          </p:nvSpPr>
          <p:spPr>
            <a:xfrm>
              <a:off x="720170" y="20533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890E6571-F11D-444E-B7EF-7053E243AA95}"/>
                </a:ext>
              </a:extLst>
            </p:cNvPr>
            <p:cNvSpPr/>
            <p:nvPr/>
          </p:nvSpPr>
          <p:spPr>
            <a:xfrm>
              <a:off x="1906985" y="177266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0EFED451-4BF4-4613-9221-FF4971C6B377}"/>
                </a:ext>
              </a:extLst>
            </p:cNvPr>
            <p:cNvSpPr/>
            <p:nvPr/>
          </p:nvSpPr>
          <p:spPr>
            <a:xfrm>
              <a:off x="2836625" y="21412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7C6838EE-13CA-4B5B-9FB6-62AEBA60E613}"/>
                </a:ext>
              </a:extLst>
            </p:cNvPr>
            <p:cNvSpPr/>
            <p:nvPr/>
          </p:nvSpPr>
          <p:spPr>
            <a:xfrm>
              <a:off x="3055760" y="96888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8C2BFADB-645D-4590-BAD2-4D3F5AAE31E1}"/>
                </a:ext>
              </a:extLst>
            </p:cNvPr>
            <p:cNvSpPr/>
            <p:nvPr/>
          </p:nvSpPr>
          <p:spPr>
            <a:xfrm>
              <a:off x="4462285" y="114846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B42C9226-D785-4023-9A26-7A1F8E3F03DF}"/>
                </a:ext>
              </a:extLst>
            </p:cNvPr>
            <p:cNvSpPr/>
            <p:nvPr/>
          </p:nvSpPr>
          <p:spPr>
            <a:xfrm>
              <a:off x="5409070" y="132804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B21D78C9-C952-4A78-B994-23E454B06BAB}"/>
                </a:ext>
              </a:extLst>
            </p:cNvPr>
            <p:cNvSpPr/>
            <p:nvPr/>
          </p:nvSpPr>
          <p:spPr>
            <a:xfrm>
              <a:off x="5409070" y="4092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23FB6544-C537-4065-9342-4CF84C288746}"/>
                </a:ext>
              </a:extLst>
            </p:cNvPr>
            <p:cNvSpPr/>
            <p:nvPr/>
          </p:nvSpPr>
          <p:spPr>
            <a:xfrm>
              <a:off x="5174040" y="2870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D237CD0F-B090-4D8A-861B-9CB5D044AD3C}"/>
                </a:ext>
              </a:extLst>
            </p:cNvPr>
            <p:cNvSpPr/>
            <p:nvPr/>
          </p:nvSpPr>
          <p:spPr>
            <a:xfrm>
              <a:off x="6350100" y="27668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D64D2790-4807-4C60-9E2A-38075B6938AC}"/>
                </a:ext>
              </a:extLst>
            </p:cNvPr>
            <p:cNvSpPr/>
            <p:nvPr/>
          </p:nvSpPr>
          <p:spPr>
            <a:xfrm>
              <a:off x="9133900" y="24112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327978C6-0A55-4744-98ED-F88DB6135614}"/>
                </a:ext>
              </a:extLst>
            </p:cNvPr>
            <p:cNvSpPr/>
            <p:nvPr/>
          </p:nvSpPr>
          <p:spPr>
            <a:xfrm>
              <a:off x="7268895" y="513271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9" name="Hexagon 3678">
              <a:extLst>
                <a:ext uri="{FF2B5EF4-FFF2-40B4-BE49-F238E27FC236}">
                  <a16:creationId xmlns:a16="http://schemas.microsoft.com/office/drawing/2014/main" id="{D18244F5-5C75-413C-874E-3745C310B60D}"/>
                </a:ext>
              </a:extLst>
            </p:cNvPr>
            <p:cNvSpPr/>
            <p:nvPr/>
          </p:nvSpPr>
          <p:spPr>
            <a:xfrm>
              <a:off x="4002465" y="49609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46" name="点图" descr="A map of a city&#10;&#10;Description automatically generated with low confidence" hidden="1">
            <a:extLst>
              <a:ext uri="{FF2B5EF4-FFF2-40B4-BE49-F238E27FC236}">
                <a16:creationId xmlns:a16="http://schemas.microsoft.com/office/drawing/2014/main" id="{71D43A1A-A455-4B6B-83C7-5565D9C7716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0" y="-136670"/>
            <a:ext cx="12685852" cy="10345541"/>
          </a:xfrm>
          <a:prstGeom prst="rect">
            <a:avLst/>
          </a:prstGeom>
        </p:spPr>
      </p:pic>
      <p:pic>
        <p:nvPicPr>
          <p:cNvPr id="4" name="Picture 3" descr="A map of a city&#10;&#10;Description automatically generated with low confidence" hidden="1">
            <a:extLst>
              <a:ext uri="{FF2B5EF4-FFF2-40B4-BE49-F238E27FC236}">
                <a16:creationId xmlns:a16="http://schemas.microsoft.com/office/drawing/2014/main" id="{15CE8EB2-3EE1-44BB-85F3-68C7FE0367B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-70055"/>
            <a:ext cx="12693650" cy="10357055"/>
          </a:xfrm>
          <a:prstGeom prst="rect">
            <a:avLst/>
          </a:prstGeom>
        </p:spPr>
      </p:pic>
      <p:grpSp>
        <p:nvGrpSpPr>
          <p:cNvPr id="1547" name="二队">
            <a:extLst>
              <a:ext uri="{FF2B5EF4-FFF2-40B4-BE49-F238E27FC236}">
                <a16:creationId xmlns:a16="http://schemas.microsoft.com/office/drawing/2014/main" id="{A6537B4B-23E8-4CB1-9D3F-A7E83F369F37}"/>
              </a:ext>
            </a:extLst>
          </p:cNvPr>
          <p:cNvGrpSpPr/>
          <p:nvPr/>
        </p:nvGrpSpPr>
        <p:grpSpPr>
          <a:xfrm>
            <a:off x="186131" y="3233125"/>
            <a:ext cx="12150649" cy="6834676"/>
            <a:chOff x="186131" y="3233125"/>
            <a:chExt cx="12150649" cy="6834676"/>
          </a:xfrm>
        </p:grpSpPr>
        <p:cxnSp>
          <p:nvCxnSpPr>
            <p:cNvPr id="1548" name="Straight Connector 452">
              <a:extLst>
                <a:ext uri="{FF2B5EF4-FFF2-40B4-BE49-F238E27FC236}">
                  <a16:creationId xmlns:a16="http://schemas.microsoft.com/office/drawing/2014/main" id="{EB7D51E9-B428-4C63-8626-660E275E03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4609" y="8217409"/>
              <a:ext cx="47095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9B1F9CA-A587-49D6-95D7-46976CF40863}"/>
                </a:ext>
              </a:extLst>
            </p:cNvPr>
            <p:cNvCxnSpPr>
              <a:cxnSpLocks/>
            </p:cNvCxnSpPr>
            <p:nvPr/>
          </p:nvCxnSpPr>
          <p:spPr>
            <a:xfrm>
              <a:off x="9064609" y="8391168"/>
              <a:ext cx="698721" cy="2803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Straight Connector 452">
              <a:extLst>
                <a:ext uri="{FF2B5EF4-FFF2-40B4-BE49-F238E27FC236}">
                  <a16:creationId xmlns:a16="http://schemas.microsoft.com/office/drawing/2014/main" id="{743A7BE0-8A35-4576-91A7-B172A5AEF1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2821" y="8671560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EFB7CF1D-29AD-452A-9485-6999F87EE34F}"/>
                </a:ext>
              </a:extLst>
            </p:cNvPr>
            <p:cNvCxnSpPr>
              <a:cxnSpLocks/>
            </p:cNvCxnSpPr>
            <p:nvPr/>
          </p:nvCxnSpPr>
          <p:spPr>
            <a:xfrm>
              <a:off x="8595360" y="8415530"/>
              <a:ext cx="1157461" cy="42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487E4793-D216-4CB3-A602-1334627DA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280" y="83916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B48674CE-9C81-4BAA-BEB5-E3ACE8CD59B4}"/>
                </a:ext>
              </a:extLst>
            </p:cNvPr>
            <p:cNvCxnSpPr>
              <a:cxnSpLocks/>
            </p:cNvCxnSpPr>
            <p:nvPr/>
          </p:nvCxnSpPr>
          <p:spPr>
            <a:xfrm>
              <a:off x="8343279" y="848415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452">
              <a:extLst>
                <a:ext uri="{FF2B5EF4-FFF2-40B4-BE49-F238E27FC236}">
                  <a16:creationId xmlns:a16="http://schemas.microsoft.com/office/drawing/2014/main" id="{F206E40F-3A9F-4906-BFFE-8735705ADF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3723" y="8572499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5CDD2D6C-AF3A-4CB9-8328-36E888BDB87F}"/>
                </a:ext>
              </a:extLst>
            </p:cNvPr>
            <p:cNvCxnSpPr>
              <a:cxnSpLocks/>
            </p:cNvCxnSpPr>
            <p:nvPr/>
          </p:nvCxnSpPr>
          <p:spPr>
            <a:xfrm>
              <a:off x="8331643" y="8651843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4" name="Straight Connector 452">
              <a:extLst>
                <a:ext uri="{FF2B5EF4-FFF2-40B4-BE49-F238E27FC236}">
                  <a16:creationId xmlns:a16="http://schemas.microsoft.com/office/drawing/2014/main" id="{100ED51B-47FD-4177-B213-238ED9C2BB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279" y="8656125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947FD0FE-6D11-41D1-B83F-F47266A2A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886248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6" name="Straight Connector 452">
              <a:extLst>
                <a:ext uri="{FF2B5EF4-FFF2-40B4-BE49-F238E27FC236}">
                  <a16:creationId xmlns:a16="http://schemas.microsoft.com/office/drawing/2014/main" id="{0C9A4E0C-8A4D-4ADA-A948-9BB0EBEC0194}"/>
                </a:ext>
              </a:extLst>
            </p:cNvPr>
            <p:cNvCxnSpPr>
              <a:cxnSpLocks/>
            </p:cNvCxnSpPr>
            <p:nvPr/>
          </p:nvCxnSpPr>
          <p:spPr>
            <a:xfrm>
              <a:off x="8102835" y="8939735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2C259965-E384-46AF-99A2-C805B8C46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4915" y="9016981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Straight Connector 452">
              <a:extLst>
                <a:ext uri="{FF2B5EF4-FFF2-40B4-BE49-F238E27FC236}">
                  <a16:creationId xmlns:a16="http://schemas.microsoft.com/office/drawing/2014/main" id="{9E17163C-1BB0-440C-9584-5D05DAFF30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9388617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452">
              <a:extLst>
                <a:ext uri="{FF2B5EF4-FFF2-40B4-BE49-F238E27FC236}">
                  <a16:creationId xmlns:a16="http://schemas.microsoft.com/office/drawing/2014/main" id="{459660C4-652C-4F47-8C3D-CBC590454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02835" y="9463845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452">
              <a:extLst>
                <a:ext uri="{FF2B5EF4-FFF2-40B4-BE49-F238E27FC236}">
                  <a16:creationId xmlns:a16="http://schemas.microsoft.com/office/drawing/2014/main" id="{5348F473-FDC0-4212-89D1-8003468634AE}"/>
                </a:ext>
              </a:extLst>
            </p:cNvPr>
            <p:cNvCxnSpPr>
              <a:cxnSpLocks/>
            </p:cNvCxnSpPr>
            <p:nvPr/>
          </p:nvCxnSpPr>
          <p:spPr>
            <a:xfrm>
              <a:off x="8097017" y="9659368"/>
              <a:ext cx="518663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Straight Connector 452">
              <a:extLst>
                <a:ext uri="{FF2B5EF4-FFF2-40B4-BE49-F238E27FC236}">
                  <a16:creationId xmlns:a16="http://schemas.microsoft.com/office/drawing/2014/main" id="{8A394284-0375-4142-A619-044692CAE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3723" y="9113520"/>
              <a:ext cx="8149" cy="7439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97A0972B-6B3F-437F-96E3-3FAC3DFA40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3577" y="9030005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3" name="Straight Connector 452">
              <a:extLst>
                <a:ext uri="{FF2B5EF4-FFF2-40B4-BE49-F238E27FC236}">
                  <a16:creationId xmlns:a16="http://schemas.microsoft.com/office/drawing/2014/main" id="{8E16772A-8C72-477F-8E7D-33156D3674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4022" y="9014459"/>
              <a:ext cx="14806" cy="7696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4" name="Straight Connector 452">
              <a:extLst>
                <a:ext uri="{FF2B5EF4-FFF2-40B4-BE49-F238E27FC236}">
                  <a16:creationId xmlns:a16="http://schemas.microsoft.com/office/drawing/2014/main" id="{3A783C20-6088-44DD-A461-8F48A7D80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0058" y="96593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506153A9-66CC-49D6-8769-BB457AE42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1819" y="9301344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6" name="Straight Connector 452">
              <a:extLst>
                <a:ext uri="{FF2B5EF4-FFF2-40B4-BE49-F238E27FC236}">
                  <a16:creationId xmlns:a16="http://schemas.microsoft.com/office/drawing/2014/main" id="{74FFFDB7-32B2-43CA-B34D-B3C5255C2E91}"/>
                </a:ext>
              </a:extLst>
            </p:cNvPr>
            <p:cNvCxnSpPr>
              <a:cxnSpLocks/>
            </p:cNvCxnSpPr>
            <p:nvPr/>
          </p:nvCxnSpPr>
          <p:spPr>
            <a:xfrm>
              <a:off x="9056794" y="930252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1" name="Straight Connector 452">
              <a:extLst>
                <a:ext uri="{FF2B5EF4-FFF2-40B4-BE49-F238E27FC236}">
                  <a16:creationId xmlns:a16="http://schemas.microsoft.com/office/drawing/2014/main" id="{4A6C4201-9053-41C3-9487-3A0D82C495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0083" y="9402952"/>
              <a:ext cx="1" cy="3683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7ED71232-35DE-4E37-9359-B3C06B9EE995}"/>
                </a:ext>
              </a:extLst>
            </p:cNvPr>
            <p:cNvCxnSpPr>
              <a:cxnSpLocks/>
            </p:cNvCxnSpPr>
            <p:nvPr/>
          </p:nvCxnSpPr>
          <p:spPr>
            <a:xfrm>
              <a:off x="9283480" y="975842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3" name="Straight Connector 452">
              <a:extLst>
                <a:ext uri="{FF2B5EF4-FFF2-40B4-BE49-F238E27FC236}">
                  <a16:creationId xmlns:a16="http://schemas.microsoft.com/office/drawing/2014/main" id="{AB70EC59-FF2B-4F31-95C8-F2EFCF3233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2765" y="966966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105ADFAC-E774-4084-81CB-F9ACC689E504}"/>
                </a:ext>
              </a:extLst>
            </p:cNvPr>
            <p:cNvCxnSpPr>
              <a:cxnSpLocks/>
            </p:cNvCxnSpPr>
            <p:nvPr/>
          </p:nvCxnSpPr>
          <p:spPr>
            <a:xfrm>
              <a:off x="9515154" y="9682301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452">
              <a:extLst>
                <a:ext uri="{FF2B5EF4-FFF2-40B4-BE49-F238E27FC236}">
                  <a16:creationId xmlns:a16="http://schemas.microsoft.com/office/drawing/2014/main" id="{AC7FA2E8-0D34-4A04-8391-698E5EEEE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290" y="9682301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CE407F48-307D-47AF-9D58-8EE897995B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5319" y="948550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Straight Connector 452">
              <a:extLst>
                <a:ext uri="{FF2B5EF4-FFF2-40B4-BE49-F238E27FC236}">
                  <a16:creationId xmlns:a16="http://schemas.microsoft.com/office/drawing/2014/main" id="{AE2AF4DE-86CE-42D0-B421-7D5C423AF765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83" y="9394265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73A20399-7560-4E42-A895-328263AF2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1132" y="940013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Straight Connector 452">
              <a:extLst>
                <a:ext uri="{FF2B5EF4-FFF2-40B4-BE49-F238E27FC236}">
                  <a16:creationId xmlns:a16="http://schemas.microsoft.com/office/drawing/2014/main" id="{DE985EB8-9998-4094-843D-A207483585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2475" y="9113520"/>
              <a:ext cx="1398" cy="4112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C129B434-419A-4DC5-A7F6-D736AA106355}"/>
                </a:ext>
              </a:extLst>
            </p:cNvPr>
            <p:cNvCxnSpPr>
              <a:cxnSpLocks/>
            </p:cNvCxnSpPr>
            <p:nvPr/>
          </p:nvCxnSpPr>
          <p:spPr>
            <a:xfrm>
              <a:off x="9291694" y="9035849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Straight Connector 452">
              <a:extLst>
                <a:ext uri="{FF2B5EF4-FFF2-40B4-BE49-F238E27FC236}">
                  <a16:creationId xmlns:a16="http://schemas.microsoft.com/office/drawing/2014/main" id="{5574AAD8-DD55-4FAD-947C-5A2EDE0FB0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1067" y="8833559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3C26A1E6-5DA2-45AE-94FB-EE4B5FE4A08E}"/>
                </a:ext>
              </a:extLst>
            </p:cNvPr>
            <p:cNvCxnSpPr>
              <a:cxnSpLocks/>
            </p:cNvCxnSpPr>
            <p:nvPr/>
          </p:nvCxnSpPr>
          <p:spPr>
            <a:xfrm>
              <a:off x="9284077" y="8856820"/>
              <a:ext cx="491638" cy="187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4FFFB6CC-FAC4-48CC-A32F-EEEFA5FC1D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61290" y="902460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7" name="Straight Connector 452">
              <a:extLst>
                <a:ext uri="{FF2B5EF4-FFF2-40B4-BE49-F238E27FC236}">
                  <a16:creationId xmlns:a16="http://schemas.microsoft.com/office/drawing/2014/main" id="{9D0B0DA6-F7B7-488F-BD98-02F9B0B40D21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72" y="922379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A9CC5C9F-B8C4-4102-8C51-B1D112D5C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1735" y="9030005"/>
              <a:ext cx="679188" cy="2781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9" name="Straight Connector 452">
              <a:extLst>
                <a:ext uri="{FF2B5EF4-FFF2-40B4-BE49-F238E27FC236}">
                  <a16:creationId xmlns:a16="http://schemas.microsoft.com/office/drawing/2014/main" id="{58ABFB70-2A00-43DC-BED0-D0FD89887C0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891" y="902815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0" name="Straight Connector 452">
              <a:extLst>
                <a:ext uri="{FF2B5EF4-FFF2-40B4-BE49-F238E27FC236}">
                  <a16:creationId xmlns:a16="http://schemas.microsoft.com/office/drawing/2014/main" id="{6EC38C67-D9FF-4DA3-8A64-B2CBA3836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6670" y="903240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B9D92FF5-D8DD-44F7-B867-993CD7D164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5718" y="8839085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2" name="Straight Connector 452">
              <a:extLst>
                <a:ext uri="{FF2B5EF4-FFF2-40B4-BE49-F238E27FC236}">
                  <a16:creationId xmlns:a16="http://schemas.microsoft.com/office/drawing/2014/main" id="{347C5638-D3A4-4FBD-8957-1CE162C0C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6471" y="8755256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3" name="Straight Connector 452">
              <a:extLst>
                <a:ext uri="{FF2B5EF4-FFF2-40B4-BE49-F238E27FC236}">
                  <a16:creationId xmlns:a16="http://schemas.microsoft.com/office/drawing/2014/main" id="{071D8A84-5ECE-44B1-B4DA-394D4E9EFBB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6163" y="8771287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E7F10055-ACBE-4AFE-A497-ADE343E8B1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30946" y="8654810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Straight Connector 452">
              <a:extLst>
                <a:ext uri="{FF2B5EF4-FFF2-40B4-BE49-F238E27FC236}">
                  <a16:creationId xmlns:a16="http://schemas.microsoft.com/office/drawing/2014/main" id="{A7E7176A-F84F-45CC-B680-9D795C1967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01131" y="8391168"/>
              <a:ext cx="735649" cy="2950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6" name="Straight Connector 452">
              <a:extLst>
                <a:ext uri="{FF2B5EF4-FFF2-40B4-BE49-F238E27FC236}">
                  <a16:creationId xmlns:a16="http://schemas.microsoft.com/office/drawing/2014/main" id="{B8926821-C285-4595-8C26-B29B1A4CF3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0266" y="820344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0C04DD3F-F1BB-4D2B-87F3-7F04A7CB12B7}"/>
                </a:ext>
              </a:extLst>
            </p:cNvPr>
            <p:cNvCxnSpPr>
              <a:cxnSpLocks/>
            </p:cNvCxnSpPr>
            <p:nvPr/>
          </p:nvCxnSpPr>
          <p:spPr>
            <a:xfrm>
              <a:off x="12084700" y="8131803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Straight Connector 452">
              <a:extLst>
                <a:ext uri="{FF2B5EF4-FFF2-40B4-BE49-F238E27FC236}">
                  <a16:creationId xmlns:a16="http://schemas.microsoft.com/office/drawing/2014/main" id="{A772DD88-5CAA-4AD9-A761-F138E4B5EB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11826" y="7935019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" name="Straight Connector 452">
              <a:extLst>
                <a:ext uri="{FF2B5EF4-FFF2-40B4-BE49-F238E27FC236}">
                  <a16:creationId xmlns:a16="http://schemas.microsoft.com/office/drawing/2014/main" id="{BC00BC0E-7312-4F69-95D7-A5F4F384D06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9746" y="7848814"/>
              <a:ext cx="252080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6B7AE048-8B45-42D3-AAF9-B4DAC5D37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7574" y="7823323"/>
              <a:ext cx="480776" cy="205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C6D2F141-BEC7-4521-8C6E-D86D0EF16E2E}"/>
                </a:ext>
              </a:extLst>
            </p:cNvPr>
            <p:cNvCxnSpPr>
              <a:cxnSpLocks/>
            </p:cNvCxnSpPr>
            <p:nvPr/>
          </p:nvCxnSpPr>
          <p:spPr>
            <a:xfrm>
              <a:off x="10683389" y="7765778"/>
              <a:ext cx="714409" cy="2588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2" name="Straight Connector 452">
              <a:extLst>
                <a:ext uri="{FF2B5EF4-FFF2-40B4-BE49-F238E27FC236}">
                  <a16:creationId xmlns:a16="http://schemas.microsoft.com/office/drawing/2014/main" id="{EB852BDD-3DEE-4656-8B44-1AB342B9E9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93684" y="7737073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618F3B13-D567-4381-8151-6C6D30AAE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83199" y="7942775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4" name="Straight Connector 452">
              <a:extLst>
                <a:ext uri="{FF2B5EF4-FFF2-40B4-BE49-F238E27FC236}">
                  <a16:creationId xmlns:a16="http://schemas.microsoft.com/office/drawing/2014/main" id="{23A97199-A221-4D87-A2BC-C1F23FA2C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9971" y="8019288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447BD0EE-E82D-4B80-8363-3F7460C26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8369" y="812786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6" name="Straight Connector 452">
              <a:extLst>
                <a:ext uri="{FF2B5EF4-FFF2-40B4-BE49-F238E27FC236}">
                  <a16:creationId xmlns:a16="http://schemas.microsoft.com/office/drawing/2014/main" id="{D5FEF863-862B-443B-8A39-A6076B187EAE}"/>
                </a:ext>
              </a:extLst>
            </p:cNvPr>
            <p:cNvCxnSpPr>
              <a:cxnSpLocks/>
            </p:cNvCxnSpPr>
            <p:nvPr/>
          </p:nvCxnSpPr>
          <p:spPr>
            <a:xfrm>
              <a:off x="11156102" y="8120120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2B0CCB39-1901-4D17-99C4-E1D4CE451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3920" y="8017647"/>
              <a:ext cx="508921" cy="2037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8" name="Straight Connector 452">
              <a:extLst>
                <a:ext uri="{FF2B5EF4-FFF2-40B4-BE49-F238E27FC236}">
                  <a16:creationId xmlns:a16="http://schemas.microsoft.com/office/drawing/2014/main" id="{690AE60D-57E8-42C7-90EC-F8EF9F3218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68500" y="8007016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9" name="Straight Connector 452">
              <a:extLst>
                <a:ext uri="{FF2B5EF4-FFF2-40B4-BE49-F238E27FC236}">
                  <a16:creationId xmlns:a16="http://schemas.microsoft.com/office/drawing/2014/main" id="{5A409FBE-5441-49F8-8616-2CA3F7D2C868}"/>
                </a:ext>
              </a:extLst>
            </p:cNvPr>
            <p:cNvCxnSpPr>
              <a:cxnSpLocks/>
            </p:cNvCxnSpPr>
            <p:nvPr/>
          </p:nvCxnSpPr>
          <p:spPr>
            <a:xfrm>
              <a:off x="11874179" y="8206953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0" name="Straight Connector 452">
              <a:extLst>
                <a:ext uri="{FF2B5EF4-FFF2-40B4-BE49-F238E27FC236}">
                  <a16:creationId xmlns:a16="http://schemas.microsoft.com/office/drawing/2014/main" id="{34E8353F-A29B-44F3-A9A5-EC02D1A1A4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32002" y="8296568"/>
              <a:ext cx="480776" cy="205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1" name="Straight Connector 452">
              <a:extLst>
                <a:ext uri="{FF2B5EF4-FFF2-40B4-BE49-F238E27FC236}">
                  <a16:creationId xmlns:a16="http://schemas.microsoft.com/office/drawing/2014/main" id="{D6AE7558-A530-43B2-A13F-616CD09D2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8380" y="830484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2" name="Straight Connector 452">
              <a:extLst>
                <a:ext uri="{FF2B5EF4-FFF2-40B4-BE49-F238E27FC236}">
                  <a16:creationId xmlns:a16="http://schemas.microsoft.com/office/drawing/2014/main" id="{BC298D96-AAC1-4CFB-AD29-FDC52A7F6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5592" y="8304842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3" name="Straight Connector 452">
              <a:extLst>
                <a:ext uri="{FF2B5EF4-FFF2-40B4-BE49-F238E27FC236}">
                  <a16:creationId xmlns:a16="http://schemas.microsoft.com/office/drawing/2014/main" id="{8A199C83-5B7E-45B5-9B82-45AF61924763}"/>
                </a:ext>
              </a:extLst>
            </p:cNvPr>
            <p:cNvCxnSpPr>
              <a:cxnSpLocks/>
            </p:cNvCxnSpPr>
            <p:nvPr/>
          </p:nvCxnSpPr>
          <p:spPr>
            <a:xfrm>
              <a:off x="11153949" y="8301233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4" name="Straight Connector 452">
              <a:extLst>
                <a:ext uri="{FF2B5EF4-FFF2-40B4-BE49-F238E27FC236}">
                  <a16:creationId xmlns:a16="http://schemas.microsoft.com/office/drawing/2014/main" id="{236082E6-D37D-4DD5-8558-536A7D4602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8799" y="828985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5" name="Straight Connector 452">
              <a:extLst>
                <a:ext uri="{FF2B5EF4-FFF2-40B4-BE49-F238E27FC236}">
                  <a16:creationId xmlns:a16="http://schemas.microsoft.com/office/drawing/2014/main" id="{530FE008-4D3E-48D8-BD8E-A69069B6F753}"/>
                </a:ext>
              </a:extLst>
            </p:cNvPr>
            <p:cNvCxnSpPr>
              <a:cxnSpLocks/>
            </p:cNvCxnSpPr>
            <p:nvPr/>
          </p:nvCxnSpPr>
          <p:spPr>
            <a:xfrm>
              <a:off x="11161026" y="8491867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6" name="Straight Connector 452">
              <a:extLst>
                <a:ext uri="{FF2B5EF4-FFF2-40B4-BE49-F238E27FC236}">
                  <a16:creationId xmlns:a16="http://schemas.microsoft.com/office/drawing/2014/main" id="{F8530179-A631-4E27-9A78-1E2125960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9190" y="8578663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7" name="Straight Connector 452">
              <a:extLst>
                <a:ext uri="{FF2B5EF4-FFF2-40B4-BE49-F238E27FC236}">
                  <a16:creationId xmlns:a16="http://schemas.microsoft.com/office/drawing/2014/main" id="{6720C85D-DA30-4B1C-B0C6-94690E73DDD2}"/>
                </a:ext>
              </a:extLst>
            </p:cNvPr>
            <p:cNvCxnSpPr>
              <a:cxnSpLocks/>
            </p:cNvCxnSpPr>
            <p:nvPr/>
          </p:nvCxnSpPr>
          <p:spPr>
            <a:xfrm>
              <a:off x="10932027" y="8571308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8" name="Straight Connector 452">
              <a:extLst>
                <a:ext uri="{FF2B5EF4-FFF2-40B4-BE49-F238E27FC236}">
                  <a16:creationId xmlns:a16="http://schemas.microsoft.com/office/drawing/2014/main" id="{6A4250E1-3235-429B-9DEA-1A8DCA8C25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9554" y="8557500"/>
              <a:ext cx="3232" cy="3822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9" name="Straight Connector 452">
              <a:extLst>
                <a:ext uri="{FF2B5EF4-FFF2-40B4-BE49-F238E27FC236}">
                  <a16:creationId xmlns:a16="http://schemas.microsoft.com/office/drawing/2014/main" id="{2887CF34-6CC7-46D9-90DA-FEE7CE99E75A}"/>
                </a:ext>
              </a:extLst>
            </p:cNvPr>
            <p:cNvCxnSpPr>
              <a:cxnSpLocks/>
            </p:cNvCxnSpPr>
            <p:nvPr/>
          </p:nvCxnSpPr>
          <p:spPr>
            <a:xfrm>
              <a:off x="10687549" y="8856072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0" name="Straight Connector 452">
              <a:extLst>
                <a:ext uri="{FF2B5EF4-FFF2-40B4-BE49-F238E27FC236}">
                  <a16:creationId xmlns:a16="http://schemas.microsoft.com/office/drawing/2014/main" id="{D6791EF8-2A7F-4400-AEB1-231CB4ED05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4219" y="8855487"/>
              <a:ext cx="736223" cy="2717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1" name="Straight Connector 452">
              <a:extLst>
                <a:ext uri="{FF2B5EF4-FFF2-40B4-BE49-F238E27FC236}">
                  <a16:creationId xmlns:a16="http://schemas.microsoft.com/office/drawing/2014/main" id="{00873ACF-C8F9-4564-BD2C-0F7AB01F4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1798" y="8937754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2" name="Straight Connector 452">
              <a:extLst>
                <a:ext uri="{FF2B5EF4-FFF2-40B4-BE49-F238E27FC236}">
                  <a16:creationId xmlns:a16="http://schemas.microsoft.com/office/drawing/2014/main" id="{AAB56BC7-9652-4FC2-A65B-10B5AFB5B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0676" y="8748617"/>
              <a:ext cx="496411" cy="2089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3" name="Straight Connector 452">
              <a:extLst>
                <a:ext uri="{FF2B5EF4-FFF2-40B4-BE49-F238E27FC236}">
                  <a16:creationId xmlns:a16="http://schemas.microsoft.com/office/drawing/2014/main" id="{1DE3883A-DBCE-4997-B619-60D73371A5BF}"/>
                </a:ext>
              </a:extLst>
            </p:cNvPr>
            <p:cNvCxnSpPr>
              <a:cxnSpLocks/>
            </p:cNvCxnSpPr>
            <p:nvPr/>
          </p:nvCxnSpPr>
          <p:spPr>
            <a:xfrm>
              <a:off x="10228881" y="8670339"/>
              <a:ext cx="236772" cy="97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4" name="Straight Connector 452">
              <a:extLst>
                <a:ext uri="{FF2B5EF4-FFF2-40B4-BE49-F238E27FC236}">
                  <a16:creationId xmlns:a16="http://schemas.microsoft.com/office/drawing/2014/main" id="{1681A25E-CE9C-42D3-A7F9-74E694314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2637" y="8672228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5" name="Straight Connector 452">
              <a:extLst>
                <a:ext uri="{FF2B5EF4-FFF2-40B4-BE49-F238E27FC236}">
                  <a16:creationId xmlns:a16="http://schemas.microsoft.com/office/drawing/2014/main" id="{BB2EA27D-0A1D-4274-9BDF-90FAA8C0B3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4771" y="8579932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452">
              <a:extLst>
                <a:ext uri="{FF2B5EF4-FFF2-40B4-BE49-F238E27FC236}">
                  <a16:creationId xmlns:a16="http://schemas.microsoft.com/office/drawing/2014/main" id="{F43AC6E4-A7D9-48CF-9A90-7878DC539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9556" y="8384654"/>
              <a:ext cx="486097" cy="2217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7" name="Straight Connector 452">
              <a:extLst>
                <a:ext uri="{FF2B5EF4-FFF2-40B4-BE49-F238E27FC236}">
                  <a16:creationId xmlns:a16="http://schemas.microsoft.com/office/drawing/2014/main" id="{72F9B939-DC06-4EF8-8C61-5F201C4EA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2504" y="8201303"/>
              <a:ext cx="1" cy="1981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8" name="Straight Connector 452">
              <a:extLst>
                <a:ext uri="{FF2B5EF4-FFF2-40B4-BE49-F238E27FC236}">
                  <a16:creationId xmlns:a16="http://schemas.microsoft.com/office/drawing/2014/main" id="{CB184B54-B77B-4A7D-9AFF-E8F0DB59E2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5020" y="8202107"/>
              <a:ext cx="240444" cy="990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9" name="Straight Connector 452">
              <a:extLst>
                <a:ext uri="{FF2B5EF4-FFF2-40B4-BE49-F238E27FC236}">
                  <a16:creationId xmlns:a16="http://schemas.microsoft.com/office/drawing/2014/main" id="{D0D6A605-33F2-4AE9-BDE4-1DB68A32C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22146" y="7765778"/>
              <a:ext cx="6297" cy="546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0" name="Straight Connector 452">
              <a:extLst>
                <a:ext uri="{FF2B5EF4-FFF2-40B4-BE49-F238E27FC236}">
                  <a16:creationId xmlns:a16="http://schemas.microsoft.com/office/drawing/2014/main" id="{7BF62DFB-7F55-4343-87FD-BE03626C0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2060" y="7594103"/>
              <a:ext cx="481624" cy="1741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1" name="Straight Connector 452">
              <a:extLst>
                <a:ext uri="{FF2B5EF4-FFF2-40B4-BE49-F238E27FC236}">
                  <a16:creationId xmlns:a16="http://schemas.microsoft.com/office/drawing/2014/main" id="{9F2B8BB5-E0AC-44D6-9628-FB911885A3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7549" y="7400342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2" name="Straight Connector 452">
              <a:extLst>
                <a:ext uri="{FF2B5EF4-FFF2-40B4-BE49-F238E27FC236}">
                  <a16:creationId xmlns:a16="http://schemas.microsoft.com/office/drawing/2014/main" id="{F01F817A-3494-4A94-9D20-542B734AA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5464" y="7410001"/>
              <a:ext cx="240812" cy="870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3" name="Straight Connector 452">
              <a:extLst>
                <a:ext uri="{FF2B5EF4-FFF2-40B4-BE49-F238E27FC236}">
                  <a16:creationId xmlns:a16="http://schemas.microsoft.com/office/drawing/2014/main" id="{D8C13F7F-97A8-4082-AC23-3D9CC9739BFF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758" y="7406376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4" name="Straight Connector 452">
              <a:extLst>
                <a:ext uri="{FF2B5EF4-FFF2-40B4-BE49-F238E27FC236}">
                  <a16:creationId xmlns:a16="http://schemas.microsoft.com/office/drawing/2014/main" id="{E292AEA2-7230-4B50-B5B0-D2E4541E2301}"/>
                </a:ext>
              </a:extLst>
            </p:cNvPr>
            <p:cNvCxnSpPr>
              <a:cxnSpLocks/>
            </p:cNvCxnSpPr>
            <p:nvPr/>
          </p:nvCxnSpPr>
          <p:spPr>
            <a:xfrm>
              <a:off x="9517202" y="6567963"/>
              <a:ext cx="258513" cy="138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5" name="Straight Connector 452">
              <a:extLst>
                <a:ext uri="{FF2B5EF4-FFF2-40B4-BE49-F238E27FC236}">
                  <a16:creationId xmlns:a16="http://schemas.microsoft.com/office/drawing/2014/main" id="{FA5F4F74-B8EB-4DA6-B037-FB43EEC108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235" y="6582518"/>
              <a:ext cx="445762" cy="177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6" name="Straight Connector 452">
              <a:extLst>
                <a:ext uri="{FF2B5EF4-FFF2-40B4-BE49-F238E27FC236}">
                  <a16:creationId xmlns:a16="http://schemas.microsoft.com/office/drawing/2014/main" id="{9EC49DC7-9E62-44FF-BA79-9C39E1E95C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2235" y="6739216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7" name="Straight Connector 452">
              <a:extLst>
                <a:ext uri="{FF2B5EF4-FFF2-40B4-BE49-F238E27FC236}">
                  <a16:creationId xmlns:a16="http://schemas.microsoft.com/office/drawing/2014/main" id="{B070025D-C584-441D-BBD0-7AC83515B978}"/>
                </a:ext>
              </a:extLst>
            </p:cNvPr>
            <p:cNvCxnSpPr>
              <a:cxnSpLocks/>
            </p:cNvCxnSpPr>
            <p:nvPr/>
          </p:nvCxnSpPr>
          <p:spPr>
            <a:xfrm>
              <a:off x="9060502" y="696150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8" name="Straight Connector 452">
              <a:extLst>
                <a:ext uri="{FF2B5EF4-FFF2-40B4-BE49-F238E27FC236}">
                  <a16:creationId xmlns:a16="http://schemas.microsoft.com/office/drawing/2014/main" id="{8201D89D-1912-44CC-A7F3-31F0B42990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8178" y="7055332"/>
              <a:ext cx="2094" cy="171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9" name="Straight Connector 452">
              <a:extLst>
                <a:ext uri="{FF2B5EF4-FFF2-40B4-BE49-F238E27FC236}">
                  <a16:creationId xmlns:a16="http://schemas.microsoft.com/office/drawing/2014/main" id="{13178196-796A-468C-9DEC-A386EF551BF2}"/>
                </a:ext>
              </a:extLst>
            </p:cNvPr>
            <p:cNvCxnSpPr>
              <a:cxnSpLocks/>
            </p:cNvCxnSpPr>
            <p:nvPr/>
          </p:nvCxnSpPr>
          <p:spPr>
            <a:xfrm>
              <a:off x="9030545" y="7114662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0" name="Straight Connector 452">
              <a:extLst>
                <a:ext uri="{FF2B5EF4-FFF2-40B4-BE49-F238E27FC236}">
                  <a16:creationId xmlns:a16="http://schemas.microsoft.com/office/drawing/2014/main" id="{02788DD9-1852-411A-BE70-CDC8BE42CB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828" y="7120550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1" name="Straight Connector 452">
              <a:extLst>
                <a:ext uri="{FF2B5EF4-FFF2-40B4-BE49-F238E27FC236}">
                  <a16:creationId xmlns:a16="http://schemas.microsoft.com/office/drawing/2014/main" id="{ED6C1B97-093A-456B-89D6-6ECFD7829D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1114" y="7182567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9DEBB7EE-A4AD-42E0-A697-5F4C625C7356}"/>
                </a:ext>
              </a:extLst>
            </p:cNvPr>
            <p:cNvCxnSpPr>
              <a:cxnSpLocks/>
            </p:cNvCxnSpPr>
            <p:nvPr/>
          </p:nvCxnSpPr>
          <p:spPr>
            <a:xfrm>
              <a:off x="8807135" y="7394500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3" name="Straight Connector 452">
              <a:extLst>
                <a:ext uri="{FF2B5EF4-FFF2-40B4-BE49-F238E27FC236}">
                  <a16:creationId xmlns:a16="http://schemas.microsoft.com/office/drawing/2014/main" id="{42DA179B-91CB-49FA-9FD9-E26220C0AB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70838" y="7461184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F24CC384-75C5-4EF3-BE30-7F682EC289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9607" y="7669207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BE3777DD-D16B-4252-BF20-2BB3CC826B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1968" y="757288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6" name="Straight Connector 452">
              <a:extLst>
                <a:ext uri="{FF2B5EF4-FFF2-40B4-BE49-F238E27FC236}">
                  <a16:creationId xmlns:a16="http://schemas.microsoft.com/office/drawing/2014/main" id="{19639DA3-D8CF-4369-810D-89353E6DF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430" y="7593542"/>
              <a:ext cx="691309" cy="2721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77E4E16C-9616-4630-ACCA-B93D062E4A89}"/>
                </a:ext>
              </a:extLst>
            </p:cNvPr>
            <p:cNvCxnSpPr>
              <a:cxnSpLocks/>
            </p:cNvCxnSpPr>
            <p:nvPr/>
          </p:nvCxnSpPr>
          <p:spPr>
            <a:xfrm>
              <a:off x="7670262" y="7693901"/>
              <a:ext cx="480178" cy="1781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8" name="Straight Connector 452">
              <a:extLst>
                <a:ext uri="{FF2B5EF4-FFF2-40B4-BE49-F238E27FC236}">
                  <a16:creationId xmlns:a16="http://schemas.microsoft.com/office/drawing/2014/main" id="{5C339739-7917-4580-BDDE-C188512E4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340" y="767809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AA48E3A2-E87E-4036-9DDD-B4FAEC48D086}"/>
                </a:ext>
              </a:extLst>
            </p:cNvPr>
            <p:cNvCxnSpPr>
              <a:cxnSpLocks/>
            </p:cNvCxnSpPr>
            <p:nvPr/>
          </p:nvCxnSpPr>
          <p:spPr>
            <a:xfrm>
              <a:off x="7189117" y="767912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0" name="Straight Connector 452">
              <a:extLst>
                <a:ext uri="{FF2B5EF4-FFF2-40B4-BE49-F238E27FC236}">
                  <a16:creationId xmlns:a16="http://schemas.microsoft.com/office/drawing/2014/main" id="{DE006A97-BBED-420C-9FF9-0FA047BC8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8365" y="768557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1" name="Straight Connector 452">
              <a:extLst>
                <a:ext uri="{FF2B5EF4-FFF2-40B4-BE49-F238E27FC236}">
                  <a16:creationId xmlns:a16="http://schemas.microsoft.com/office/drawing/2014/main" id="{F6FCA1D1-D29F-4D90-BF0D-671BEA8FA8BA}"/>
                </a:ext>
              </a:extLst>
            </p:cNvPr>
            <p:cNvCxnSpPr>
              <a:cxnSpLocks/>
            </p:cNvCxnSpPr>
            <p:nvPr/>
          </p:nvCxnSpPr>
          <p:spPr>
            <a:xfrm>
              <a:off x="8126562" y="7507107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2" name="Straight Connector 452">
              <a:extLst>
                <a:ext uri="{FF2B5EF4-FFF2-40B4-BE49-F238E27FC236}">
                  <a16:creationId xmlns:a16="http://schemas.microsoft.com/office/drawing/2014/main" id="{A7C86EB8-EE02-43C7-AF74-F62A983A6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6333" y="768876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3" name="Straight Connector 452">
              <a:extLst>
                <a:ext uri="{FF2B5EF4-FFF2-40B4-BE49-F238E27FC236}">
                  <a16:creationId xmlns:a16="http://schemas.microsoft.com/office/drawing/2014/main" id="{12DAE01A-83F4-4189-86FC-D6093FF24AAB}"/>
                </a:ext>
              </a:extLst>
            </p:cNvPr>
            <p:cNvCxnSpPr>
              <a:cxnSpLocks/>
            </p:cNvCxnSpPr>
            <p:nvPr/>
          </p:nvCxnSpPr>
          <p:spPr>
            <a:xfrm>
              <a:off x="5800393" y="7507324"/>
              <a:ext cx="703579" cy="2727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61EB01DC-4833-425B-AEA3-6D69DAC63A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1325" y="7490536"/>
              <a:ext cx="745943" cy="2895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5" name="Straight Connector 452">
              <a:extLst>
                <a:ext uri="{FF2B5EF4-FFF2-40B4-BE49-F238E27FC236}">
                  <a16:creationId xmlns:a16="http://schemas.microsoft.com/office/drawing/2014/main" id="{93A2E9BB-5183-407F-B9A4-F79E162A0F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5897" y="7740498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6" name="Straight Connector 452">
              <a:extLst>
                <a:ext uri="{FF2B5EF4-FFF2-40B4-BE49-F238E27FC236}">
                  <a16:creationId xmlns:a16="http://schemas.microsoft.com/office/drawing/2014/main" id="{A3FE06D9-C2BE-46EA-B124-193F336D7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8458" y="7942777"/>
              <a:ext cx="497047" cy="1850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7" name="Straight Connector 452">
              <a:extLst>
                <a:ext uri="{FF2B5EF4-FFF2-40B4-BE49-F238E27FC236}">
                  <a16:creationId xmlns:a16="http://schemas.microsoft.com/office/drawing/2014/main" id="{3D27A3F7-705B-4673-AF14-E5A768CBB7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8389" y="8046717"/>
              <a:ext cx="18197" cy="8910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8" name="Straight Connector 452">
              <a:extLst>
                <a:ext uri="{FF2B5EF4-FFF2-40B4-BE49-F238E27FC236}">
                  <a16:creationId xmlns:a16="http://schemas.microsoft.com/office/drawing/2014/main" id="{9215EA12-CF23-43FF-B866-83EBD93B09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5464" y="958711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9" name="Straight Connector 452">
              <a:extLst>
                <a:ext uri="{FF2B5EF4-FFF2-40B4-BE49-F238E27FC236}">
                  <a16:creationId xmlns:a16="http://schemas.microsoft.com/office/drawing/2014/main" id="{EA4481E8-1AAF-43FF-8FD3-22D4CE1DAC8B}"/>
                </a:ext>
              </a:extLst>
            </p:cNvPr>
            <p:cNvCxnSpPr>
              <a:cxnSpLocks/>
            </p:cNvCxnSpPr>
            <p:nvPr/>
          </p:nvCxnSpPr>
          <p:spPr>
            <a:xfrm>
              <a:off x="4370385" y="8046716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452">
              <a:extLst>
                <a:ext uri="{FF2B5EF4-FFF2-40B4-BE49-F238E27FC236}">
                  <a16:creationId xmlns:a16="http://schemas.microsoft.com/office/drawing/2014/main" id="{1C45C679-F38E-4476-A915-1FF4CDA3C4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0209" y="7788011"/>
              <a:ext cx="12810" cy="559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1" name="Straight Connector 452">
              <a:extLst>
                <a:ext uri="{FF2B5EF4-FFF2-40B4-BE49-F238E27FC236}">
                  <a16:creationId xmlns:a16="http://schemas.microsoft.com/office/drawing/2014/main" id="{C417374A-3820-4A44-8755-2C7919C2F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048" y="7682846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2" name="Straight Connector 452">
              <a:extLst>
                <a:ext uri="{FF2B5EF4-FFF2-40B4-BE49-F238E27FC236}">
                  <a16:creationId xmlns:a16="http://schemas.microsoft.com/office/drawing/2014/main" id="{2886755F-E423-4D10-9385-C16756D6A515}"/>
                </a:ext>
              </a:extLst>
            </p:cNvPr>
            <p:cNvCxnSpPr>
              <a:cxnSpLocks/>
            </p:cNvCxnSpPr>
            <p:nvPr/>
          </p:nvCxnSpPr>
          <p:spPr>
            <a:xfrm>
              <a:off x="4410752" y="7679127"/>
              <a:ext cx="474167" cy="180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3" name="Straight Connector 452">
              <a:extLst>
                <a:ext uri="{FF2B5EF4-FFF2-40B4-BE49-F238E27FC236}">
                  <a16:creationId xmlns:a16="http://schemas.microsoft.com/office/drawing/2014/main" id="{35901003-7D6C-4D86-BABE-0D1E095EC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2515" y="7676194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4" name="Straight Connector 452">
              <a:extLst>
                <a:ext uri="{FF2B5EF4-FFF2-40B4-BE49-F238E27FC236}">
                  <a16:creationId xmlns:a16="http://schemas.microsoft.com/office/drawing/2014/main" id="{90B103EC-D30B-4AA6-8995-136D7A10C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7338041"/>
              <a:ext cx="933914" cy="345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5" name="Straight Connector 452">
              <a:extLst>
                <a:ext uri="{FF2B5EF4-FFF2-40B4-BE49-F238E27FC236}">
                  <a16:creationId xmlns:a16="http://schemas.microsoft.com/office/drawing/2014/main" id="{262AF12A-BA89-4619-80D1-F97C9FDB05A8}"/>
                </a:ext>
              </a:extLst>
            </p:cNvPr>
            <p:cNvCxnSpPr>
              <a:cxnSpLocks/>
            </p:cNvCxnSpPr>
            <p:nvPr/>
          </p:nvCxnSpPr>
          <p:spPr>
            <a:xfrm>
              <a:off x="5791176" y="7329358"/>
              <a:ext cx="703579" cy="2727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6" name="Straight Connector 452">
              <a:extLst>
                <a:ext uri="{FF2B5EF4-FFF2-40B4-BE49-F238E27FC236}">
                  <a16:creationId xmlns:a16="http://schemas.microsoft.com/office/drawing/2014/main" id="{C11A862F-B163-4E4E-9AEF-C32D32E6E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6673" y="7412444"/>
              <a:ext cx="485109" cy="189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7" name="Straight Connector 452">
              <a:extLst>
                <a:ext uri="{FF2B5EF4-FFF2-40B4-BE49-F238E27FC236}">
                  <a16:creationId xmlns:a16="http://schemas.microsoft.com/office/drawing/2014/main" id="{F4EBFF36-13BA-4849-94C8-C600FC0087A3}"/>
                </a:ext>
              </a:extLst>
            </p:cNvPr>
            <p:cNvCxnSpPr>
              <a:cxnSpLocks/>
            </p:cNvCxnSpPr>
            <p:nvPr/>
          </p:nvCxnSpPr>
          <p:spPr>
            <a:xfrm>
              <a:off x="6960966" y="7394500"/>
              <a:ext cx="458121" cy="1956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8" name="Straight Connector 452">
              <a:extLst>
                <a:ext uri="{FF2B5EF4-FFF2-40B4-BE49-F238E27FC236}">
                  <a16:creationId xmlns:a16="http://schemas.microsoft.com/office/drawing/2014/main" id="{8C8D746B-674E-4BE9-8524-85BA7398E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959" y="749544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9" name="Straight Connector 452">
              <a:extLst>
                <a:ext uri="{FF2B5EF4-FFF2-40B4-BE49-F238E27FC236}">
                  <a16:creationId xmlns:a16="http://schemas.microsoft.com/office/drawing/2014/main" id="{FD8B8A85-6C90-4DCD-A72E-CE6A98396BBA}"/>
                </a:ext>
              </a:extLst>
            </p:cNvPr>
            <p:cNvCxnSpPr>
              <a:cxnSpLocks/>
            </p:cNvCxnSpPr>
            <p:nvPr/>
          </p:nvCxnSpPr>
          <p:spPr>
            <a:xfrm>
              <a:off x="7661035" y="7492528"/>
              <a:ext cx="488791" cy="1766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Straight Connector 452">
              <a:extLst>
                <a:ext uri="{FF2B5EF4-FFF2-40B4-BE49-F238E27FC236}">
                  <a16:creationId xmlns:a16="http://schemas.microsoft.com/office/drawing/2014/main" id="{02F4D161-015A-42BD-B0C5-FBD242142D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6192" y="7475437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Straight Connector 452">
              <a:extLst>
                <a:ext uri="{FF2B5EF4-FFF2-40B4-BE49-F238E27FC236}">
                  <a16:creationId xmlns:a16="http://schemas.microsoft.com/office/drawing/2014/main" id="{76A8EB15-AC87-4349-9A35-33BB3ADC6C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7106" y="6952325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2" name="Straight Connector 452">
              <a:extLst>
                <a:ext uri="{FF2B5EF4-FFF2-40B4-BE49-F238E27FC236}">
                  <a16:creationId xmlns:a16="http://schemas.microsoft.com/office/drawing/2014/main" id="{4B6A1D2F-F82C-4635-8BA0-ECFFF48FEAF0}"/>
                </a:ext>
              </a:extLst>
            </p:cNvPr>
            <p:cNvCxnSpPr>
              <a:cxnSpLocks/>
            </p:cNvCxnSpPr>
            <p:nvPr/>
          </p:nvCxnSpPr>
          <p:spPr>
            <a:xfrm>
              <a:off x="8381911" y="739873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452">
              <a:extLst>
                <a:ext uri="{FF2B5EF4-FFF2-40B4-BE49-F238E27FC236}">
                  <a16:creationId xmlns:a16="http://schemas.microsoft.com/office/drawing/2014/main" id="{0AFC810E-7CA7-4F84-8626-FA0F3B7A99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63946" y="7223557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4" name="Straight Connector 452">
              <a:extLst>
                <a:ext uri="{FF2B5EF4-FFF2-40B4-BE49-F238E27FC236}">
                  <a16:creationId xmlns:a16="http://schemas.microsoft.com/office/drawing/2014/main" id="{214F1116-174B-4033-B6A3-C5DA5369C283}"/>
                </a:ext>
              </a:extLst>
            </p:cNvPr>
            <p:cNvCxnSpPr>
              <a:cxnSpLocks/>
            </p:cNvCxnSpPr>
            <p:nvPr/>
          </p:nvCxnSpPr>
          <p:spPr>
            <a:xfrm>
              <a:off x="8366174" y="7215053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5" name="Straight Connector 452">
              <a:extLst>
                <a:ext uri="{FF2B5EF4-FFF2-40B4-BE49-F238E27FC236}">
                  <a16:creationId xmlns:a16="http://schemas.microsoft.com/office/drawing/2014/main" id="{F665AC41-2BE8-4437-BEEB-D6E5B83BE8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2826" y="7142415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6" name="Straight Connector 452">
              <a:extLst>
                <a:ext uri="{FF2B5EF4-FFF2-40B4-BE49-F238E27FC236}">
                  <a16:creationId xmlns:a16="http://schemas.microsoft.com/office/drawing/2014/main" id="{18BD36C3-76F3-4818-A515-8BFB671F6190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8" y="705204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7" name="Straight Connector 452">
              <a:extLst>
                <a:ext uri="{FF2B5EF4-FFF2-40B4-BE49-F238E27FC236}">
                  <a16:creationId xmlns:a16="http://schemas.microsoft.com/office/drawing/2014/main" id="{DE46136B-D94A-4271-B790-BF02DB44C8F7}"/>
                </a:ext>
              </a:extLst>
            </p:cNvPr>
            <p:cNvCxnSpPr>
              <a:cxnSpLocks/>
            </p:cNvCxnSpPr>
            <p:nvPr/>
          </p:nvCxnSpPr>
          <p:spPr>
            <a:xfrm>
              <a:off x="8575049" y="694046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8" name="Straight Connector 452">
              <a:extLst>
                <a:ext uri="{FF2B5EF4-FFF2-40B4-BE49-F238E27FC236}">
                  <a16:creationId xmlns:a16="http://schemas.microsoft.com/office/drawing/2014/main" id="{8844D1FB-036E-47EF-B205-5FA4FA215A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1797" y="7501892"/>
              <a:ext cx="224141" cy="103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9" name="Straight Connector 452">
              <a:extLst>
                <a:ext uri="{FF2B5EF4-FFF2-40B4-BE49-F238E27FC236}">
                  <a16:creationId xmlns:a16="http://schemas.microsoft.com/office/drawing/2014/main" id="{2F37140C-9666-4EE3-94B8-A1698E812B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32038" y="6848148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Straight Connector 452">
              <a:extLst>
                <a:ext uri="{FF2B5EF4-FFF2-40B4-BE49-F238E27FC236}">
                  <a16:creationId xmlns:a16="http://schemas.microsoft.com/office/drawing/2014/main" id="{3F1D46B6-C9F7-49CA-B519-ECEC23088510}"/>
                </a:ext>
              </a:extLst>
            </p:cNvPr>
            <p:cNvCxnSpPr>
              <a:cxnSpLocks/>
            </p:cNvCxnSpPr>
            <p:nvPr/>
          </p:nvCxnSpPr>
          <p:spPr>
            <a:xfrm>
              <a:off x="8601319" y="678672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C68245D7-0B8E-46E3-B4CB-FFA6E4B80F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1063" y="6668464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7E6D0F19-632F-4908-A225-C058299221FF}"/>
                </a:ext>
              </a:extLst>
            </p:cNvPr>
            <p:cNvCxnSpPr>
              <a:cxnSpLocks/>
            </p:cNvCxnSpPr>
            <p:nvPr/>
          </p:nvCxnSpPr>
          <p:spPr>
            <a:xfrm>
              <a:off x="6706660" y="7694071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" name="Straight Connector 452">
              <a:extLst>
                <a:ext uri="{FF2B5EF4-FFF2-40B4-BE49-F238E27FC236}">
                  <a16:creationId xmlns:a16="http://schemas.microsoft.com/office/drawing/2014/main" id="{4D362BC1-320F-4C70-B23D-29E3C23F5B99}"/>
                </a:ext>
              </a:extLst>
            </p:cNvPr>
            <p:cNvCxnSpPr>
              <a:cxnSpLocks/>
            </p:cNvCxnSpPr>
            <p:nvPr/>
          </p:nvCxnSpPr>
          <p:spPr>
            <a:xfrm>
              <a:off x="9805625" y="6752090"/>
              <a:ext cx="393133" cy="624771"/>
            </a:xfrm>
            <a:prstGeom prst="line">
              <a:avLst/>
            </a:prstGeom>
            <a:ln w="38100">
              <a:solidFill>
                <a:srgbClr val="FFFF00"/>
              </a:solidFill>
              <a:prstDash val="sysDot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CFCBB0EE-5A49-43CB-9E86-04115E1AE4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95320" y="5154168"/>
              <a:ext cx="12769" cy="8746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Straight Connector 452">
              <a:extLst>
                <a:ext uri="{FF2B5EF4-FFF2-40B4-BE49-F238E27FC236}">
                  <a16:creationId xmlns:a16="http://schemas.microsoft.com/office/drawing/2014/main" id="{86CC6A52-ECFF-407A-9E0D-BBA3EBBA4C64}"/>
                </a:ext>
              </a:extLst>
            </p:cNvPr>
            <p:cNvCxnSpPr>
              <a:cxnSpLocks/>
            </p:cNvCxnSpPr>
            <p:nvPr/>
          </p:nvCxnSpPr>
          <p:spPr>
            <a:xfrm>
              <a:off x="2281422" y="9597200"/>
              <a:ext cx="717492" cy="2718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143A80AF-2467-4C75-9A9B-FE06D098E4EC}"/>
                </a:ext>
              </a:extLst>
            </p:cNvPr>
            <p:cNvCxnSpPr>
              <a:cxnSpLocks/>
            </p:cNvCxnSpPr>
            <p:nvPr/>
          </p:nvCxnSpPr>
          <p:spPr>
            <a:xfrm>
              <a:off x="3932066" y="8231424"/>
              <a:ext cx="237807" cy="13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Straight Connector 452">
              <a:extLst>
                <a:ext uri="{FF2B5EF4-FFF2-40B4-BE49-F238E27FC236}">
                  <a16:creationId xmlns:a16="http://schemas.microsoft.com/office/drawing/2014/main" id="{81897FF4-72C1-4DE0-AF49-FFD8657C35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1290" y="5147402"/>
              <a:ext cx="226227" cy="783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9180098B-A2B1-476C-9A20-E65B7FA7EC63}"/>
                </a:ext>
              </a:extLst>
            </p:cNvPr>
            <p:cNvCxnSpPr>
              <a:cxnSpLocks/>
            </p:cNvCxnSpPr>
            <p:nvPr/>
          </p:nvCxnSpPr>
          <p:spPr>
            <a:xfrm>
              <a:off x="9517997" y="5130420"/>
              <a:ext cx="278329" cy="100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Straight Connector 452">
              <a:extLst>
                <a:ext uri="{FF2B5EF4-FFF2-40B4-BE49-F238E27FC236}">
                  <a16:creationId xmlns:a16="http://schemas.microsoft.com/office/drawing/2014/main" id="{EF348625-8273-494C-BF5D-87BBB69F4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0240" y="4947169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0771ABD2-6F30-4395-A9E9-AB71DF040549}"/>
                </a:ext>
              </a:extLst>
            </p:cNvPr>
            <p:cNvCxnSpPr>
              <a:cxnSpLocks/>
            </p:cNvCxnSpPr>
            <p:nvPr/>
          </p:nvCxnSpPr>
          <p:spPr>
            <a:xfrm>
              <a:off x="8366174" y="4502897"/>
              <a:ext cx="480116" cy="182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Straight Connector 452">
              <a:extLst>
                <a:ext uri="{FF2B5EF4-FFF2-40B4-BE49-F238E27FC236}">
                  <a16:creationId xmlns:a16="http://schemas.microsoft.com/office/drawing/2014/main" id="{2994BD84-BA7C-40D8-9B4B-27651C6DB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48590" y="3233125"/>
              <a:ext cx="927125" cy="369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Straight Connector 452">
              <a:extLst>
                <a:ext uri="{FF2B5EF4-FFF2-40B4-BE49-F238E27FC236}">
                  <a16:creationId xmlns:a16="http://schemas.microsoft.com/office/drawing/2014/main" id="{CB61F829-075C-4110-84F0-D70460AAAA25}"/>
                </a:ext>
              </a:extLst>
            </p:cNvPr>
            <p:cNvCxnSpPr>
              <a:cxnSpLocks/>
            </p:cNvCxnSpPr>
            <p:nvPr/>
          </p:nvCxnSpPr>
          <p:spPr>
            <a:xfrm>
              <a:off x="8381797" y="3416809"/>
              <a:ext cx="467028" cy="1747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Straight Connector 452">
              <a:extLst>
                <a:ext uri="{FF2B5EF4-FFF2-40B4-BE49-F238E27FC236}">
                  <a16:creationId xmlns:a16="http://schemas.microsoft.com/office/drawing/2014/main" id="{E9D98996-271B-4032-AFB3-E591C81A0B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1718" y="3409849"/>
              <a:ext cx="248016" cy="900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4" name="Straight Connector 452">
              <a:extLst>
                <a:ext uri="{FF2B5EF4-FFF2-40B4-BE49-F238E27FC236}">
                  <a16:creationId xmlns:a16="http://schemas.microsoft.com/office/drawing/2014/main" id="{584CA008-AB6B-40EA-A685-849C70EB6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6192" y="3479278"/>
              <a:ext cx="1659" cy="383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4DF8E4B1-7153-43E3-8C59-060FA40C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168145" y="3831382"/>
              <a:ext cx="207201" cy="93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6" name="Straight Connector 452">
              <a:extLst>
                <a:ext uri="{FF2B5EF4-FFF2-40B4-BE49-F238E27FC236}">
                  <a16:creationId xmlns:a16="http://schemas.microsoft.com/office/drawing/2014/main" id="{CBF89B13-9783-4948-9A44-C9876A85B8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2144" y="3936276"/>
              <a:ext cx="1822" cy="5666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7" name="Straight Connector 452">
              <a:extLst>
                <a:ext uri="{FF2B5EF4-FFF2-40B4-BE49-F238E27FC236}">
                  <a16:creationId xmlns:a16="http://schemas.microsoft.com/office/drawing/2014/main" id="{515666D0-BB15-4CBD-AF9D-B7AACE913601}"/>
                </a:ext>
              </a:extLst>
            </p:cNvPr>
            <p:cNvCxnSpPr>
              <a:cxnSpLocks/>
            </p:cNvCxnSpPr>
            <p:nvPr/>
          </p:nvCxnSpPr>
          <p:spPr>
            <a:xfrm>
              <a:off x="4395506" y="8923653"/>
              <a:ext cx="236628" cy="1151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755F54A1-8035-4A20-9951-EE5522F98D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8261" y="901197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Straight Connector 452">
              <a:extLst>
                <a:ext uri="{FF2B5EF4-FFF2-40B4-BE49-F238E27FC236}">
                  <a16:creationId xmlns:a16="http://schemas.microsoft.com/office/drawing/2014/main" id="{2A8F2A50-C4A9-45FB-8889-2C562777E6EE}"/>
                </a:ext>
              </a:extLst>
            </p:cNvPr>
            <p:cNvCxnSpPr>
              <a:cxnSpLocks/>
            </p:cNvCxnSpPr>
            <p:nvPr/>
          </p:nvCxnSpPr>
          <p:spPr>
            <a:xfrm>
              <a:off x="4403789" y="9106557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9C142966-D2A8-4C6E-AEDA-3D2168E88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10752" y="910628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1" name="Straight Connector 452">
              <a:extLst>
                <a:ext uri="{FF2B5EF4-FFF2-40B4-BE49-F238E27FC236}">
                  <a16:creationId xmlns:a16="http://schemas.microsoft.com/office/drawing/2014/main" id="{23851719-AB25-4255-AC60-8E154883E5B5}"/>
                </a:ext>
              </a:extLst>
            </p:cNvPr>
            <p:cNvCxnSpPr>
              <a:cxnSpLocks/>
            </p:cNvCxnSpPr>
            <p:nvPr/>
          </p:nvCxnSpPr>
          <p:spPr>
            <a:xfrm>
              <a:off x="4409702" y="9289461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68E8D68B-8CA7-4BE3-BBC8-237E2F4EC9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624" y="940219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" name="Straight Connector 452">
              <a:extLst>
                <a:ext uri="{FF2B5EF4-FFF2-40B4-BE49-F238E27FC236}">
                  <a16:creationId xmlns:a16="http://schemas.microsoft.com/office/drawing/2014/main" id="{28DC7483-3105-44B4-92D3-469DEF74C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1633" y="948899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" name="Straight Connector 452">
              <a:extLst>
                <a:ext uri="{FF2B5EF4-FFF2-40B4-BE49-F238E27FC236}">
                  <a16:creationId xmlns:a16="http://schemas.microsoft.com/office/drawing/2014/main" id="{0B7E8B32-0A34-4F4D-A68F-63910D99A6E3}"/>
                </a:ext>
              </a:extLst>
            </p:cNvPr>
            <p:cNvCxnSpPr>
              <a:cxnSpLocks/>
            </p:cNvCxnSpPr>
            <p:nvPr/>
          </p:nvCxnSpPr>
          <p:spPr>
            <a:xfrm>
              <a:off x="4162297" y="9579030"/>
              <a:ext cx="248455" cy="97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14E25AFB-201B-4A93-979C-6B536A67C8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2841" y="9580113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" name="Straight Connector 452">
              <a:extLst>
                <a:ext uri="{FF2B5EF4-FFF2-40B4-BE49-F238E27FC236}">
                  <a16:creationId xmlns:a16="http://schemas.microsoft.com/office/drawing/2014/main" id="{79A976F4-B261-4ACE-A090-E0E5229E1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544" y="9964795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1B7A2D7E-2A28-472F-8365-7A256464F3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7187" y="9683823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" name="Straight Connector 452">
              <a:extLst>
                <a:ext uri="{FF2B5EF4-FFF2-40B4-BE49-F238E27FC236}">
                  <a16:creationId xmlns:a16="http://schemas.microsoft.com/office/drawing/2014/main" id="{CFD76C90-1BB9-4F60-86B2-B6E571AAF7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636" y="9579030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3DF43349-7742-4BF0-8F3A-0289B519AFE6}"/>
                </a:ext>
              </a:extLst>
            </p:cNvPr>
            <p:cNvCxnSpPr>
              <a:cxnSpLocks/>
            </p:cNvCxnSpPr>
            <p:nvPr/>
          </p:nvCxnSpPr>
          <p:spPr>
            <a:xfrm>
              <a:off x="3462565" y="9857486"/>
              <a:ext cx="277685" cy="110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Straight Connector 452">
              <a:extLst>
                <a:ext uri="{FF2B5EF4-FFF2-40B4-BE49-F238E27FC236}">
                  <a16:creationId xmlns:a16="http://schemas.microsoft.com/office/drawing/2014/main" id="{6DE4E94B-F648-4596-A031-827F2C0F2E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8701" y="976607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9D16302B-2220-43A9-A4A6-DBF2DD9A8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4488" y="9505196"/>
              <a:ext cx="3722" cy="38135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7A2D780B-6E97-47C8-A7D1-EB1FFFFB5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565" y="9390625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" name="Straight Connector 452">
              <a:extLst>
                <a:ext uri="{FF2B5EF4-FFF2-40B4-BE49-F238E27FC236}">
                  <a16:creationId xmlns:a16="http://schemas.microsoft.com/office/drawing/2014/main" id="{779F8968-2FA5-49A6-B0F1-C8D39B383F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051" y="929389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DE9480CA-B175-45FD-827C-807B456B1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564" y="9125081"/>
              <a:ext cx="503899" cy="1802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5" name="Straight Connector 452">
              <a:extLst>
                <a:ext uri="{FF2B5EF4-FFF2-40B4-BE49-F238E27FC236}">
                  <a16:creationId xmlns:a16="http://schemas.microsoft.com/office/drawing/2014/main" id="{6F26F3F9-AA0E-475E-AC9C-642C5F3DB2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9402" y="9111600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6" name="Straight Connector 452">
              <a:extLst>
                <a:ext uri="{FF2B5EF4-FFF2-40B4-BE49-F238E27FC236}">
                  <a16:creationId xmlns:a16="http://schemas.microsoft.com/office/drawing/2014/main" id="{A92E8475-481A-48EF-9E69-19C3DC9397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8249" y="8484157"/>
              <a:ext cx="1" cy="737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7" name="Straight Connector 452">
              <a:extLst>
                <a:ext uri="{FF2B5EF4-FFF2-40B4-BE49-F238E27FC236}">
                  <a16:creationId xmlns:a16="http://schemas.microsoft.com/office/drawing/2014/main" id="{9F0DE876-EBB5-4C8C-BB48-F93FAFCCD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7547" y="8480828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FE1F2089-A386-413D-957C-048C19D8D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8039" y="8588887"/>
              <a:ext cx="2870" cy="365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" name="Straight Connector 452">
              <a:extLst>
                <a:ext uri="{FF2B5EF4-FFF2-40B4-BE49-F238E27FC236}">
                  <a16:creationId xmlns:a16="http://schemas.microsoft.com/office/drawing/2014/main" id="{1544E6E3-9D4C-4E34-8076-2ACC126FD5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7451" y="8937755"/>
              <a:ext cx="726263" cy="269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09E83FE1-FE31-4B7A-B3C1-43ADBE1BE5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6000" y="9174835"/>
              <a:ext cx="1912" cy="5912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1" name="Straight Connector 452">
              <a:extLst>
                <a:ext uri="{FF2B5EF4-FFF2-40B4-BE49-F238E27FC236}">
                  <a16:creationId xmlns:a16="http://schemas.microsoft.com/office/drawing/2014/main" id="{A164CCFD-90E1-4B59-8F8F-B8C22A8E4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625" y="9410219"/>
              <a:ext cx="474232" cy="1907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Straight Connector 452">
              <a:extLst>
                <a:ext uri="{FF2B5EF4-FFF2-40B4-BE49-F238E27FC236}">
                  <a16:creationId xmlns:a16="http://schemas.microsoft.com/office/drawing/2014/main" id="{47615FF6-7ECB-4601-AD68-D74F501FB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841" y="9382049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E774263F-2A96-4B5B-915A-547A2669EE1A}"/>
                </a:ext>
              </a:extLst>
            </p:cNvPr>
            <p:cNvCxnSpPr>
              <a:cxnSpLocks/>
            </p:cNvCxnSpPr>
            <p:nvPr/>
          </p:nvCxnSpPr>
          <p:spPr>
            <a:xfrm>
              <a:off x="2745594" y="9572863"/>
              <a:ext cx="277685" cy="110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4" name="Straight Connector 452">
              <a:extLst>
                <a:ext uri="{FF2B5EF4-FFF2-40B4-BE49-F238E27FC236}">
                  <a16:creationId xmlns:a16="http://schemas.microsoft.com/office/drawing/2014/main" id="{55935D7D-2234-4E09-8C39-72A7C18DE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4676" y="9131465"/>
              <a:ext cx="6674" cy="5566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Straight Connector 452">
              <a:extLst>
                <a:ext uri="{FF2B5EF4-FFF2-40B4-BE49-F238E27FC236}">
                  <a16:creationId xmlns:a16="http://schemas.microsoft.com/office/drawing/2014/main" id="{30E46298-7B76-480F-BB8D-99EE73176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2816" y="9024601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Straight Connector 452">
              <a:extLst>
                <a:ext uri="{FF2B5EF4-FFF2-40B4-BE49-F238E27FC236}">
                  <a16:creationId xmlns:a16="http://schemas.microsoft.com/office/drawing/2014/main" id="{1FF62D6F-F63B-49D4-BE96-F454E5265B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3577" y="8843240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Straight Connector 452">
              <a:extLst>
                <a:ext uri="{FF2B5EF4-FFF2-40B4-BE49-F238E27FC236}">
                  <a16:creationId xmlns:a16="http://schemas.microsoft.com/office/drawing/2014/main" id="{81EFD837-C37E-403A-AF43-3051884F4F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2772" y="884685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6C03E106-689F-4B30-8942-28E8A6B44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1747" y="876274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9" name="Straight Connector 452">
              <a:extLst>
                <a:ext uri="{FF2B5EF4-FFF2-40B4-BE49-F238E27FC236}">
                  <a16:creationId xmlns:a16="http://schemas.microsoft.com/office/drawing/2014/main" id="{CBDC1A3F-B25A-4881-A39C-8B1F688FF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0787" y="8755185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E8BE8CEF-427B-4B79-8993-0DA59FBA2E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9649" y="8518835"/>
              <a:ext cx="2870" cy="365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1" name="Straight Connector 452">
              <a:extLst>
                <a:ext uri="{FF2B5EF4-FFF2-40B4-BE49-F238E27FC236}">
                  <a16:creationId xmlns:a16="http://schemas.microsoft.com/office/drawing/2014/main" id="{0FF41EE4-57FE-43D1-8ABA-167F301B4E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5741" y="8395767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2" name="Straight Connector 452">
              <a:extLst>
                <a:ext uri="{FF2B5EF4-FFF2-40B4-BE49-F238E27FC236}">
                  <a16:creationId xmlns:a16="http://schemas.microsoft.com/office/drawing/2014/main" id="{808715C0-FF48-4CDD-834E-D470322CF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9995" y="8399122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6ACC8B4B-773F-49EF-A1C8-784AE574E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9857" y="8293381"/>
              <a:ext cx="494993" cy="2141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4" name="Straight Connector 452">
              <a:extLst>
                <a:ext uri="{FF2B5EF4-FFF2-40B4-BE49-F238E27FC236}">
                  <a16:creationId xmlns:a16="http://schemas.microsoft.com/office/drawing/2014/main" id="{F97A43D3-8583-4AD6-996B-F03150F464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5420" y="8290901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A9486668-3357-4881-8B3C-4B751DFFF3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4318" y="8374963"/>
              <a:ext cx="0" cy="213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6" name="Straight Connector 452">
              <a:extLst>
                <a:ext uri="{FF2B5EF4-FFF2-40B4-BE49-F238E27FC236}">
                  <a16:creationId xmlns:a16="http://schemas.microsoft.com/office/drawing/2014/main" id="{0CF573DA-2F30-4661-945F-885860AC0D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0696" y="858205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46882B0F-243F-4F89-8AF6-F2DCC3FAB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0073" y="868195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8" name="Straight Connector 452">
              <a:extLst>
                <a:ext uri="{FF2B5EF4-FFF2-40B4-BE49-F238E27FC236}">
                  <a16:creationId xmlns:a16="http://schemas.microsoft.com/office/drawing/2014/main" id="{4C9708C1-1CF4-4CB6-B707-B02BBD36439D}"/>
                </a:ext>
              </a:extLst>
            </p:cNvPr>
            <p:cNvCxnSpPr>
              <a:cxnSpLocks/>
            </p:cNvCxnSpPr>
            <p:nvPr/>
          </p:nvCxnSpPr>
          <p:spPr>
            <a:xfrm>
              <a:off x="2515721" y="8759283"/>
              <a:ext cx="245024" cy="1041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9" name="Straight Connector 452">
              <a:extLst>
                <a:ext uri="{FF2B5EF4-FFF2-40B4-BE49-F238E27FC236}">
                  <a16:creationId xmlns:a16="http://schemas.microsoft.com/office/drawing/2014/main" id="{7C72939E-308D-48DB-9436-1AC278A5CA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7111" y="8747311"/>
              <a:ext cx="5903" cy="3841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0" name="Straight Connector 452">
              <a:extLst>
                <a:ext uri="{FF2B5EF4-FFF2-40B4-BE49-F238E27FC236}">
                  <a16:creationId xmlns:a16="http://schemas.microsoft.com/office/drawing/2014/main" id="{0839F1C4-D5FC-4D0B-8D60-4BCE35E3C7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5697" y="9106283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1" name="Straight Connector 452">
              <a:extLst>
                <a:ext uri="{FF2B5EF4-FFF2-40B4-BE49-F238E27FC236}">
                  <a16:creationId xmlns:a16="http://schemas.microsoft.com/office/drawing/2014/main" id="{6852FAD1-0B80-4828-8D59-F56E9A668B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6500" y="9224546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Straight Connector 452">
              <a:extLst>
                <a:ext uri="{FF2B5EF4-FFF2-40B4-BE49-F238E27FC236}">
                  <a16:creationId xmlns:a16="http://schemas.microsoft.com/office/drawing/2014/main" id="{C81322C2-9F43-4DF6-9378-5E4261BE42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659" y="9406320"/>
              <a:ext cx="264211" cy="103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" name="Straight Connector 452">
              <a:extLst>
                <a:ext uri="{FF2B5EF4-FFF2-40B4-BE49-F238E27FC236}">
                  <a16:creationId xmlns:a16="http://schemas.microsoft.com/office/drawing/2014/main" id="{C6B92C89-9A0E-402A-9EC8-0FC651199D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8745" y="9155220"/>
              <a:ext cx="953500" cy="3530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Connector 452">
              <a:extLst>
                <a:ext uri="{FF2B5EF4-FFF2-40B4-BE49-F238E27FC236}">
                  <a16:creationId xmlns:a16="http://schemas.microsoft.com/office/drawing/2014/main" id="{8293AE52-723E-4F89-A29B-9EE50DA48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131" y="8230091"/>
              <a:ext cx="497784" cy="1967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5" name="Straight Connector 452">
              <a:extLst>
                <a:ext uri="{FF2B5EF4-FFF2-40B4-BE49-F238E27FC236}">
                  <a16:creationId xmlns:a16="http://schemas.microsoft.com/office/drawing/2014/main" id="{FD8DA121-B931-4641-B7C8-4265DB7D2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7911" y="8966107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Straight Connector 452">
              <a:extLst>
                <a:ext uri="{FF2B5EF4-FFF2-40B4-BE49-F238E27FC236}">
                  <a16:creationId xmlns:a16="http://schemas.microsoft.com/office/drawing/2014/main" id="{EA6A9D6A-A202-426A-B260-E489A073F2D6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" y="8778053"/>
              <a:ext cx="499817" cy="201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7" name="Straight Connector 452">
              <a:extLst>
                <a:ext uri="{FF2B5EF4-FFF2-40B4-BE49-F238E27FC236}">
                  <a16:creationId xmlns:a16="http://schemas.microsoft.com/office/drawing/2014/main" id="{916E3F9F-53E9-4EAD-8225-F93E4F03B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7344" y="860281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8" name="Straight Connector 452">
              <a:extLst>
                <a:ext uri="{FF2B5EF4-FFF2-40B4-BE49-F238E27FC236}">
                  <a16:creationId xmlns:a16="http://schemas.microsoft.com/office/drawing/2014/main" id="{24A52677-A12B-43B0-B2DD-F1C3C716EEDE}"/>
                </a:ext>
              </a:extLst>
            </p:cNvPr>
            <p:cNvCxnSpPr>
              <a:cxnSpLocks/>
            </p:cNvCxnSpPr>
            <p:nvPr/>
          </p:nvCxnSpPr>
          <p:spPr>
            <a:xfrm>
              <a:off x="657344" y="8620252"/>
              <a:ext cx="721601" cy="257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9" name="Straight Connector 452">
              <a:extLst>
                <a:ext uri="{FF2B5EF4-FFF2-40B4-BE49-F238E27FC236}">
                  <a16:creationId xmlns:a16="http://schemas.microsoft.com/office/drawing/2014/main" id="{0BAB3082-23D7-4725-B2B7-7DED01B68F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4295" y="887168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0" name="Straight Connector 452">
              <a:extLst>
                <a:ext uri="{FF2B5EF4-FFF2-40B4-BE49-F238E27FC236}">
                  <a16:creationId xmlns:a16="http://schemas.microsoft.com/office/drawing/2014/main" id="{57E68452-E41F-4F55-99EF-10AAC73B074D}"/>
                </a:ext>
              </a:extLst>
            </p:cNvPr>
            <p:cNvCxnSpPr>
              <a:cxnSpLocks/>
            </p:cNvCxnSpPr>
            <p:nvPr/>
          </p:nvCxnSpPr>
          <p:spPr>
            <a:xfrm>
              <a:off x="1362570" y="9064904"/>
              <a:ext cx="721601" cy="257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1" name="Straight Connector 452">
              <a:extLst>
                <a:ext uri="{FF2B5EF4-FFF2-40B4-BE49-F238E27FC236}">
                  <a16:creationId xmlns:a16="http://schemas.microsoft.com/office/drawing/2014/main" id="{812C59AE-DDDF-40EE-89DF-43DD683452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3439" y="9142591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2" name="Straight Connector 452">
              <a:extLst>
                <a:ext uri="{FF2B5EF4-FFF2-40B4-BE49-F238E27FC236}">
                  <a16:creationId xmlns:a16="http://schemas.microsoft.com/office/drawing/2014/main" id="{E10D1397-FA9C-486F-A18A-6B2526D9681B}"/>
                </a:ext>
              </a:extLst>
            </p:cNvPr>
            <p:cNvCxnSpPr>
              <a:cxnSpLocks/>
            </p:cNvCxnSpPr>
            <p:nvPr/>
          </p:nvCxnSpPr>
          <p:spPr>
            <a:xfrm>
              <a:off x="1594224" y="8972540"/>
              <a:ext cx="502924" cy="196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3" name="Straight Connector 452">
              <a:extLst>
                <a:ext uri="{FF2B5EF4-FFF2-40B4-BE49-F238E27FC236}">
                  <a16:creationId xmlns:a16="http://schemas.microsoft.com/office/drawing/2014/main" id="{8840A72F-C8A6-483D-BF59-54C3CDC93D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1263" y="876790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452">
              <a:extLst>
                <a:ext uri="{FF2B5EF4-FFF2-40B4-BE49-F238E27FC236}">
                  <a16:creationId xmlns:a16="http://schemas.microsoft.com/office/drawing/2014/main" id="{8E2BEF52-13EB-4156-B50D-6F11D1948709}"/>
                </a:ext>
              </a:extLst>
            </p:cNvPr>
            <p:cNvCxnSpPr>
              <a:cxnSpLocks/>
            </p:cNvCxnSpPr>
            <p:nvPr/>
          </p:nvCxnSpPr>
          <p:spPr>
            <a:xfrm>
              <a:off x="1603114" y="8764213"/>
              <a:ext cx="704000" cy="2716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5" name="Straight Connector 452">
              <a:extLst>
                <a:ext uri="{FF2B5EF4-FFF2-40B4-BE49-F238E27FC236}">
                  <a16:creationId xmlns:a16="http://schemas.microsoft.com/office/drawing/2014/main" id="{0D98C81A-65E3-49BD-A1F1-BFF1D8BE7B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02183" y="8853069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8500554-E52E-4754-9AA3-F1D55EC3D5B4}"/>
                </a:ext>
              </a:extLst>
            </p:cNvPr>
            <p:cNvCxnSpPr>
              <a:cxnSpLocks/>
            </p:cNvCxnSpPr>
            <p:nvPr/>
          </p:nvCxnSpPr>
          <p:spPr>
            <a:xfrm>
              <a:off x="892003" y="8309361"/>
              <a:ext cx="1420070" cy="5648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7" name="Straight Connector 452">
              <a:extLst>
                <a:ext uri="{FF2B5EF4-FFF2-40B4-BE49-F238E27FC236}">
                  <a16:creationId xmlns:a16="http://schemas.microsoft.com/office/drawing/2014/main" id="{28D93BE6-E8BA-4999-BD65-FA225F36A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49" y="8304842"/>
              <a:ext cx="492399" cy="2026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8" name="Straight Connector 452">
              <a:extLst>
                <a:ext uri="{FF2B5EF4-FFF2-40B4-BE49-F238E27FC236}">
                  <a16:creationId xmlns:a16="http://schemas.microsoft.com/office/drawing/2014/main" id="{9D449576-5768-48EA-9EB9-6C6DA520FA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289" y="8415530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9" name="Straight Connector 452">
              <a:extLst>
                <a:ext uri="{FF2B5EF4-FFF2-40B4-BE49-F238E27FC236}">
                  <a16:creationId xmlns:a16="http://schemas.microsoft.com/office/drawing/2014/main" id="{173E4130-B14C-421E-B62D-E71AE540E2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179" y="7852195"/>
              <a:ext cx="465308" cy="212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Straight Connector 452">
              <a:extLst>
                <a:ext uri="{FF2B5EF4-FFF2-40B4-BE49-F238E27FC236}">
                  <a16:creationId xmlns:a16="http://schemas.microsoft.com/office/drawing/2014/main" id="{89BA83EB-BCA1-4701-AF58-091054626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911" y="8051310"/>
              <a:ext cx="454559" cy="1745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1" name="Straight Connector 452">
              <a:extLst>
                <a:ext uri="{FF2B5EF4-FFF2-40B4-BE49-F238E27FC236}">
                  <a16:creationId xmlns:a16="http://schemas.microsoft.com/office/drawing/2014/main" id="{A7C6D5C8-D3EA-4840-AE4F-969917468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5391" y="8232739"/>
              <a:ext cx="1147783" cy="4449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" name="Straight Connector 452">
              <a:extLst>
                <a:ext uri="{FF2B5EF4-FFF2-40B4-BE49-F238E27FC236}">
                  <a16:creationId xmlns:a16="http://schemas.microsoft.com/office/drawing/2014/main" id="{F6AF7CA1-B2D2-4EA6-B18D-1F0DC6C3C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1870" y="8495853"/>
              <a:ext cx="0" cy="2139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4A42E8DB-CCD6-422B-BDD3-7165287541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2210" y="8212354"/>
              <a:ext cx="746712" cy="3028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4" name="Straight Connector 452">
              <a:extLst>
                <a:ext uri="{FF2B5EF4-FFF2-40B4-BE49-F238E27FC236}">
                  <a16:creationId xmlns:a16="http://schemas.microsoft.com/office/drawing/2014/main" id="{72128802-A5FF-4994-B07A-3EFC011FE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1624" y="8141054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5" name="Straight Connector 452">
              <a:extLst>
                <a:ext uri="{FF2B5EF4-FFF2-40B4-BE49-F238E27FC236}">
                  <a16:creationId xmlns:a16="http://schemas.microsoft.com/office/drawing/2014/main" id="{C587BF79-B6BE-48C4-BB0A-14AB2FEF96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4550" y="8139664"/>
              <a:ext cx="494070" cy="188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6" name="Straight Connector 452">
              <a:extLst>
                <a:ext uri="{FF2B5EF4-FFF2-40B4-BE49-F238E27FC236}">
                  <a16:creationId xmlns:a16="http://schemas.microsoft.com/office/drawing/2014/main" id="{71A48193-F400-4E16-819E-A8B63598F9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17870" y="813810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7" name="Straight Connector 452">
              <a:extLst>
                <a:ext uri="{FF2B5EF4-FFF2-40B4-BE49-F238E27FC236}">
                  <a16:creationId xmlns:a16="http://schemas.microsoft.com/office/drawing/2014/main" id="{06F366AC-890B-4936-88FD-02DD43E8AB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0057" y="8043721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8" name="Straight Connector 452">
              <a:extLst>
                <a:ext uri="{FF2B5EF4-FFF2-40B4-BE49-F238E27FC236}">
                  <a16:creationId xmlns:a16="http://schemas.microsoft.com/office/drawing/2014/main" id="{8DD9918E-CE40-46D6-922A-D4B8317FB9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8423" y="787063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9" name="Straight Connector 452">
              <a:extLst>
                <a:ext uri="{FF2B5EF4-FFF2-40B4-BE49-F238E27FC236}">
                  <a16:creationId xmlns:a16="http://schemas.microsoft.com/office/drawing/2014/main" id="{9514AB5A-4765-46A6-A9C0-0D7C555237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148" y="7767679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0" name="Straight Connector 452">
              <a:extLst>
                <a:ext uri="{FF2B5EF4-FFF2-40B4-BE49-F238E27FC236}">
                  <a16:creationId xmlns:a16="http://schemas.microsoft.com/office/drawing/2014/main" id="{9C69F9AF-6ADF-49FC-99A7-F033A69C26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97627" y="7743370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1" name="Straight Connector 452">
              <a:extLst>
                <a:ext uri="{FF2B5EF4-FFF2-40B4-BE49-F238E27FC236}">
                  <a16:creationId xmlns:a16="http://schemas.microsoft.com/office/drawing/2014/main" id="{090E4ADB-55F6-4276-A9AA-019FEBAC6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1755" y="7838980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2" name="Straight Connector 452">
              <a:extLst>
                <a:ext uri="{FF2B5EF4-FFF2-40B4-BE49-F238E27FC236}">
                  <a16:creationId xmlns:a16="http://schemas.microsoft.com/office/drawing/2014/main" id="{32518678-B34B-45C5-BD42-1194A14713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6948" y="765649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3" name="Straight Connector 452">
              <a:extLst>
                <a:ext uri="{FF2B5EF4-FFF2-40B4-BE49-F238E27FC236}">
                  <a16:creationId xmlns:a16="http://schemas.microsoft.com/office/drawing/2014/main" id="{2511EE66-8808-4DA1-8405-FB8C05AD7E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6751" y="7677768"/>
              <a:ext cx="229649" cy="866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4" name="Straight Connector 452">
              <a:extLst>
                <a:ext uri="{FF2B5EF4-FFF2-40B4-BE49-F238E27FC236}">
                  <a16:creationId xmlns:a16="http://schemas.microsoft.com/office/drawing/2014/main" id="{EA645426-66C9-46A7-AD89-AE58BAF5A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8460" y="7677326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5" name="Straight Connector 452">
              <a:extLst>
                <a:ext uri="{FF2B5EF4-FFF2-40B4-BE49-F238E27FC236}">
                  <a16:creationId xmlns:a16="http://schemas.microsoft.com/office/drawing/2014/main" id="{F7C12056-18BD-4BC2-93A9-F79A727022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9371" y="7658762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6" name="Straight Connector 452">
              <a:extLst>
                <a:ext uri="{FF2B5EF4-FFF2-40B4-BE49-F238E27FC236}">
                  <a16:creationId xmlns:a16="http://schemas.microsoft.com/office/drawing/2014/main" id="{495AEDC2-8E92-4ADA-9534-EE6C98B0B6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3429" y="7832075"/>
              <a:ext cx="471272" cy="19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7" name="Straight Connector 452">
              <a:extLst>
                <a:ext uri="{FF2B5EF4-FFF2-40B4-BE49-F238E27FC236}">
                  <a16:creationId xmlns:a16="http://schemas.microsoft.com/office/drawing/2014/main" id="{5142AF1B-8170-47D7-B618-FC91374846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33" y="8004198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8" name="Straight Connector 452">
              <a:extLst>
                <a:ext uri="{FF2B5EF4-FFF2-40B4-BE49-F238E27FC236}">
                  <a16:creationId xmlns:a16="http://schemas.microsoft.com/office/drawing/2014/main" id="{42180081-02CB-4CC5-A27E-53AA241CA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53341" y="8009981"/>
              <a:ext cx="471272" cy="19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9" name="Straight Connector 452">
              <a:extLst>
                <a:ext uri="{FF2B5EF4-FFF2-40B4-BE49-F238E27FC236}">
                  <a16:creationId xmlns:a16="http://schemas.microsoft.com/office/drawing/2014/main" id="{1458BFA8-E275-4442-8703-2FFE33293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555" y="803898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0" name="Straight Connector 452">
              <a:extLst>
                <a:ext uri="{FF2B5EF4-FFF2-40B4-BE49-F238E27FC236}">
                  <a16:creationId xmlns:a16="http://schemas.microsoft.com/office/drawing/2014/main" id="{ABCF5023-3441-40AE-B578-EA46A7A6E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893" y="8225897"/>
              <a:ext cx="229649" cy="866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1" name="Straight Connector 452">
              <a:extLst>
                <a:ext uri="{FF2B5EF4-FFF2-40B4-BE49-F238E27FC236}">
                  <a16:creationId xmlns:a16="http://schemas.microsoft.com/office/drawing/2014/main" id="{7A45682C-24D7-463C-A913-8E1E1916B6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2201" y="809532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2" name="Straight Connector 452">
              <a:extLst>
                <a:ext uri="{FF2B5EF4-FFF2-40B4-BE49-F238E27FC236}">
                  <a16:creationId xmlns:a16="http://schemas.microsoft.com/office/drawing/2014/main" id="{B48C2B34-F367-4270-8B55-D0DA494522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5308" y="8021836"/>
              <a:ext cx="252244" cy="1135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3" name="Straight Connector 452">
              <a:extLst>
                <a:ext uri="{FF2B5EF4-FFF2-40B4-BE49-F238E27FC236}">
                  <a16:creationId xmlns:a16="http://schemas.microsoft.com/office/drawing/2014/main" id="{8EE96EE1-38D3-44E4-9012-7D426C1738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0608" y="8014545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4" name="Straight Connector 452">
              <a:extLst>
                <a:ext uri="{FF2B5EF4-FFF2-40B4-BE49-F238E27FC236}">
                  <a16:creationId xmlns:a16="http://schemas.microsoft.com/office/drawing/2014/main" id="{CE2D24A3-8C5C-45B0-9D16-129976E20A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1725" y="8229813"/>
              <a:ext cx="481424" cy="1746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452">
              <a:extLst>
                <a:ext uri="{FF2B5EF4-FFF2-40B4-BE49-F238E27FC236}">
                  <a16:creationId xmlns:a16="http://schemas.microsoft.com/office/drawing/2014/main" id="{87276D33-D947-4851-BD87-E879542C65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39829" y="8214949"/>
              <a:ext cx="6319" cy="195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03D9180E-4BD7-4292-B23C-1F73355770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4356" y="6217321"/>
              <a:ext cx="1397" cy="22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7" name="Straight Connector 452">
              <a:extLst>
                <a:ext uri="{FF2B5EF4-FFF2-40B4-BE49-F238E27FC236}">
                  <a16:creationId xmlns:a16="http://schemas.microsoft.com/office/drawing/2014/main" id="{E6C3E433-9703-42F6-893E-F99700AF8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4295" y="6020570"/>
              <a:ext cx="463257" cy="2048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8" name="Straight Connector 452">
              <a:extLst>
                <a:ext uri="{FF2B5EF4-FFF2-40B4-BE49-F238E27FC236}">
                  <a16:creationId xmlns:a16="http://schemas.microsoft.com/office/drawing/2014/main" id="{92E2D031-446C-4705-9D5F-C045EFCB63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3748" y="4757349"/>
              <a:ext cx="7090" cy="556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9" name="Straight Connector 452">
              <a:extLst>
                <a:ext uri="{FF2B5EF4-FFF2-40B4-BE49-F238E27FC236}">
                  <a16:creationId xmlns:a16="http://schemas.microsoft.com/office/drawing/2014/main" id="{5808B61A-B168-495A-863D-9DF3F312A694}"/>
                </a:ext>
              </a:extLst>
            </p:cNvPr>
            <p:cNvCxnSpPr>
              <a:cxnSpLocks/>
            </p:cNvCxnSpPr>
            <p:nvPr/>
          </p:nvCxnSpPr>
          <p:spPr>
            <a:xfrm>
              <a:off x="8376130" y="5036891"/>
              <a:ext cx="684096" cy="2650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0" name="Straight Connector 452">
              <a:extLst>
                <a:ext uri="{FF2B5EF4-FFF2-40B4-BE49-F238E27FC236}">
                  <a16:creationId xmlns:a16="http://schemas.microsoft.com/office/drawing/2014/main" id="{0F539900-2E8C-4D63-B895-8C31E0329A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4569" y="4847119"/>
              <a:ext cx="484170" cy="1945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1" name="Straight Connector 452">
              <a:extLst>
                <a:ext uri="{FF2B5EF4-FFF2-40B4-BE49-F238E27FC236}">
                  <a16:creationId xmlns:a16="http://schemas.microsoft.com/office/drawing/2014/main" id="{63731123-55DD-442B-8645-B1A37EE156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28739" y="4662248"/>
              <a:ext cx="1" cy="1977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579191C0-D29E-4ECC-A21B-05F0D5EC8F5E}"/>
                </a:ext>
              </a:extLst>
            </p:cNvPr>
            <p:cNvCxnSpPr>
              <a:cxnSpLocks/>
            </p:cNvCxnSpPr>
            <p:nvPr/>
          </p:nvCxnSpPr>
          <p:spPr>
            <a:xfrm>
              <a:off x="9063579" y="4787590"/>
              <a:ext cx="480195" cy="1779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Straight Connector 452">
              <a:extLst>
                <a:ext uri="{FF2B5EF4-FFF2-40B4-BE49-F238E27FC236}">
                  <a16:creationId xmlns:a16="http://schemas.microsoft.com/office/drawing/2014/main" id="{55E0A0D8-353C-46EF-9E26-4A21EF14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741" y="7692560"/>
              <a:ext cx="4866" cy="54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4" name="Straight Connector 452">
              <a:extLst>
                <a:ext uri="{FF2B5EF4-FFF2-40B4-BE49-F238E27FC236}">
                  <a16:creationId xmlns:a16="http://schemas.microsoft.com/office/drawing/2014/main" id="{4CBB8C2A-6DF6-4225-BB77-37A4CF428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301" y="7598454"/>
              <a:ext cx="247833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176AA378-EEB8-410D-8C50-50D86102B4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523" y="7428226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Straight Connector 452">
              <a:extLst>
                <a:ext uri="{FF2B5EF4-FFF2-40B4-BE49-F238E27FC236}">
                  <a16:creationId xmlns:a16="http://schemas.microsoft.com/office/drawing/2014/main" id="{2373B58C-785E-4D76-B5D7-5DFD977170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0750" y="7424752"/>
              <a:ext cx="265380" cy="1163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Straight Connector 452">
              <a:extLst>
                <a:ext uri="{FF2B5EF4-FFF2-40B4-BE49-F238E27FC236}">
                  <a16:creationId xmlns:a16="http://schemas.microsoft.com/office/drawing/2014/main" id="{D470E5E2-EC19-4326-B576-B27FE615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50" y="7267738"/>
              <a:ext cx="2490" cy="4151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8" name="Straight Connector 452">
              <a:extLst>
                <a:ext uri="{FF2B5EF4-FFF2-40B4-BE49-F238E27FC236}">
                  <a16:creationId xmlns:a16="http://schemas.microsoft.com/office/drawing/2014/main" id="{1E094CA1-940A-46D1-B357-BE8C883009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532" y="7597310"/>
              <a:ext cx="510295" cy="1942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9" name="Straight Connector 452">
              <a:extLst>
                <a:ext uri="{FF2B5EF4-FFF2-40B4-BE49-F238E27FC236}">
                  <a16:creationId xmlns:a16="http://schemas.microsoft.com/office/drawing/2014/main" id="{32084E80-7EE2-4E6F-BDC3-803870F75D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2996" y="7773316"/>
              <a:ext cx="4589" cy="3635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0" name="Straight Connector 452">
              <a:extLst>
                <a:ext uri="{FF2B5EF4-FFF2-40B4-BE49-F238E27FC236}">
                  <a16:creationId xmlns:a16="http://schemas.microsoft.com/office/drawing/2014/main" id="{8BBC1CE8-189B-4A0A-912F-1FFC088DE0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541" y="8041074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B6F6EB46-1348-42BB-9E90-A9D55E0B4E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6781" y="7837953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2" name="Straight Connector 452">
              <a:extLst>
                <a:ext uri="{FF2B5EF4-FFF2-40B4-BE49-F238E27FC236}">
                  <a16:creationId xmlns:a16="http://schemas.microsoft.com/office/drawing/2014/main" id="{9227DB4C-FF47-44C5-9181-96BA5F7FE1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2965" y="7309361"/>
              <a:ext cx="501259" cy="2161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" name="Straight Connector 452">
              <a:extLst>
                <a:ext uri="{FF2B5EF4-FFF2-40B4-BE49-F238E27FC236}">
                  <a16:creationId xmlns:a16="http://schemas.microsoft.com/office/drawing/2014/main" id="{08A0E0D5-11FB-4F3F-B5F3-48D87BED2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6214" y="7683429"/>
              <a:ext cx="262926" cy="101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4" name="Straight Connector 452">
              <a:extLst>
                <a:ext uri="{FF2B5EF4-FFF2-40B4-BE49-F238E27FC236}">
                  <a16:creationId xmlns:a16="http://schemas.microsoft.com/office/drawing/2014/main" id="{45EB1305-060E-44A0-929C-1E1CDCFC8C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1082" y="7586984"/>
              <a:ext cx="3873" cy="189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5" name="Straight Connector 452">
              <a:extLst>
                <a:ext uri="{FF2B5EF4-FFF2-40B4-BE49-F238E27FC236}">
                  <a16:creationId xmlns:a16="http://schemas.microsoft.com/office/drawing/2014/main" id="{22E3F1A2-F68D-4253-89E3-AC6E26E80E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0198" y="6304460"/>
              <a:ext cx="0" cy="373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70FE8B77-B364-4691-9269-C0DDBF8EA2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5704" y="6283834"/>
              <a:ext cx="720586" cy="2979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" name="Straight Connector 452">
              <a:extLst>
                <a:ext uri="{FF2B5EF4-FFF2-40B4-BE49-F238E27FC236}">
                  <a16:creationId xmlns:a16="http://schemas.microsoft.com/office/drawing/2014/main" id="{BDFBCC5C-04BC-44FE-B2C5-2452358EE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7307" y="6384236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" name="Straight Connector 452">
              <a:extLst>
                <a:ext uri="{FF2B5EF4-FFF2-40B4-BE49-F238E27FC236}">
                  <a16:creationId xmlns:a16="http://schemas.microsoft.com/office/drawing/2014/main" id="{6B5ED39D-A480-42E7-9B71-030B91A375C4}"/>
                </a:ext>
              </a:extLst>
            </p:cNvPr>
            <p:cNvCxnSpPr>
              <a:cxnSpLocks/>
            </p:cNvCxnSpPr>
            <p:nvPr/>
          </p:nvCxnSpPr>
          <p:spPr>
            <a:xfrm>
              <a:off x="7902705" y="6306989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" name="Straight Connector 452">
              <a:extLst>
                <a:ext uri="{FF2B5EF4-FFF2-40B4-BE49-F238E27FC236}">
                  <a16:creationId xmlns:a16="http://schemas.microsoft.com/office/drawing/2014/main" id="{F90D5CE9-0ED6-4825-A618-4F72A3E32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4759" y="6210425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" name="Straight Connector 452">
              <a:extLst>
                <a:ext uri="{FF2B5EF4-FFF2-40B4-BE49-F238E27FC236}">
                  <a16:creationId xmlns:a16="http://schemas.microsoft.com/office/drawing/2014/main" id="{D8D92E14-6F7C-4EFD-855C-F3061A0B16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1342" y="6041149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1" name="Straight Connector 452">
              <a:extLst>
                <a:ext uri="{FF2B5EF4-FFF2-40B4-BE49-F238E27FC236}">
                  <a16:creationId xmlns:a16="http://schemas.microsoft.com/office/drawing/2014/main" id="{0A85CF85-C883-4046-912D-F72D8F29AFF2}"/>
                </a:ext>
              </a:extLst>
            </p:cNvPr>
            <p:cNvCxnSpPr>
              <a:cxnSpLocks/>
            </p:cNvCxnSpPr>
            <p:nvPr/>
          </p:nvCxnSpPr>
          <p:spPr>
            <a:xfrm>
              <a:off x="7877791" y="5951421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" name="Straight Connector 452">
              <a:extLst>
                <a:ext uri="{FF2B5EF4-FFF2-40B4-BE49-F238E27FC236}">
                  <a16:creationId xmlns:a16="http://schemas.microsoft.com/office/drawing/2014/main" id="{A7B9955B-9D2A-4305-B79C-6D735CD540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5594" y="5759102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DDE48B04-FDFC-4F83-9053-A59F663957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1855" y="5493305"/>
              <a:ext cx="729774" cy="301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4" name="Straight Connector 452">
              <a:extLst>
                <a:ext uri="{FF2B5EF4-FFF2-40B4-BE49-F238E27FC236}">
                  <a16:creationId xmlns:a16="http://schemas.microsoft.com/office/drawing/2014/main" id="{37555706-1F6E-4CC2-A678-8451837AFE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9797" y="5480579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89CC6C72-7992-4EE5-8918-E3B12C2A6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8318" y="5663254"/>
              <a:ext cx="494338" cy="210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6" name="Straight Connector 452">
              <a:extLst>
                <a:ext uri="{FF2B5EF4-FFF2-40B4-BE49-F238E27FC236}">
                  <a16:creationId xmlns:a16="http://schemas.microsoft.com/office/drawing/2014/main" id="{AA921CC6-1898-4EFB-8E9B-EA7DBC50A35B}"/>
                </a:ext>
              </a:extLst>
            </p:cNvPr>
            <p:cNvCxnSpPr>
              <a:cxnSpLocks/>
            </p:cNvCxnSpPr>
            <p:nvPr/>
          </p:nvCxnSpPr>
          <p:spPr>
            <a:xfrm>
              <a:off x="8125484" y="5866298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619EBEA5-CF11-498C-B73C-4B5EA750C9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791" y="5943167"/>
              <a:ext cx="0" cy="381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452">
              <a:extLst>
                <a:ext uri="{FF2B5EF4-FFF2-40B4-BE49-F238E27FC236}">
                  <a16:creationId xmlns:a16="http://schemas.microsoft.com/office/drawing/2014/main" id="{F1289C16-E43A-4522-9BCE-5C13DA3236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2067" y="6222352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F08F1A93-B3EF-49DD-B5AC-CC6D16737A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5359" y="5856910"/>
              <a:ext cx="0" cy="381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452">
              <a:extLst>
                <a:ext uri="{FF2B5EF4-FFF2-40B4-BE49-F238E27FC236}">
                  <a16:creationId xmlns:a16="http://schemas.microsoft.com/office/drawing/2014/main" id="{EA6092C7-FC37-4B2F-BA79-A23D326FE8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095" y="5674062"/>
              <a:ext cx="478369" cy="1785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C7A43909-19BB-4F89-80F5-01A4D48BFF75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97" y="5676670"/>
              <a:ext cx="468214" cy="1717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452">
              <a:extLst>
                <a:ext uri="{FF2B5EF4-FFF2-40B4-BE49-F238E27FC236}">
                  <a16:creationId xmlns:a16="http://schemas.microsoft.com/office/drawing/2014/main" id="{E89227EC-2302-4DF5-B771-A8CACB22EA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5080" y="5848057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346B523F-7B7E-48D4-A45A-D5E4384402E1}"/>
                </a:ext>
              </a:extLst>
            </p:cNvPr>
            <p:cNvCxnSpPr>
              <a:cxnSpLocks/>
            </p:cNvCxnSpPr>
            <p:nvPr/>
          </p:nvCxnSpPr>
          <p:spPr>
            <a:xfrm>
              <a:off x="9084137" y="5850736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Straight Connector 452">
              <a:extLst>
                <a:ext uri="{FF2B5EF4-FFF2-40B4-BE49-F238E27FC236}">
                  <a16:creationId xmlns:a16="http://schemas.microsoft.com/office/drawing/2014/main" id="{534DB8B6-E5CC-4779-BD43-BA0B8687C9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5210" y="5848112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658B543-4AE4-4320-A5F1-679E88785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60833" y="5973017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Straight Connector 452">
              <a:extLst>
                <a:ext uri="{FF2B5EF4-FFF2-40B4-BE49-F238E27FC236}">
                  <a16:creationId xmlns:a16="http://schemas.microsoft.com/office/drawing/2014/main" id="{333FB6EB-BE67-4955-B49A-2F91772949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8689" y="6041580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Straight Connector 452">
              <a:extLst>
                <a:ext uri="{FF2B5EF4-FFF2-40B4-BE49-F238E27FC236}">
                  <a16:creationId xmlns:a16="http://schemas.microsoft.com/office/drawing/2014/main" id="{092D3103-733F-448B-8305-88E27F33A170}"/>
                </a:ext>
              </a:extLst>
            </p:cNvPr>
            <p:cNvCxnSpPr>
              <a:cxnSpLocks/>
            </p:cNvCxnSpPr>
            <p:nvPr/>
          </p:nvCxnSpPr>
          <p:spPr>
            <a:xfrm>
              <a:off x="9073997" y="6034139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452">
              <a:extLst>
                <a:ext uri="{FF2B5EF4-FFF2-40B4-BE49-F238E27FC236}">
                  <a16:creationId xmlns:a16="http://schemas.microsoft.com/office/drawing/2014/main" id="{DC718EC3-97EC-453A-868F-864ACC587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4775" y="6127487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Straight Connector 452">
              <a:extLst>
                <a:ext uri="{FF2B5EF4-FFF2-40B4-BE49-F238E27FC236}">
                  <a16:creationId xmlns:a16="http://schemas.microsoft.com/office/drawing/2014/main" id="{B43A5589-9553-4FC9-82DB-9E8695091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7730" y="6229199"/>
              <a:ext cx="0" cy="365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1E1FD16F-6F8D-4DC4-BB29-E47F47B06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9738" y="6499459"/>
              <a:ext cx="245308" cy="108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Straight Connector 452">
              <a:extLst>
                <a:ext uri="{FF2B5EF4-FFF2-40B4-BE49-F238E27FC236}">
                  <a16:creationId xmlns:a16="http://schemas.microsoft.com/office/drawing/2014/main" id="{8645BA96-6AF4-49EB-9B4A-3E2EDAF94E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87470" y="6318352"/>
              <a:ext cx="1398" cy="197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452">
              <a:extLst>
                <a:ext uri="{FF2B5EF4-FFF2-40B4-BE49-F238E27FC236}">
                  <a16:creationId xmlns:a16="http://schemas.microsoft.com/office/drawing/2014/main" id="{1A6382A1-B04A-4903-A2CA-9BD18E8EA579}"/>
                </a:ext>
              </a:extLst>
            </p:cNvPr>
            <p:cNvCxnSpPr>
              <a:cxnSpLocks/>
            </p:cNvCxnSpPr>
            <p:nvPr/>
          </p:nvCxnSpPr>
          <p:spPr>
            <a:xfrm>
              <a:off x="9285204" y="6316180"/>
              <a:ext cx="247271" cy="1081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3" name="一队" hidden="1">
            <a:extLst>
              <a:ext uri="{FF2B5EF4-FFF2-40B4-BE49-F238E27FC236}">
                <a16:creationId xmlns:a16="http://schemas.microsoft.com/office/drawing/2014/main" id="{59B705F4-9976-4B68-9C0B-8A7425D22CC7}"/>
              </a:ext>
            </a:extLst>
          </p:cNvPr>
          <p:cNvGrpSpPr/>
          <p:nvPr/>
        </p:nvGrpSpPr>
        <p:grpSpPr>
          <a:xfrm>
            <a:off x="109728" y="124581"/>
            <a:ext cx="9430512" cy="8025080"/>
            <a:chOff x="109728" y="124581"/>
            <a:chExt cx="9430512" cy="8025080"/>
          </a:xfrm>
        </p:grpSpPr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61E33B74-0D95-4427-A0CB-A49F36835E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2464" y="9398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5" name="TextBox 1874">
              <a:extLst>
                <a:ext uri="{FF2B5EF4-FFF2-40B4-BE49-F238E27FC236}">
                  <a16:creationId xmlns:a16="http://schemas.microsoft.com/office/drawing/2014/main" id="{2F781C8F-7816-41B4-B381-149878D9C8D5}"/>
                </a:ext>
              </a:extLst>
            </p:cNvPr>
            <p:cNvSpPr txBox="1"/>
            <p:nvPr/>
          </p:nvSpPr>
          <p:spPr>
            <a:xfrm>
              <a:off x="109728" y="124581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6.0.02</a:t>
              </a:r>
            </a:p>
          </p:txBody>
        </p:sp>
        <p:cxnSp>
          <p:nvCxnSpPr>
            <p:cNvPr id="1876" name="Straight Connector 452">
              <a:extLst>
                <a:ext uri="{FF2B5EF4-FFF2-40B4-BE49-F238E27FC236}">
                  <a16:creationId xmlns:a16="http://schemas.microsoft.com/office/drawing/2014/main" id="{2818D799-00E3-4FF3-8769-8210964DDC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897" y="1115020"/>
              <a:ext cx="246567" cy="1231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Straight Connector 452">
              <a:extLst>
                <a:ext uri="{FF2B5EF4-FFF2-40B4-BE49-F238E27FC236}">
                  <a16:creationId xmlns:a16="http://schemas.microsoft.com/office/drawing/2014/main" id="{EAF6C63C-934A-4080-8A36-56C77B877E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150368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452">
              <a:extLst>
                <a:ext uri="{FF2B5EF4-FFF2-40B4-BE49-F238E27FC236}">
                  <a16:creationId xmlns:a16="http://schemas.microsoft.com/office/drawing/2014/main" id="{C0A82386-FAB1-410E-A6C0-65370877A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1932" y="1218418"/>
              <a:ext cx="703408" cy="3011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452">
              <a:extLst>
                <a:ext uri="{FF2B5EF4-FFF2-40B4-BE49-F238E27FC236}">
                  <a16:creationId xmlns:a16="http://schemas.microsoft.com/office/drawing/2014/main" id="{3309FE4D-E665-4396-9EE0-35E58809AE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5340" y="1005058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0" name="Straight Connector 452">
              <a:extLst>
                <a:ext uri="{FF2B5EF4-FFF2-40B4-BE49-F238E27FC236}">
                  <a16:creationId xmlns:a16="http://schemas.microsoft.com/office/drawing/2014/main" id="{7C7F3170-A711-4274-9FF3-959C5A4AD8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6275" y="966216"/>
              <a:ext cx="266548" cy="80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1" name="Straight Connector 452">
              <a:extLst>
                <a:ext uri="{FF2B5EF4-FFF2-40B4-BE49-F238E27FC236}">
                  <a16:creationId xmlns:a16="http://schemas.microsoft.com/office/drawing/2014/main" id="{0B64CA69-85B3-450D-AE38-A43167A21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392" y="758952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2" name="Straight Connector 452">
              <a:extLst>
                <a:ext uri="{FF2B5EF4-FFF2-40B4-BE49-F238E27FC236}">
                  <a16:creationId xmlns:a16="http://schemas.microsoft.com/office/drawing/2014/main" id="{7E76783B-3816-4169-BE0A-1A1DA548F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71932" y="423671"/>
              <a:ext cx="912857" cy="332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3" name="Straight Connector 452">
              <a:extLst>
                <a:ext uri="{FF2B5EF4-FFF2-40B4-BE49-F238E27FC236}">
                  <a16:creationId xmlns:a16="http://schemas.microsoft.com/office/drawing/2014/main" id="{560F1DF2-9EBA-4BE3-977D-4AF079A19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413649"/>
              <a:ext cx="256144" cy="80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4" name="Straight Connector 452">
              <a:extLst>
                <a:ext uri="{FF2B5EF4-FFF2-40B4-BE49-F238E27FC236}">
                  <a16:creationId xmlns:a16="http://schemas.microsoft.com/office/drawing/2014/main" id="{31DF2B0B-842A-4E03-8B89-D5B237F75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056" y="479203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5" name="Straight Connector 452">
              <a:extLst>
                <a:ext uri="{FF2B5EF4-FFF2-40B4-BE49-F238E27FC236}">
                  <a16:creationId xmlns:a16="http://schemas.microsoft.com/office/drawing/2014/main" id="{B4181A09-03D2-41C8-93A3-E03E4C56E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2385" y="676541"/>
              <a:ext cx="2106671" cy="820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6" name="Straight Connector 452">
              <a:extLst>
                <a:ext uri="{FF2B5EF4-FFF2-40B4-BE49-F238E27FC236}">
                  <a16:creationId xmlns:a16="http://schemas.microsoft.com/office/drawing/2014/main" id="{1C934086-265A-4454-9714-F7198A6358EE}"/>
                </a:ext>
              </a:extLst>
            </p:cNvPr>
            <p:cNvCxnSpPr>
              <a:cxnSpLocks/>
            </p:cNvCxnSpPr>
            <p:nvPr/>
          </p:nvCxnSpPr>
          <p:spPr>
            <a:xfrm>
              <a:off x="2058423" y="1322284"/>
              <a:ext cx="486154" cy="1745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7" name="Straight Connector 452">
              <a:extLst>
                <a:ext uri="{FF2B5EF4-FFF2-40B4-BE49-F238E27FC236}">
                  <a16:creationId xmlns:a16="http://schemas.microsoft.com/office/drawing/2014/main" id="{F6FFB8F3-5EF8-46D1-856A-131B48BAB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05" y="1322167"/>
              <a:ext cx="959552" cy="394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8" name="Straight Connector 452">
              <a:extLst>
                <a:ext uri="{FF2B5EF4-FFF2-40B4-BE49-F238E27FC236}">
                  <a16:creationId xmlns:a16="http://schemas.microsoft.com/office/drawing/2014/main" id="{7ED2DB32-AAF0-45EF-A416-5FC85C941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521" y="1717040"/>
              <a:ext cx="0" cy="5341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9" name="Straight Connector 452">
              <a:extLst>
                <a:ext uri="{FF2B5EF4-FFF2-40B4-BE49-F238E27FC236}">
                  <a16:creationId xmlns:a16="http://schemas.microsoft.com/office/drawing/2014/main" id="{D64A4907-596D-4038-B73D-216B2FB759AF}"/>
                </a:ext>
              </a:extLst>
            </p:cNvPr>
            <p:cNvCxnSpPr>
              <a:cxnSpLocks/>
            </p:cNvCxnSpPr>
            <p:nvPr/>
          </p:nvCxnSpPr>
          <p:spPr>
            <a:xfrm>
              <a:off x="1108837" y="2230810"/>
              <a:ext cx="1447933" cy="568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2" name="Straight Connector 452">
              <a:extLst>
                <a:ext uri="{FF2B5EF4-FFF2-40B4-BE49-F238E27FC236}">
                  <a16:creationId xmlns:a16="http://schemas.microsoft.com/office/drawing/2014/main" id="{7B8BF312-E291-4480-9C7D-7679B3B8D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4577" y="2590800"/>
              <a:ext cx="457704" cy="1981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3" name="Straight Connector 452">
              <a:extLst>
                <a:ext uri="{FF2B5EF4-FFF2-40B4-BE49-F238E27FC236}">
                  <a16:creationId xmlns:a16="http://schemas.microsoft.com/office/drawing/2014/main" id="{21207F7B-9E03-405E-BD92-9B42C8D4553B}"/>
                </a:ext>
              </a:extLst>
            </p:cNvPr>
            <p:cNvCxnSpPr>
              <a:cxnSpLocks/>
            </p:cNvCxnSpPr>
            <p:nvPr/>
          </p:nvCxnSpPr>
          <p:spPr>
            <a:xfrm>
              <a:off x="2978701" y="2572513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Straight Connector 452">
              <a:extLst>
                <a:ext uri="{FF2B5EF4-FFF2-40B4-BE49-F238E27FC236}">
                  <a16:creationId xmlns:a16="http://schemas.microsoft.com/office/drawing/2014/main" id="{542B879F-9A46-45F7-AF67-78FC7557CE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9580" y="2687434"/>
              <a:ext cx="0" cy="3910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5" name="Straight Connector 452">
              <a:extLst>
                <a:ext uri="{FF2B5EF4-FFF2-40B4-BE49-F238E27FC236}">
                  <a16:creationId xmlns:a16="http://schemas.microsoft.com/office/drawing/2014/main" id="{71A7AD96-6DE0-478F-8722-3F0576F5B9B4}"/>
                </a:ext>
              </a:extLst>
            </p:cNvPr>
            <p:cNvCxnSpPr>
              <a:cxnSpLocks/>
            </p:cNvCxnSpPr>
            <p:nvPr/>
          </p:nvCxnSpPr>
          <p:spPr>
            <a:xfrm>
              <a:off x="3022306" y="2974520"/>
              <a:ext cx="207274" cy="756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6" name="Straight Connector 452">
              <a:extLst>
                <a:ext uri="{FF2B5EF4-FFF2-40B4-BE49-F238E27FC236}">
                  <a16:creationId xmlns:a16="http://schemas.microsoft.com/office/drawing/2014/main" id="{6154F8BB-8103-47F7-8762-888917881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5506" y="1679589"/>
              <a:ext cx="473479" cy="198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772EB1C3-4824-4C1C-B1FB-9F64FD741F61}"/>
                </a:ext>
              </a:extLst>
            </p:cNvPr>
            <p:cNvCxnSpPr>
              <a:cxnSpLocks/>
            </p:cNvCxnSpPr>
            <p:nvPr/>
          </p:nvCxnSpPr>
          <p:spPr>
            <a:xfrm>
              <a:off x="4182885" y="1780538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8" name="Straight Connector 452">
              <a:extLst>
                <a:ext uri="{FF2B5EF4-FFF2-40B4-BE49-F238E27FC236}">
                  <a16:creationId xmlns:a16="http://schemas.microsoft.com/office/drawing/2014/main" id="{1B8CC60A-753B-47C5-B659-724C000BD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5506" y="1587729"/>
              <a:ext cx="245023" cy="117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9" name="Straight Connector 452">
              <a:extLst>
                <a:ext uri="{FF2B5EF4-FFF2-40B4-BE49-F238E27FC236}">
                  <a16:creationId xmlns:a16="http://schemas.microsoft.com/office/drawing/2014/main" id="{E83E167A-CEE4-45AB-B0F8-7C9159EEA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13970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B40140AB-E1D1-461D-8168-03D7874644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0682" y="6759766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1" name="Straight Connector 452">
              <a:extLst>
                <a:ext uri="{FF2B5EF4-FFF2-40B4-BE49-F238E27FC236}">
                  <a16:creationId xmlns:a16="http://schemas.microsoft.com/office/drawing/2014/main" id="{809F3FFB-9B50-4D15-836A-861E705B0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701" y="6209757"/>
              <a:ext cx="481256" cy="2032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2" name="Straight Connector 452">
              <a:extLst>
                <a:ext uri="{FF2B5EF4-FFF2-40B4-BE49-F238E27FC236}">
                  <a16:creationId xmlns:a16="http://schemas.microsoft.com/office/drawing/2014/main" id="{FD55CFC3-B43F-4A62-8C99-4B16B4E99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1319" y="4877731"/>
              <a:ext cx="242694" cy="91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3" name="Straight Connector 452">
              <a:extLst>
                <a:ext uri="{FF2B5EF4-FFF2-40B4-BE49-F238E27FC236}">
                  <a16:creationId xmlns:a16="http://schemas.microsoft.com/office/drawing/2014/main" id="{FE16D317-AFDB-4846-BEAC-36BDE5F2E309}"/>
                </a:ext>
              </a:extLst>
            </p:cNvPr>
            <p:cNvCxnSpPr>
              <a:cxnSpLocks/>
            </p:cNvCxnSpPr>
            <p:nvPr/>
          </p:nvCxnSpPr>
          <p:spPr>
            <a:xfrm>
              <a:off x="2990225" y="3845671"/>
              <a:ext cx="482646" cy="1858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4" name="Straight Connector 452">
              <a:extLst>
                <a:ext uri="{FF2B5EF4-FFF2-40B4-BE49-F238E27FC236}">
                  <a16:creationId xmlns:a16="http://schemas.microsoft.com/office/drawing/2014/main" id="{9B34A39A-30BD-4017-8B59-2726CE7F4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2281" y="3198765"/>
              <a:ext cx="0" cy="625007"/>
            </a:xfrm>
            <a:prstGeom prst="line">
              <a:avLst/>
            </a:prstGeom>
            <a:ln w="38100">
              <a:solidFill>
                <a:srgbClr val="FF99CC"/>
              </a:solidFill>
              <a:prstDash val="sysDot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5" name="Straight Connector 452">
              <a:extLst>
                <a:ext uri="{FF2B5EF4-FFF2-40B4-BE49-F238E27FC236}">
                  <a16:creationId xmlns:a16="http://schemas.microsoft.com/office/drawing/2014/main" id="{21D1984F-0E41-400C-9F3A-07016F876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2871" y="3998980"/>
              <a:ext cx="0" cy="226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4F45CB32-516D-42ED-B771-2B849C719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9" y="4124228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7" name="Straight Connector 452">
              <a:extLst>
                <a:ext uri="{FF2B5EF4-FFF2-40B4-BE49-F238E27FC236}">
                  <a16:creationId xmlns:a16="http://schemas.microsoft.com/office/drawing/2014/main" id="{D2EE5A1E-3DAF-43BD-A265-B6E512C3D25A}"/>
                </a:ext>
              </a:extLst>
            </p:cNvPr>
            <p:cNvCxnSpPr>
              <a:cxnSpLocks/>
            </p:cNvCxnSpPr>
            <p:nvPr/>
          </p:nvCxnSpPr>
          <p:spPr>
            <a:xfrm>
              <a:off x="3689553" y="4130861"/>
              <a:ext cx="250879" cy="119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18F2E9D3-BA35-4F73-A9C0-B272E0B95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7153" y="4236721"/>
              <a:ext cx="0" cy="1746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9" name="Straight Connector 452">
              <a:extLst>
                <a:ext uri="{FF2B5EF4-FFF2-40B4-BE49-F238E27FC236}">
                  <a16:creationId xmlns:a16="http://schemas.microsoft.com/office/drawing/2014/main" id="{E6F8313C-EFCF-4DA1-96F8-365CDE8A3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9" y="4394293"/>
              <a:ext cx="458214" cy="2028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F98F7F12-916C-4538-86EA-AD17C2E0EC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090" y="4566121"/>
              <a:ext cx="0" cy="226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1" name="Straight Connector 452">
              <a:extLst>
                <a:ext uri="{FF2B5EF4-FFF2-40B4-BE49-F238E27FC236}">
                  <a16:creationId xmlns:a16="http://schemas.microsoft.com/office/drawing/2014/main" id="{707C3BC3-624B-4B38-ABA7-A37FE0568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0232" y="467401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040CE416-924A-432B-B15E-4A56B893A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046" y="4660686"/>
              <a:ext cx="0" cy="5590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3" name="Straight Connector 452">
              <a:extLst>
                <a:ext uri="{FF2B5EF4-FFF2-40B4-BE49-F238E27FC236}">
                  <a16:creationId xmlns:a16="http://schemas.microsoft.com/office/drawing/2014/main" id="{7C619122-944A-4B91-B2B1-A850304E1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1454" y="5214399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4" name="Straight Connector 452">
              <a:extLst>
                <a:ext uri="{FF2B5EF4-FFF2-40B4-BE49-F238E27FC236}">
                  <a16:creationId xmlns:a16="http://schemas.microsoft.com/office/drawing/2014/main" id="{407F61C6-C9CC-45AC-AB67-399A47FF52B4}"/>
                </a:ext>
              </a:extLst>
            </p:cNvPr>
            <p:cNvCxnSpPr>
              <a:cxnSpLocks/>
            </p:cNvCxnSpPr>
            <p:nvPr/>
          </p:nvCxnSpPr>
          <p:spPr>
            <a:xfrm>
              <a:off x="3471749" y="5327004"/>
              <a:ext cx="226297" cy="825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452">
              <a:extLst>
                <a:ext uri="{FF2B5EF4-FFF2-40B4-BE49-F238E27FC236}">
                  <a16:creationId xmlns:a16="http://schemas.microsoft.com/office/drawing/2014/main" id="{CC1874F5-D711-4087-A7DF-4F1D44035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1899" y="5409545"/>
              <a:ext cx="6147" cy="3511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6" name="Straight Connector 452">
              <a:extLst>
                <a:ext uri="{FF2B5EF4-FFF2-40B4-BE49-F238E27FC236}">
                  <a16:creationId xmlns:a16="http://schemas.microsoft.com/office/drawing/2014/main" id="{09ADB468-6B09-476F-A5FC-168288809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674" y="576126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Straight Connector 452">
              <a:extLst>
                <a:ext uri="{FF2B5EF4-FFF2-40B4-BE49-F238E27FC236}">
                  <a16:creationId xmlns:a16="http://schemas.microsoft.com/office/drawing/2014/main" id="{9D301A69-02DB-4B4E-8513-206AE95EDC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5865" y="5867441"/>
              <a:ext cx="6147" cy="3511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8" name="Straight Connector 452">
              <a:extLst>
                <a:ext uri="{FF2B5EF4-FFF2-40B4-BE49-F238E27FC236}">
                  <a16:creationId xmlns:a16="http://schemas.microsoft.com/office/drawing/2014/main" id="{8A52609B-AF26-47B9-AC12-19B423D62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702" y="6414605"/>
              <a:ext cx="250878" cy="819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9" name="Straight Connector 452">
              <a:extLst>
                <a:ext uri="{FF2B5EF4-FFF2-40B4-BE49-F238E27FC236}">
                  <a16:creationId xmlns:a16="http://schemas.microsoft.com/office/drawing/2014/main" id="{C1500388-97E5-470C-9F1E-BEC4C9A933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6056" y="6476686"/>
              <a:ext cx="923209" cy="37049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0" name="Straight Connector 452">
              <a:extLst>
                <a:ext uri="{FF2B5EF4-FFF2-40B4-BE49-F238E27FC236}">
                  <a16:creationId xmlns:a16="http://schemas.microsoft.com/office/drawing/2014/main" id="{9008F03A-3FAA-4EF8-BF9F-19A2278E7C1C}"/>
                </a:ext>
              </a:extLst>
            </p:cNvPr>
            <p:cNvCxnSpPr>
              <a:cxnSpLocks/>
            </p:cNvCxnSpPr>
            <p:nvPr/>
          </p:nvCxnSpPr>
          <p:spPr>
            <a:xfrm>
              <a:off x="4868150" y="1152426"/>
              <a:ext cx="236749" cy="811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1" name="Straight Connector 452">
              <a:extLst>
                <a:ext uri="{FF2B5EF4-FFF2-40B4-BE49-F238E27FC236}">
                  <a16:creationId xmlns:a16="http://schemas.microsoft.com/office/drawing/2014/main" id="{D671B00C-06C4-405E-BF32-B55422832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402" y="113701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2" name="Straight Connector 452">
              <a:extLst>
                <a:ext uri="{FF2B5EF4-FFF2-40B4-BE49-F238E27FC236}">
                  <a16:creationId xmlns:a16="http://schemas.microsoft.com/office/drawing/2014/main" id="{C5751B79-AEAD-4036-A0B8-AA65643A8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209" y="1311209"/>
              <a:ext cx="246567" cy="1231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3" name="Straight Connector 452">
              <a:extLst>
                <a:ext uri="{FF2B5EF4-FFF2-40B4-BE49-F238E27FC236}">
                  <a16:creationId xmlns:a16="http://schemas.microsoft.com/office/drawing/2014/main" id="{BAC7F88A-7B4B-4087-829D-EF4DE8B41911}"/>
                </a:ext>
              </a:extLst>
            </p:cNvPr>
            <p:cNvCxnSpPr>
              <a:cxnSpLocks/>
            </p:cNvCxnSpPr>
            <p:nvPr/>
          </p:nvCxnSpPr>
          <p:spPr>
            <a:xfrm>
              <a:off x="4174571" y="1609301"/>
              <a:ext cx="235131" cy="913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4" name="Straight Connector 452">
              <a:extLst>
                <a:ext uri="{FF2B5EF4-FFF2-40B4-BE49-F238E27FC236}">
                  <a16:creationId xmlns:a16="http://schemas.microsoft.com/office/drawing/2014/main" id="{1FCD321D-4904-4727-BD5D-4D0FFDE07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366" y="1587729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6" name="Straight Connector 452">
              <a:extLst>
                <a:ext uri="{FF2B5EF4-FFF2-40B4-BE49-F238E27FC236}">
                  <a16:creationId xmlns:a16="http://schemas.microsoft.com/office/drawing/2014/main" id="{1C154BB2-A5EA-472D-AECA-2C67250A5F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87" y="1676400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7" name="Straight Connector 452">
              <a:extLst>
                <a:ext uri="{FF2B5EF4-FFF2-40B4-BE49-F238E27FC236}">
                  <a16:creationId xmlns:a16="http://schemas.microsoft.com/office/drawing/2014/main" id="{FD397E76-35C2-4832-A9E4-FAA732F1C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2871" y="1856999"/>
              <a:ext cx="481192" cy="20965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9" name="Straight Connector 452">
              <a:extLst>
                <a:ext uri="{FF2B5EF4-FFF2-40B4-BE49-F238E27FC236}">
                  <a16:creationId xmlns:a16="http://schemas.microsoft.com/office/drawing/2014/main" id="{58C0B1EB-31F0-4FA8-822B-9B60669A8B8D}"/>
                </a:ext>
              </a:extLst>
            </p:cNvPr>
            <p:cNvCxnSpPr>
              <a:cxnSpLocks/>
            </p:cNvCxnSpPr>
            <p:nvPr/>
          </p:nvCxnSpPr>
          <p:spPr>
            <a:xfrm>
              <a:off x="3249542" y="1979642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0" name="Straight Connector 452">
              <a:extLst>
                <a:ext uri="{FF2B5EF4-FFF2-40B4-BE49-F238E27FC236}">
                  <a16:creationId xmlns:a16="http://schemas.microsoft.com/office/drawing/2014/main" id="{D9836C6F-2CE0-48CB-A930-13CA5E9962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3099" y="177864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1" name="Straight Connector 452">
              <a:extLst>
                <a:ext uri="{FF2B5EF4-FFF2-40B4-BE49-F238E27FC236}">
                  <a16:creationId xmlns:a16="http://schemas.microsoft.com/office/drawing/2014/main" id="{07F0A43E-3283-423B-BEA7-EAD43F478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6315" y="1684121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2" name="Straight Connector 452">
              <a:extLst>
                <a:ext uri="{FF2B5EF4-FFF2-40B4-BE49-F238E27FC236}">
                  <a16:creationId xmlns:a16="http://schemas.microsoft.com/office/drawing/2014/main" id="{3439300D-8F30-423C-A6DD-2EFB6C1794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346" y="149461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3" name="Straight Connector 452">
              <a:extLst>
                <a:ext uri="{FF2B5EF4-FFF2-40B4-BE49-F238E27FC236}">
                  <a16:creationId xmlns:a16="http://schemas.microsoft.com/office/drawing/2014/main" id="{04329052-12AC-4FED-B839-347E9B74E1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6400" y="1514907"/>
              <a:ext cx="679689" cy="2577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4" name="Straight Connector 452">
              <a:extLst>
                <a:ext uri="{FF2B5EF4-FFF2-40B4-BE49-F238E27FC236}">
                  <a16:creationId xmlns:a16="http://schemas.microsoft.com/office/drawing/2014/main" id="{D728FA71-6828-4663-8E98-52776859743F}"/>
                </a:ext>
              </a:extLst>
            </p:cNvPr>
            <p:cNvCxnSpPr>
              <a:cxnSpLocks/>
            </p:cNvCxnSpPr>
            <p:nvPr/>
          </p:nvCxnSpPr>
          <p:spPr>
            <a:xfrm>
              <a:off x="2802395" y="1787022"/>
              <a:ext cx="235131" cy="865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5" name="Straight Connector 452">
              <a:extLst>
                <a:ext uri="{FF2B5EF4-FFF2-40B4-BE49-F238E27FC236}">
                  <a16:creationId xmlns:a16="http://schemas.microsoft.com/office/drawing/2014/main" id="{3DAC01BA-A94B-4B00-8028-7672F18A0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3478" y="1866443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6" name="Straight Connector 452">
              <a:extLst>
                <a:ext uri="{FF2B5EF4-FFF2-40B4-BE49-F238E27FC236}">
                  <a16:creationId xmlns:a16="http://schemas.microsoft.com/office/drawing/2014/main" id="{0CDF9FC5-22A4-4F16-B6BD-6BA84F9A61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178" y="1957373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7" name="Straight Connector 452">
              <a:extLst>
                <a:ext uri="{FF2B5EF4-FFF2-40B4-BE49-F238E27FC236}">
                  <a16:creationId xmlns:a16="http://schemas.microsoft.com/office/drawing/2014/main" id="{F245F1E0-EB96-46E0-9B4E-C269AAC56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8823" y="2057537"/>
              <a:ext cx="254100" cy="1156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8" name="Straight Connector 452">
              <a:extLst>
                <a:ext uri="{FF2B5EF4-FFF2-40B4-BE49-F238E27FC236}">
                  <a16:creationId xmlns:a16="http://schemas.microsoft.com/office/drawing/2014/main" id="{84CAF4F5-33F0-45B2-AC91-E57EDBFBCD6F}"/>
                </a:ext>
              </a:extLst>
            </p:cNvPr>
            <p:cNvCxnSpPr>
              <a:cxnSpLocks/>
            </p:cNvCxnSpPr>
            <p:nvPr/>
          </p:nvCxnSpPr>
          <p:spPr>
            <a:xfrm>
              <a:off x="2989587" y="2045813"/>
              <a:ext cx="500981" cy="1767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9" name="Straight Connector 452">
              <a:extLst>
                <a:ext uri="{FF2B5EF4-FFF2-40B4-BE49-F238E27FC236}">
                  <a16:creationId xmlns:a16="http://schemas.microsoft.com/office/drawing/2014/main" id="{C7DBAD04-9F1D-44A2-BB64-7BC81AEA8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8938" y="2206325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0" name="Straight Connector 452">
              <a:extLst>
                <a:ext uri="{FF2B5EF4-FFF2-40B4-BE49-F238E27FC236}">
                  <a16:creationId xmlns:a16="http://schemas.microsoft.com/office/drawing/2014/main" id="{8F5FCEF6-F965-41E5-9D91-9376AEDA760B}"/>
                </a:ext>
              </a:extLst>
            </p:cNvPr>
            <p:cNvCxnSpPr>
              <a:cxnSpLocks/>
            </p:cNvCxnSpPr>
            <p:nvPr/>
          </p:nvCxnSpPr>
          <p:spPr>
            <a:xfrm>
              <a:off x="3478458" y="2406253"/>
              <a:ext cx="251225" cy="9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1" name="Straight Connector 452">
              <a:extLst>
                <a:ext uri="{FF2B5EF4-FFF2-40B4-BE49-F238E27FC236}">
                  <a16:creationId xmlns:a16="http://schemas.microsoft.com/office/drawing/2014/main" id="{84DD42FE-0536-4503-BF46-7A09F0080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1111" y="2134180"/>
              <a:ext cx="6665" cy="372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2" name="Straight Connector 452">
              <a:extLst>
                <a:ext uri="{FF2B5EF4-FFF2-40B4-BE49-F238E27FC236}">
                  <a16:creationId xmlns:a16="http://schemas.microsoft.com/office/drawing/2014/main" id="{A3FB8441-C37E-478A-A46C-FF381938F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4614" y="1957032"/>
              <a:ext cx="476878" cy="1961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3" name="Straight Connector 452">
              <a:extLst>
                <a:ext uri="{FF2B5EF4-FFF2-40B4-BE49-F238E27FC236}">
                  <a16:creationId xmlns:a16="http://schemas.microsoft.com/office/drawing/2014/main" id="{C66955CB-32C0-4977-83E4-6E802CB60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9873" y="1773577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4" name="Straight Connector 452">
              <a:extLst>
                <a:ext uri="{FF2B5EF4-FFF2-40B4-BE49-F238E27FC236}">
                  <a16:creationId xmlns:a16="http://schemas.microsoft.com/office/drawing/2014/main" id="{F63328AD-36B7-493D-976F-216E101DC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7544" y="676118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5" name="Straight Connector 452">
              <a:extLst>
                <a:ext uri="{FF2B5EF4-FFF2-40B4-BE49-F238E27FC236}">
                  <a16:creationId xmlns:a16="http://schemas.microsoft.com/office/drawing/2014/main" id="{C81FFD66-8F94-4212-B575-94A5AE6D7C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3051" y="6763728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6" name="Straight Connector 452">
              <a:extLst>
                <a:ext uri="{FF2B5EF4-FFF2-40B4-BE49-F238E27FC236}">
                  <a16:creationId xmlns:a16="http://schemas.microsoft.com/office/drawing/2014/main" id="{53E0EFEF-1AF1-4DC0-B966-E34EC9B5EA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0040" y="6768213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7" name="Straight Connector 452">
              <a:extLst>
                <a:ext uri="{FF2B5EF4-FFF2-40B4-BE49-F238E27FC236}">
                  <a16:creationId xmlns:a16="http://schemas.microsoft.com/office/drawing/2014/main" id="{FAF2A39F-6AFD-4D41-902E-291E35B89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5441" y="686027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8" name="Straight Connector 452">
              <a:extLst>
                <a:ext uri="{FF2B5EF4-FFF2-40B4-BE49-F238E27FC236}">
                  <a16:creationId xmlns:a16="http://schemas.microsoft.com/office/drawing/2014/main" id="{96FD7D0E-B460-4AEA-8991-3E14D20CE1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897" y="7034864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4082680E-4478-4D63-BB19-EB7F13D5D2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058" y="7061288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0" name="Straight Connector 452">
              <a:extLst>
                <a:ext uri="{FF2B5EF4-FFF2-40B4-BE49-F238E27FC236}">
                  <a16:creationId xmlns:a16="http://schemas.microsoft.com/office/drawing/2014/main" id="{1C67EB7F-D37F-4F54-87CA-19225A924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831" y="6661933"/>
              <a:ext cx="0" cy="4082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485FDC8C-6A23-452B-918F-A3F7C40C48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704" y="658243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2" name="Straight Connector 452">
              <a:extLst>
                <a:ext uri="{FF2B5EF4-FFF2-40B4-BE49-F238E27FC236}">
                  <a16:creationId xmlns:a16="http://schemas.microsoft.com/office/drawing/2014/main" id="{27DEE1FE-3A1A-486F-9428-85F59F9B6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490" y="638288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" name="Straight Connector 452">
              <a:extLst>
                <a:ext uri="{FF2B5EF4-FFF2-40B4-BE49-F238E27FC236}">
                  <a16:creationId xmlns:a16="http://schemas.microsoft.com/office/drawing/2014/main" id="{0E0CF0D1-9F01-400E-BF2C-4A30C94CFB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673" y="6317007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0A98505E-9B9B-40E1-828E-447732F67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58" y="632850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5" name="Straight Connector 452">
              <a:extLst>
                <a:ext uri="{FF2B5EF4-FFF2-40B4-BE49-F238E27FC236}">
                  <a16:creationId xmlns:a16="http://schemas.microsoft.com/office/drawing/2014/main" id="{C9134DAA-6A4D-4C9D-9CEC-2117715B4C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804" y="6412891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51AE08EA-F508-4612-B269-9913DE4C9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66" y="6407065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7" name="Straight Connector 452">
              <a:extLst>
                <a:ext uri="{FF2B5EF4-FFF2-40B4-BE49-F238E27FC236}">
                  <a16:creationId xmlns:a16="http://schemas.microsoft.com/office/drawing/2014/main" id="{29D8E2DC-7B35-4A8A-A3D1-8EE5F58A10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038" y="6504857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22139EE3-38FF-4B6C-B2CE-C4540DAB09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59" y="6576239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9" name="Straight Connector 452">
              <a:extLst>
                <a:ext uri="{FF2B5EF4-FFF2-40B4-BE49-F238E27FC236}">
                  <a16:creationId xmlns:a16="http://schemas.microsoft.com/office/drawing/2014/main" id="{22E8A71E-D02A-441D-B39D-2B2EE716B2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327" y="675007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8182E728-E6D7-48A6-BE42-E09AFE3B3F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11" y="6859753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1" name="Straight Connector 452">
              <a:extLst>
                <a:ext uri="{FF2B5EF4-FFF2-40B4-BE49-F238E27FC236}">
                  <a16:creationId xmlns:a16="http://schemas.microsoft.com/office/drawing/2014/main" id="{1D92C8F9-E68D-4BCE-9FEA-B6E8DE401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878" y="6936179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5569D97C-6D74-4252-938A-79DF99A40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816" y="7038041"/>
              <a:ext cx="0" cy="1796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3" name="Straight Connector 452">
              <a:extLst>
                <a:ext uri="{FF2B5EF4-FFF2-40B4-BE49-F238E27FC236}">
                  <a16:creationId xmlns:a16="http://schemas.microsoft.com/office/drawing/2014/main" id="{72D81926-F7D0-45F1-9508-9208C319C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803" y="7124282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4" name="Straight Connector 452">
              <a:extLst>
                <a:ext uri="{FF2B5EF4-FFF2-40B4-BE49-F238E27FC236}">
                  <a16:creationId xmlns:a16="http://schemas.microsoft.com/office/drawing/2014/main" id="{6A5E1DA5-1A3A-4F8F-BFF2-C2DC5DE46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95" y="709922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5" name="Straight Connector 452">
              <a:extLst>
                <a:ext uri="{FF2B5EF4-FFF2-40B4-BE49-F238E27FC236}">
                  <a16:creationId xmlns:a16="http://schemas.microsoft.com/office/drawing/2014/main" id="{0C2CC72B-E754-43F4-9470-0C4B94621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390" y="7219708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577E436F-CC73-4AAF-B677-10D4238A7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7560" y="7136521"/>
              <a:ext cx="466664" cy="1751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45EEBC80-4A1E-425A-8868-4FDB94F5B5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664" y="6941171"/>
              <a:ext cx="5255" cy="2036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8" name="Straight Connector 452">
              <a:extLst>
                <a:ext uri="{FF2B5EF4-FFF2-40B4-BE49-F238E27FC236}">
                  <a16:creationId xmlns:a16="http://schemas.microsoft.com/office/drawing/2014/main" id="{80B9A3D4-2CF0-4465-9E60-625CDF8DD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7302" y="694600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2E88F6A3-CBC1-4F74-917E-139DFECEAC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1290" y="7031042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D1F58A7C-565F-4168-B3C6-DFF267CDF8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871" y="748547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1" name="Straight Connector 452">
              <a:extLst>
                <a:ext uri="{FF2B5EF4-FFF2-40B4-BE49-F238E27FC236}">
                  <a16:creationId xmlns:a16="http://schemas.microsoft.com/office/drawing/2014/main" id="{8B527035-D60D-48CF-B80F-49B0299F6F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4280" y="6929102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EDA616FF-5C5D-4696-91DA-A49C36F98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433" y="6950842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3" name="Straight Connector 452">
              <a:extLst>
                <a:ext uri="{FF2B5EF4-FFF2-40B4-BE49-F238E27FC236}">
                  <a16:creationId xmlns:a16="http://schemas.microsoft.com/office/drawing/2014/main" id="{70BBC710-86D9-437B-A489-2D8459F42F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7886" y="6942554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8C44A231-F04E-4E66-940F-E4AF1297F9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1564" y="6933493"/>
              <a:ext cx="572" cy="3833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5" name="Straight Connector 452">
              <a:extLst>
                <a:ext uri="{FF2B5EF4-FFF2-40B4-BE49-F238E27FC236}">
                  <a16:creationId xmlns:a16="http://schemas.microsoft.com/office/drawing/2014/main" id="{AAD510F4-07E6-4321-A278-E984557CD1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0714" y="7317345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6" name="Straight Connector 452">
              <a:extLst>
                <a:ext uri="{FF2B5EF4-FFF2-40B4-BE49-F238E27FC236}">
                  <a16:creationId xmlns:a16="http://schemas.microsoft.com/office/drawing/2014/main" id="{2B74A28E-4788-42D4-9E9C-E4B29C664B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7498" y="6857438"/>
              <a:ext cx="8384" cy="5770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9" name="Straight Connector 452">
              <a:extLst>
                <a:ext uri="{FF2B5EF4-FFF2-40B4-BE49-F238E27FC236}">
                  <a16:creationId xmlns:a16="http://schemas.microsoft.com/office/drawing/2014/main" id="{D4A0B087-FA1A-49C5-BD9B-0DA8C5C96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2756" y="6756657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B92563D0-8DF6-4A05-B587-871374D24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1273" y="6756658"/>
              <a:ext cx="10574" cy="7352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1" name="Straight Connector 452">
              <a:extLst>
                <a:ext uri="{FF2B5EF4-FFF2-40B4-BE49-F238E27FC236}">
                  <a16:creationId xmlns:a16="http://schemas.microsoft.com/office/drawing/2014/main" id="{971306D7-8B41-4726-BA3C-DAC96756A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3452" y="7403696"/>
              <a:ext cx="250879" cy="10165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F75CA92D-C5E2-4E86-A132-848AB538E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825" y="7383268"/>
              <a:ext cx="7597" cy="575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3" name="Straight Connector 452">
              <a:extLst>
                <a:ext uri="{FF2B5EF4-FFF2-40B4-BE49-F238E27FC236}">
                  <a16:creationId xmlns:a16="http://schemas.microsoft.com/office/drawing/2014/main" id="{FFBAFC73-8DB9-4839-B74E-B15E592119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0028" y="7844263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0E153BC4-4108-43E6-A105-73313AF093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7748" y="7857576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452">
              <a:extLst>
                <a:ext uri="{FF2B5EF4-FFF2-40B4-BE49-F238E27FC236}">
                  <a16:creationId xmlns:a16="http://schemas.microsoft.com/office/drawing/2014/main" id="{B0B6DB2A-CF62-4FB3-A2B0-F1836D4F20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9089" y="7937919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6099B598-FA44-40F0-AB1C-301D12A19F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0842" y="803144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Straight Connector 452">
              <a:extLst>
                <a:ext uri="{FF2B5EF4-FFF2-40B4-BE49-F238E27FC236}">
                  <a16:creationId xmlns:a16="http://schemas.microsoft.com/office/drawing/2014/main" id="{23F7BDF4-952F-45C2-9DB4-A3D9269B4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6795" y="7850062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452">
              <a:extLst>
                <a:ext uri="{FF2B5EF4-FFF2-40B4-BE49-F238E27FC236}">
                  <a16:creationId xmlns:a16="http://schemas.microsoft.com/office/drawing/2014/main" id="{08A54AD3-E1AA-433B-9DEF-94D7C24F7C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4488" y="7680204"/>
              <a:ext cx="481788" cy="1918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80780B62-4A20-4C96-94F8-A444E75E20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6111" y="757884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452">
              <a:extLst>
                <a:ext uri="{FF2B5EF4-FFF2-40B4-BE49-F238E27FC236}">
                  <a16:creationId xmlns:a16="http://schemas.microsoft.com/office/drawing/2014/main" id="{0E97062B-F7C6-444D-BB59-B6B15B7E70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10809" y="7589420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09E07EDE-3596-471E-9C97-E82A22CE77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4113" y="7485477"/>
              <a:ext cx="479800" cy="2118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452">
              <a:extLst>
                <a:ext uri="{FF2B5EF4-FFF2-40B4-BE49-F238E27FC236}">
                  <a16:creationId xmlns:a16="http://schemas.microsoft.com/office/drawing/2014/main" id="{403FC00F-7BD7-48CA-87CC-563BF5CFE2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576" y="748795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D5606813-266B-4216-BDD6-095448D54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0043" y="7155145"/>
              <a:ext cx="1194565" cy="430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452">
              <a:extLst>
                <a:ext uri="{FF2B5EF4-FFF2-40B4-BE49-F238E27FC236}">
                  <a16:creationId xmlns:a16="http://schemas.microsoft.com/office/drawing/2014/main" id="{8EE74403-02CC-45F6-B5E9-612F463E1A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5904" y="7132513"/>
              <a:ext cx="698068" cy="2887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116205B0-0804-44DE-AEB2-28C193C8D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9758" y="7211662"/>
              <a:ext cx="479800" cy="2118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452">
              <a:extLst>
                <a:ext uri="{FF2B5EF4-FFF2-40B4-BE49-F238E27FC236}">
                  <a16:creationId xmlns:a16="http://schemas.microsoft.com/office/drawing/2014/main" id="{4D3118DD-69DC-46E1-8F81-A23833A5F4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2958" y="7208380"/>
              <a:ext cx="492267" cy="2103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1A0D18A7-40F0-4F7D-8A3A-A6A2990ABA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1986" y="7229691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Straight Connector 452">
              <a:extLst>
                <a:ext uri="{FF2B5EF4-FFF2-40B4-BE49-F238E27FC236}">
                  <a16:creationId xmlns:a16="http://schemas.microsoft.com/office/drawing/2014/main" id="{AA979E68-578D-4D73-A691-9A1E1CC97E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39114" y="723927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1E03B4C9-EE17-473D-A396-62F8DB5EA8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560" y="7217777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452">
              <a:extLst>
                <a:ext uri="{FF2B5EF4-FFF2-40B4-BE49-F238E27FC236}">
                  <a16:creationId xmlns:a16="http://schemas.microsoft.com/office/drawing/2014/main" id="{6D8F78A6-AA38-43FA-9E85-276E2E1AD0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4584" y="7052046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38D85EDB-81BE-4819-8D8C-AFCC80560F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1720" y="6938506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452">
              <a:extLst>
                <a:ext uri="{FF2B5EF4-FFF2-40B4-BE49-F238E27FC236}">
                  <a16:creationId xmlns:a16="http://schemas.microsoft.com/office/drawing/2014/main" id="{8FDBC0BD-368C-42F4-B62B-85292B9E14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2560" y="6763728"/>
              <a:ext cx="464002" cy="183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" name="Straight Connector 452">
              <a:extLst>
                <a:ext uri="{FF2B5EF4-FFF2-40B4-BE49-F238E27FC236}">
                  <a16:creationId xmlns:a16="http://schemas.microsoft.com/office/drawing/2014/main" id="{C8113540-5556-43C7-9D5B-CC68B2FF4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0260" y="6747042"/>
              <a:ext cx="0" cy="4081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5CDFF9D3-E163-49B4-B65E-B2BE4E4E95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6343" y="6948921"/>
              <a:ext cx="471372" cy="1905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91782B0-7CE5-4ADF-A7AC-859A90785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3659" y="6940733"/>
              <a:ext cx="697825" cy="2693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452">
              <a:extLst>
                <a:ext uri="{FF2B5EF4-FFF2-40B4-BE49-F238E27FC236}">
                  <a16:creationId xmlns:a16="http://schemas.microsoft.com/office/drawing/2014/main" id="{BF6FD945-724D-4FBC-B9B8-7E7EA584E7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1715" y="6948921"/>
              <a:ext cx="707624" cy="2769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5A5F6645-9E8D-499B-A128-4572474BE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2790" y="6946939"/>
              <a:ext cx="1003877" cy="3624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452">
              <a:extLst>
                <a:ext uri="{FF2B5EF4-FFF2-40B4-BE49-F238E27FC236}">
                  <a16:creationId xmlns:a16="http://schemas.microsoft.com/office/drawing/2014/main" id="{47276781-558E-49A5-A70D-18083A2C5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4875" y="712695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6949CD79-4A02-4A49-804B-90AA7D10A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0044" y="711155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089D5692-7447-4582-99AE-66EE776AF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446" y="720752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452">
              <a:extLst>
                <a:ext uri="{FF2B5EF4-FFF2-40B4-BE49-F238E27FC236}">
                  <a16:creationId xmlns:a16="http://schemas.microsoft.com/office/drawing/2014/main" id="{972DDBD0-4ED6-4BEE-B1E2-A8A69FC7C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3700" y="730396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452">
              <a:extLst>
                <a:ext uri="{FF2B5EF4-FFF2-40B4-BE49-F238E27FC236}">
                  <a16:creationId xmlns:a16="http://schemas.microsoft.com/office/drawing/2014/main" id="{7584C34F-3F0E-4B97-ABCA-2324E4A82A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87" y="7294226"/>
              <a:ext cx="466137" cy="196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F555B2F2-FE0E-4308-8E87-7C7FBDEB7F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5718" y="7215610"/>
              <a:ext cx="709343" cy="28771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452">
              <a:extLst>
                <a:ext uri="{FF2B5EF4-FFF2-40B4-BE49-F238E27FC236}">
                  <a16:creationId xmlns:a16="http://schemas.microsoft.com/office/drawing/2014/main" id="{6715E413-99F4-48E4-BEE6-069D16278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8561" y="705172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8B7FF1DA-FCB9-4F0C-AAE3-02B250A2B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3637" y="6955348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452">
              <a:extLst>
                <a:ext uri="{FF2B5EF4-FFF2-40B4-BE49-F238E27FC236}">
                  <a16:creationId xmlns:a16="http://schemas.microsoft.com/office/drawing/2014/main" id="{1CD7B52C-4B48-4665-A854-D9142FB1B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3617" y="6944508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39791421-F2D8-4EB3-9FE8-E24942A56A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0730" y="7117757"/>
              <a:ext cx="475899" cy="1810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8" name="Straight Connector 452">
              <a:extLst>
                <a:ext uri="{FF2B5EF4-FFF2-40B4-BE49-F238E27FC236}">
                  <a16:creationId xmlns:a16="http://schemas.microsoft.com/office/drawing/2014/main" id="{A06BDDFB-DECC-479D-9AD0-2E9F288A5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613" y="7022286"/>
              <a:ext cx="685003" cy="2919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452">
              <a:extLst>
                <a:ext uri="{FF2B5EF4-FFF2-40B4-BE49-F238E27FC236}">
                  <a16:creationId xmlns:a16="http://schemas.microsoft.com/office/drawing/2014/main" id="{113990FC-CFE6-40FC-9431-41A6A96BA9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210" y="683274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5B0AAD53-943C-4473-9049-98CD24045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8826" y="6813249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1" name="Straight Connector 452">
              <a:extLst>
                <a:ext uri="{FF2B5EF4-FFF2-40B4-BE49-F238E27FC236}">
                  <a16:creationId xmlns:a16="http://schemas.microsoft.com/office/drawing/2014/main" id="{30643A37-D882-4854-8AAA-C7CA2257C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0232" y="6844438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452">
              <a:extLst>
                <a:ext uri="{FF2B5EF4-FFF2-40B4-BE49-F238E27FC236}">
                  <a16:creationId xmlns:a16="http://schemas.microsoft.com/office/drawing/2014/main" id="{A8D3ECB6-6E23-4387-9567-FA9873E331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0439" y="6827681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3" name="Straight Connector 452">
              <a:extLst>
                <a:ext uri="{FF2B5EF4-FFF2-40B4-BE49-F238E27FC236}">
                  <a16:creationId xmlns:a16="http://schemas.microsoft.com/office/drawing/2014/main" id="{DC540341-9BEC-46BF-8DD6-F3F2F5FB25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6481" y="6923995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E606B63D-D7DF-4645-AE32-9DC3C03964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7723" y="703485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452">
              <a:extLst>
                <a:ext uri="{FF2B5EF4-FFF2-40B4-BE49-F238E27FC236}">
                  <a16:creationId xmlns:a16="http://schemas.microsoft.com/office/drawing/2014/main" id="{14A25B35-F63D-4C22-97A1-5A1F0C51BD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333" y="6684094"/>
              <a:ext cx="5045" cy="35004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452">
              <a:extLst>
                <a:ext uri="{FF2B5EF4-FFF2-40B4-BE49-F238E27FC236}">
                  <a16:creationId xmlns:a16="http://schemas.microsoft.com/office/drawing/2014/main" id="{174383F8-F1A0-42CE-B667-A56E1A4925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62239" y="6573504"/>
              <a:ext cx="248842" cy="110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452">
              <a:extLst>
                <a:ext uri="{FF2B5EF4-FFF2-40B4-BE49-F238E27FC236}">
                  <a16:creationId xmlns:a16="http://schemas.microsoft.com/office/drawing/2014/main" id="{0AD88920-B0A9-439B-B810-7DC902E28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957" y="636851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4CED4F9E-66BD-4368-B552-E9FA803FD0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2449" y="638966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452">
              <a:extLst>
                <a:ext uri="{FF2B5EF4-FFF2-40B4-BE49-F238E27FC236}">
                  <a16:creationId xmlns:a16="http://schemas.microsoft.com/office/drawing/2014/main" id="{2B762BF8-C747-4510-BC4B-B451258A9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4081" y="5937612"/>
              <a:ext cx="6139" cy="5355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2" name="Straight Connector 452">
              <a:extLst>
                <a:ext uri="{FF2B5EF4-FFF2-40B4-BE49-F238E27FC236}">
                  <a16:creationId xmlns:a16="http://schemas.microsoft.com/office/drawing/2014/main" id="{2D94AA07-0278-4C79-981F-33110B21A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1121" y="595966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A4756C10-7B54-49C0-A4A6-BE3E82D023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686" y="5826402"/>
              <a:ext cx="0" cy="2204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4" name="Straight Connector 452">
              <a:extLst>
                <a:ext uri="{FF2B5EF4-FFF2-40B4-BE49-F238E27FC236}">
                  <a16:creationId xmlns:a16="http://schemas.microsoft.com/office/drawing/2014/main" id="{DC9A6911-E816-4D02-AAF0-A547F7581A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9023" y="5837666"/>
              <a:ext cx="716187" cy="2973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21223517-B087-440B-8E64-0BE5AADDD0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2134" y="6095154"/>
              <a:ext cx="0" cy="2204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6" name="Straight Connector 452">
              <a:extLst>
                <a:ext uri="{FF2B5EF4-FFF2-40B4-BE49-F238E27FC236}">
                  <a16:creationId xmlns:a16="http://schemas.microsoft.com/office/drawing/2014/main" id="{F8BC4F03-C725-459E-B754-1E5212EA6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8826" y="6290720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F8B9E7F4-3781-42A1-A1D0-D366C20B73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5048" y="6320992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31C10ABC-A7B9-4DC6-B95F-B3CC36631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8627" y="629592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452">
              <a:extLst>
                <a:ext uri="{FF2B5EF4-FFF2-40B4-BE49-F238E27FC236}">
                  <a16:creationId xmlns:a16="http://schemas.microsoft.com/office/drawing/2014/main" id="{E1B9AA1C-32BB-4B3C-98B8-B47DDE2B8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20" y="6383985"/>
              <a:ext cx="0" cy="3726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74BF314-4029-4013-B695-0F5C3C9F5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1635" y="6660072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452">
              <a:extLst>
                <a:ext uri="{FF2B5EF4-FFF2-40B4-BE49-F238E27FC236}">
                  <a16:creationId xmlns:a16="http://schemas.microsoft.com/office/drawing/2014/main" id="{927E0DE7-B681-462E-9B07-B132F526D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8976" y="6492133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FDEE2586-09EF-4301-A0CE-F73E221039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7949" y="6499133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5" name="Straight Connector 452">
              <a:extLst>
                <a:ext uri="{FF2B5EF4-FFF2-40B4-BE49-F238E27FC236}">
                  <a16:creationId xmlns:a16="http://schemas.microsoft.com/office/drawing/2014/main" id="{685C4BE2-9D61-42F5-8050-95A99DD6F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4585" y="6577716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452">
              <a:extLst>
                <a:ext uri="{FF2B5EF4-FFF2-40B4-BE49-F238E27FC236}">
                  <a16:creationId xmlns:a16="http://schemas.microsoft.com/office/drawing/2014/main" id="{B4BBA1F7-A856-4A5C-BE4A-2D08D983B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3637" y="6676281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7" name="Straight Connector 452">
              <a:extLst>
                <a:ext uri="{FF2B5EF4-FFF2-40B4-BE49-F238E27FC236}">
                  <a16:creationId xmlns:a16="http://schemas.microsoft.com/office/drawing/2014/main" id="{5287226D-3476-464E-B3AA-FABEF753D9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8637" y="667663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002054DF-61F8-483D-AD6A-64B4841B7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9328" y="6582437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452">
              <a:extLst>
                <a:ext uri="{FF2B5EF4-FFF2-40B4-BE49-F238E27FC236}">
                  <a16:creationId xmlns:a16="http://schemas.microsoft.com/office/drawing/2014/main" id="{DC539340-656E-4607-8462-82E6FF07C9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6419" y="6514555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BCE037EB-CA5B-4934-9152-1A86908B5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628" y="6402695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Connector 452">
              <a:extLst>
                <a:ext uri="{FF2B5EF4-FFF2-40B4-BE49-F238E27FC236}">
                  <a16:creationId xmlns:a16="http://schemas.microsoft.com/office/drawing/2014/main" id="{43382D8A-87B6-46B1-B777-2E7BE4CED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813" y="6043028"/>
              <a:ext cx="0" cy="3594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8354239C-5CF3-47E1-969A-EEFDF452FD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0149" y="6041149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452">
              <a:extLst>
                <a:ext uri="{FF2B5EF4-FFF2-40B4-BE49-F238E27FC236}">
                  <a16:creationId xmlns:a16="http://schemas.microsoft.com/office/drawing/2014/main" id="{2B3C9AC0-464D-427C-BD84-97272D89A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5897" y="6124234"/>
              <a:ext cx="8911" cy="5358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8931441F-9590-466D-984D-5E2EEF6BF2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5116" y="6672088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452">
              <a:extLst>
                <a:ext uri="{FF2B5EF4-FFF2-40B4-BE49-F238E27FC236}">
                  <a16:creationId xmlns:a16="http://schemas.microsoft.com/office/drawing/2014/main" id="{1E5F82E0-6486-4208-8BE2-D34D289D50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4038" y="6248137"/>
              <a:ext cx="8911" cy="5358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AA207B0-0633-4F22-ABBA-B85F67E00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7234" y="6128909"/>
              <a:ext cx="258106" cy="118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452">
              <a:extLst>
                <a:ext uri="{FF2B5EF4-FFF2-40B4-BE49-F238E27FC236}">
                  <a16:creationId xmlns:a16="http://schemas.microsoft.com/office/drawing/2014/main" id="{483E08E3-5082-495E-ABC0-2BE4A15108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0000" y="6108545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91D1C323-9449-4654-9D9E-6D374BF1E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9344" y="6756657"/>
              <a:ext cx="264715" cy="114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452">
              <a:extLst>
                <a:ext uri="{FF2B5EF4-FFF2-40B4-BE49-F238E27FC236}">
                  <a16:creationId xmlns:a16="http://schemas.microsoft.com/office/drawing/2014/main" id="{9DC1D5BC-5896-48D2-A081-D3FAF3393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3852" y="6035537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452">
              <a:extLst>
                <a:ext uri="{FF2B5EF4-FFF2-40B4-BE49-F238E27FC236}">
                  <a16:creationId xmlns:a16="http://schemas.microsoft.com/office/drawing/2014/main" id="{4ABDBFDE-EDE2-4ED6-9A17-78F7BA75E2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96996" y="6039846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2B91BCBB-972B-4036-948F-DB56014108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3879" y="6130986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452">
              <a:extLst>
                <a:ext uri="{FF2B5EF4-FFF2-40B4-BE49-F238E27FC236}">
                  <a16:creationId xmlns:a16="http://schemas.microsoft.com/office/drawing/2014/main" id="{6F9C1328-F952-4020-88EC-0A9458114E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3046" y="6855364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Straight Connector 452">
              <a:extLst>
                <a:ext uri="{FF2B5EF4-FFF2-40B4-BE49-F238E27FC236}">
                  <a16:creationId xmlns:a16="http://schemas.microsoft.com/office/drawing/2014/main" id="{8410C285-05A2-4DB7-AAD4-1B96328BA1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6605" y="6217754"/>
              <a:ext cx="13452" cy="73116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33E6E3EB-1C7F-4619-93EE-9A21F7195E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9601" y="6239800"/>
              <a:ext cx="681365" cy="2762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452">
              <a:extLst>
                <a:ext uri="{FF2B5EF4-FFF2-40B4-BE49-F238E27FC236}">
                  <a16:creationId xmlns:a16="http://schemas.microsoft.com/office/drawing/2014/main" id="{1C118965-136B-4908-9B91-B414EC662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878" y="649213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22E69CB-F7C7-4A0C-A5E2-C517157C4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2298" y="6657524"/>
              <a:ext cx="510759" cy="1997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452">
              <a:extLst>
                <a:ext uri="{FF2B5EF4-FFF2-40B4-BE49-F238E27FC236}">
                  <a16:creationId xmlns:a16="http://schemas.microsoft.com/office/drawing/2014/main" id="{A0C50112-66C9-462F-A390-FE3BB0766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0753" y="6831294"/>
              <a:ext cx="1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9F0682D3-5BA5-4932-AF2C-817608610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8625" y="6782713"/>
              <a:ext cx="723269" cy="2614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452">
              <a:extLst>
                <a:ext uri="{FF2B5EF4-FFF2-40B4-BE49-F238E27FC236}">
                  <a16:creationId xmlns:a16="http://schemas.microsoft.com/office/drawing/2014/main" id="{CA4D540B-2C38-4CD2-B3CF-607C682C4A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4318" y="6782239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17DDBEDB-53AF-4E8D-8C18-116ADC516D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9087" y="670180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452">
              <a:extLst>
                <a:ext uri="{FF2B5EF4-FFF2-40B4-BE49-F238E27FC236}">
                  <a16:creationId xmlns:a16="http://schemas.microsoft.com/office/drawing/2014/main" id="{FD80F20F-E136-4B11-8BC0-51261CB10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9159" y="6599031"/>
              <a:ext cx="245356" cy="93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FA62E093-C26F-4F46-9C8D-78D40344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7271" y="6490412"/>
              <a:ext cx="264715" cy="114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452">
              <a:extLst>
                <a:ext uri="{FF2B5EF4-FFF2-40B4-BE49-F238E27FC236}">
                  <a16:creationId xmlns:a16="http://schemas.microsoft.com/office/drawing/2014/main" id="{B8A3643D-EFF5-4EBA-B9C2-4313633A5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227" y="6130986"/>
              <a:ext cx="7998" cy="3751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D9D45D33-C598-45A5-AAF8-8F3987B60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87" y="6053087"/>
              <a:ext cx="232512" cy="98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452">
              <a:extLst>
                <a:ext uri="{FF2B5EF4-FFF2-40B4-BE49-F238E27FC236}">
                  <a16:creationId xmlns:a16="http://schemas.microsoft.com/office/drawing/2014/main" id="{E0EE8E45-4277-424F-B185-37A1DEB40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9890" y="587005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452">
              <a:extLst>
                <a:ext uri="{FF2B5EF4-FFF2-40B4-BE49-F238E27FC236}">
                  <a16:creationId xmlns:a16="http://schemas.microsoft.com/office/drawing/2014/main" id="{E5845D70-3304-4508-BE70-815F806267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5856" y="5854798"/>
              <a:ext cx="454028" cy="1850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452">
              <a:extLst>
                <a:ext uri="{FF2B5EF4-FFF2-40B4-BE49-F238E27FC236}">
                  <a16:creationId xmlns:a16="http://schemas.microsoft.com/office/drawing/2014/main" id="{D4B30891-26FD-4870-A097-7C1E87A6B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0265" y="6029722"/>
              <a:ext cx="214" cy="3888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452">
              <a:extLst>
                <a:ext uri="{FF2B5EF4-FFF2-40B4-BE49-F238E27FC236}">
                  <a16:creationId xmlns:a16="http://schemas.microsoft.com/office/drawing/2014/main" id="{B4FA09BC-FE37-4E53-BCC9-1ABBF8EF12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7020" y="5784849"/>
              <a:ext cx="1637772" cy="631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CF885917-703D-42B2-AA7C-58ADECDD61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2140" y="558457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452">
              <a:extLst>
                <a:ext uri="{FF2B5EF4-FFF2-40B4-BE49-F238E27FC236}">
                  <a16:creationId xmlns:a16="http://schemas.microsoft.com/office/drawing/2014/main" id="{6622FBA3-A5B0-4AD8-A4CD-5441D73A01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6823" y="5591472"/>
              <a:ext cx="1379521" cy="5536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53DF075-3F29-46B4-A46A-FB6CB345FC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186" y="596154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452">
              <a:extLst>
                <a:ext uri="{FF2B5EF4-FFF2-40B4-BE49-F238E27FC236}">
                  <a16:creationId xmlns:a16="http://schemas.microsoft.com/office/drawing/2014/main" id="{396D20F7-6F69-41B5-86A4-B0AA3E7FA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2677" y="5768111"/>
              <a:ext cx="489920" cy="2049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B6D0B8F9-E671-4325-9CD2-2D2E3DA31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9520" y="5681379"/>
              <a:ext cx="253214" cy="848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B2F3650F-2D4B-4380-90B7-06EFBBE42EEA}"/>
                </a:ext>
              </a:extLst>
            </p:cNvPr>
            <p:cNvCxnSpPr>
              <a:cxnSpLocks/>
            </p:cNvCxnSpPr>
            <p:nvPr/>
          </p:nvCxnSpPr>
          <p:spPr>
            <a:xfrm>
              <a:off x="6735191" y="5499510"/>
              <a:ext cx="1" cy="1727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452">
              <a:extLst>
                <a:ext uri="{FF2B5EF4-FFF2-40B4-BE49-F238E27FC236}">
                  <a16:creationId xmlns:a16="http://schemas.microsoft.com/office/drawing/2014/main" id="{E1322457-60DF-4C04-AF30-5B9202F078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9520" y="541603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DD1D2C8D-8C28-4E75-B062-F157055D5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1882" y="5227238"/>
              <a:ext cx="469084" cy="1879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452">
              <a:extLst>
                <a:ext uri="{FF2B5EF4-FFF2-40B4-BE49-F238E27FC236}">
                  <a16:creationId xmlns:a16="http://schemas.microsoft.com/office/drawing/2014/main" id="{6FBB5F4D-41D3-42E3-BF07-91B69CE1A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558" y="5219214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452">
              <a:extLst>
                <a:ext uri="{FF2B5EF4-FFF2-40B4-BE49-F238E27FC236}">
                  <a16:creationId xmlns:a16="http://schemas.microsoft.com/office/drawing/2014/main" id="{1937C5B7-BCF4-4F6C-8DB6-A9A0E39969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249" y="540578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2C9EF17D-59B3-4E3A-9617-2AE2D81E2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362" y="5509160"/>
              <a:ext cx="253214" cy="848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452">
              <a:extLst>
                <a:ext uri="{FF2B5EF4-FFF2-40B4-BE49-F238E27FC236}">
                  <a16:creationId xmlns:a16="http://schemas.microsoft.com/office/drawing/2014/main" id="{5E43ED68-8256-4B7C-8A8D-61A3DBE049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1222" y="5591471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9F111CA5-6D67-473E-983B-7A15FBFEC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62627" y="5771458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452">
              <a:extLst>
                <a:ext uri="{FF2B5EF4-FFF2-40B4-BE49-F238E27FC236}">
                  <a16:creationId xmlns:a16="http://schemas.microsoft.com/office/drawing/2014/main" id="{72DA6FF7-AB0E-446E-8AD2-97BC8210B4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3835" y="5677842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452">
              <a:extLst>
                <a:ext uri="{FF2B5EF4-FFF2-40B4-BE49-F238E27FC236}">
                  <a16:creationId xmlns:a16="http://schemas.microsoft.com/office/drawing/2014/main" id="{174C27EA-D249-40D0-9AEB-E12E50DBD7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1560" y="567625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16CF77E5-8862-4DF2-848D-3D23886C5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87" y="5597897"/>
              <a:ext cx="463183" cy="1900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286599A3-3AC1-4870-9CDD-3E265F02D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1720" y="5405787"/>
              <a:ext cx="0" cy="1968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F109F144-ABE2-4306-837D-8A85B204F1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86033" y="5405786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452">
              <a:extLst>
                <a:ext uri="{FF2B5EF4-FFF2-40B4-BE49-F238E27FC236}">
                  <a16:creationId xmlns:a16="http://schemas.microsoft.com/office/drawing/2014/main" id="{0BF7FF10-0C5F-4F3A-AC81-2D6378E8C2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592" y="5398736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452">
              <a:extLst>
                <a:ext uri="{FF2B5EF4-FFF2-40B4-BE49-F238E27FC236}">
                  <a16:creationId xmlns:a16="http://schemas.microsoft.com/office/drawing/2014/main" id="{1007101A-7218-462A-A5CE-AFE3277215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8730" y="530350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0B6B3A35-E28C-48B6-A344-C4DB7B5DCE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639" y="5215858"/>
              <a:ext cx="236307" cy="1107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452">
              <a:extLst>
                <a:ext uri="{FF2B5EF4-FFF2-40B4-BE49-F238E27FC236}">
                  <a16:creationId xmlns:a16="http://schemas.microsoft.com/office/drawing/2014/main" id="{4C173B48-8206-48B5-BE73-C89FF29D264C}"/>
                </a:ext>
              </a:extLst>
            </p:cNvPr>
            <p:cNvCxnSpPr>
              <a:cxnSpLocks/>
            </p:cNvCxnSpPr>
            <p:nvPr/>
          </p:nvCxnSpPr>
          <p:spPr>
            <a:xfrm>
              <a:off x="8126562" y="5140868"/>
              <a:ext cx="233825" cy="72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9D259D78-1640-4EC3-9E44-210029D22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511" y="4953892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452">
              <a:extLst>
                <a:ext uri="{FF2B5EF4-FFF2-40B4-BE49-F238E27FC236}">
                  <a16:creationId xmlns:a16="http://schemas.microsoft.com/office/drawing/2014/main" id="{41F7CE6C-6DBA-469D-9A8C-A0598E2F87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97987" y="4872086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AC53317A-A705-4976-8B6F-030E134D3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9884" y="4859022"/>
              <a:ext cx="246821" cy="115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452">
              <a:extLst>
                <a:ext uri="{FF2B5EF4-FFF2-40B4-BE49-F238E27FC236}">
                  <a16:creationId xmlns:a16="http://schemas.microsoft.com/office/drawing/2014/main" id="{A878501C-4C5E-43EF-ACFC-285AA186BB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1254" y="5051666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452">
              <a:extLst>
                <a:ext uri="{FF2B5EF4-FFF2-40B4-BE49-F238E27FC236}">
                  <a16:creationId xmlns:a16="http://schemas.microsoft.com/office/drawing/2014/main" id="{C8661CA5-5579-41E2-AAF0-73ED985B72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0901" y="5046877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452">
              <a:extLst>
                <a:ext uri="{FF2B5EF4-FFF2-40B4-BE49-F238E27FC236}">
                  <a16:creationId xmlns:a16="http://schemas.microsoft.com/office/drawing/2014/main" id="{52547C7C-2489-4F30-A5FD-FC1BEF776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227" y="4868833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63B91D7E-DEC7-48DC-87F8-C6A04B14F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8130" y="4792289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452">
              <a:extLst>
                <a:ext uri="{FF2B5EF4-FFF2-40B4-BE49-F238E27FC236}">
                  <a16:creationId xmlns:a16="http://schemas.microsoft.com/office/drawing/2014/main" id="{7AF34E11-17E6-400D-BBF0-70CD286221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1226" y="468502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4104702C-EB9E-4CC1-BA72-DF6FAA8CDB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4792" y="467150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452">
              <a:extLst>
                <a:ext uri="{FF2B5EF4-FFF2-40B4-BE49-F238E27FC236}">
                  <a16:creationId xmlns:a16="http://schemas.microsoft.com/office/drawing/2014/main" id="{6F591276-3AA0-43EF-8E13-8089D356E1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4792" y="4770439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F5B67CA7-01F1-4419-95A1-81D363FDDC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7237" y="504406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452">
              <a:extLst>
                <a:ext uri="{FF2B5EF4-FFF2-40B4-BE49-F238E27FC236}">
                  <a16:creationId xmlns:a16="http://schemas.microsoft.com/office/drawing/2014/main" id="{52625C9C-859A-4DE4-9D44-109C4AFCC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237" y="4671501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52CEE799-9858-4F73-8D55-45748672F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9758" y="4492868"/>
              <a:ext cx="513745" cy="20769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452">
              <a:extLst>
                <a:ext uri="{FF2B5EF4-FFF2-40B4-BE49-F238E27FC236}">
                  <a16:creationId xmlns:a16="http://schemas.microsoft.com/office/drawing/2014/main" id="{1DC57881-FBCD-4BCA-80D8-3BC3CEEFE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1757" y="4500991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452">
              <a:extLst>
                <a:ext uri="{FF2B5EF4-FFF2-40B4-BE49-F238E27FC236}">
                  <a16:creationId xmlns:a16="http://schemas.microsoft.com/office/drawing/2014/main" id="{98144ABE-69C8-4A75-AE4E-3BB97D8BF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2685" y="4778793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3B437A54-3E75-4AC7-A3B0-C55F910879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734" y="4770439"/>
              <a:ext cx="0" cy="3769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452">
              <a:extLst>
                <a:ext uri="{FF2B5EF4-FFF2-40B4-BE49-F238E27FC236}">
                  <a16:creationId xmlns:a16="http://schemas.microsoft.com/office/drawing/2014/main" id="{C77D0BBA-2A26-4314-8A33-6D28B40B6E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1888" y="503033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452">
              <a:extLst>
                <a:ext uri="{FF2B5EF4-FFF2-40B4-BE49-F238E27FC236}">
                  <a16:creationId xmlns:a16="http://schemas.microsoft.com/office/drawing/2014/main" id="{CD0BDC3C-1953-4379-B75E-31C9F4175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2677" y="503444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0AE49D53-9F4C-452E-863B-2A8972C85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63687" y="5225877"/>
              <a:ext cx="436939" cy="1865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73CCFF64-1A4C-48B1-BBCF-58A449B80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9214" y="522646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C2690AB9-C34A-4FDD-8F63-4CE640A28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3795" y="5139218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452">
              <a:extLst>
                <a:ext uri="{FF2B5EF4-FFF2-40B4-BE49-F238E27FC236}">
                  <a16:creationId xmlns:a16="http://schemas.microsoft.com/office/drawing/2014/main" id="{0DE98C45-C4F7-44F7-A911-4CE27C702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5618" y="5040618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5595FC3B-455A-41AC-A6DD-D36E58AC7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402" y="503689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452">
              <a:extLst>
                <a:ext uri="{FF2B5EF4-FFF2-40B4-BE49-F238E27FC236}">
                  <a16:creationId xmlns:a16="http://schemas.microsoft.com/office/drawing/2014/main" id="{DD61FC81-371C-4047-9D01-E0E1A2607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1704" y="513042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452">
              <a:extLst>
                <a:ext uri="{FF2B5EF4-FFF2-40B4-BE49-F238E27FC236}">
                  <a16:creationId xmlns:a16="http://schemas.microsoft.com/office/drawing/2014/main" id="{825DEAA3-9D01-4566-B535-12F89B45A6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8874" y="530672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30D156DC-1D86-4C13-A1D8-DA95CF671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8874" y="5203366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452">
              <a:extLst>
                <a:ext uri="{FF2B5EF4-FFF2-40B4-BE49-F238E27FC236}">
                  <a16:creationId xmlns:a16="http://schemas.microsoft.com/office/drawing/2014/main" id="{3CF38231-895B-409D-9C82-989CC19275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3506" y="5211048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452">
              <a:extLst>
                <a:ext uri="{FF2B5EF4-FFF2-40B4-BE49-F238E27FC236}">
                  <a16:creationId xmlns:a16="http://schemas.microsoft.com/office/drawing/2014/main" id="{1481050E-048C-4553-9AC9-DCD424BE8B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7293" y="5292805"/>
              <a:ext cx="332" cy="584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452">
              <a:extLst>
                <a:ext uri="{FF2B5EF4-FFF2-40B4-BE49-F238E27FC236}">
                  <a16:creationId xmlns:a16="http://schemas.microsoft.com/office/drawing/2014/main" id="{B8E5504F-434C-4954-921B-DDC794792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806" y="5860502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452">
              <a:extLst>
                <a:ext uri="{FF2B5EF4-FFF2-40B4-BE49-F238E27FC236}">
                  <a16:creationId xmlns:a16="http://schemas.microsoft.com/office/drawing/2014/main" id="{9A67A07F-EFDF-4404-BFAA-7C18193CA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566" y="5041688"/>
              <a:ext cx="0" cy="9386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452">
              <a:extLst>
                <a:ext uri="{FF2B5EF4-FFF2-40B4-BE49-F238E27FC236}">
                  <a16:creationId xmlns:a16="http://schemas.microsoft.com/office/drawing/2014/main" id="{E267892E-18B0-4478-A571-F07070E587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516" y="4689472"/>
              <a:ext cx="910691" cy="3611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452">
              <a:extLst>
                <a:ext uri="{FF2B5EF4-FFF2-40B4-BE49-F238E27FC236}">
                  <a16:creationId xmlns:a16="http://schemas.microsoft.com/office/drawing/2014/main" id="{11AAEF68-823F-4E5E-993E-E3D0DAD3D1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789" y="469013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452">
              <a:extLst>
                <a:ext uri="{FF2B5EF4-FFF2-40B4-BE49-F238E27FC236}">
                  <a16:creationId xmlns:a16="http://schemas.microsoft.com/office/drawing/2014/main" id="{8670F481-47DB-40D0-B1E5-277A51A51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3526" y="460200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452">
              <a:extLst>
                <a:ext uri="{FF2B5EF4-FFF2-40B4-BE49-F238E27FC236}">
                  <a16:creationId xmlns:a16="http://schemas.microsoft.com/office/drawing/2014/main" id="{08FC83DF-41AB-460D-AAB0-239E52C3B2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43267" y="4499402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452">
              <a:extLst>
                <a:ext uri="{FF2B5EF4-FFF2-40B4-BE49-F238E27FC236}">
                  <a16:creationId xmlns:a16="http://schemas.microsoft.com/office/drawing/2014/main" id="{7EF585F8-89B8-42DA-8345-D5CC0FAD5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9402" y="4490711"/>
              <a:ext cx="243443" cy="1114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452">
              <a:extLst>
                <a:ext uri="{FF2B5EF4-FFF2-40B4-BE49-F238E27FC236}">
                  <a16:creationId xmlns:a16="http://schemas.microsoft.com/office/drawing/2014/main" id="{A0BD00D6-E84E-4AC9-A599-9989747E4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7176" y="4500514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452">
              <a:extLst>
                <a:ext uri="{FF2B5EF4-FFF2-40B4-BE49-F238E27FC236}">
                  <a16:creationId xmlns:a16="http://schemas.microsoft.com/office/drawing/2014/main" id="{8668F5FD-D7F9-4797-AC60-B2E20E07F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7148" y="4496578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452">
              <a:extLst>
                <a:ext uri="{FF2B5EF4-FFF2-40B4-BE49-F238E27FC236}">
                  <a16:creationId xmlns:a16="http://schemas.microsoft.com/office/drawing/2014/main" id="{D99FBA4B-1106-4B39-95B7-10C5137DD1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4440" y="4577249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Connector 452">
              <a:extLst>
                <a:ext uri="{FF2B5EF4-FFF2-40B4-BE49-F238E27FC236}">
                  <a16:creationId xmlns:a16="http://schemas.microsoft.com/office/drawing/2014/main" id="{A74B96BB-7EA9-4F55-8585-626E1C05DE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3590" y="458933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452">
              <a:extLst>
                <a:ext uri="{FF2B5EF4-FFF2-40B4-BE49-F238E27FC236}">
                  <a16:creationId xmlns:a16="http://schemas.microsoft.com/office/drawing/2014/main" id="{11D0068A-513A-45C8-A973-DB10A80EB3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2842" y="4692420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C4E501D-6309-4151-8F4E-3EC0284F24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1806" y="469095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Straight Connector 452">
              <a:extLst>
                <a:ext uri="{FF2B5EF4-FFF2-40B4-BE49-F238E27FC236}">
                  <a16:creationId xmlns:a16="http://schemas.microsoft.com/office/drawing/2014/main" id="{ABA48CB8-7B10-450A-A3F5-DF6D8C67ED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7025" y="476910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452">
              <a:extLst>
                <a:ext uri="{FF2B5EF4-FFF2-40B4-BE49-F238E27FC236}">
                  <a16:creationId xmlns:a16="http://schemas.microsoft.com/office/drawing/2014/main" id="{83A6D451-5FC7-4309-A83B-1D32638CD8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6331" y="4746893"/>
              <a:ext cx="6251" cy="11160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0CA4459-F123-439A-AD43-A87D5BD62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9205" y="5870054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452">
              <a:extLst>
                <a:ext uri="{FF2B5EF4-FFF2-40B4-BE49-F238E27FC236}">
                  <a16:creationId xmlns:a16="http://schemas.microsoft.com/office/drawing/2014/main" id="{1C34BADB-887A-4405-8756-85C104D26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684" y="5373064"/>
              <a:ext cx="332" cy="584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Straight Connector 452">
              <a:extLst>
                <a:ext uri="{FF2B5EF4-FFF2-40B4-BE49-F238E27FC236}">
                  <a16:creationId xmlns:a16="http://schemas.microsoft.com/office/drawing/2014/main" id="{FA50B51D-FB32-4FF4-91E8-1A76E11EA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0661" y="5390513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Straight Connector 452">
              <a:extLst>
                <a:ext uri="{FF2B5EF4-FFF2-40B4-BE49-F238E27FC236}">
                  <a16:creationId xmlns:a16="http://schemas.microsoft.com/office/drawing/2014/main" id="{2B659C3C-B7CC-438D-B152-FD7D9F6CEF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5506" y="5477423"/>
              <a:ext cx="7799" cy="3926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452">
              <a:extLst>
                <a:ext uri="{FF2B5EF4-FFF2-40B4-BE49-F238E27FC236}">
                  <a16:creationId xmlns:a16="http://schemas.microsoft.com/office/drawing/2014/main" id="{0666B375-D501-45BF-A255-DFFD910BA7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1506" y="5676780"/>
              <a:ext cx="485419" cy="1866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BFE39FFB-62FB-4C12-BBE9-6709E1E3F6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7317" y="5593867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452">
              <a:extLst>
                <a:ext uri="{FF2B5EF4-FFF2-40B4-BE49-F238E27FC236}">
                  <a16:creationId xmlns:a16="http://schemas.microsoft.com/office/drawing/2014/main" id="{1FD18B13-69EF-4037-9BC9-3719E7283D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5310" y="5492105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Straight Connector 452">
              <a:extLst>
                <a:ext uri="{FF2B5EF4-FFF2-40B4-BE49-F238E27FC236}">
                  <a16:creationId xmlns:a16="http://schemas.microsoft.com/office/drawing/2014/main" id="{37A13CCC-ED78-4BB3-BAD0-D5D7CC3B8A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4966" y="5403995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452">
              <a:extLst>
                <a:ext uri="{FF2B5EF4-FFF2-40B4-BE49-F238E27FC236}">
                  <a16:creationId xmlns:a16="http://schemas.microsoft.com/office/drawing/2014/main" id="{98528B06-CD0D-48E6-97EB-64C843F7B1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2959" y="5302233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634136C3-AA2C-406D-8D28-9B46DA0B37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7420" y="4948618"/>
              <a:ext cx="7799" cy="3926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452">
              <a:extLst>
                <a:ext uri="{FF2B5EF4-FFF2-40B4-BE49-F238E27FC236}">
                  <a16:creationId xmlns:a16="http://schemas.microsoft.com/office/drawing/2014/main" id="{4285E05F-1FFD-4B5D-830C-3BFC1BA8A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8599" y="4864611"/>
              <a:ext cx="240718" cy="10215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Connector 452">
              <a:extLst>
                <a:ext uri="{FF2B5EF4-FFF2-40B4-BE49-F238E27FC236}">
                  <a16:creationId xmlns:a16="http://schemas.microsoft.com/office/drawing/2014/main" id="{5A0036D3-0ABA-4939-A090-D4355CC5D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912" y="4869091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BC2D89EA-7F01-4F58-AA03-4B43D8764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6932" y="4690951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452">
              <a:extLst>
                <a:ext uri="{FF2B5EF4-FFF2-40B4-BE49-F238E27FC236}">
                  <a16:creationId xmlns:a16="http://schemas.microsoft.com/office/drawing/2014/main" id="{6649E100-F356-445A-A1AF-D003CFA344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976" y="4695677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86A8F86A-CAD4-49F9-99BD-D7070946E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9317" y="4594299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452">
              <a:extLst>
                <a:ext uri="{FF2B5EF4-FFF2-40B4-BE49-F238E27FC236}">
                  <a16:creationId xmlns:a16="http://schemas.microsoft.com/office/drawing/2014/main" id="{10C457D2-92EF-4416-BC68-55132728F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405" y="4620294"/>
              <a:ext cx="466173" cy="16059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452">
              <a:extLst>
                <a:ext uri="{FF2B5EF4-FFF2-40B4-BE49-F238E27FC236}">
                  <a16:creationId xmlns:a16="http://schemas.microsoft.com/office/drawing/2014/main" id="{07FA2002-E77C-41E2-B561-7E721E0E9F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6320" y="4586908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452">
              <a:extLst>
                <a:ext uri="{FF2B5EF4-FFF2-40B4-BE49-F238E27FC236}">
                  <a16:creationId xmlns:a16="http://schemas.microsoft.com/office/drawing/2014/main" id="{6419A936-E56B-4FEB-B298-2CA022255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0380" y="4508079"/>
              <a:ext cx="241754" cy="989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Straight Connector 452">
              <a:extLst>
                <a:ext uri="{FF2B5EF4-FFF2-40B4-BE49-F238E27FC236}">
                  <a16:creationId xmlns:a16="http://schemas.microsoft.com/office/drawing/2014/main" id="{C69137BE-DB2E-42B9-A8C5-D4C1AF0A5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3396" y="4318894"/>
              <a:ext cx="5203" cy="2275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452">
              <a:extLst>
                <a:ext uri="{FF2B5EF4-FFF2-40B4-BE49-F238E27FC236}">
                  <a16:creationId xmlns:a16="http://schemas.microsoft.com/office/drawing/2014/main" id="{4CB3CBDA-90C7-4670-A0EC-60BB9F97C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6560" y="2955404"/>
              <a:ext cx="0" cy="2133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452">
              <a:extLst>
                <a:ext uri="{FF2B5EF4-FFF2-40B4-BE49-F238E27FC236}">
                  <a16:creationId xmlns:a16="http://schemas.microsoft.com/office/drawing/2014/main" id="{FD48D9D4-BFC9-4895-81C6-2D5CAE4E00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331" y="7224031"/>
              <a:ext cx="260662" cy="874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452">
              <a:extLst>
                <a:ext uri="{FF2B5EF4-FFF2-40B4-BE49-F238E27FC236}">
                  <a16:creationId xmlns:a16="http://schemas.microsoft.com/office/drawing/2014/main" id="{93B54F35-A878-4045-901E-8326F590B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1462" y="3873322"/>
              <a:ext cx="1178077" cy="466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5" name="Straight Connector 452">
              <a:extLst>
                <a:ext uri="{FF2B5EF4-FFF2-40B4-BE49-F238E27FC236}">
                  <a16:creationId xmlns:a16="http://schemas.microsoft.com/office/drawing/2014/main" id="{D75AE360-4898-4CFE-A4EB-D57F8EA16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0808" y="3852084"/>
              <a:ext cx="486188" cy="2015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452">
              <a:extLst>
                <a:ext uri="{FF2B5EF4-FFF2-40B4-BE49-F238E27FC236}">
                  <a16:creationId xmlns:a16="http://schemas.microsoft.com/office/drawing/2014/main" id="{60221593-EB3D-4280-A47A-F226D1E05B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4789" y="4024090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7" name="Straight Connector 452">
              <a:extLst>
                <a:ext uri="{FF2B5EF4-FFF2-40B4-BE49-F238E27FC236}">
                  <a16:creationId xmlns:a16="http://schemas.microsoft.com/office/drawing/2014/main" id="{78DAEB86-48B8-4032-8F43-9622FD4F34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392" y="3963729"/>
              <a:ext cx="715947" cy="264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452">
              <a:extLst>
                <a:ext uri="{FF2B5EF4-FFF2-40B4-BE49-F238E27FC236}">
                  <a16:creationId xmlns:a16="http://schemas.microsoft.com/office/drawing/2014/main" id="{F2DCC41F-551E-40F8-8EA7-C43E1724F3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8191" y="3938642"/>
              <a:ext cx="243446" cy="114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452">
              <a:extLst>
                <a:ext uri="{FF2B5EF4-FFF2-40B4-BE49-F238E27FC236}">
                  <a16:creationId xmlns:a16="http://schemas.microsoft.com/office/drawing/2014/main" id="{F0D4591F-B0D2-4C17-80F6-3AB6931EEA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4739" y="3940923"/>
              <a:ext cx="18317" cy="5671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452">
              <a:extLst>
                <a:ext uri="{FF2B5EF4-FFF2-40B4-BE49-F238E27FC236}">
                  <a16:creationId xmlns:a16="http://schemas.microsoft.com/office/drawing/2014/main" id="{2CB40F85-DA14-4A61-8C43-AB8C0E793E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6583" y="3694646"/>
              <a:ext cx="688978" cy="2729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4" name="Straight Connector 452">
              <a:extLst>
                <a:ext uri="{FF2B5EF4-FFF2-40B4-BE49-F238E27FC236}">
                  <a16:creationId xmlns:a16="http://schemas.microsoft.com/office/drawing/2014/main" id="{298891B6-B936-4FEA-8888-7C1DE2AC8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8366" y="3235180"/>
              <a:ext cx="0" cy="3880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5" name="Straight Connector 452">
              <a:extLst>
                <a:ext uri="{FF2B5EF4-FFF2-40B4-BE49-F238E27FC236}">
                  <a16:creationId xmlns:a16="http://schemas.microsoft.com/office/drawing/2014/main" id="{F55B8B3F-FB9A-4201-921B-4C925558FC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8561" y="3039846"/>
              <a:ext cx="287775" cy="13138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452">
              <a:extLst>
                <a:ext uri="{FF2B5EF4-FFF2-40B4-BE49-F238E27FC236}">
                  <a16:creationId xmlns:a16="http://schemas.microsoft.com/office/drawing/2014/main" id="{ACDCC8BE-AF90-46D6-883F-391F98799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0605" y="2687434"/>
              <a:ext cx="6726" cy="374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8" name="Straight Connector 452">
              <a:extLst>
                <a:ext uri="{FF2B5EF4-FFF2-40B4-BE49-F238E27FC236}">
                  <a16:creationId xmlns:a16="http://schemas.microsoft.com/office/drawing/2014/main" id="{E4FAA00D-F73B-48F8-825E-3910699776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6648" y="2498850"/>
              <a:ext cx="502691" cy="206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452">
              <a:extLst>
                <a:ext uri="{FF2B5EF4-FFF2-40B4-BE49-F238E27FC236}">
                  <a16:creationId xmlns:a16="http://schemas.microsoft.com/office/drawing/2014/main" id="{B3858DD7-C999-4A1D-8CB6-F20C2AF477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8625" y="2478868"/>
              <a:ext cx="284109" cy="1321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7" name="Straight Connector 452">
              <a:extLst>
                <a:ext uri="{FF2B5EF4-FFF2-40B4-BE49-F238E27FC236}">
                  <a16:creationId xmlns:a16="http://schemas.microsoft.com/office/drawing/2014/main" id="{68C78685-A861-4ABE-AE7C-81897061F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939" y="2415128"/>
              <a:ext cx="502691" cy="206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8" name="Straight Connector 452">
              <a:extLst>
                <a:ext uri="{FF2B5EF4-FFF2-40B4-BE49-F238E27FC236}">
                  <a16:creationId xmlns:a16="http://schemas.microsoft.com/office/drawing/2014/main" id="{330F146F-1C11-4152-BFCA-E782C8A7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4630" y="2234630"/>
              <a:ext cx="0" cy="367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2" name="Straight Connector 452">
              <a:extLst>
                <a:ext uri="{FF2B5EF4-FFF2-40B4-BE49-F238E27FC236}">
                  <a16:creationId xmlns:a16="http://schemas.microsoft.com/office/drawing/2014/main" id="{93E01339-85E1-443A-81C6-B8EFABA3C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5376" y="2583185"/>
              <a:ext cx="239849" cy="950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3" name="Straight Connector 452">
              <a:extLst>
                <a:ext uri="{FF2B5EF4-FFF2-40B4-BE49-F238E27FC236}">
                  <a16:creationId xmlns:a16="http://schemas.microsoft.com/office/drawing/2014/main" id="{24E88F3E-05AC-46A9-A4DA-AF2FCCC07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6255" y="2666487"/>
              <a:ext cx="0" cy="367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4" name="Straight Connector 452">
              <a:extLst>
                <a:ext uri="{FF2B5EF4-FFF2-40B4-BE49-F238E27FC236}">
                  <a16:creationId xmlns:a16="http://schemas.microsoft.com/office/drawing/2014/main" id="{116BCAC4-071C-4E7B-9273-F3E1D2AA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1711" y="2415086"/>
              <a:ext cx="502691" cy="206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5" name="Straight Connector 452">
              <a:extLst>
                <a:ext uri="{FF2B5EF4-FFF2-40B4-BE49-F238E27FC236}">
                  <a16:creationId xmlns:a16="http://schemas.microsoft.com/office/drawing/2014/main" id="{50617A35-D1A6-4F73-A66A-02D9395CFE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3124" y="2498850"/>
              <a:ext cx="933050" cy="3638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6" name="Straight Connector 452">
              <a:extLst>
                <a:ext uri="{FF2B5EF4-FFF2-40B4-BE49-F238E27FC236}">
                  <a16:creationId xmlns:a16="http://schemas.microsoft.com/office/drawing/2014/main" id="{4E761037-3681-4784-9DAC-C2FCD4B23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60750" y="2500259"/>
              <a:ext cx="239849" cy="950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1" name="Straight Connector 452">
              <a:extLst>
                <a:ext uri="{FF2B5EF4-FFF2-40B4-BE49-F238E27FC236}">
                  <a16:creationId xmlns:a16="http://schemas.microsoft.com/office/drawing/2014/main" id="{A11CB5C0-1B65-4FA2-B96B-A9C6586E3C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1629" y="2498850"/>
              <a:ext cx="234661" cy="84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2" name="Straight Connector 452">
              <a:extLst>
                <a:ext uri="{FF2B5EF4-FFF2-40B4-BE49-F238E27FC236}">
                  <a16:creationId xmlns:a16="http://schemas.microsoft.com/office/drawing/2014/main" id="{DD2A8C29-D79C-450E-BF28-2BE3E5862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3152" y="2313005"/>
              <a:ext cx="6582" cy="1932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Straight Connector 452">
              <a:extLst>
                <a:ext uri="{FF2B5EF4-FFF2-40B4-BE49-F238E27FC236}">
                  <a16:creationId xmlns:a16="http://schemas.microsoft.com/office/drawing/2014/main" id="{4555B83D-6EBB-4530-94B4-09572ECA32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5840" y="2226714"/>
              <a:ext cx="234661" cy="84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Straight Connector 452">
              <a:extLst>
                <a:ext uri="{FF2B5EF4-FFF2-40B4-BE49-F238E27FC236}">
                  <a16:creationId xmlns:a16="http://schemas.microsoft.com/office/drawing/2014/main" id="{DAE067C0-6D58-4ED4-83A4-D6603CDBC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9320" y="1674447"/>
              <a:ext cx="12309" cy="5713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6" name="Straight Connector 452">
              <a:extLst>
                <a:ext uri="{FF2B5EF4-FFF2-40B4-BE49-F238E27FC236}">
                  <a16:creationId xmlns:a16="http://schemas.microsoft.com/office/drawing/2014/main" id="{DCC36F34-EE69-4378-AECB-79CBAD102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4467" y="1674418"/>
              <a:ext cx="925773" cy="3779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7" name="Straight Connector 452">
              <a:extLst>
                <a:ext uri="{FF2B5EF4-FFF2-40B4-BE49-F238E27FC236}">
                  <a16:creationId xmlns:a16="http://schemas.microsoft.com/office/drawing/2014/main" id="{F3A0C5CA-DB3A-4DAA-9F41-052D4699CE3D}"/>
                </a:ext>
              </a:extLst>
            </p:cNvPr>
            <p:cNvCxnSpPr>
              <a:cxnSpLocks/>
            </p:cNvCxnSpPr>
            <p:nvPr/>
          </p:nvCxnSpPr>
          <p:spPr>
            <a:xfrm>
              <a:off x="7675691" y="4975915"/>
              <a:ext cx="233825" cy="72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Straight Connector 452">
              <a:extLst>
                <a:ext uri="{FF2B5EF4-FFF2-40B4-BE49-F238E27FC236}">
                  <a16:creationId xmlns:a16="http://schemas.microsoft.com/office/drawing/2014/main" id="{4E944124-3CC2-4E34-9624-43E6DEB19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4150" y="4036445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0" name="Straight Connector 452">
              <a:extLst>
                <a:ext uri="{FF2B5EF4-FFF2-40B4-BE49-F238E27FC236}">
                  <a16:creationId xmlns:a16="http://schemas.microsoft.com/office/drawing/2014/main" id="{CCF65CD2-5FEA-4479-BE4A-F7FC71265A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1410" y="4205861"/>
              <a:ext cx="243443" cy="1114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Straight Connector 452">
              <a:extLst>
                <a:ext uri="{FF2B5EF4-FFF2-40B4-BE49-F238E27FC236}">
                  <a16:creationId xmlns:a16="http://schemas.microsoft.com/office/drawing/2014/main" id="{4BB267D8-1275-4DAB-A62F-1926F7D039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21977" y="4313430"/>
              <a:ext cx="455428" cy="196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6" name="Straight Connector 452">
              <a:extLst>
                <a:ext uri="{FF2B5EF4-FFF2-40B4-BE49-F238E27FC236}">
                  <a16:creationId xmlns:a16="http://schemas.microsoft.com/office/drawing/2014/main" id="{D64DFECC-1657-460B-AA3F-734DE9534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6996" y="3674241"/>
              <a:ext cx="490252" cy="1990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7" name="Straight Connector 452">
              <a:extLst>
                <a:ext uri="{FF2B5EF4-FFF2-40B4-BE49-F238E27FC236}">
                  <a16:creationId xmlns:a16="http://schemas.microsoft.com/office/drawing/2014/main" id="{ED723C05-A3DD-4DF9-BF12-C9B94F05E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5058" y="3496057"/>
              <a:ext cx="12210" cy="3988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8" name="Straight Connector 452">
              <a:extLst>
                <a:ext uri="{FF2B5EF4-FFF2-40B4-BE49-F238E27FC236}">
                  <a16:creationId xmlns:a16="http://schemas.microsoft.com/office/drawing/2014/main" id="{3D3DCAF8-A02D-4DD2-A0C3-EDCA26D390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0394" y="3490277"/>
              <a:ext cx="258820" cy="1169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9" name="Straight Connector 452">
              <a:extLst>
                <a:ext uri="{FF2B5EF4-FFF2-40B4-BE49-F238E27FC236}">
                  <a16:creationId xmlns:a16="http://schemas.microsoft.com/office/drawing/2014/main" id="{4A5CA1AC-46B2-45B1-9E91-AAE4FA39A9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7784" y="3240302"/>
              <a:ext cx="243446" cy="1146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0" name="Straight Connector 452">
              <a:extLst>
                <a:ext uri="{FF2B5EF4-FFF2-40B4-BE49-F238E27FC236}">
                  <a16:creationId xmlns:a16="http://schemas.microsoft.com/office/drawing/2014/main" id="{08E1B6DF-C1D3-4CD2-AE59-13D2C5F54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7953" y="4186967"/>
              <a:ext cx="243443" cy="1114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1" name="Straight Connector 452">
              <a:extLst>
                <a:ext uri="{FF2B5EF4-FFF2-40B4-BE49-F238E27FC236}">
                  <a16:creationId xmlns:a16="http://schemas.microsoft.com/office/drawing/2014/main" id="{9CBE2934-2E1A-4159-A960-58AD9B9655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4157" y="3168764"/>
              <a:ext cx="0" cy="2002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2" name="三队" hidden="1">
            <a:extLst>
              <a:ext uri="{FF2B5EF4-FFF2-40B4-BE49-F238E27FC236}">
                <a16:creationId xmlns:a16="http://schemas.microsoft.com/office/drawing/2014/main" id="{4F0C14E1-1158-44EE-AAB2-30AA6E87B813}"/>
              </a:ext>
            </a:extLst>
          </p:cNvPr>
          <p:cNvGrpSpPr/>
          <p:nvPr/>
        </p:nvGrpSpPr>
        <p:grpSpPr>
          <a:xfrm>
            <a:off x="10465653" y="2232657"/>
            <a:ext cx="2076821" cy="1820601"/>
            <a:chOff x="10465653" y="2232657"/>
            <a:chExt cx="2076821" cy="1820601"/>
          </a:xfrm>
        </p:grpSpPr>
        <p:cxnSp>
          <p:nvCxnSpPr>
            <p:cNvPr id="3345" name="Straight Connector 452">
              <a:extLst>
                <a:ext uri="{FF2B5EF4-FFF2-40B4-BE49-F238E27FC236}">
                  <a16:creationId xmlns:a16="http://schemas.microsoft.com/office/drawing/2014/main" id="{5BE63CC0-2BAF-4473-8262-F498F732C5AD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90" y="2232657"/>
              <a:ext cx="1432190" cy="55403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6" name="Straight Connector 452">
              <a:extLst>
                <a:ext uri="{FF2B5EF4-FFF2-40B4-BE49-F238E27FC236}">
                  <a16:creationId xmlns:a16="http://schemas.microsoft.com/office/drawing/2014/main" id="{EEA72C28-7DA8-4972-BA40-0AEA04FC70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1826" y="2689860"/>
              <a:ext cx="430648" cy="18851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7" name="Straight Connector 452">
              <a:extLst>
                <a:ext uri="{FF2B5EF4-FFF2-40B4-BE49-F238E27FC236}">
                  <a16:creationId xmlns:a16="http://schemas.microsoft.com/office/drawing/2014/main" id="{4ECEBD8F-7E54-497D-BCE9-03FAAF5D7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11826" y="2886754"/>
              <a:ext cx="0" cy="17082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8" name="Straight Connector 452">
              <a:extLst>
                <a:ext uri="{FF2B5EF4-FFF2-40B4-BE49-F238E27FC236}">
                  <a16:creationId xmlns:a16="http://schemas.microsoft.com/office/drawing/2014/main" id="{A11F3D25-B958-4147-B5EA-372E22F18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3706" y="3038813"/>
              <a:ext cx="957245" cy="3853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9" name="Straight Connector 452">
              <a:extLst>
                <a:ext uri="{FF2B5EF4-FFF2-40B4-BE49-F238E27FC236}">
                  <a16:creationId xmlns:a16="http://schemas.microsoft.com/office/drawing/2014/main" id="{C815CAE3-D273-4402-88C1-4B997348F0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70214" y="3425856"/>
              <a:ext cx="10324" cy="34361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0" name="Straight Connector 452">
              <a:extLst>
                <a:ext uri="{FF2B5EF4-FFF2-40B4-BE49-F238E27FC236}">
                  <a16:creationId xmlns:a16="http://schemas.microsoft.com/office/drawing/2014/main" id="{5FE69EFE-A22F-4E75-AF1D-C679AA3CFB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5653" y="3763598"/>
              <a:ext cx="717298" cy="2896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2" name="八卦">
            <a:extLst>
              <a:ext uri="{FF2B5EF4-FFF2-40B4-BE49-F238E27FC236}">
                <a16:creationId xmlns:a16="http://schemas.microsoft.com/office/drawing/2014/main" id="{BD966A54-DB20-4EDC-AFCB-EA413138E951}"/>
              </a:ext>
            </a:extLst>
          </p:cNvPr>
          <p:cNvGrpSpPr/>
          <p:nvPr/>
        </p:nvGrpSpPr>
        <p:grpSpPr>
          <a:xfrm>
            <a:off x="2520696" y="692563"/>
            <a:ext cx="8648971" cy="7524846"/>
            <a:chOff x="2520696" y="692563"/>
            <a:chExt cx="8648971" cy="7524846"/>
          </a:xfrm>
        </p:grpSpPr>
        <p:cxnSp>
          <p:nvCxnSpPr>
            <p:cNvPr id="3723" name="Straight Connector 452">
              <a:extLst>
                <a:ext uri="{FF2B5EF4-FFF2-40B4-BE49-F238E27FC236}">
                  <a16:creationId xmlns:a16="http://schemas.microsoft.com/office/drawing/2014/main" id="{9014240D-962B-4DD3-B579-BE33B6ECE1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8014" y="6760464"/>
              <a:ext cx="218702" cy="7924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Straight Connector 452">
              <a:extLst>
                <a:ext uri="{FF2B5EF4-FFF2-40B4-BE49-F238E27FC236}">
                  <a16:creationId xmlns:a16="http://schemas.microsoft.com/office/drawing/2014/main" id="{E8A7B319-6408-4298-865F-2D2CC0C221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10485" y="793129"/>
              <a:ext cx="3823" cy="129402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Straight Connector 452">
              <a:extLst>
                <a:ext uri="{FF2B5EF4-FFF2-40B4-BE49-F238E27FC236}">
                  <a16:creationId xmlns:a16="http://schemas.microsoft.com/office/drawing/2014/main" id="{2B23CACB-3F49-4824-A3A8-3A64B253C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4590" y="692563"/>
              <a:ext cx="265077" cy="10056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Straight Connector 452">
              <a:extLst>
                <a:ext uri="{FF2B5EF4-FFF2-40B4-BE49-F238E27FC236}">
                  <a16:creationId xmlns:a16="http://schemas.microsoft.com/office/drawing/2014/main" id="{1F2B2AAD-4BC2-4448-8055-5F5CA509B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2397" y="2064053"/>
              <a:ext cx="0" cy="3743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Straight Connector 452">
              <a:extLst>
                <a:ext uri="{FF2B5EF4-FFF2-40B4-BE49-F238E27FC236}">
                  <a16:creationId xmlns:a16="http://schemas.microsoft.com/office/drawing/2014/main" id="{55927B26-9F54-419C-A5A1-04D67B87B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4382" y="2408966"/>
              <a:ext cx="218920" cy="9150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Straight Connector 452">
              <a:extLst>
                <a:ext uri="{FF2B5EF4-FFF2-40B4-BE49-F238E27FC236}">
                  <a16:creationId xmlns:a16="http://schemas.microsoft.com/office/drawing/2014/main" id="{D4185532-6543-4F0B-BDF8-F81D696F33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5900" y="2515176"/>
              <a:ext cx="8482" cy="19929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Straight Connector 452">
              <a:extLst>
                <a:ext uri="{FF2B5EF4-FFF2-40B4-BE49-F238E27FC236}">
                  <a16:creationId xmlns:a16="http://schemas.microsoft.com/office/drawing/2014/main" id="{E804E772-9E3F-4531-B08F-9A63BBF87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33104" y="4304702"/>
              <a:ext cx="482064" cy="2002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Straight Connector 452">
              <a:extLst>
                <a:ext uri="{FF2B5EF4-FFF2-40B4-BE49-F238E27FC236}">
                  <a16:creationId xmlns:a16="http://schemas.microsoft.com/office/drawing/2014/main" id="{476059A8-E969-4313-BF07-859813655EA6}"/>
                </a:ext>
              </a:extLst>
            </p:cNvPr>
            <p:cNvCxnSpPr>
              <a:cxnSpLocks/>
            </p:cNvCxnSpPr>
            <p:nvPr/>
          </p:nvCxnSpPr>
          <p:spPr>
            <a:xfrm>
              <a:off x="5803392" y="3316224"/>
              <a:ext cx="3029712" cy="11887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Straight Connector 452">
              <a:extLst>
                <a:ext uri="{FF2B5EF4-FFF2-40B4-BE49-F238E27FC236}">
                  <a16:creationId xmlns:a16="http://schemas.microsoft.com/office/drawing/2014/main" id="{BAD6F995-77FE-4FEA-9C0B-40301D608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8985" y="3316226"/>
              <a:ext cx="934407" cy="3596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Straight Connector 452">
              <a:extLst>
                <a:ext uri="{FF2B5EF4-FFF2-40B4-BE49-F238E27FC236}">
                  <a16:creationId xmlns:a16="http://schemas.microsoft.com/office/drawing/2014/main" id="{C8B5617D-DCE6-46D5-BC17-AE9C2501F7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450" y="3675888"/>
              <a:ext cx="0" cy="1871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Straight Connector 452">
              <a:extLst>
                <a:ext uri="{FF2B5EF4-FFF2-40B4-BE49-F238E27FC236}">
                  <a16:creationId xmlns:a16="http://schemas.microsoft.com/office/drawing/2014/main" id="{D58FD5FF-6CDC-4F0A-BFAA-557B5A5E539D}"/>
                </a:ext>
              </a:extLst>
            </p:cNvPr>
            <p:cNvCxnSpPr>
              <a:cxnSpLocks/>
            </p:cNvCxnSpPr>
            <p:nvPr/>
          </p:nvCxnSpPr>
          <p:spPr>
            <a:xfrm>
              <a:off x="3204485" y="3775571"/>
              <a:ext cx="978400" cy="3557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Straight Connector 452">
              <a:extLst>
                <a:ext uri="{FF2B5EF4-FFF2-40B4-BE49-F238E27FC236}">
                  <a16:creationId xmlns:a16="http://schemas.microsoft.com/office/drawing/2014/main" id="{5FB4AA10-0260-445E-8865-0521CAF0B7AC}"/>
                </a:ext>
              </a:extLst>
            </p:cNvPr>
            <p:cNvCxnSpPr>
              <a:cxnSpLocks/>
            </p:cNvCxnSpPr>
            <p:nvPr/>
          </p:nvCxnSpPr>
          <p:spPr>
            <a:xfrm>
              <a:off x="10224521" y="4681941"/>
              <a:ext cx="0" cy="165180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Straight Connector 452">
              <a:extLst>
                <a:ext uri="{FF2B5EF4-FFF2-40B4-BE49-F238E27FC236}">
                  <a16:creationId xmlns:a16="http://schemas.microsoft.com/office/drawing/2014/main" id="{5ECE8FD8-1FC7-46B6-9C5E-B738CE934A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7440" y="6333744"/>
              <a:ext cx="218702" cy="7924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6" name="Straight Connector 452">
              <a:extLst>
                <a:ext uri="{FF2B5EF4-FFF2-40B4-BE49-F238E27FC236}">
                  <a16:creationId xmlns:a16="http://schemas.microsoft.com/office/drawing/2014/main" id="{13C4A780-02EA-4C70-96AC-03C0719E68C5}"/>
                </a:ext>
              </a:extLst>
            </p:cNvPr>
            <p:cNvCxnSpPr>
              <a:cxnSpLocks/>
            </p:cNvCxnSpPr>
            <p:nvPr/>
          </p:nvCxnSpPr>
          <p:spPr>
            <a:xfrm>
              <a:off x="10011191" y="6406896"/>
              <a:ext cx="0" cy="35356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7" name="Straight Connector 452">
              <a:extLst>
                <a:ext uri="{FF2B5EF4-FFF2-40B4-BE49-F238E27FC236}">
                  <a16:creationId xmlns:a16="http://schemas.microsoft.com/office/drawing/2014/main" id="{0B3C60E9-0A8A-42A4-9418-3FDAC8C584B8}"/>
                </a:ext>
              </a:extLst>
            </p:cNvPr>
            <p:cNvCxnSpPr>
              <a:cxnSpLocks/>
            </p:cNvCxnSpPr>
            <p:nvPr/>
          </p:nvCxnSpPr>
          <p:spPr>
            <a:xfrm>
              <a:off x="9979222" y="7315200"/>
              <a:ext cx="9074" cy="7132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Straight Connector 452">
              <a:extLst>
                <a:ext uri="{FF2B5EF4-FFF2-40B4-BE49-F238E27FC236}">
                  <a16:creationId xmlns:a16="http://schemas.microsoft.com/office/drawing/2014/main" id="{B3D4D643-B6BA-49D1-8BB0-00E3F2CE4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0240" y="8019288"/>
              <a:ext cx="470951" cy="19812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Straight Connector 452">
              <a:extLst>
                <a:ext uri="{FF2B5EF4-FFF2-40B4-BE49-F238E27FC236}">
                  <a16:creationId xmlns:a16="http://schemas.microsoft.com/office/drawing/2014/main" id="{6EEDC58F-9FAB-4839-BB78-3CB02B59F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61488" y="3243072"/>
              <a:ext cx="240793" cy="7924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Straight Connector 452">
              <a:extLst>
                <a:ext uri="{FF2B5EF4-FFF2-40B4-BE49-F238E27FC236}">
                  <a16:creationId xmlns:a16="http://schemas.microsoft.com/office/drawing/2014/main" id="{3E223320-B016-4239-A686-04F2FFB9C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1488" y="2334768"/>
              <a:ext cx="0" cy="91869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Straight Connector 452">
              <a:extLst>
                <a:ext uri="{FF2B5EF4-FFF2-40B4-BE49-F238E27FC236}">
                  <a16:creationId xmlns:a16="http://schemas.microsoft.com/office/drawing/2014/main" id="{990AE655-6532-4B6A-81C1-5A1368ECD1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2385" y="2255520"/>
              <a:ext cx="240793" cy="7924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Straight Connector 452">
              <a:extLst>
                <a:ext uri="{FF2B5EF4-FFF2-40B4-BE49-F238E27FC236}">
                  <a16:creationId xmlns:a16="http://schemas.microsoft.com/office/drawing/2014/main" id="{69CF5191-C977-4456-8509-68FC2E20B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4577" y="1676400"/>
              <a:ext cx="0" cy="58410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Straight Connector 452">
              <a:extLst>
                <a:ext uri="{FF2B5EF4-FFF2-40B4-BE49-F238E27FC236}">
                  <a16:creationId xmlns:a16="http://schemas.microsoft.com/office/drawing/2014/main" id="{C492C502-0279-4FF0-965C-A131DF6F39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0696" y="865632"/>
              <a:ext cx="2118360" cy="81686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Straight Connector 452">
              <a:extLst>
                <a:ext uri="{FF2B5EF4-FFF2-40B4-BE49-F238E27FC236}">
                  <a16:creationId xmlns:a16="http://schemas.microsoft.com/office/drawing/2014/main" id="{24CB16BB-7819-4FE5-A83D-4B23343314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210" y="865632"/>
              <a:ext cx="493444" cy="20116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Straight Connector 452">
              <a:extLst>
                <a:ext uri="{FF2B5EF4-FFF2-40B4-BE49-F238E27FC236}">
                  <a16:creationId xmlns:a16="http://schemas.microsoft.com/office/drawing/2014/main" id="{9A2CC75F-DEC5-4D50-85D9-24841AACB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16142" y="4512357"/>
              <a:ext cx="489738" cy="1695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Straight Connector 452">
              <a:extLst>
                <a:ext uri="{FF2B5EF4-FFF2-40B4-BE49-F238E27FC236}">
                  <a16:creationId xmlns:a16="http://schemas.microsoft.com/office/drawing/2014/main" id="{5A43921B-0456-4ECA-A9A5-86E6F3E243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00085" y="4304702"/>
              <a:ext cx="926491" cy="37723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Straight Connector 452">
              <a:extLst>
                <a:ext uri="{FF2B5EF4-FFF2-40B4-BE49-F238E27FC236}">
                  <a16:creationId xmlns:a16="http://schemas.microsoft.com/office/drawing/2014/main" id="{6410DBA3-CF90-4EA2-91DB-2EE71EBA9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6894" y="3852083"/>
              <a:ext cx="734073" cy="2937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Straight Connector 452">
              <a:extLst>
                <a:ext uri="{FF2B5EF4-FFF2-40B4-BE49-F238E27FC236}">
                  <a16:creationId xmlns:a16="http://schemas.microsoft.com/office/drawing/2014/main" id="{A8513215-8F1C-47F9-B42F-52AFE921B6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4808" y="966216"/>
              <a:ext cx="262263" cy="914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452">
            <a:extLst>
              <a:ext uri="{FF2B5EF4-FFF2-40B4-BE49-F238E27FC236}">
                <a16:creationId xmlns:a16="http://schemas.microsoft.com/office/drawing/2014/main" id="{39CF2279-EFEC-4437-9910-9AF28CF22FA5}"/>
              </a:ext>
            </a:extLst>
          </p:cNvPr>
          <p:cNvCxnSpPr>
            <a:cxnSpLocks/>
          </p:cNvCxnSpPr>
          <p:nvPr/>
        </p:nvCxnSpPr>
        <p:spPr>
          <a:xfrm>
            <a:off x="9739879" y="4141425"/>
            <a:ext cx="263657" cy="9529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452">
            <a:extLst>
              <a:ext uri="{FF2B5EF4-FFF2-40B4-BE49-F238E27FC236}">
                <a16:creationId xmlns:a16="http://schemas.microsoft.com/office/drawing/2014/main" id="{6CF6326D-E7EB-4545-B3BA-79D795AA6D95}"/>
              </a:ext>
            </a:extLst>
          </p:cNvPr>
          <p:cNvCxnSpPr>
            <a:cxnSpLocks/>
          </p:cNvCxnSpPr>
          <p:nvPr/>
        </p:nvCxnSpPr>
        <p:spPr>
          <a:xfrm flipH="1" flipV="1">
            <a:off x="10910485" y="793129"/>
            <a:ext cx="3823" cy="129402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52">
            <a:extLst>
              <a:ext uri="{FF2B5EF4-FFF2-40B4-BE49-F238E27FC236}">
                <a16:creationId xmlns:a16="http://schemas.microsoft.com/office/drawing/2014/main" id="{1A6C7EDF-1E77-41C4-8CEC-5D00F7CBB229}"/>
              </a:ext>
            </a:extLst>
          </p:cNvPr>
          <p:cNvCxnSpPr>
            <a:cxnSpLocks/>
          </p:cNvCxnSpPr>
          <p:nvPr/>
        </p:nvCxnSpPr>
        <p:spPr>
          <a:xfrm flipV="1">
            <a:off x="10904590" y="692563"/>
            <a:ext cx="265077" cy="10056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52">
            <a:extLst>
              <a:ext uri="{FF2B5EF4-FFF2-40B4-BE49-F238E27FC236}">
                <a16:creationId xmlns:a16="http://schemas.microsoft.com/office/drawing/2014/main" id="{B6D5751B-79F8-4BC7-B7BB-FA6319D8D8F0}"/>
              </a:ext>
            </a:extLst>
          </p:cNvPr>
          <p:cNvCxnSpPr>
            <a:cxnSpLocks/>
          </p:cNvCxnSpPr>
          <p:nvPr/>
        </p:nvCxnSpPr>
        <p:spPr>
          <a:xfrm flipV="1">
            <a:off x="10912397" y="2064053"/>
            <a:ext cx="0" cy="37434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52">
            <a:extLst>
              <a:ext uri="{FF2B5EF4-FFF2-40B4-BE49-F238E27FC236}">
                <a16:creationId xmlns:a16="http://schemas.microsoft.com/office/drawing/2014/main" id="{C13052BA-7825-41C9-B11D-CA60A853D794}"/>
              </a:ext>
            </a:extLst>
          </p:cNvPr>
          <p:cNvCxnSpPr>
            <a:cxnSpLocks/>
          </p:cNvCxnSpPr>
          <p:nvPr/>
        </p:nvCxnSpPr>
        <p:spPr>
          <a:xfrm flipV="1">
            <a:off x="10448544" y="2408966"/>
            <a:ext cx="464758" cy="1818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452">
            <a:extLst>
              <a:ext uri="{FF2B5EF4-FFF2-40B4-BE49-F238E27FC236}">
                <a16:creationId xmlns:a16="http://schemas.microsoft.com/office/drawing/2014/main" id="{3B7CF2F1-4C22-45BE-89ED-EEE98BE19265}"/>
              </a:ext>
            </a:extLst>
          </p:cNvPr>
          <p:cNvCxnSpPr>
            <a:cxnSpLocks/>
          </p:cNvCxnSpPr>
          <p:nvPr/>
        </p:nvCxnSpPr>
        <p:spPr>
          <a:xfrm flipV="1">
            <a:off x="10465029" y="2596897"/>
            <a:ext cx="0" cy="10728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52">
            <a:extLst>
              <a:ext uri="{FF2B5EF4-FFF2-40B4-BE49-F238E27FC236}">
                <a16:creationId xmlns:a16="http://schemas.microsoft.com/office/drawing/2014/main" id="{55938F53-4812-433B-9A29-8A2B800AE146}"/>
              </a:ext>
            </a:extLst>
          </p:cNvPr>
          <p:cNvCxnSpPr>
            <a:cxnSpLocks/>
          </p:cNvCxnSpPr>
          <p:nvPr/>
        </p:nvCxnSpPr>
        <p:spPr>
          <a:xfrm flipV="1">
            <a:off x="9743165" y="3669792"/>
            <a:ext cx="705379" cy="29260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452">
            <a:extLst>
              <a:ext uri="{FF2B5EF4-FFF2-40B4-BE49-F238E27FC236}">
                <a16:creationId xmlns:a16="http://schemas.microsoft.com/office/drawing/2014/main" id="{EED4C053-691A-4652-8C1C-FBE325E3390F}"/>
              </a:ext>
            </a:extLst>
          </p:cNvPr>
          <p:cNvCxnSpPr>
            <a:cxnSpLocks/>
          </p:cNvCxnSpPr>
          <p:nvPr/>
        </p:nvCxnSpPr>
        <p:spPr>
          <a:xfrm flipV="1">
            <a:off x="9768106" y="3944113"/>
            <a:ext cx="0" cy="1871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2">
            <a:extLst>
              <a:ext uri="{FF2B5EF4-FFF2-40B4-BE49-F238E27FC236}">
                <a16:creationId xmlns:a16="http://schemas.microsoft.com/office/drawing/2014/main" id="{85FE1913-B91B-4027-80C7-B64EC3345F4B}"/>
              </a:ext>
            </a:extLst>
          </p:cNvPr>
          <p:cNvCxnSpPr>
            <a:cxnSpLocks/>
          </p:cNvCxnSpPr>
          <p:nvPr/>
        </p:nvCxnSpPr>
        <p:spPr>
          <a:xfrm flipV="1">
            <a:off x="8833104" y="4131285"/>
            <a:ext cx="910061" cy="37365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52">
            <a:extLst>
              <a:ext uri="{FF2B5EF4-FFF2-40B4-BE49-F238E27FC236}">
                <a16:creationId xmlns:a16="http://schemas.microsoft.com/office/drawing/2014/main" id="{7AFB5133-EC56-441E-B0FF-779C94F1DE38}"/>
              </a:ext>
            </a:extLst>
          </p:cNvPr>
          <p:cNvCxnSpPr>
            <a:cxnSpLocks/>
          </p:cNvCxnSpPr>
          <p:nvPr/>
        </p:nvCxnSpPr>
        <p:spPr>
          <a:xfrm>
            <a:off x="5803392" y="3316224"/>
            <a:ext cx="3029712" cy="118872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52">
            <a:extLst>
              <a:ext uri="{FF2B5EF4-FFF2-40B4-BE49-F238E27FC236}">
                <a16:creationId xmlns:a16="http://schemas.microsoft.com/office/drawing/2014/main" id="{9D1FEF33-8FA6-4881-B871-7E65E736A722}"/>
              </a:ext>
            </a:extLst>
          </p:cNvPr>
          <p:cNvCxnSpPr>
            <a:cxnSpLocks/>
          </p:cNvCxnSpPr>
          <p:nvPr/>
        </p:nvCxnSpPr>
        <p:spPr>
          <a:xfrm flipV="1">
            <a:off x="4169664" y="3316225"/>
            <a:ext cx="1633728" cy="64617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452">
            <a:extLst>
              <a:ext uri="{FF2B5EF4-FFF2-40B4-BE49-F238E27FC236}">
                <a16:creationId xmlns:a16="http://schemas.microsoft.com/office/drawing/2014/main" id="{B5497B73-BFE0-4AB1-A708-B753CB28FF96}"/>
              </a:ext>
            </a:extLst>
          </p:cNvPr>
          <p:cNvCxnSpPr>
            <a:cxnSpLocks/>
          </p:cNvCxnSpPr>
          <p:nvPr/>
        </p:nvCxnSpPr>
        <p:spPr>
          <a:xfrm flipV="1">
            <a:off x="4169664" y="3962400"/>
            <a:ext cx="0" cy="1871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6EAD7C09-4526-4062-82B9-AFE9058E78B1}"/>
              </a:ext>
            </a:extLst>
          </p:cNvPr>
          <p:cNvCxnSpPr>
            <a:cxnSpLocks/>
          </p:cNvCxnSpPr>
          <p:nvPr/>
        </p:nvCxnSpPr>
        <p:spPr>
          <a:xfrm>
            <a:off x="3204485" y="3775571"/>
            <a:ext cx="978400" cy="35571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452">
            <a:extLst>
              <a:ext uri="{FF2B5EF4-FFF2-40B4-BE49-F238E27FC236}">
                <a16:creationId xmlns:a16="http://schemas.microsoft.com/office/drawing/2014/main" id="{497A2A6D-1FE0-443D-B368-EE8CFBC23D19}"/>
              </a:ext>
            </a:extLst>
          </p:cNvPr>
          <p:cNvCxnSpPr>
            <a:cxnSpLocks/>
          </p:cNvCxnSpPr>
          <p:nvPr/>
        </p:nvCxnSpPr>
        <p:spPr>
          <a:xfrm>
            <a:off x="10003536" y="4415746"/>
            <a:ext cx="263657" cy="9529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658CF8AF-CBA7-452D-85A8-7EBC486C3BDD}"/>
              </a:ext>
            </a:extLst>
          </p:cNvPr>
          <p:cNvCxnSpPr>
            <a:cxnSpLocks/>
          </p:cNvCxnSpPr>
          <p:nvPr/>
        </p:nvCxnSpPr>
        <p:spPr>
          <a:xfrm>
            <a:off x="9998999" y="4225154"/>
            <a:ext cx="0" cy="19059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F1BF713D-B07D-49AE-A84E-DAE80340DC08}"/>
              </a:ext>
            </a:extLst>
          </p:cNvPr>
          <p:cNvCxnSpPr>
            <a:cxnSpLocks/>
          </p:cNvCxnSpPr>
          <p:nvPr/>
        </p:nvCxnSpPr>
        <p:spPr>
          <a:xfrm>
            <a:off x="10224521" y="4504944"/>
            <a:ext cx="0" cy="1828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50861627-5E7C-4945-8802-D69AA45E2FF6}"/>
              </a:ext>
            </a:extLst>
          </p:cNvPr>
          <p:cNvCxnSpPr>
            <a:cxnSpLocks/>
          </p:cNvCxnSpPr>
          <p:nvPr/>
        </p:nvCxnSpPr>
        <p:spPr>
          <a:xfrm flipH="1">
            <a:off x="9997440" y="6333744"/>
            <a:ext cx="218702" cy="7924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52">
            <a:extLst>
              <a:ext uri="{FF2B5EF4-FFF2-40B4-BE49-F238E27FC236}">
                <a16:creationId xmlns:a16="http://schemas.microsoft.com/office/drawing/2014/main" id="{44A0B2C1-847B-4AC0-A71D-5F8234A1CA7B}"/>
              </a:ext>
            </a:extLst>
          </p:cNvPr>
          <p:cNvCxnSpPr>
            <a:cxnSpLocks/>
          </p:cNvCxnSpPr>
          <p:nvPr/>
        </p:nvCxnSpPr>
        <p:spPr>
          <a:xfrm>
            <a:off x="10011191" y="6406896"/>
            <a:ext cx="0" cy="35356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52">
            <a:extLst>
              <a:ext uri="{FF2B5EF4-FFF2-40B4-BE49-F238E27FC236}">
                <a16:creationId xmlns:a16="http://schemas.microsoft.com/office/drawing/2014/main" id="{56FAA12A-BFDB-41A5-97C2-44FCF2F778C3}"/>
              </a:ext>
            </a:extLst>
          </p:cNvPr>
          <p:cNvCxnSpPr>
            <a:cxnSpLocks/>
          </p:cNvCxnSpPr>
          <p:nvPr/>
        </p:nvCxnSpPr>
        <p:spPr>
          <a:xfrm flipH="1">
            <a:off x="9778014" y="6760464"/>
            <a:ext cx="218702" cy="7924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9F3CB1AF-52C0-48C3-9028-1857D45F2973}"/>
              </a:ext>
            </a:extLst>
          </p:cNvPr>
          <p:cNvCxnSpPr>
            <a:cxnSpLocks/>
          </p:cNvCxnSpPr>
          <p:nvPr/>
        </p:nvCxnSpPr>
        <p:spPr>
          <a:xfrm>
            <a:off x="9994462" y="7315200"/>
            <a:ext cx="9074" cy="7132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52">
            <a:extLst>
              <a:ext uri="{FF2B5EF4-FFF2-40B4-BE49-F238E27FC236}">
                <a16:creationId xmlns:a16="http://schemas.microsoft.com/office/drawing/2014/main" id="{ABD65C5C-8B4F-494F-B442-411194616FCE}"/>
              </a:ext>
            </a:extLst>
          </p:cNvPr>
          <p:cNvCxnSpPr>
            <a:cxnSpLocks/>
          </p:cNvCxnSpPr>
          <p:nvPr/>
        </p:nvCxnSpPr>
        <p:spPr>
          <a:xfrm flipH="1">
            <a:off x="9540240" y="8019288"/>
            <a:ext cx="470951" cy="19812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452">
            <a:extLst>
              <a:ext uri="{FF2B5EF4-FFF2-40B4-BE49-F238E27FC236}">
                <a16:creationId xmlns:a16="http://schemas.microsoft.com/office/drawing/2014/main" id="{BF564A16-59FD-4F4C-926F-07F25269F61F}"/>
              </a:ext>
            </a:extLst>
          </p:cNvPr>
          <p:cNvCxnSpPr>
            <a:cxnSpLocks/>
          </p:cNvCxnSpPr>
          <p:nvPr/>
        </p:nvCxnSpPr>
        <p:spPr>
          <a:xfrm flipH="1" flipV="1">
            <a:off x="2761488" y="3243072"/>
            <a:ext cx="240793" cy="792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52">
            <a:extLst>
              <a:ext uri="{FF2B5EF4-FFF2-40B4-BE49-F238E27FC236}">
                <a16:creationId xmlns:a16="http://schemas.microsoft.com/office/drawing/2014/main" id="{E7D18AAF-8572-4490-92FD-F09FDEDF013A}"/>
              </a:ext>
            </a:extLst>
          </p:cNvPr>
          <p:cNvCxnSpPr>
            <a:cxnSpLocks/>
          </p:cNvCxnSpPr>
          <p:nvPr/>
        </p:nvCxnSpPr>
        <p:spPr>
          <a:xfrm flipV="1">
            <a:off x="2761488" y="2334768"/>
            <a:ext cx="0" cy="91869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4A9BA575-EB79-46B4-A175-8AA891C12BE3}"/>
              </a:ext>
            </a:extLst>
          </p:cNvPr>
          <p:cNvCxnSpPr>
            <a:cxnSpLocks/>
          </p:cNvCxnSpPr>
          <p:nvPr/>
        </p:nvCxnSpPr>
        <p:spPr>
          <a:xfrm flipH="1" flipV="1">
            <a:off x="2532385" y="2255520"/>
            <a:ext cx="240793" cy="792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452">
            <a:extLst>
              <a:ext uri="{FF2B5EF4-FFF2-40B4-BE49-F238E27FC236}">
                <a16:creationId xmlns:a16="http://schemas.microsoft.com/office/drawing/2014/main" id="{53594060-0E10-472A-A141-DEBB490A7E62}"/>
              </a:ext>
            </a:extLst>
          </p:cNvPr>
          <p:cNvCxnSpPr>
            <a:cxnSpLocks/>
          </p:cNvCxnSpPr>
          <p:nvPr/>
        </p:nvCxnSpPr>
        <p:spPr>
          <a:xfrm flipV="1">
            <a:off x="2544577" y="1676400"/>
            <a:ext cx="0" cy="58410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52">
            <a:extLst>
              <a:ext uri="{FF2B5EF4-FFF2-40B4-BE49-F238E27FC236}">
                <a16:creationId xmlns:a16="http://schemas.microsoft.com/office/drawing/2014/main" id="{EEE1388E-530E-4344-AFC6-629825541D25}"/>
              </a:ext>
            </a:extLst>
          </p:cNvPr>
          <p:cNvCxnSpPr>
            <a:cxnSpLocks/>
          </p:cNvCxnSpPr>
          <p:nvPr/>
        </p:nvCxnSpPr>
        <p:spPr>
          <a:xfrm flipH="1">
            <a:off x="2520696" y="865632"/>
            <a:ext cx="2118360" cy="81686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452">
            <a:extLst>
              <a:ext uri="{FF2B5EF4-FFF2-40B4-BE49-F238E27FC236}">
                <a16:creationId xmlns:a16="http://schemas.microsoft.com/office/drawing/2014/main" id="{C9F4A9D0-D4AE-4B6E-A153-0BF5CC414972}"/>
              </a:ext>
            </a:extLst>
          </p:cNvPr>
          <p:cNvCxnSpPr>
            <a:cxnSpLocks/>
          </p:cNvCxnSpPr>
          <p:nvPr/>
        </p:nvCxnSpPr>
        <p:spPr>
          <a:xfrm flipH="1" flipV="1">
            <a:off x="4625210" y="865632"/>
            <a:ext cx="493444" cy="2011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1E64D183-6345-46E6-9164-CD5218C3340B}"/>
              </a:ext>
            </a:extLst>
          </p:cNvPr>
          <p:cNvCxnSpPr>
            <a:cxnSpLocks/>
          </p:cNvCxnSpPr>
          <p:nvPr/>
        </p:nvCxnSpPr>
        <p:spPr>
          <a:xfrm flipH="1">
            <a:off x="5104808" y="966216"/>
            <a:ext cx="262263" cy="9144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048DC07-701B-4CF7-932E-E27EE9F92266}"/>
              </a:ext>
            </a:extLst>
          </p:cNvPr>
          <p:cNvSpPr txBox="1"/>
          <p:nvPr/>
        </p:nvSpPr>
        <p:spPr>
          <a:xfrm>
            <a:off x="109728" y="124581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6.0.00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495CED-EEB4-44BF-A97F-20A373ADE84E}"/>
              </a:ext>
            </a:extLst>
          </p:cNvPr>
          <p:cNvGrpSpPr/>
          <p:nvPr/>
        </p:nvGrpSpPr>
        <p:grpSpPr>
          <a:xfrm rot="5011035">
            <a:off x="7517261" y="2678684"/>
            <a:ext cx="482240" cy="909320"/>
            <a:chOff x="6104773" y="431293"/>
            <a:chExt cx="482240" cy="909320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39CD9087-0643-41AB-9634-7121AD81AF6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5B9BD5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9EC395-CA2A-4866-9234-213A92A37BE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86668B5-1D24-42FA-BCDF-3FD1EFA780D5}"/>
              </a:ext>
            </a:extLst>
          </p:cNvPr>
          <p:cNvGrpSpPr/>
          <p:nvPr/>
        </p:nvGrpSpPr>
        <p:grpSpPr>
          <a:xfrm rot="1216058">
            <a:off x="5759714" y="2478629"/>
            <a:ext cx="909320" cy="440456"/>
            <a:chOff x="1365669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8A4F2895-AAF9-4F47-9807-6B2A2562946B}"/>
                </a:ext>
              </a:extLst>
            </p:cNvPr>
            <p:cNvSpPr/>
            <p:nvPr/>
          </p:nvSpPr>
          <p:spPr>
            <a:xfrm rot="18167711">
              <a:off x="1658563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C000">
                <a:alpha val="38039"/>
              </a:srgb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940690-A849-4858-A0F0-55376FF574DA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476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71972</TotalTime>
  <Words>196</Words>
  <Application>Microsoft Office PowerPoint</Application>
  <PresentationFormat>Custom</PresentationFormat>
  <Paragraphs>36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826</cp:revision>
  <cp:lastPrinted>2021-06-19T15:20:22Z</cp:lastPrinted>
  <dcterms:created xsi:type="dcterms:W3CDTF">2021-03-25T22:26:05Z</dcterms:created>
  <dcterms:modified xsi:type="dcterms:W3CDTF">2022-03-15T21:12:44Z</dcterms:modified>
</cp:coreProperties>
</file>