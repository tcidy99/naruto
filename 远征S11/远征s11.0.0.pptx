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20"/>
  </p:notesMasterIdLst>
  <p:sldIdLst>
    <p:sldId id="277" r:id="rId2"/>
    <p:sldId id="278" r:id="rId3"/>
    <p:sldId id="272" r:id="rId4"/>
    <p:sldId id="281" r:id="rId5"/>
    <p:sldId id="276" r:id="rId6"/>
    <p:sldId id="275" r:id="rId7"/>
    <p:sldId id="274" r:id="rId8"/>
    <p:sldId id="273" r:id="rId9"/>
    <p:sldId id="271" r:id="rId10"/>
    <p:sldId id="257" r:id="rId11"/>
    <p:sldId id="280" r:id="rId12"/>
    <p:sldId id="279" r:id="rId13"/>
    <p:sldId id="270" r:id="rId14"/>
    <p:sldId id="269" r:id="rId15"/>
    <p:sldId id="268" r:id="rId16"/>
    <p:sldId id="267" r:id="rId17"/>
    <p:sldId id="259" r:id="rId18"/>
    <p:sldId id="265" r:id="rId19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C000"/>
    <a:srgbClr val="99FFCC"/>
    <a:srgbClr val="41719C"/>
    <a:srgbClr val="5B9BD5"/>
    <a:srgbClr val="C0C0C0"/>
    <a:srgbClr val="00000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3655" autoAdjust="0"/>
  </p:normalViewPr>
  <p:slideViewPr>
    <p:cSldViewPr snapToGrid="0">
      <p:cViewPr>
        <p:scale>
          <a:sx n="125" d="100"/>
          <a:sy n="125" d="100"/>
        </p:scale>
        <p:origin x="-60" y="-19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77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2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94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93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15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33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44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50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zh-CN" altLang="en-US" dirty="0"/>
              <a:t>队白色，</a:t>
            </a:r>
            <a:r>
              <a:rPr lang="en-US" altLang="zh-CN" dirty="0"/>
              <a:t>2</a:t>
            </a:r>
            <a:r>
              <a:rPr lang="zh-CN" altLang="en-US" dirty="0"/>
              <a:t>队黄色，</a:t>
            </a:r>
            <a:r>
              <a:rPr lang="en-US" altLang="zh-CN" dirty="0"/>
              <a:t>3</a:t>
            </a:r>
            <a:r>
              <a:rPr lang="zh-CN" altLang="en-US" dirty="0"/>
              <a:t>队粉色</a:t>
            </a:r>
            <a:endParaRPr lang="en-US" altLang="zh-CN" dirty="0"/>
          </a:p>
          <a:p>
            <a:r>
              <a:rPr lang="en-US" dirty="0"/>
              <a:t>1</a:t>
            </a:r>
            <a:r>
              <a:rPr lang="zh-CN" altLang="en-US" dirty="0"/>
              <a:t>队走</a:t>
            </a:r>
            <a:r>
              <a:rPr lang="en-US" altLang="zh-CN" dirty="0"/>
              <a:t>6</a:t>
            </a:r>
            <a:r>
              <a:rPr lang="zh-CN" altLang="en-US" dirty="0"/>
              <a:t>步停下，买出</a:t>
            </a:r>
            <a:r>
              <a:rPr lang="en-US" altLang="zh-CN" dirty="0"/>
              <a:t>2</a:t>
            </a:r>
            <a:r>
              <a:rPr lang="zh-CN" altLang="en-US" dirty="0"/>
              <a:t>队</a:t>
            </a:r>
            <a:endParaRPr lang="en-US" altLang="zh-CN" dirty="0"/>
          </a:p>
          <a:p>
            <a:r>
              <a:rPr lang="en-US" dirty="0"/>
              <a:t>2</a:t>
            </a:r>
            <a:r>
              <a:rPr lang="zh-CN" altLang="en-US" dirty="0"/>
              <a:t>队走</a:t>
            </a:r>
            <a:r>
              <a:rPr lang="en-US" altLang="zh-CN" dirty="0"/>
              <a:t>6</a:t>
            </a:r>
            <a:r>
              <a:rPr lang="zh-CN" altLang="en-US" dirty="0"/>
              <a:t>步停下，买出</a:t>
            </a:r>
            <a:r>
              <a:rPr lang="en-US" altLang="zh-CN" dirty="0"/>
              <a:t>3</a:t>
            </a:r>
            <a:r>
              <a:rPr lang="zh-CN" altLang="en-US" dirty="0"/>
              <a:t>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51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21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92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45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31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5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9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58" indent="0" algn="ctr">
              <a:buNone/>
              <a:defRPr sz="2124"/>
            </a:lvl2pPr>
            <a:lvl3pPr marL="971117" indent="0" algn="ctr">
              <a:buNone/>
              <a:defRPr sz="1913"/>
            </a:lvl3pPr>
            <a:lvl4pPr marL="1456675" indent="0" algn="ctr">
              <a:buNone/>
              <a:defRPr sz="1699"/>
            </a:lvl4pPr>
            <a:lvl5pPr marL="1942234" indent="0" algn="ctr">
              <a:buNone/>
              <a:defRPr sz="1699"/>
            </a:lvl5pPr>
            <a:lvl6pPr marL="2427792" indent="0" algn="ctr">
              <a:buNone/>
              <a:defRPr sz="1699"/>
            </a:lvl6pPr>
            <a:lvl7pPr marL="2913350" indent="0" algn="ctr">
              <a:buNone/>
              <a:defRPr sz="1699"/>
            </a:lvl7pPr>
            <a:lvl8pPr marL="3398910" indent="0" algn="ctr">
              <a:buNone/>
              <a:defRPr sz="1699"/>
            </a:lvl8pPr>
            <a:lvl9pPr marL="3884468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58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117" indent="0">
              <a:buNone/>
              <a:defRPr sz="1913">
                <a:solidFill>
                  <a:schemeClr val="tx1">
                    <a:tint val="75000"/>
                  </a:schemeClr>
                </a:solidFill>
              </a:defRPr>
            </a:lvl3pPr>
            <a:lvl4pPr marL="145667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234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9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350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910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46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3" y="3894668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50" y="3894668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5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58" indent="0">
              <a:buNone/>
              <a:defRPr sz="2124" b="1"/>
            </a:lvl2pPr>
            <a:lvl3pPr marL="971117" indent="0">
              <a:buNone/>
              <a:defRPr sz="1913" b="1"/>
            </a:lvl3pPr>
            <a:lvl4pPr marL="1456675" indent="0">
              <a:buNone/>
              <a:defRPr sz="1699" b="1"/>
            </a:lvl4pPr>
            <a:lvl5pPr marL="1942234" indent="0">
              <a:buNone/>
              <a:defRPr sz="1699" b="1"/>
            </a:lvl5pPr>
            <a:lvl6pPr marL="2427792" indent="0">
              <a:buNone/>
              <a:defRPr sz="1699" b="1"/>
            </a:lvl6pPr>
            <a:lvl7pPr marL="2913350" indent="0">
              <a:buNone/>
              <a:defRPr sz="1699" b="1"/>
            </a:lvl7pPr>
            <a:lvl8pPr marL="3398910" indent="0">
              <a:buNone/>
              <a:defRPr sz="1699" b="1"/>
            </a:lvl8pPr>
            <a:lvl9pPr marL="3884468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1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58" indent="0">
              <a:buNone/>
              <a:defRPr sz="2124" b="1"/>
            </a:lvl2pPr>
            <a:lvl3pPr marL="971117" indent="0">
              <a:buNone/>
              <a:defRPr sz="1913" b="1"/>
            </a:lvl3pPr>
            <a:lvl4pPr marL="1456675" indent="0">
              <a:buNone/>
              <a:defRPr sz="1699" b="1"/>
            </a:lvl4pPr>
            <a:lvl5pPr marL="1942234" indent="0">
              <a:buNone/>
              <a:defRPr sz="1699" b="1"/>
            </a:lvl5pPr>
            <a:lvl6pPr marL="2427792" indent="0">
              <a:buNone/>
              <a:defRPr sz="1699" b="1"/>
            </a:lvl6pPr>
            <a:lvl7pPr marL="2913350" indent="0">
              <a:buNone/>
              <a:defRPr sz="1699" b="1"/>
            </a:lvl7pPr>
            <a:lvl8pPr marL="3398910" indent="0">
              <a:buNone/>
              <a:defRPr sz="1699" b="1"/>
            </a:lvl8pPr>
            <a:lvl9pPr marL="3884468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1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9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1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58" indent="0">
              <a:buNone/>
              <a:defRPr sz="1487"/>
            </a:lvl2pPr>
            <a:lvl3pPr marL="971117" indent="0">
              <a:buNone/>
              <a:defRPr sz="1274"/>
            </a:lvl3pPr>
            <a:lvl4pPr marL="1456675" indent="0">
              <a:buNone/>
              <a:defRPr sz="1062"/>
            </a:lvl4pPr>
            <a:lvl5pPr marL="1942234" indent="0">
              <a:buNone/>
              <a:defRPr sz="1062"/>
            </a:lvl5pPr>
            <a:lvl6pPr marL="2427792" indent="0">
              <a:buNone/>
              <a:defRPr sz="1062"/>
            </a:lvl6pPr>
            <a:lvl7pPr marL="2913350" indent="0">
              <a:buNone/>
              <a:defRPr sz="1062"/>
            </a:lvl7pPr>
            <a:lvl8pPr marL="3398910" indent="0">
              <a:buNone/>
              <a:defRPr sz="1062"/>
            </a:lvl8pPr>
            <a:lvl9pPr marL="3884468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9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58" indent="0">
              <a:buNone/>
              <a:defRPr sz="2974"/>
            </a:lvl2pPr>
            <a:lvl3pPr marL="971117" indent="0">
              <a:buNone/>
              <a:defRPr sz="2549"/>
            </a:lvl3pPr>
            <a:lvl4pPr marL="1456675" indent="0">
              <a:buNone/>
              <a:defRPr sz="2124"/>
            </a:lvl4pPr>
            <a:lvl5pPr marL="1942234" indent="0">
              <a:buNone/>
              <a:defRPr sz="2124"/>
            </a:lvl5pPr>
            <a:lvl6pPr marL="2427792" indent="0">
              <a:buNone/>
              <a:defRPr sz="2124"/>
            </a:lvl6pPr>
            <a:lvl7pPr marL="2913350" indent="0">
              <a:buNone/>
              <a:defRPr sz="2124"/>
            </a:lvl7pPr>
            <a:lvl8pPr marL="3398910" indent="0">
              <a:buNone/>
              <a:defRPr sz="2124"/>
            </a:lvl8pPr>
            <a:lvl9pPr marL="3884468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1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58" indent="0">
              <a:buNone/>
              <a:defRPr sz="1487"/>
            </a:lvl2pPr>
            <a:lvl3pPr marL="971117" indent="0">
              <a:buNone/>
              <a:defRPr sz="1274"/>
            </a:lvl3pPr>
            <a:lvl4pPr marL="1456675" indent="0">
              <a:buNone/>
              <a:defRPr sz="1062"/>
            </a:lvl4pPr>
            <a:lvl5pPr marL="1942234" indent="0">
              <a:buNone/>
              <a:defRPr sz="1062"/>
            </a:lvl5pPr>
            <a:lvl6pPr marL="2427792" indent="0">
              <a:buNone/>
              <a:defRPr sz="1062"/>
            </a:lvl6pPr>
            <a:lvl7pPr marL="2913350" indent="0">
              <a:buNone/>
              <a:defRPr sz="1062"/>
            </a:lvl7pPr>
            <a:lvl8pPr marL="3398910" indent="0">
              <a:buNone/>
              <a:defRPr sz="1062"/>
            </a:lvl8pPr>
            <a:lvl9pPr marL="3884468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4" y="778934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3" y="778934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5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8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3" y="13560216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6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80" y="13560216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117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9" indent="-242779" algn="l" defTabSz="971117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38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96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54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5013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0571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6131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1689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27248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5558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1117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6675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2234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27792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3350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398910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4468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680" y="1407098"/>
            <a:ext cx="13054330" cy="1026238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183630" y="3952875"/>
            <a:ext cx="969645" cy="49911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900863" y="3495040"/>
            <a:ext cx="4129087" cy="6766560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5532530" y="4372683"/>
            <a:ext cx="2998537" cy="1892862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628" name="Group 1627">
            <a:extLst>
              <a:ext uri="{FF2B5EF4-FFF2-40B4-BE49-F238E27FC236}">
                <a16:creationId xmlns:a16="http://schemas.microsoft.com/office/drawing/2014/main" id="{B4D2233A-554B-4789-A16B-C8771E13F122}"/>
              </a:ext>
            </a:extLst>
          </p:cNvPr>
          <p:cNvGrpSpPr/>
          <p:nvPr/>
        </p:nvGrpSpPr>
        <p:grpSpPr>
          <a:xfrm>
            <a:off x="650875" y="1724025"/>
            <a:ext cx="6994525" cy="9290685"/>
            <a:chOff x="650875" y="1724025"/>
            <a:chExt cx="6994525" cy="9290685"/>
          </a:xfrm>
        </p:grpSpPr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8F6CBD89-1594-4537-8E7A-149721BBFF3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5737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BECFC3EA-6182-4997-B298-46F351F9E0E8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3440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D1353986-1D3F-412F-978D-9E1FCCD3D21F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2046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5FBE6EEB-42C0-4EA9-8C0E-6F995CE67576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8558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ABD7A186-C2B3-44A5-AE46-810CCED04BE1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7258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B8342618-19BA-4E7E-AA53-24BE85AA86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4154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A9D569CE-320D-4D64-85BA-CD9D7BAECCDB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3044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AB4273BA-1EBA-44D7-9546-B44F11FAC6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1586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C117CE18-DF2F-4E66-9CB1-FD11A2A8AD8B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9658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64F1A34B-0085-48B1-BCEE-18359BE6C9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9404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3A08CE6-EA59-44CE-BD8A-DC489B340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5472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DEB9CBA2-C585-4DE1-9A01-CBA23B8C2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860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244C16E1-5618-45E8-9B0B-ACDD594348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9518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5F82F1C3-8800-4D67-802D-0B9E80C94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6225" y="4537710"/>
              <a:ext cx="74803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09DD500F-627D-4AEF-9660-884D8D359A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959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7E670AF3-41D0-47EE-BB4D-D19315EE3858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3390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25CB10AC-64D7-46BB-A9B9-9891DD3313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3075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E85DEF6-2C71-4D14-B54C-96A4E3906A5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2760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EF8D842-08CB-4CCE-BAC3-3F8DA10071EF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875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06B45075-243E-4DCE-83FC-007C547CA440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1398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6B405E02-A82B-4DB7-8D28-064D471DAE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1397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00AEA7A4-4F1D-4040-A873-56C750EA8A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9410" y="10147300"/>
              <a:ext cx="0" cy="241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06F3A32B-923D-4191-B35B-496BAFD8B400}"/>
                </a:ext>
              </a:extLst>
            </p:cNvPr>
            <p:cNvCxnSpPr>
              <a:cxnSpLocks/>
            </p:cNvCxnSpPr>
            <p:nvPr/>
          </p:nvCxnSpPr>
          <p:spPr>
            <a:xfrm>
              <a:off x="1612900" y="10372725"/>
              <a:ext cx="260350" cy="76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3149AD4D-5EDD-4174-997E-7A00B5CD2D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4520" y="10252075"/>
              <a:ext cx="0" cy="2190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B4CD2104-6A88-47F2-972C-7A0DC5049049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10655300"/>
              <a:ext cx="495300" cy="1651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04A2EEF5-8B06-4371-BB0A-AAED261E5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510" y="10064750"/>
              <a:ext cx="0" cy="2127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7A600-A3C3-47DA-80EF-745AC28402F6}"/>
                </a:ext>
              </a:extLst>
            </p:cNvPr>
            <p:cNvCxnSpPr>
              <a:cxnSpLocks/>
            </p:cNvCxnSpPr>
            <p:nvPr/>
          </p:nvCxnSpPr>
          <p:spPr>
            <a:xfrm>
              <a:off x="901700" y="10077450"/>
              <a:ext cx="501650" cy="196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19CFA9AB-3D72-478F-9A83-FD793C5C1A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385" y="9610725"/>
              <a:ext cx="0" cy="190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DBC1122D-02D6-44B5-85DA-76DAA0463A82}"/>
                </a:ext>
              </a:extLst>
            </p:cNvPr>
            <p:cNvCxnSpPr>
              <a:cxnSpLocks/>
            </p:cNvCxnSpPr>
            <p:nvPr/>
          </p:nvCxnSpPr>
          <p:spPr>
            <a:xfrm>
              <a:off x="650875" y="9788525"/>
              <a:ext cx="495300" cy="203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CE08F0F0-3FE5-42EA-AAFB-879ABB08B6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6650" y="9512300"/>
              <a:ext cx="1219200" cy="4730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22A2693B-269A-4614-A83D-E1751F9D2A43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0" y="9055100"/>
              <a:ext cx="955675" cy="3778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CDC1F759-BA34-4F41-8880-703B03939C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4270" y="8841740"/>
              <a:ext cx="0" cy="2451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3F75476-7B9C-49B8-976A-4CE3036B4ABD}"/>
                </a:ext>
              </a:extLst>
            </p:cNvPr>
            <p:cNvCxnSpPr>
              <a:cxnSpLocks/>
            </p:cNvCxnSpPr>
            <p:nvPr/>
          </p:nvCxnSpPr>
          <p:spPr>
            <a:xfrm>
              <a:off x="1123950" y="8851900"/>
              <a:ext cx="990600" cy="3873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AE2FB35B-899D-4650-A3D9-6C3E08843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010" y="9061450"/>
              <a:ext cx="478790" cy="1689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FB474384-E5C3-43A1-AF3F-A55BFA75DA7E}"/>
                </a:ext>
              </a:extLst>
            </p:cNvPr>
            <p:cNvCxnSpPr>
              <a:cxnSpLocks/>
            </p:cNvCxnSpPr>
            <p:nvPr/>
          </p:nvCxnSpPr>
          <p:spPr>
            <a:xfrm>
              <a:off x="2331244" y="8953500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666">
              <a:extLst>
                <a:ext uri="{FF2B5EF4-FFF2-40B4-BE49-F238E27FC236}">
                  <a16:creationId xmlns:a16="http://schemas.microsoft.com/office/drawing/2014/main" id="{26ACD165-DD85-4030-B427-1606E75AB4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5341" y="8951119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86512685-5824-487E-9654-CB89430337C9}"/>
                </a:ext>
              </a:extLst>
            </p:cNvPr>
            <p:cNvCxnSpPr>
              <a:cxnSpLocks/>
            </p:cNvCxnSpPr>
            <p:nvPr/>
          </p:nvCxnSpPr>
          <p:spPr>
            <a:xfrm>
              <a:off x="1381125" y="8763000"/>
              <a:ext cx="723106" cy="28622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1EB0B984-E4BE-4BC4-904B-587093785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014" y="8558213"/>
              <a:ext cx="0" cy="22383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672">
              <a:extLst>
                <a:ext uri="{FF2B5EF4-FFF2-40B4-BE49-F238E27FC236}">
                  <a16:creationId xmlns:a16="http://schemas.microsoft.com/office/drawing/2014/main" id="{2CFA0848-0FA7-4BBE-8A07-F259A4183F27}"/>
                </a:ext>
              </a:extLst>
            </p:cNvPr>
            <p:cNvCxnSpPr>
              <a:cxnSpLocks/>
            </p:cNvCxnSpPr>
            <p:nvPr/>
          </p:nvCxnSpPr>
          <p:spPr>
            <a:xfrm>
              <a:off x="1364456" y="8562975"/>
              <a:ext cx="723106" cy="28622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0102B513-701A-4795-BF50-CF1E5AC039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89" y="8651082"/>
              <a:ext cx="0" cy="22383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AE3F61D7-7566-4C92-83C8-0FC2058390D9}"/>
                </a:ext>
              </a:extLst>
            </p:cNvPr>
            <p:cNvCxnSpPr>
              <a:cxnSpLocks/>
            </p:cNvCxnSpPr>
            <p:nvPr/>
          </p:nvCxnSpPr>
          <p:spPr>
            <a:xfrm>
              <a:off x="1612106" y="8477250"/>
              <a:ext cx="494506" cy="19335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676">
              <a:extLst>
                <a:ext uri="{FF2B5EF4-FFF2-40B4-BE49-F238E27FC236}">
                  <a16:creationId xmlns:a16="http://schemas.microsoft.com/office/drawing/2014/main" id="{6F6C3E48-4AC7-4CCC-A190-5D859DE711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3377" y="7739063"/>
              <a:ext cx="0" cy="75009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>
              <a:extLst>
                <a:ext uri="{FF2B5EF4-FFF2-40B4-BE49-F238E27FC236}">
                  <a16:creationId xmlns:a16="http://schemas.microsoft.com/office/drawing/2014/main" id="{69579940-418C-4C46-AACE-2A42B9C8270B}"/>
                </a:ext>
              </a:extLst>
            </p:cNvPr>
            <p:cNvCxnSpPr>
              <a:cxnSpLocks/>
            </p:cNvCxnSpPr>
            <p:nvPr/>
          </p:nvCxnSpPr>
          <p:spPr>
            <a:xfrm>
              <a:off x="1378744" y="762952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679">
              <a:extLst>
                <a:ext uri="{FF2B5EF4-FFF2-40B4-BE49-F238E27FC236}">
                  <a16:creationId xmlns:a16="http://schemas.microsoft.com/office/drawing/2014/main" id="{A9DC5117-B5DF-442C-8640-E98211E7D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9539" y="7281863"/>
              <a:ext cx="0" cy="35956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681">
              <a:extLst>
                <a:ext uri="{FF2B5EF4-FFF2-40B4-BE49-F238E27FC236}">
                  <a16:creationId xmlns:a16="http://schemas.microsoft.com/office/drawing/2014/main" id="{70F81DBC-94F1-4CA2-8490-ED4D21C96FC0}"/>
                </a:ext>
              </a:extLst>
            </p:cNvPr>
            <p:cNvCxnSpPr>
              <a:cxnSpLocks/>
            </p:cNvCxnSpPr>
            <p:nvPr/>
          </p:nvCxnSpPr>
          <p:spPr>
            <a:xfrm>
              <a:off x="1140619" y="717232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682">
              <a:extLst>
                <a:ext uri="{FF2B5EF4-FFF2-40B4-BE49-F238E27FC236}">
                  <a16:creationId xmlns:a16="http://schemas.microsoft.com/office/drawing/2014/main" id="{D2889090-6C7D-4E1C-B0CE-08C1405DA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316" y="7084219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683">
              <a:extLst>
                <a:ext uri="{FF2B5EF4-FFF2-40B4-BE49-F238E27FC236}">
                  <a16:creationId xmlns:a16="http://schemas.microsoft.com/office/drawing/2014/main" id="{40D75088-852D-444C-8B8C-B4360B9101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014" y="6519863"/>
              <a:ext cx="0" cy="56911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3868AA90-6A34-4DCD-9326-BF5E89FA0F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204" y="644604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8109359F-A8F8-4BCE-9A7F-5078BA98C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8139" y="6229350"/>
              <a:ext cx="0" cy="21669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688">
              <a:extLst>
                <a:ext uri="{FF2B5EF4-FFF2-40B4-BE49-F238E27FC236}">
                  <a16:creationId xmlns:a16="http://schemas.microsoft.com/office/drawing/2014/main" id="{0A4E6C16-EDEC-4547-A5A5-6FC860DC88A9}"/>
                </a:ext>
              </a:extLst>
            </p:cNvPr>
            <p:cNvCxnSpPr>
              <a:cxnSpLocks/>
            </p:cNvCxnSpPr>
            <p:nvPr/>
          </p:nvCxnSpPr>
          <p:spPr>
            <a:xfrm>
              <a:off x="1388269" y="613886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D214AD54-CD4D-47E8-BD26-38FE7D0A86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129" y="614124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690">
              <a:extLst>
                <a:ext uri="{FF2B5EF4-FFF2-40B4-BE49-F238E27FC236}">
                  <a16:creationId xmlns:a16="http://schemas.microsoft.com/office/drawing/2014/main" id="{566484AC-3F50-475E-B5F3-66908992E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1414" y="5857875"/>
              <a:ext cx="0" cy="35956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691">
              <a:extLst>
                <a:ext uri="{FF2B5EF4-FFF2-40B4-BE49-F238E27FC236}">
                  <a16:creationId xmlns:a16="http://schemas.microsoft.com/office/drawing/2014/main" id="{28FB4AD1-D5D2-4F40-880F-F9660C09B5EE}"/>
                </a:ext>
              </a:extLst>
            </p:cNvPr>
            <p:cNvCxnSpPr>
              <a:cxnSpLocks/>
            </p:cNvCxnSpPr>
            <p:nvPr/>
          </p:nvCxnSpPr>
          <p:spPr>
            <a:xfrm>
              <a:off x="912019" y="5762624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692">
              <a:extLst>
                <a:ext uri="{FF2B5EF4-FFF2-40B4-BE49-F238E27FC236}">
                  <a16:creationId xmlns:a16="http://schemas.microsoft.com/office/drawing/2014/main" id="{AEDEA5A2-4FA5-4054-8DE3-F01D5C5C7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004" y="5669756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693">
              <a:extLst>
                <a:ext uri="{FF2B5EF4-FFF2-40B4-BE49-F238E27FC236}">
                  <a16:creationId xmlns:a16="http://schemas.microsoft.com/office/drawing/2014/main" id="{E0B434CF-25D9-4F2D-BA80-F903CC877F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6652" y="5453063"/>
              <a:ext cx="0" cy="21669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694">
              <a:extLst>
                <a:ext uri="{FF2B5EF4-FFF2-40B4-BE49-F238E27FC236}">
                  <a16:creationId xmlns:a16="http://schemas.microsoft.com/office/drawing/2014/main" id="{3E1A519D-BDB6-4D53-8E77-967E3314AE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366" y="5200650"/>
              <a:ext cx="705009" cy="2816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A71DB57D-5957-4261-88B8-C36A05535E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6264" y="5000625"/>
              <a:ext cx="0" cy="21669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92D0BAD2-312B-4403-B931-55A00B1DE582}"/>
                </a:ext>
              </a:extLst>
            </p:cNvPr>
            <p:cNvCxnSpPr>
              <a:cxnSpLocks/>
            </p:cNvCxnSpPr>
            <p:nvPr/>
          </p:nvCxnSpPr>
          <p:spPr>
            <a:xfrm>
              <a:off x="1621632" y="4919661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168C650B-4D28-474F-8A49-CC39DC152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967" y="4926806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219CB277-D95F-4EBD-90BF-0BC9369EC0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014" y="4633913"/>
              <a:ext cx="0" cy="37861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DC898874-1595-4CB5-B535-9F08768F20ED}"/>
                </a:ext>
              </a:extLst>
            </p:cNvPr>
            <p:cNvCxnSpPr>
              <a:cxnSpLocks/>
            </p:cNvCxnSpPr>
            <p:nvPr/>
          </p:nvCxnSpPr>
          <p:spPr>
            <a:xfrm>
              <a:off x="1135857" y="4548186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55606789-D207-47BA-9BA5-2CE1A8C1D1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9151" y="4176712"/>
              <a:ext cx="0" cy="18573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CA4ABC22-E21C-405C-B542-462A155BB085}"/>
                </a:ext>
              </a:extLst>
            </p:cNvPr>
            <p:cNvCxnSpPr>
              <a:cxnSpLocks/>
            </p:cNvCxnSpPr>
            <p:nvPr/>
          </p:nvCxnSpPr>
          <p:spPr>
            <a:xfrm>
              <a:off x="1145382" y="360521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6D1042E2-574A-4B1D-82BC-25FC3D1E3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5252" y="3714750"/>
              <a:ext cx="0" cy="76914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EBF2FBA9-9670-4BB7-9722-D034946A32A0}"/>
                </a:ext>
              </a:extLst>
            </p:cNvPr>
            <p:cNvCxnSpPr>
              <a:cxnSpLocks/>
            </p:cNvCxnSpPr>
            <p:nvPr/>
          </p:nvCxnSpPr>
          <p:spPr>
            <a:xfrm>
              <a:off x="1140620" y="436721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709">
              <a:extLst>
                <a:ext uri="{FF2B5EF4-FFF2-40B4-BE49-F238E27FC236}">
                  <a16:creationId xmlns:a16="http://schemas.microsoft.com/office/drawing/2014/main" id="{0D19E674-8B33-4E39-80AC-6D5345258D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6651" y="3419475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AE744ABF-53A7-4267-B8DE-7B0C7500FF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002" y="3124200"/>
              <a:ext cx="0" cy="21669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378F87D2-BFF3-4994-8AAF-9CA0DC0CAED9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3" y="3138487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885">
              <a:extLst>
                <a:ext uri="{FF2B5EF4-FFF2-40B4-BE49-F238E27FC236}">
                  <a16:creationId xmlns:a16="http://schemas.microsoft.com/office/drawing/2014/main" id="{9D970BDB-4B0D-4821-9EE8-0AD89FF85834}"/>
                </a:ext>
              </a:extLst>
            </p:cNvPr>
            <p:cNvCxnSpPr>
              <a:cxnSpLocks/>
            </p:cNvCxnSpPr>
            <p:nvPr/>
          </p:nvCxnSpPr>
          <p:spPr>
            <a:xfrm>
              <a:off x="892970" y="3314700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E59F9297-E017-465A-B154-001CE56029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1889" y="2871788"/>
              <a:ext cx="0" cy="34051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D6AD5F25-AED8-48AF-A7FD-94F7A09C7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367" y="2778919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620B72BB-1F1D-4940-90EA-A5D5483FF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5251" y="2590800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FBE57A45-B34C-48D7-9F2D-A8045F4C26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204" y="2471738"/>
              <a:ext cx="252571" cy="11493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835242D3-4F30-4C89-A05D-DC0F9215BB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7664" y="2295525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C2932868-8AE8-44AE-87B8-9B91018EDA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3854" y="2105025"/>
              <a:ext cx="481171" cy="200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D90319E1-55FB-463A-A8FE-6A42D70E02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9152" y="1947862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E41498A8-E60F-41C4-AAA5-E0801D7FC7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579" y="1733550"/>
              <a:ext cx="481171" cy="200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A948200D-C544-4933-972B-38F21BFB09F0}"/>
                </a:ext>
              </a:extLst>
            </p:cNvPr>
            <p:cNvCxnSpPr>
              <a:cxnSpLocks/>
            </p:cNvCxnSpPr>
            <p:nvPr/>
          </p:nvCxnSpPr>
          <p:spPr>
            <a:xfrm>
              <a:off x="2559845" y="1724025"/>
              <a:ext cx="516730" cy="18573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14371ACE-7BA6-46BD-B15D-91CA6E651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0702" y="191928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AD41988A-5130-445F-B716-C16E2EB7F888}"/>
                </a:ext>
              </a:extLst>
            </p:cNvPr>
            <p:cNvCxnSpPr>
              <a:cxnSpLocks/>
            </p:cNvCxnSpPr>
            <p:nvPr/>
          </p:nvCxnSpPr>
          <p:spPr>
            <a:xfrm>
              <a:off x="3059907" y="2105025"/>
              <a:ext cx="507206" cy="200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05E1D8F8-9537-4C82-B1D7-082C2AC9BC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7429" y="2200275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5A66F34D-6AF0-4731-B593-EEDBFDFBD55C}"/>
                </a:ext>
              </a:extLst>
            </p:cNvPr>
            <p:cNvCxnSpPr>
              <a:cxnSpLocks/>
            </p:cNvCxnSpPr>
            <p:nvPr/>
          </p:nvCxnSpPr>
          <p:spPr>
            <a:xfrm>
              <a:off x="3798095" y="221456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>
              <a:extLst>
                <a:ext uri="{FF2B5EF4-FFF2-40B4-BE49-F238E27FC236}">
                  <a16:creationId xmlns:a16="http://schemas.microsoft.com/office/drawing/2014/main" id="{8CDFBDFD-5B9D-4822-87B6-0C7571E10D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7967" y="2100263"/>
              <a:ext cx="466883" cy="2101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>
              <a:extLst>
                <a:ext uri="{FF2B5EF4-FFF2-40B4-BE49-F238E27FC236}">
                  <a16:creationId xmlns:a16="http://schemas.microsoft.com/office/drawing/2014/main" id="{E3979A03-00B7-4DDE-97D4-88DF75296868}"/>
                </a:ext>
              </a:extLst>
            </p:cNvPr>
            <p:cNvCxnSpPr>
              <a:cxnSpLocks/>
            </p:cNvCxnSpPr>
            <p:nvPr/>
          </p:nvCxnSpPr>
          <p:spPr>
            <a:xfrm>
              <a:off x="4512470" y="2105024"/>
              <a:ext cx="482440" cy="21526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901">
              <a:extLst>
                <a:ext uri="{FF2B5EF4-FFF2-40B4-BE49-F238E27FC236}">
                  <a16:creationId xmlns:a16="http://schemas.microsoft.com/office/drawing/2014/main" id="{219CF753-7657-4910-BAA4-E6668F049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3480" y="2205037"/>
              <a:ext cx="274320" cy="9620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Straight Connector 902">
              <a:extLst>
                <a:ext uri="{FF2B5EF4-FFF2-40B4-BE49-F238E27FC236}">
                  <a16:creationId xmlns:a16="http://schemas.microsoft.com/office/drawing/2014/main" id="{22817636-4F2D-4B9F-A8CF-170C9BC0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404" y="2767013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903">
              <a:extLst>
                <a:ext uri="{FF2B5EF4-FFF2-40B4-BE49-F238E27FC236}">
                  <a16:creationId xmlns:a16="http://schemas.microsoft.com/office/drawing/2014/main" id="{CE2C9E6E-9260-4857-9B8E-91356355C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3739" y="285273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904">
              <a:extLst>
                <a:ext uri="{FF2B5EF4-FFF2-40B4-BE49-F238E27FC236}">
                  <a16:creationId xmlns:a16="http://schemas.microsoft.com/office/drawing/2014/main" id="{15477616-C913-4A30-BD4E-FA8393484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7517" y="3048001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040F674C-CC5F-4D34-8E61-402D92815A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0851" y="294798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C01EBE80-0B48-4308-9CCA-FECA3CD4BD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8538" y="2952751"/>
              <a:ext cx="723900" cy="29527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4F5CA2E9-61EF-44FE-8BE6-AAB172700D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2189" y="3038475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6A7D2564-D1AB-4B57-981D-FDC59DC86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6638" y="2667000"/>
              <a:ext cx="942975" cy="37623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75567A3F-FC72-4EBC-8A68-76275DA70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3739" y="2281238"/>
              <a:ext cx="0" cy="37385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CCF13582-0363-43F6-B7D0-2FE5ED058B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7042" y="2281238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C1C1177F-3EC8-4135-BDD3-43B4F926CC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9633" y="1901189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50B9D50C-CFB1-425F-9454-BAE2BC9E5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3679" y="2581276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4895BF12-3B46-4038-A945-9546423D67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1776" y="2486024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A098BD1A-247C-46C9-8D91-77335DBB527A}"/>
                </a:ext>
              </a:extLst>
            </p:cNvPr>
            <p:cNvCxnSpPr>
              <a:cxnSpLocks/>
            </p:cNvCxnSpPr>
            <p:nvPr/>
          </p:nvCxnSpPr>
          <p:spPr>
            <a:xfrm>
              <a:off x="3783807" y="238601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F6752B24-6430-430D-B39A-663B435BE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9839" y="2400300"/>
              <a:ext cx="0" cy="37385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916">
              <a:extLst>
                <a:ext uri="{FF2B5EF4-FFF2-40B4-BE49-F238E27FC236}">
                  <a16:creationId xmlns:a16="http://schemas.microsoft.com/office/drawing/2014/main" id="{E5CF6777-3AC6-4695-B533-EAC76521D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5175" y="2757489"/>
              <a:ext cx="490538" cy="1904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917">
              <a:extLst>
                <a:ext uri="{FF2B5EF4-FFF2-40B4-BE49-F238E27FC236}">
                  <a16:creationId xmlns:a16="http://schemas.microsoft.com/office/drawing/2014/main" id="{365EE01F-67D5-43EC-B09B-19D27CE775F4}"/>
                </a:ext>
              </a:extLst>
            </p:cNvPr>
            <p:cNvCxnSpPr>
              <a:cxnSpLocks/>
            </p:cNvCxnSpPr>
            <p:nvPr/>
          </p:nvCxnSpPr>
          <p:spPr>
            <a:xfrm>
              <a:off x="3074194" y="284797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F28497B6-86B7-41A8-9BCC-08951D032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7525" y="2671764"/>
              <a:ext cx="490538" cy="1904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DA6A7EA9-147F-4B33-94D2-3F0B6A2951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2189" y="2462212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D28B7EF6-7317-4986-AA2D-8CA9D1C167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2486027"/>
              <a:ext cx="714376" cy="29051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E76C95D3-46A6-4344-A0F0-C4C113CA4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8289" y="2576512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7CA0D836-731F-4E6A-9693-2FA4628DBF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9400" y="2390776"/>
              <a:ext cx="490538" cy="1904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Straight Connector 923">
              <a:extLst>
                <a:ext uri="{FF2B5EF4-FFF2-40B4-BE49-F238E27FC236}">
                  <a16:creationId xmlns:a16="http://schemas.microsoft.com/office/drawing/2014/main" id="{FF831907-4506-42AA-B026-DC61A5444E52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82" y="227647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7ADE10C9-379A-4353-9F93-3739EBA663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0800" y="2305051"/>
              <a:ext cx="490538" cy="1904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Straight Connector 925">
              <a:extLst>
                <a:ext uri="{FF2B5EF4-FFF2-40B4-BE49-F238E27FC236}">
                  <a16:creationId xmlns:a16="http://schemas.microsoft.com/office/drawing/2014/main" id="{2ED591C5-29F5-4BF6-B691-5FE346EFB873}"/>
                </a:ext>
              </a:extLst>
            </p:cNvPr>
            <p:cNvCxnSpPr>
              <a:cxnSpLocks/>
            </p:cNvCxnSpPr>
            <p:nvPr/>
          </p:nvCxnSpPr>
          <p:spPr>
            <a:xfrm>
              <a:off x="2340770" y="2386013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926">
              <a:extLst>
                <a:ext uri="{FF2B5EF4-FFF2-40B4-BE49-F238E27FC236}">
                  <a16:creationId xmlns:a16="http://schemas.microsoft.com/office/drawing/2014/main" id="{118C2C01-434D-47AC-9155-DD7E08DC3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7437" y="2195513"/>
              <a:ext cx="490538" cy="1904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43E8A24F-BB21-43DF-A144-D104F164F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2577" y="2009775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E9A43CDF-D31D-4E35-B8F0-BEFD377D0D70}"/>
                </a:ext>
              </a:extLst>
            </p:cNvPr>
            <p:cNvCxnSpPr>
              <a:cxnSpLocks/>
            </p:cNvCxnSpPr>
            <p:nvPr/>
          </p:nvCxnSpPr>
          <p:spPr>
            <a:xfrm>
              <a:off x="2583657" y="1919288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6BFBC168-5C02-4CFF-A35A-457E22D2A4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2991" y="1919289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5348D927-1DF5-4C16-98A8-2A2791B299F8}"/>
                </a:ext>
              </a:extLst>
            </p:cNvPr>
            <p:cNvCxnSpPr>
              <a:cxnSpLocks/>
            </p:cNvCxnSpPr>
            <p:nvPr/>
          </p:nvCxnSpPr>
          <p:spPr>
            <a:xfrm>
              <a:off x="2350295" y="2005013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794664F5-B7BF-41A1-84F1-ADDA344107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5500" y="2090739"/>
              <a:ext cx="504824" cy="20478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2A016F04-259A-4C2E-BC2C-A307554CC66F}"/>
                </a:ext>
              </a:extLst>
            </p:cNvPr>
            <p:cNvCxnSpPr>
              <a:cxnSpLocks/>
            </p:cNvCxnSpPr>
            <p:nvPr/>
          </p:nvCxnSpPr>
          <p:spPr>
            <a:xfrm>
              <a:off x="1859757" y="239077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B49BD182-9D86-4573-94F3-73FF2B638C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9627" y="231933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E217E8E0-B88A-4B65-B614-4D7EFD0F45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7852" y="237648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D996DBC0-8368-4B82-85E5-EDA657C32ECA}"/>
                </a:ext>
              </a:extLst>
            </p:cNvPr>
            <p:cNvCxnSpPr>
              <a:cxnSpLocks/>
            </p:cNvCxnSpPr>
            <p:nvPr/>
          </p:nvCxnSpPr>
          <p:spPr>
            <a:xfrm>
              <a:off x="1856582" y="2565400"/>
              <a:ext cx="480218" cy="200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2645995D-BE8D-4BE3-9FFC-82F670EA54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4867" y="2752726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7B092AA3-30F3-43E1-A87A-288C2D44D0CF}"/>
                </a:ext>
              </a:extLst>
            </p:cNvPr>
            <p:cNvCxnSpPr>
              <a:cxnSpLocks/>
            </p:cNvCxnSpPr>
            <p:nvPr/>
          </p:nvCxnSpPr>
          <p:spPr>
            <a:xfrm>
              <a:off x="1624807" y="2670175"/>
              <a:ext cx="480218" cy="200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030744B8-0157-4574-B030-6C1789A9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077" y="2659062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300C6CCD-A2D0-43E1-B091-B53DB4849F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3667" y="2847976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BFC929CA-FF24-4F9F-87E9-1AF59DCD1B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1127" y="2951162"/>
              <a:ext cx="0" cy="57943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489BE9E0-9355-4CC6-ABCE-41F568CA6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967" y="3425826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F4F54197-562A-42C5-9087-B0B831D7ED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6552" y="3032125"/>
              <a:ext cx="0" cy="3873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2D1C2B40-2AF8-4452-8E7D-A43E92320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8932" y="2946400"/>
              <a:ext cx="254793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455A96A4-4846-4D85-9220-C365AB338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377" y="2951162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158CE4AE-031F-4AAB-995D-9918C233C7DF}"/>
                </a:ext>
              </a:extLst>
            </p:cNvPr>
            <p:cNvCxnSpPr>
              <a:cxnSpLocks/>
            </p:cNvCxnSpPr>
            <p:nvPr/>
          </p:nvCxnSpPr>
          <p:spPr>
            <a:xfrm>
              <a:off x="1872458" y="313531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E164349B-AA03-4143-8A5F-B0611AB9C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5502" y="321468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9D565B2F-D4E1-4C5C-84F1-B2F4FC4E37D3}"/>
                </a:ext>
              </a:extLst>
            </p:cNvPr>
            <p:cNvCxnSpPr>
              <a:cxnSpLocks/>
            </p:cNvCxnSpPr>
            <p:nvPr/>
          </p:nvCxnSpPr>
          <p:spPr>
            <a:xfrm>
              <a:off x="1859758" y="3309937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BA70CC03-BDA6-4296-834F-B65615505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1027" y="330993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AA53E65B-659E-48E4-828A-16A445FC54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9092" y="3498851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954">
              <a:extLst>
                <a:ext uri="{FF2B5EF4-FFF2-40B4-BE49-F238E27FC236}">
                  <a16:creationId xmlns:a16="http://schemas.microsoft.com/office/drawing/2014/main" id="{575C9C24-0C14-46B7-9644-57F5E72C5B1C}"/>
                </a:ext>
              </a:extLst>
            </p:cNvPr>
            <p:cNvCxnSpPr>
              <a:cxnSpLocks/>
            </p:cNvCxnSpPr>
            <p:nvPr/>
          </p:nvCxnSpPr>
          <p:spPr>
            <a:xfrm>
              <a:off x="1624808" y="3611562"/>
              <a:ext cx="464342" cy="18891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7E0F03AA-A200-453F-ACF4-58F1AFD07A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5342" y="3584575"/>
              <a:ext cx="489108" cy="22447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3A4456D-544B-44FB-AEF0-A078F7027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4927" y="3248025"/>
              <a:ext cx="0" cy="3548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5B19DF42-C038-48C3-A618-B414502A62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4292" y="3143251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0B1A4D7B-01DC-4F0A-9A05-4A8649F30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3052" y="313848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B9CD5E2D-CE77-4636-AEDB-1D6DF9D4DE51}"/>
                </a:ext>
              </a:extLst>
            </p:cNvPr>
            <p:cNvCxnSpPr>
              <a:cxnSpLocks/>
            </p:cNvCxnSpPr>
            <p:nvPr/>
          </p:nvCxnSpPr>
          <p:spPr>
            <a:xfrm>
              <a:off x="2834483" y="3325812"/>
              <a:ext cx="711992" cy="27781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FD6309F2-6F8A-49C8-B26B-ED3EA4BBA3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4542" y="3597276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1D608C35-7DEB-4C98-8176-A56AD73D3130}"/>
                </a:ext>
              </a:extLst>
            </p:cNvPr>
            <p:cNvCxnSpPr>
              <a:cxnSpLocks/>
            </p:cNvCxnSpPr>
            <p:nvPr/>
          </p:nvCxnSpPr>
          <p:spPr>
            <a:xfrm>
              <a:off x="2809083" y="3500437"/>
              <a:ext cx="515142" cy="20478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001E7D8D-62C7-4073-889B-46A0F602C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8290" y="3495674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F36BF847-8FD0-42EA-AD82-DED0D53AA1B2}"/>
                </a:ext>
              </a:extLst>
            </p:cNvPr>
            <p:cNvCxnSpPr>
              <a:cxnSpLocks/>
            </p:cNvCxnSpPr>
            <p:nvPr/>
          </p:nvCxnSpPr>
          <p:spPr>
            <a:xfrm>
              <a:off x="2813845" y="3686174"/>
              <a:ext cx="515142" cy="20478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>
              <a:extLst>
                <a:ext uri="{FF2B5EF4-FFF2-40B4-BE49-F238E27FC236}">
                  <a16:creationId xmlns:a16="http://schemas.microsoft.com/office/drawing/2014/main" id="{1FF2F8D1-7796-4C6B-916E-9280DEC2C2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655" y="3887788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8AA45C47-85C5-4400-AEE3-CC05C3253C76}"/>
                </a:ext>
              </a:extLst>
            </p:cNvPr>
            <p:cNvCxnSpPr>
              <a:cxnSpLocks/>
            </p:cNvCxnSpPr>
            <p:nvPr/>
          </p:nvCxnSpPr>
          <p:spPr>
            <a:xfrm>
              <a:off x="2561432" y="3783805"/>
              <a:ext cx="515142" cy="20478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>
              <a:extLst>
                <a:ext uri="{FF2B5EF4-FFF2-40B4-BE49-F238E27FC236}">
                  <a16:creationId xmlns:a16="http://schemas.microsoft.com/office/drawing/2014/main" id="{46A45E84-0365-42EC-87BC-4B9184021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024" y="3783807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FD96AA5A-CDB0-4FCA-9749-269DE7697A87}"/>
                </a:ext>
              </a:extLst>
            </p:cNvPr>
            <p:cNvCxnSpPr>
              <a:cxnSpLocks/>
            </p:cNvCxnSpPr>
            <p:nvPr/>
          </p:nvCxnSpPr>
          <p:spPr>
            <a:xfrm>
              <a:off x="2330451" y="3883817"/>
              <a:ext cx="736599" cy="30003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8510EAAD-5D75-4E50-928F-79404C269D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1178" y="4174330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80FCAC71-48B2-4160-99E4-92D1C468B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6544" y="4340225"/>
              <a:ext cx="235744" cy="9128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AB48927C-4D14-4425-97B2-947D03CB8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7816" y="4245767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19A22412-CC4E-4331-B60E-ADAEB9EFC5DE}"/>
                </a:ext>
              </a:extLst>
            </p:cNvPr>
            <p:cNvCxnSpPr>
              <a:cxnSpLocks/>
            </p:cNvCxnSpPr>
            <p:nvPr/>
          </p:nvCxnSpPr>
          <p:spPr>
            <a:xfrm>
              <a:off x="1609725" y="3783806"/>
              <a:ext cx="1226343" cy="48101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AB90DBC7-22AA-4192-8AF3-8A32E9A162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2902" y="3776663"/>
              <a:ext cx="0" cy="9382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DE9F0C50-7C95-4A85-B872-9F1DCDB1AB3F}"/>
                </a:ext>
              </a:extLst>
            </p:cNvPr>
            <p:cNvCxnSpPr>
              <a:cxnSpLocks/>
            </p:cNvCxnSpPr>
            <p:nvPr/>
          </p:nvCxnSpPr>
          <p:spPr>
            <a:xfrm>
              <a:off x="1626395" y="4719636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D8454C61-7657-4EDA-928D-B4D21164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0552" y="4081463"/>
              <a:ext cx="0" cy="75009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41A36BC1-C652-478A-A49E-372E445BBA2C}"/>
                </a:ext>
              </a:extLst>
            </p:cNvPr>
            <p:cNvCxnSpPr>
              <a:cxnSpLocks/>
            </p:cNvCxnSpPr>
            <p:nvPr/>
          </p:nvCxnSpPr>
          <p:spPr>
            <a:xfrm>
              <a:off x="1869282" y="4081461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30C288B1-C7F2-4D0A-86B9-B496234CD5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3915" y="4557713"/>
              <a:ext cx="0" cy="9382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BFC0FD53-35BA-4959-A513-B38BE41E7C9C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70" y="5400674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0EF09AFF-C8EF-42BB-95A0-E5EAA33F81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6838" y="5388769"/>
              <a:ext cx="507207" cy="18335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D09A3987-1900-409D-8DEC-EFCCE0B67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014" y="5572125"/>
              <a:ext cx="0" cy="39528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2FF3759D-7F4B-40F6-BE59-18B233AD51D3}"/>
                </a:ext>
              </a:extLst>
            </p:cNvPr>
            <p:cNvCxnSpPr>
              <a:cxnSpLocks/>
            </p:cNvCxnSpPr>
            <p:nvPr/>
          </p:nvCxnSpPr>
          <p:spPr>
            <a:xfrm>
              <a:off x="1378746" y="594836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982">
              <a:extLst>
                <a:ext uri="{FF2B5EF4-FFF2-40B4-BE49-F238E27FC236}">
                  <a16:creationId xmlns:a16="http://schemas.microsoft.com/office/drawing/2014/main" id="{867FF7A4-F504-4D69-828B-F79E1B1AC2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7663" y="5662613"/>
              <a:ext cx="0" cy="36909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AB87E7E-9464-4D2D-A9EB-7D8C9C0EA3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8617" y="558879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811FD3A5-7815-4D36-A22A-C3E7EA2A5D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1025" y="5567363"/>
              <a:ext cx="0" cy="11287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C86A94C0-933C-409D-8AE3-12BEFBFF6C90}"/>
                </a:ext>
              </a:extLst>
            </p:cNvPr>
            <p:cNvCxnSpPr>
              <a:cxnSpLocks/>
            </p:cNvCxnSpPr>
            <p:nvPr/>
          </p:nvCxnSpPr>
          <p:spPr>
            <a:xfrm>
              <a:off x="2097882" y="4357686"/>
              <a:ext cx="254793" cy="10477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01D1ACB4-884C-4D3D-BCBC-315F95D45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3119" y="4467225"/>
              <a:ext cx="254794" cy="11191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3F0F62A4-4CBE-43C8-B311-17B3CD80CC91}"/>
                </a:ext>
              </a:extLst>
            </p:cNvPr>
            <p:cNvCxnSpPr>
              <a:cxnSpLocks/>
            </p:cNvCxnSpPr>
            <p:nvPr/>
          </p:nvCxnSpPr>
          <p:spPr>
            <a:xfrm>
              <a:off x="1626394" y="659606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BB737ADE-2E76-45F8-B766-9C19FFBE3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7664" y="6567488"/>
              <a:ext cx="0" cy="22383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61A773BA-4E6A-4732-9DDA-2E0CD7BCEA26}"/>
                </a:ext>
              </a:extLst>
            </p:cNvPr>
            <p:cNvCxnSpPr>
              <a:cxnSpLocks/>
            </p:cNvCxnSpPr>
            <p:nvPr/>
          </p:nvCxnSpPr>
          <p:spPr>
            <a:xfrm>
              <a:off x="1626394" y="679132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529DE250-F2E3-405A-930A-6D1FBABB63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3854" y="688419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991">
              <a:extLst>
                <a:ext uri="{FF2B5EF4-FFF2-40B4-BE49-F238E27FC236}">
                  <a16:creationId xmlns:a16="http://schemas.microsoft.com/office/drawing/2014/main" id="{AC3F3D75-780D-4410-ACA9-34741D0E17CB}"/>
                </a:ext>
              </a:extLst>
            </p:cNvPr>
            <p:cNvCxnSpPr>
              <a:cxnSpLocks/>
            </p:cNvCxnSpPr>
            <p:nvPr/>
          </p:nvCxnSpPr>
          <p:spPr>
            <a:xfrm>
              <a:off x="1631156" y="697706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992">
              <a:extLst>
                <a:ext uri="{FF2B5EF4-FFF2-40B4-BE49-F238E27FC236}">
                  <a16:creationId xmlns:a16="http://schemas.microsoft.com/office/drawing/2014/main" id="{7ED899FC-0BAD-4FF0-A03A-61153065F3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8616" y="7069931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Straight Connector 993">
              <a:extLst>
                <a:ext uri="{FF2B5EF4-FFF2-40B4-BE49-F238E27FC236}">
                  <a16:creationId xmlns:a16="http://schemas.microsoft.com/office/drawing/2014/main" id="{E31F7F4D-D7C2-4A91-9445-D74BB460649C}"/>
                </a:ext>
              </a:extLst>
            </p:cNvPr>
            <p:cNvCxnSpPr>
              <a:cxnSpLocks/>
            </p:cNvCxnSpPr>
            <p:nvPr/>
          </p:nvCxnSpPr>
          <p:spPr>
            <a:xfrm>
              <a:off x="1640681" y="716756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994">
              <a:extLst>
                <a:ext uri="{FF2B5EF4-FFF2-40B4-BE49-F238E27FC236}">
                  <a16:creationId xmlns:a16="http://schemas.microsoft.com/office/drawing/2014/main" id="{BEB242C1-2BD2-4142-95D2-12F0A449EE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8141" y="7260431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995">
              <a:extLst>
                <a:ext uri="{FF2B5EF4-FFF2-40B4-BE49-F238E27FC236}">
                  <a16:creationId xmlns:a16="http://schemas.microsoft.com/office/drawing/2014/main" id="{148B8ABF-4017-4B6E-8AC5-F425CCDA2911}"/>
                </a:ext>
              </a:extLst>
            </p:cNvPr>
            <p:cNvCxnSpPr>
              <a:cxnSpLocks/>
            </p:cNvCxnSpPr>
            <p:nvPr/>
          </p:nvCxnSpPr>
          <p:spPr>
            <a:xfrm>
              <a:off x="1650206" y="7353300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996">
              <a:extLst>
                <a:ext uri="{FF2B5EF4-FFF2-40B4-BE49-F238E27FC236}">
                  <a16:creationId xmlns:a16="http://schemas.microsoft.com/office/drawing/2014/main" id="{AF3DB2BE-8780-4DA1-B742-BB9EF8CA69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666" y="7446169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Straight Connector 997">
              <a:extLst>
                <a:ext uri="{FF2B5EF4-FFF2-40B4-BE49-F238E27FC236}">
                  <a16:creationId xmlns:a16="http://schemas.microsoft.com/office/drawing/2014/main" id="{B32E0A70-0CAD-4BF5-A238-C2FC546844B1}"/>
                </a:ext>
              </a:extLst>
            </p:cNvPr>
            <p:cNvCxnSpPr>
              <a:cxnSpLocks/>
            </p:cNvCxnSpPr>
            <p:nvPr/>
          </p:nvCxnSpPr>
          <p:spPr>
            <a:xfrm>
              <a:off x="1640681" y="7558087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998">
              <a:extLst>
                <a:ext uri="{FF2B5EF4-FFF2-40B4-BE49-F238E27FC236}">
                  <a16:creationId xmlns:a16="http://schemas.microsoft.com/office/drawing/2014/main" id="{9EC82D43-13A9-4A9E-81D1-0536EC2A8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1027" y="7634288"/>
              <a:ext cx="0" cy="75009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>
              <a:extLst>
                <a:ext uri="{FF2B5EF4-FFF2-40B4-BE49-F238E27FC236}">
                  <a16:creationId xmlns:a16="http://schemas.microsoft.com/office/drawing/2014/main" id="{D3D62DD5-AE8B-451A-87C4-6E556CF38371}"/>
                </a:ext>
              </a:extLst>
            </p:cNvPr>
            <p:cNvCxnSpPr>
              <a:cxnSpLocks/>
            </p:cNvCxnSpPr>
            <p:nvPr/>
          </p:nvCxnSpPr>
          <p:spPr>
            <a:xfrm>
              <a:off x="1864518" y="8401049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1000">
              <a:extLst>
                <a:ext uri="{FF2B5EF4-FFF2-40B4-BE49-F238E27FC236}">
                  <a16:creationId xmlns:a16="http://schemas.microsoft.com/office/drawing/2014/main" id="{582D9CE4-46E7-466B-A5F9-C87652BD21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3914" y="7172325"/>
              <a:ext cx="0" cy="132635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1001">
              <a:extLst>
                <a:ext uri="{FF2B5EF4-FFF2-40B4-BE49-F238E27FC236}">
                  <a16:creationId xmlns:a16="http://schemas.microsoft.com/office/drawing/2014/main" id="{8F33936C-D4A1-4186-AC23-DFA710D58D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579" y="7079456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Straight Connector 1002">
              <a:extLst>
                <a:ext uri="{FF2B5EF4-FFF2-40B4-BE49-F238E27FC236}">
                  <a16:creationId xmlns:a16="http://schemas.microsoft.com/office/drawing/2014/main" id="{3C48F717-1C4F-4F21-957D-68EE178C6A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7277" y="7458075"/>
              <a:ext cx="0" cy="112871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1003">
              <a:extLst>
                <a:ext uri="{FF2B5EF4-FFF2-40B4-BE49-F238E27FC236}">
                  <a16:creationId xmlns:a16="http://schemas.microsoft.com/office/drawing/2014/main" id="{F13FF3AB-5BBE-483D-B61C-316A3C27D62F}"/>
                </a:ext>
              </a:extLst>
            </p:cNvPr>
            <p:cNvCxnSpPr>
              <a:cxnSpLocks/>
            </p:cNvCxnSpPr>
            <p:nvPr/>
          </p:nvCxnSpPr>
          <p:spPr>
            <a:xfrm>
              <a:off x="2345531" y="8586787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Straight Connector 1004">
              <a:extLst>
                <a:ext uri="{FF2B5EF4-FFF2-40B4-BE49-F238E27FC236}">
                  <a16:creationId xmlns:a16="http://schemas.microsoft.com/office/drawing/2014/main" id="{8C9996AF-7A5D-4F8F-BD79-BF29584E0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0639" y="8567738"/>
              <a:ext cx="263049" cy="1190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Straight Connector 1005">
              <a:extLst>
                <a:ext uri="{FF2B5EF4-FFF2-40B4-BE49-F238E27FC236}">
                  <a16:creationId xmlns:a16="http://schemas.microsoft.com/office/drawing/2014/main" id="{D48B112E-A22F-4F94-B6AF-3F1DE4D230A3}"/>
                </a:ext>
              </a:extLst>
            </p:cNvPr>
            <p:cNvCxnSpPr>
              <a:cxnSpLocks/>
            </p:cNvCxnSpPr>
            <p:nvPr/>
          </p:nvCxnSpPr>
          <p:spPr>
            <a:xfrm>
              <a:off x="2340768" y="728186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Straight Connector 1006">
              <a:extLst>
                <a:ext uri="{FF2B5EF4-FFF2-40B4-BE49-F238E27FC236}">
                  <a16:creationId xmlns:a16="http://schemas.microsoft.com/office/drawing/2014/main" id="{E8C50A7F-A2F4-49D8-A4C7-1F42D40605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8228" y="7374731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Straight Connector 1007">
              <a:extLst>
                <a:ext uri="{FF2B5EF4-FFF2-40B4-BE49-F238E27FC236}">
                  <a16:creationId xmlns:a16="http://schemas.microsoft.com/office/drawing/2014/main" id="{A6BA9872-66A1-4980-8F38-878EE58C3B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514" y="7058026"/>
              <a:ext cx="0" cy="22383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Straight Connector 1008">
              <a:extLst>
                <a:ext uri="{FF2B5EF4-FFF2-40B4-BE49-F238E27FC236}">
                  <a16:creationId xmlns:a16="http://schemas.microsoft.com/office/drawing/2014/main" id="{DD00716C-8CFA-48F4-8C65-0374AA5CEE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591" y="8398668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>
              <a:extLst>
                <a:ext uri="{FF2B5EF4-FFF2-40B4-BE49-F238E27FC236}">
                  <a16:creationId xmlns:a16="http://schemas.microsoft.com/office/drawing/2014/main" id="{8DA6E8D0-FD50-4DEA-B2EF-BD6FEE543F89}"/>
                </a:ext>
              </a:extLst>
            </p:cNvPr>
            <p:cNvCxnSpPr>
              <a:cxnSpLocks/>
            </p:cNvCxnSpPr>
            <p:nvPr/>
          </p:nvCxnSpPr>
          <p:spPr>
            <a:xfrm>
              <a:off x="2583656" y="8491537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Straight Connector 1010">
              <a:extLst>
                <a:ext uri="{FF2B5EF4-FFF2-40B4-BE49-F238E27FC236}">
                  <a16:creationId xmlns:a16="http://schemas.microsoft.com/office/drawing/2014/main" id="{3C36005A-45BB-4463-A03B-3AA9EFE615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591" y="8203405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Straight Connector 1011">
              <a:extLst>
                <a:ext uri="{FF2B5EF4-FFF2-40B4-BE49-F238E27FC236}">
                  <a16:creationId xmlns:a16="http://schemas.microsoft.com/office/drawing/2014/main" id="{5FDDB8DA-AA36-4018-9111-CB2266929288}"/>
                </a:ext>
              </a:extLst>
            </p:cNvPr>
            <p:cNvCxnSpPr>
              <a:cxnSpLocks/>
            </p:cNvCxnSpPr>
            <p:nvPr/>
          </p:nvCxnSpPr>
          <p:spPr>
            <a:xfrm>
              <a:off x="2583656" y="8296274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Straight Connector 1012">
              <a:extLst>
                <a:ext uri="{FF2B5EF4-FFF2-40B4-BE49-F238E27FC236}">
                  <a16:creationId xmlns:a16="http://schemas.microsoft.com/office/drawing/2014/main" id="{916B1E64-7A1C-4C64-92FF-5B591D70E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353" y="8012905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1013">
              <a:extLst>
                <a:ext uri="{FF2B5EF4-FFF2-40B4-BE49-F238E27FC236}">
                  <a16:creationId xmlns:a16="http://schemas.microsoft.com/office/drawing/2014/main" id="{2A101F44-919D-4CB1-A860-E313ED88D762}"/>
                </a:ext>
              </a:extLst>
            </p:cNvPr>
            <p:cNvCxnSpPr>
              <a:cxnSpLocks/>
            </p:cNvCxnSpPr>
            <p:nvPr/>
          </p:nvCxnSpPr>
          <p:spPr>
            <a:xfrm>
              <a:off x="2588418" y="8105774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1014">
              <a:extLst>
                <a:ext uri="{FF2B5EF4-FFF2-40B4-BE49-F238E27FC236}">
                  <a16:creationId xmlns:a16="http://schemas.microsoft.com/office/drawing/2014/main" id="{98D63BED-C9AA-48BE-9C1B-06F350373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353" y="7827168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1015">
              <a:extLst>
                <a:ext uri="{FF2B5EF4-FFF2-40B4-BE49-F238E27FC236}">
                  <a16:creationId xmlns:a16="http://schemas.microsoft.com/office/drawing/2014/main" id="{066514FB-FFD2-4675-BF9C-00B407871A84}"/>
                </a:ext>
              </a:extLst>
            </p:cNvPr>
            <p:cNvCxnSpPr>
              <a:cxnSpLocks/>
            </p:cNvCxnSpPr>
            <p:nvPr/>
          </p:nvCxnSpPr>
          <p:spPr>
            <a:xfrm>
              <a:off x="2588418" y="7920037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Straight Connector 1016">
              <a:extLst>
                <a:ext uri="{FF2B5EF4-FFF2-40B4-BE49-F238E27FC236}">
                  <a16:creationId xmlns:a16="http://schemas.microsoft.com/office/drawing/2014/main" id="{F58D7647-2EE6-422C-8051-2FF304925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5880" y="7548563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1017">
              <a:extLst>
                <a:ext uri="{FF2B5EF4-FFF2-40B4-BE49-F238E27FC236}">
                  <a16:creationId xmlns:a16="http://schemas.microsoft.com/office/drawing/2014/main" id="{DA34E2BE-E8D2-4881-99FA-B8A12D7557D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93" y="7734300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Straight Connector 1018">
              <a:extLst>
                <a:ext uri="{FF2B5EF4-FFF2-40B4-BE49-F238E27FC236}">
                  <a16:creationId xmlns:a16="http://schemas.microsoft.com/office/drawing/2014/main" id="{757AE1EA-689B-4A68-B4D1-CE4436881656}"/>
                </a:ext>
              </a:extLst>
            </p:cNvPr>
            <p:cNvCxnSpPr>
              <a:cxnSpLocks/>
            </p:cNvCxnSpPr>
            <p:nvPr/>
          </p:nvCxnSpPr>
          <p:spPr>
            <a:xfrm>
              <a:off x="2593181" y="7558087"/>
              <a:ext cx="464344" cy="17621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1019">
              <a:extLst>
                <a:ext uri="{FF2B5EF4-FFF2-40B4-BE49-F238E27FC236}">
                  <a16:creationId xmlns:a16="http://schemas.microsoft.com/office/drawing/2014/main" id="{44AEE077-086A-49ED-A1BE-E4D69E8F77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2605" y="7734301"/>
              <a:ext cx="0" cy="37147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1020">
              <a:extLst>
                <a:ext uri="{FF2B5EF4-FFF2-40B4-BE49-F238E27FC236}">
                  <a16:creationId xmlns:a16="http://schemas.microsoft.com/office/drawing/2014/main" id="{69B2E721-C73D-4CD3-94BB-56C335267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129" y="8027192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1021">
              <a:extLst>
                <a:ext uri="{FF2B5EF4-FFF2-40B4-BE49-F238E27FC236}">
                  <a16:creationId xmlns:a16="http://schemas.microsoft.com/office/drawing/2014/main" id="{C3506E5F-EA2E-48C6-B2E3-E1B02D616DB0}"/>
                </a:ext>
              </a:extLst>
            </p:cNvPr>
            <p:cNvCxnSpPr>
              <a:cxnSpLocks/>
            </p:cNvCxnSpPr>
            <p:nvPr/>
          </p:nvCxnSpPr>
          <p:spPr>
            <a:xfrm>
              <a:off x="3293268" y="8005761"/>
              <a:ext cx="759620" cy="29051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1022">
              <a:extLst>
                <a:ext uri="{FF2B5EF4-FFF2-40B4-BE49-F238E27FC236}">
                  <a16:creationId xmlns:a16="http://schemas.microsoft.com/office/drawing/2014/main" id="{3E44E6F6-2521-453A-BCC8-A6F9E5907E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7493" y="8115301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F2110526-9397-4C24-82F3-850A5A94AAB3}"/>
                </a:ext>
              </a:extLst>
            </p:cNvPr>
            <p:cNvCxnSpPr>
              <a:cxnSpLocks/>
            </p:cNvCxnSpPr>
            <p:nvPr/>
          </p:nvCxnSpPr>
          <p:spPr>
            <a:xfrm>
              <a:off x="3298030" y="7834311"/>
              <a:ext cx="759620" cy="29051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C89325C8-B8EC-4407-9220-ADD2CF12A2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0256" y="7672388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Connector 1025">
              <a:extLst>
                <a:ext uri="{FF2B5EF4-FFF2-40B4-BE49-F238E27FC236}">
                  <a16:creationId xmlns:a16="http://schemas.microsoft.com/office/drawing/2014/main" id="{3E1BC067-85D8-469E-9B8A-8D5C20152E17}"/>
                </a:ext>
              </a:extLst>
            </p:cNvPr>
            <p:cNvCxnSpPr>
              <a:cxnSpLocks/>
            </p:cNvCxnSpPr>
            <p:nvPr/>
          </p:nvCxnSpPr>
          <p:spPr>
            <a:xfrm>
              <a:off x="3302792" y="7639048"/>
              <a:ext cx="969171" cy="40005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955FF4E7-34F6-4FCF-85A6-E4D3A5AA41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2279" y="7839076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6BF7FE80-40A5-481E-8B9B-6065B6AAC3F6}"/>
                </a:ext>
              </a:extLst>
            </p:cNvPr>
            <p:cNvCxnSpPr>
              <a:cxnSpLocks/>
            </p:cNvCxnSpPr>
            <p:nvPr/>
          </p:nvCxnSpPr>
          <p:spPr>
            <a:xfrm>
              <a:off x="3288504" y="7448548"/>
              <a:ext cx="983459" cy="40957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E420A660-189C-4188-98E2-FA5BAEF84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0255" y="7277101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45314B07-DAFF-46CE-9EF6-942BFB9F1C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8988" y="7262813"/>
              <a:ext cx="714375" cy="2952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9AAC668B-01BB-4AA3-A597-58DD5C65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8916" y="7372351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66A9EE08-C06C-4936-B62B-B02ABBA43F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3300" y="7162800"/>
              <a:ext cx="485776" cy="22383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00DF500D-CCB5-4B3E-BA1A-706D7505A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4992" y="7000875"/>
              <a:ext cx="438308" cy="15779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0F3B2AE5-0103-4446-AE05-3295E164E75D}"/>
                </a:ext>
              </a:extLst>
            </p:cNvPr>
            <p:cNvCxnSpPr>
              <a:cxnSpLocks/>
            </p:cNvCxnSpPr>
            <p:nvPr/>
          </p:nvCxnSpPr>
          <p:spPr>
            <a:xfrm>
              <a:off x="2850355" y="7067550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63D0E04F-1157-48BD-A2A1-55B12F69B1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7817" y="6988968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B83332C6-D99B-4D8E-AE34-D59B55BD61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7904" y="6986588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4E7A176D-7C58-4CCA-9EA1-DCED9DBDDC5D}"/>
                </a:ext>
              </a:extLst>
            </p:cNvPr>
            <p:cNvCxnSpPr>
              <a:cxnSpLocks/>
            </p:cNvCxnSpPr>
            <p:nvPr/>
          </p:nvCxnSpPr>
          <p:spPr>
            <a:xfrm>
              <a:off x="2109788" y="6600825"/>
              <a:ext cx="963610" cy="37433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05FDCD6E-8A84-49C9-A5EA-BBD7BA4FDC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392" y="5853113"/>
              <a:ext cx="0" cy="76739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3BDF2FC4-FFDF-4686-B15C-F7B3BA6DF5A3}"/>
                </a:ext>
              </a:extLst>
            </p:cNvPr>
            <p:cNvCxnSpPr>
              <a:cxnSpLocks/>
            </p:cNvCxnSpPr>
            <p:nvPr/>
          </p:nvCxnSpPr>
          <p:spPr>
            <a:xfrm>
              <a:off x="2116930" y="585787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8658CC4A-5FDF-4185-91AF-1DA40800E5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6642" y="5934075"/>
              <a:ext cx="0" cy="600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9EAED080-76B1-4A44-8D97-6FC0758B3893}"/>
                </a:ext>
              </a:extLst>
            </p:cNvPr>
            <p:cNvCxnSpPr>
              <a:cxnSpLocks/>
            </p:cNvCxnSpPr>
            <p:nvPr/>
          </p:nvCxnSpPr>
          <p:spPr>
            <a:xfrm>
              <a:off x="2332830" y="652462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C8D0419D-E1E8-4619-AE7B-1AEB5E73F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1117" y="6042025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DCA869C9-A7C4-4ED7-8F5F-5CB7EE221DC9}"/>
                </a:ext>
              </a:extLst>
            </p:cNvPr>
            <p:cNvCxnSpPr>
              <a:cxnSpLocks/>
            </p:cNvCxnSpPr>
            <p:nvPr/>
          </p:nvCxnSpPr>
          <p:spPr>
            <a:xfrm>
              <a:off x="2577305" y="6045200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D3B09DAD-092C-471E-93FA-07F1AAA643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2417" y="612775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861DDFFE-766D-4458-A584-548D8F075634}"/>
                </a:ext>
              </a:extLst>
            </p:cNvPr>
            <p:cNvCxnSpPr>
              <a:cxnSpLocks/>
            </p:cNvCxnSpPr>
            <p:nvPr/>
          </p:nvCxnSpPr>
          <p:spPr>
            <a:xfrm>
              <a:off x="2815430" y="6702425"/>
              <a:ext cx="480220" cy="190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80D16384-6414-41D9-83A9-569A0C283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9304" y="6723063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42DE32D4-6F11-4823-B15B-219F32447F76}"/>
                </a:ext>
              </a:extLst>
            </p:cNvPr>
            <p:cNvCxnSpPr>
              <a:cxnSpLocks/>
            </p:cNvCxnSpPr>
            <p:nvPr/>
          </p:nvCxnSpPr>
          <p:spPr>
            <a:xfrm>
              <a:off x="3063875" y="6600825"/>
              <a:ext cx="258761" cy="1123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A2039C62-D91D-4D91-AADA-FF720F3A34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6892" y="641985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B2DD5943-CABD-4B8B-BFE5-1AEC1C282DC9}"/>
                </a:ext>
              </a:extLst>
            </p:cNvPr>
            <p:cNvCxnSpPr>
              <a:cxnSpLocks/>
            </p:cNvCxnSpPr>
            <p:nvPr/>
          </p:nvCxnSpPr>
          <p:spPr>
            <a:xfrm>
              <a:off x="3060700" y="6423025"/>
              <a:ext cx="46990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349B9F02-D104-41AF-9898-17ADFB3847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4729" y="6430963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06CD5781-8FE6-4072-A518-FAF26950D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7904" y="6324600"/>
              <a:ext cx="252571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1860ADE5-8698-4B85-B91D-75B3DC26D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5554" y="6142038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9ABADB6F-6E1A-46A0-814B-EA3FABBB83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2950" y="6146800"/>
              <a:ext cx="50165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968E56ED-E159-41FB-88A8-DD2017D5180E}"/>
                </a:ext>
              </a:extLst>
            </p:cNvPr>
            <p:cNvCxnSpPr>
              <a:cxnSpLocks/>
            </p:cNvCxnSpPr>
            <p:nvPr/>
          </p:nvCxnSpPr>
          <p:spPr>
            <a:xfrm>
              <a:off x="3040855" y="622617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8ACEEE69-0FCA-4AD0-8B83-04B6A6AC26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5779" y="614124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0F6025E8-A81B-4199-85B4-8ACFC5A512EF}"/>
                </a:ext>
              </a:extLst>
            </p:cNvPr>
            <p:cNvCxnSpPr>
              <a:cxnSpLocks/>
            </p:cNvCxnSpPr>
            <p:nvPr/>
          </p:nvCxnSpPr>
          <p:spPr>
            <a:xfrm>
              <a:off x="2578100" y="5867400"/>
              <a:ext cx="725486" cy="2743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8E022740-995F-4D27-8833-A08391D105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2229" y="577929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D2D92A4B-B3F3-4FE2-9E51-F99C40CE9D02}"/>
                </a:ext>
              </a:extLst>
            </p:cNvPr>
            <p:cNvCxnSpPr>
              <a:cxnSpLocks/>
            </p:cNvCxnSpPr>
            <p:nvPr/>
          </p:nvCxnSpPr>
          <p:spPr>
            <a:xfrm>
              <a:off x="2819400" y="5781675"/>
              <a:ext cx="501650" cy="1682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E6A6D808-DE42-4477-818C-1178812298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779" y="5578475"/>
              <a:ext cx="0" cy="3927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7F1AF571-D530-4E34-92F4-FFC95DCF5B40}"/>
                </a:ext>
              </a:extLst>
            </p:cNvPr>
            <p:cNvCxnSpPr>
              <a:cxnSpLocks/>
            </p:cNvCxnSpPr>
            <p:nvPr/>
          </p:nvCxnSpPr>
          <p:spPr>
            <a:xfrm>
              <a:off x="3063080" y="548322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B4B4530D-3921-4265-B168-7DDA4BCFAA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654" y="5481638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D4E8B19E-090D-4E31-B8E7-2B3636D98145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5" y="5387975"/>
              <a:ext cx="703261" cy="2774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748A52F6-C89D-444C-9205-262723C11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1404" y="4645025"/>
              <a:ext cx="0" cy="75469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D29BFFCB-E5A5-4E9B-8B47-999FF0E3F773}"/>
                </a:ext>
              </a:extLst>
            </p:cNvPr>
            <p:cNvCxnSpPr>
              <a:cxnSpLocks/>
            </p:cNvCxnSpPr>
            <p:nvPr/>
          </p:nvCxnSpPr>
          <p:spPr>
            <a:xfrm>
              <a:off x="2342355" y="4635500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CDB0C5FD-ED5D-4BA6-81F7-F1BA35F0F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9054" y="4711700"/>
              <a:ext cx="0" cy="565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21C42990-2B6B-4F57-8547-832B8A0B9B21}"/>
                </a:ext>
              </a:extLst>
            </p:cNvPr>
            <p:cNvCxnSpPr>
              <a:cxnSpLocks/>
            </p:cNvCxnSpPr>
            <p:nvPr/>
          </p:nvCxnSpPr>
          <p:spPr>
            <a:xfrm>
              <a:off x="2586830" y="5286375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621C58E5-8D9A-4A8D-B6E1-8C9CB51017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7179" y="4841875"/>
              <a:ext cx="0" cy="54197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4B7B2039-8F4B-44E1-BDA2-7E5FFBF520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744" y="4361498"/>
              <a:ext cx="0" cy="18160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BEE5057B-1415-4D33-B4EA-19FC4F7D00D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275" y="220313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687602F4-F7AD-47D3-B49B-BB084C08E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210" y="2099310"/>
              <a:ext cx="464820" cy="1943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CF1AD769-87EE-491B-9E01-2E9F855D9B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7732" y="1816418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E8C39836-D6B8-4FA7-800A-25125F70D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6563" y="2388869"/>
              <a:ext cx="0" cy="19764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32167423-DB11-4805-9208-6B728EF67DEC}"/>
                </a:ext>
              </a:extLst>
            </p:cNvPr>
            <p:cNvCxnSpPr>
              <a:cxnSpLocks/>
            </p:cNvCxnSpPr>
            <p:nvPr/>
          </p:nvCxnSpPr>
          <p:spPr>
            <a:xfrm>
              <a:off x="6198395" y="183356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Straight Connector 1117">
              <a:extLst>
                <a:ext uri="{FF2B5EF4-FFF2-40B4-BE49-F238E27FC236}">
                  <a16:creationId xmlns:a16="http://schemas.microsoft.com/office/drawing/2014/main" id="{3E62B392-DC8E-4A20-B97F-F9FDC84F45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602" y="1816418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Connector 1118">
              <a:extLst>
                <a:ext uri="{FF2B5EF4-FFF2-40B4-BE49-F238E27FC236}">
                  <a16:creationId xmlns:a16="http://schemas.microsoft.com/office/drawing/2014/main" id="{CE853AE4-BEBB-4264-93AF-CE013030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819" y="1816418"/>
              <a:ext cx="0" cy="95726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Straight Connector 1120">
              <a:extLst>
                <a:ext uri="{FF2B5EF4-FFF2-40B4-BE49-F238E27FC236}">
                  <a16:creationId xmlns:a16="http://schemas.microsoft.com/office/drawing/2014/main" id="{15D4A464-5E3E-4C0F-9253-C1DE139DD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7312" y="2780348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Straight Connector 1121">
              <a:extLst>
                <a:ext uri="{FF2B5EF4-FFF2-40B4-BE49-F238E27FC236}">
                  <a16:creationId xmlns:a16="http://schemas.microsoft.com/office/drawing/2014/main" id="{8E7235FF-BF25-4303-9184-764030D67B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0169" y="2084070"/>
              <a:ext cx="0" cy="7848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3DE4B67A-E67B-47F9-A8D1-4235DDB93C61}"/>
                </a:ext>
              </a:extLst>
            </p:cNvPr>
            <p:cNvCxnSpPr>
              <a:cxnSpLocks/>
            </p:cNvCxnSpPr>
            <p:nvPr/>
          </p:nvCxnSpPr>
          <p:spPr>
            <a:xfrm>
              <a:off x="6183155" y="200501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5F086C11-4CF7-455C-9570-E3DA1F514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949" y="1996440"/>
              <a:ext cx="0" cy="967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Straight Connector 1126">
              <a:extLst>
                <a:ext uri="{FF2B5EF4-FFF2-40B4-BE49-F238E27FC236}">
                  <a16:creationId xmlns:a16="http://schemas.microsoft.com/office/drawing/2014/main" id="{DB662599-0782-4A6E-A4B2-7A6FB17D4974}"/>
                </a:ext>
              </a:extLst>
            </p:cNvPr>
            <p:cNvCxnSpPr>
              <a:cxnSpLocks/>
            </p:cNvCxnSpPr>
            <p:nvPr/>
          </p:nvCxnSpPr>
          <p:spPr>
            <a:xfrm>
              <a:off x="5969795" y="288512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Straight Connector 1127">
              <a:extLst>
                <a:ext uri="{FF2B5EF4-FFF2-40B4-BE49-F238E27FC236}">
                  <a16:creationId xmlns:a16="http://schemas.microsoft.com/office/drawing/2014/main" id="{51B9DDC5-0AC7-4A81-BDA8-E9F3A7B6F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1539" y="2266950"/>
              <a:ext cx="0" cy="6019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Straight Connector 1129">
              <a:extLst>
                <a:ext uri="{FF2B5EF4-FFF2-40B4-BE49-F238E27FC236}">
                  <a16:creationId xmlns:a16="http://schemas.microsoft.com/office/drawing/2014/main" id="{A9687984-24F8-42BE-BC84-E3F1DAB639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8652" y="2285048"/>
              <a:ext cx="233521" cy="10064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Straight Connector 1130">
              <a:extLst>
                <a:ext uri="{FF2B5EF4-FFF2-40B4-BE49-F238E27FC236}">
                  <a16:creationId xmlns:a16="http://schemas.microsoft.com/office/drawing/2014/main" id="{6B3EE423-1E37-4F58-8F39-C131285DA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7699" y="2385060"/>
              <a:ext cx="0" cy="4038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Straight Connector 1132">
              <a:extLst>
                <a:ext uri="{FF2B5EF4-FFF2-40B4-BE49-F238E27FC236}">
                  <a16:creationId xmlns:a16="http://schemas.microsoft.com/office/drawing/2014/main" id="{C065FB9D-1241-4334-BED0-91AEF2197FD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205" y="266795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Straight Connector 1133">
              <a:extLst>
                <a:ext uri="{FF2B5EF4-FFF2-40B4-BE49-F238E27FC236}">
                  <a16:creationId xmlns:a16="http://schemas.microsoft.com/office/drawing/2014/main" id="{7E603C7E-ABAA-4994-B79A-6D501E079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2429" y="2468880"/>
              <a:ext cx="0" cy="2324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Straight Connector 1135">
              <a:extLst>
                <a:ext uri="{FF2B5EF4-FFF2-40B4-BE49-F238E27FC236}">
                  <a16:creationId xmlns:a16="http://schemas.microsoft.com/office/drawing/2014/main" id="{44FD0E09-B16B-4D3B-A29F-FAE28BF0E65A}"/>
                </a:ext>
              </a:extLst>
            </p:cNvPr>
            <p:cNvCxnSpPr>
              <a:cxnSpLocks/>
            </p:cNvCxnSpPr>
            <p:nvPr/>
          </p:nvCxnSpPr>
          <p:spPr>
            <a:xfrm>
              <a:off x="5219225" y="238601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Straight Connector 1136">
              <a:extLst>
                <a:ext uri="{FF2B5EF4-FFF2-40B4-BE49-F238E27FC236}">
                  <a16:creationId xmlns:a16="http://schemas.microsoft.com/office/drawing/2014/main" id="{CA59AAE9-785B-4923-8E02-0EA726752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2399" y="2358390"/>
              <a:ext cx="0" cy="3962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Straight Connector 1138">
              <a:extLst>
                <a:ext uri="{FF2B5EF4-FFF2-40B4-BE49-F238E27FC236}">
                  <a16:creationId xmlns:a16="http://schemas.microsoft.com/office/drawing/2014/main" id="{15CC0572-EAB1-4951-8F7D-1DDE7BB5A1D7}"/>
                </a:ext>
              </a:extLst>
            </p:cNvPr>
            <p:cNvCxnSpPr>
              <a:cxnSpLocks/>
            </p:cNvCxnSpPr>
            <p:nvPr/>
          </p:nvCxnSpPr>
          <p:spPr>
            <a:xfrm>
              <a:off x="4983005" y="266414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BB9183B1-7412-432C-8DFB-0800744AE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3799" y="2446020"/>
              <a:ext cx="0" cy="2324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D754487A-0A60-402C-9660-9D471FD8FB5A}"/>
                </a:ext>
              </a:extLst>
            </p:cNvPr>
            <p:cNvCxnSpPr>
              <a:cxnSpLocks/>
            </p:cNvCxnSpPr>
            <p:nvPr/>
          </p:nvCxnSpPr>
          <p:spPr>
            <a:xfrm>
              <a:off x="4746785" y="2374582"/>
              <a:ext cx="246856" cy="933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Straight Connector 1141">
              <a:extLst>
                <a:ext uri="{FF2B5EF4-FFF2-40B4-BE49-F238E27FC236}">
                  <a16:creationId xmlns:a16="http://schemas.microsoft.com/office/drawing/2014/main" id="{A1148BE7-D570-4A41-82E4-5E0417DEB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3769" y="2369820"/>
              <a:ext cx="0" cy="3962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Straight Connector 1143">
              <a:extLst>
                <a:ext uri="{FF2B5EF4-FFF2-40B4-BE49-F238E27FC236}">
                  <a16:creationId xmlns:a16="http://schemas.microsoft.com/office/drawing/2014/main" id="{2D863E85-8875-42C3-9C21-CF51B4062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9916" y="10067925"/>
              <a:ext cx="492284" cy="18478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Straight Connector 1145">
              <a:extLst>
                <a:ext uri="{FF2B5EF4-FFF2-40B4-BE49-F238E27FC236}">
                  <a16:creationId xmlns:a16="http://schemas.microsoft.com/office/drawing/2014/main" id="{5B344734-F96C-4BD4-8203-5F9E1E0B26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7120" y="10074275"/>
              <a:ext cx="0" cy="203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Straight Connector 1147">
              <a:extLst>
                <a:ext uri="{FF2B5EF4-FFF2-40B4-BE49-F238E27FC236}">
                  <a16:creationId xmlns:a16="http://schemas.microsoft.com/office/drawing/2014/main" id="{44DA740F-0A2C-4E92-BB9A-223ACD4A73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391" y="1026239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Straight Connector 1148">
              <a:extLst>
                <a:ext uri="{FF2B5EF4-FFF2-40B4-BE49-F238E27FC236}">
                  <a16:creationId xmlns:a16="http://schemas.microsoft.com/office/drawing/2014/main" id="{B03C451C-76A1-4D20-A80B-F4ECA5A61142}"/>
                </a:ext>
              </a:extLst>
            </p:cNvPr>
            <p:cNvCxnSpPr>
              <a:cxnSpLocks/>
            </p:cNvCxnSpPr>
            <p:nvPr/>
          </p:nvCxnSpPr>
          <p:spPr>
            <a:xfrm>
              <a:off x="2114550" y="10353675"/>
              <a:ext cx="260350" cy="76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Straight Connector 1149">
              <a:extLst>
                <a:ext uri="{FF2B5EF4-FFF2-40B4-BE49-F238E27FC236}">
                  <a16:creationId xmlns:a16="http://schemas.microsoft.com/office/drawing/2014/main" id="{D425AE5A-AEA0-4422-940C-2D22FBFAAD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0295" y="10414000"/>
              <a:ext cx="0" cy="203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Straight Connector 1150">
              <a:extLst>
                <a:ext uri="{FF2B5EF4-FFF2-40B4-BE49-F238E27FC236}">
                  <a16:creationId xmlns:a16="http://schemas.microsoft.com/office/drawing/2014/main" id="{018542A7-124D-4B7F-8CF0-5EE0C7E62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1216" y="1063069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7EB7D1DC-7B41-4DDF-910B-1DAE42E04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820" y="10728325"/>
              <a:ext cx="0" cy="203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Straight Connector 1152">
              <a:extLst>
                <a:ext uri="{FF2B5EF4-FFF2-40B4-BE49-F238E27FC236}">
                  <a16:creationId xmlns:a16="http://schemas.microsoft.com/office/drawing/2014/main" id="{21BF5A39-3E05-4181-A377-E5A607A43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0866" y="10925969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F9907861-1FAE-4B90-B436-88859C9206D2}"/>
                </a:ext>
              </a:extLst>
            </p:cNvPr>
            <p:cNvCxnSpPr>
              <a:cxnSpLocks/>
            </p:cNvCxnSpPr>
            <p:nvPr/>
          </p:nvCxnSpPr>
          <p:spPr>
            <a:xfrm>
              <a:off x="1355725" y="10833100"/>
              <a:ext cx="495300" cy="1651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524A43E2-AEA9-45DA-B7F8-47C6889BD4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9220" y="10639425"/>
              <a:ext cx="0" cy="203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0DB0FD9B-53DA-4DDF-BF37-56FBC8D752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4995" y="10623550"/>
              <a:ext cx="0" cy="203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Straight Connector 1161">
              <a:extLst>
                <a:ext uri="{FF2B5EF4-FFF2-40B4-BE49-F238E27FC236}">
                  <a16:creationId xmlns:a16="http://schemas.microsoft.com/office/drawing/2014/main" id="{6EA47488-6C57-4077-9667-E6642CDA81FF}"/>
                </a:ext>
              </a:extLst>
            </p:cNvPr>
            <p:cNvCxnSpPr>
              <a:cxnSpLocks/>
            </p:cNvCxnSpPr>
            <p:nvPr/>
          </p:nvCxnSpPr>
          <p:spPr>
            <a:xfrm>
              <a:off x="901700" y="10267950"/>
              <a:ext cx="968375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Straight Connector 1164">
              <a:extLst>
                <a:ext uri="{FF2B5EF4-FFF2-40B4-BE49-F238E27FC236}">
                  <a16:creationId xmlns:a16="http://schemas.microsoft.com/office/drawing/2014/main" id="{2934AF03-C9DD-45AC-A373-70AF6B4C5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7160" y="10083800"/>
              <a:ext cx="0" cy="2127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6" name="Straight Connector 1165">
              <a:extLst>
                <a:ext uri="{FF2B5EF4-FFF2-40B4-BE49-F238E27FC236}">
                  <a16:creationId xmlns:a16="http://schemas.microsoft.com/office/drawing/2014/main" id="{2CE864BC-7478-4ED0-974B-EEBAF0FD47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0810" y="9604375"/>
              <a:ext cx="1186815" cy="473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Straight Connector 1167">
              <a:extLst>
                <a:ext uri="{FF2B5EF4-FFF2-40B4-BE49-F238E27FC236}">
                  <a16:creationId xmlns:a16="http://schemas.microsoft.com/office/drawing/2014/main" id="{31FA08F3-C114-4AB8-9B59-6A1BF48F68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4610" y="9248775"/>
              <a:ext cx="0" cy="374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0" name="Straight Connector 1169">
              <a:extLst>
                <a:ext uri="{FF2B5EF4-FFF2-40B4-BE49-F238E27FC236}">
                  <a16:creationId xmlns:a16="http://schemas.microsoft.com/office/drawing/2014/main" id="{450D2C42-F043-44D0-96A3-D0B066304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6166" y="9243219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Straight Connector 1171">
              <a:extLst>
                <a:ext uri="{FF2B5EF4-FFF2-40B4-BE49-F238E27FC236}">
                  <a16:creationId xmlns:a16="http://schemas.microsoft.com/office/drawing/2014/main" id="{03DFFFD6-1077-49B5-89CC-037C121E3D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0135" y="9315450"/>
              <a:ext cx="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212E1F70-6613-47A1-85BB-58C4671B912E}"/>
                </a:ext>
              </a:extLst>
            </p:cNvPr>
            <p:cNvCxnSpPr>
              <a:cxnSpLocks/>
            </p:cNvCxnSpPr>
            <p:nvPr/>
          </p:nvCxnSpPr>
          <p:spPr>
            <a:xfrm>
              <a:off x="673100" y="9610725"/>
              <a:ext cx="495300" cy="203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Straight Connector 1176">
              <a:extLst>
                <a:ext uri="{FF2B5EF4-FFF2-40B4-BE49-F238E27FC236}">
                  <a16:creationId xmlns:a16="http://schemas.microsoft.com/office/drawing/2014/main" id="{23DA7FE5-4BC3-4E65-BD7E-D651CF514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6016" y="9709944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8" name="Straight Connector 1177">
              <a:extLst>
                <a:ext uri="{FF2B5EF4-FFF2-40B4-BE49-F238E27FC236}">
                  <a16:creationId xmlns:a16="http://schemas.microsoft.com/office/drawing/2014/main" id="{B03C3E66-34DF-4A9A-919B-90827522CF68}"/>
                </a:ext>
              </a:extLst>
            </p:cNvPr>
            <p:cNvCxnSpPr>
              <a:cxnSpLocks/>
            </p:cNvCxnSpPr>
            <p:nvPr/>
          </p:nvCxnSpPr>
          <p:spPr>
            <a:xfrm>
              <a:off x="679450" y="9426575"/>
              <a:ext cx="701675" cy="2698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0" name="Straight Connector 1179">
              <a:extLst>
                <a:ext uri="{FF2B5EF4-FFF2-40B4-BE49-F238E27FC236}">
                  <a16:creationId xmlns:a16="http://schemas.microsoft.com/office/drawing/2014/main" id="{6400647B-F1E0-4577-8D05-5CDF50ECC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116" y="9325769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1" name="Straight Connector 1180">
              <a:extLst>
                <a:ext uri="{FF2B5EF4-FFF2-40B4-BE49-F238E27FC236}">
                  <a16:creationId xmlns:a16="http://schemas.microsoft.com/office/drawing/2014/main" id="{7CDFCDEF-F84E-4959-A4F7-0F797F5A32C5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9328150"/>
              <a:ext cx="250825" cy="920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20A5762D-C352-422C-AD48-1805C6BF4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7445" y="9197340"/>
              <a:ext cx="0" cy="2451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Straight Connector 1183">
              <a:extLst>
                <a:ext uri="{FF2B5EF4-FFF2-40B4-BE49-F238E27FC236}">
                  <a16:creationId xmlns:a16="http://schemas.microsoft.com/office/drawing/2014/main" id="{E168B596-2842-4E65-B679-925932F1E52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775" y="9213850"/>
              <a:ext cx="746125" cy="301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1185">
              <a:extLst>
                <a:ext uri="{FF2B5EF4-FFF2-40B4-BE49-F238E27FC236}">
                  <a16:creationId xmlns:a16="http://schemas.microsoft.com/office/drawing/2014/main" id="{69816910-EA98-47B8-BBF0-7092194B10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9916" y="9427369"/>
              <a:ext cx="235903" cy="8874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3" name="Group 1612">
            <a:extLst>
              <a:ext uri="{FF2B5EF4-FFF2-40B4-BE49-F238E27FC236}">
                <a16:creationId xmlns:a16="http://schemas.microsoft.com/office/drawing/2014/main" id="{31EFD73F-CE98-430A-B688-A66A928C826C}"/>
              </a:ext>
            </a:extLst>
          </p:cNvPr>
          <p:cNvGrpSpPr/>
          <p:nvPr/>
        </p:nvGrpSpPr>
        <p:grpSpPr>
          <a:xfrm>
            <a:off x="3058160" y="1824036"/>
            <a:ext cx="8917940" cy="8832534"/>
            <a:chOff x="3058160" y="1824036"/>
            <a:chExt cx="8917940" cy="8832534"/>
          </a:xfrm>
        </p:grpSpPr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EEDFEE5-729A-49F6-A5A1-A8B5812604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50266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8DDE77ED-06C2-4CA1-8158-22BAE906D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807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0729B30-8B1A-4B24-831B-2D3DFAC242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6425" y="7743825"/>
              <a:ext cx="2143125" cy="83629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7E09DF94-9790-471A-8C62-9897D0E670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848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C67584EB-F8DB-4993-8887-87810C6E78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852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0ECBD89F-7203-4316-A651-3BA6AD9D05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610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69DC058D-E20E-462F-BF0D-212A97198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6107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B99E5650-605E-4E1D-B2EC-12EFB6BD9D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5632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39B32E7D-D313-4955-90C8-0D1CAEE98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67750"/>
              <a:ext cx="0" cy="15062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79A34984-48FC-450B-A5D4-7FA9A83734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5492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8DAF102-C0CA-42A2-BFC6-8B7C07ECF0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63720"/>
              <a:ext cx="946150" cy="3733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D68CB20-657B-4EA8-99C5-422407521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3667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9F7B36D0-BD05-4FAF-B3CB-57EB474F2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17567" y="1027239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46FFD899-F93A-431E-B7C1-2F9C1C7C56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28300" y="10267950"/>
              <a:ext cx="495300" cy="1917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A5DEAAE5-1846-42BD-9535-FCF4F4698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27030" y="8940800"/>
              <a:ext cx="0" cy="13474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6795D7A3-1845-46D0-A0BB-29F5EA820B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86975" y="8756650"/>
              <a:ext cx="434975" cy="1917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11ED03E4-6F21-4EDB-98C8-316CB3B8C8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1800" y="8954770"/>
              <a:ext cx="241300" cy="1003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8FC97D81-DD40-4739-9A47-FD52E9460D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3200" y="8947150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D314869E-CFA1-488B-A032-F2B29F2A215E}"/>
                </a:ext>
              </a:extLst>
            </p:cNvPr>
            <p:cNvCxnSpPr>
              <a:cxnSpLocks/>
            </p:cNvCxnSpPr>
            <p:nvPr/>
          </p:nvCxnSpPr>
          <p:spPr>
            <a:xfrm>
              <a:off x="6918325" y="8099425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144CD330-21FF-4F14-8C38-1D03B9246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5063" y="8843963"/>
              <a:ext cx="223837" cy="1000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9AF52E7-31AD-4BA2-BADF-9237E2DA6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9850" y="8845550"/>
              <a:ext cx="247650" cy="1206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9C68E692-A8B7-4AA7-8859-B2111F8CA2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8450" y="8867775"/>
              <a:ext cx="285750" cy="920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8B29D6FE-C29F-442E-867D-8B26174D94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6350" y="8572500"/>
              <a:ext cx="1689100" cy="6540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615D3654-29BB-4598-B1F8-4FF1185BE7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5450" y="9145270"/>
              <a:ext cx="241300" cy="1003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F6384E75-E4FB-498E-B1AA-36470F88BE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91675" y="9134475"/>
              <a:ext cx="471805" cy="20256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0E2E56D2-2F28-4E29-899C-4A3C2D841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5730" y="9429750"/>
              <a:ext cx="0" cy="9601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A6D819DC-CD6E-4E13-8643-F3FFCA9DB6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99700" y="10369550"/>
              <a:ext cx="730250" cy="2794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91B5B553-9CB3-466C-ACAB-B5B3EF4278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28680" y="10344150"/>
              <a:ext cx="699770" cy="3124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DEBE1A42-4F92-4B91-86DE-D910194ED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2417" y="9810750"/>
              <a:ext cx="0" cy="5588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888593D4-CD68-4510-A2F6-CF072E83BB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52200" y="9613900"/>
              <a:ext cx="495300" cy="1917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34569FFE-6C8D-4C56-8265-FBE5297B18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2680" y="9334500"/>
              <a:ext cx="693420" cy="2933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100C239D-0F6D-4C08-B477-829E7B6DD0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10900" y="8959850"/>
              <a:ext cx="958850" cy="3632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7EAF148E-6025-4194-AD60-4C0B6D2883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9630" y="8680450"/>
              <a:ext cx="737870" cy="2806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0352538E-8D79-41F0-8500-9ABFA6510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87150" y="8566150"/>
              <a:ext cx="279400" cy="1219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09BD9A79-A272-4258-846D-3979A5B48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2680" y="856742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68C11C00-0146-4D6B-AB19-F0777C74D2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3250" y="8483600"/>
              <a:ext cx="520700" cy="1981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39DE6C6C-AD80-4C97-B0F3-75C5807862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9730" y="84848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2BBC0A28-FDAA-4FFB-B634-35AEED69C6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3000" y="8382000"/>
              <a:ext cx="520700" cy="1981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BCA6E77E-6F2C-4975-B9D8-2ED3F6720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09480" y="83832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169CF9EB-0F48-47EF-9D24-F040ED7BEE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09100" y="8286750"/>
              <a:ext cx="508000" cy="1981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15CA2DD9-D717-4F6F-8AEE-7AA9C0982F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1930" y="82816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BC99483C-9F10-49C9-A135-DEFA70E486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6600" y="8108950"/>
              <a:ext cx="730250" cy="2806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C0CB8C96-308F-4F32-9B08-F8712F3671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9617" y="791654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84CFD62A-0E51-42B8-B972-F697C9040A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5650" y="7924800"/>
              <a:ext cx="730250" cy="2806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FAB26CF9-2936-451F-A6EC-21496778E3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1930" y="81038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A56B9C2-7F52-4894-B9F7-10F5745B96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1800" y="8108950"/>
              <a:ext cx="508000" cy="1981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9AC4598B-B3F0-414C-82E3-3DE5BD11DE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8530" y="82054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DF0B0BB7-44A2-41D1-B10F-347F542F6C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9350" y="8210550"/>
              <a:ext cx="520700" cy="1981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BA65513F-EDD3-4C2C-9804-2D4C92843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1317" y="818959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0B825954-CFBF-4ECA-96B4-9B7683F55B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41000" y="8210550"/>
              <a:ext cx="736600" cy="2730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5739B61C-2705-482F-9155-2B3CC6D053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2680" y="837692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AF702DEA-FAC6-47E9-92D4-BA2C8A082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39500" y="829310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B5E4EF1B-B970-4D6E-8F63-A92B2DF8ED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28617" y="781494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B3A1AD0B-B225-4390-A554-AE82F140E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3467" y="809434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8B260E96-DFCB-4D45-990F-DD43B14897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96930" y="81038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F7EEB244-74E1-4F83-9A7E-11E40C11F7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47350" y="7848600"/>
              <a:ext cx="457200" cy="1714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C3438539-BA1C-431B-889E-10EC182000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28300" y="8026400"/>
              <a:ext cx="457200" cy="1714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15BEED29-F75B-41AD-885E-C9B7CBCFC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17567" y="782129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3B3D6003-5172-4C82-98FB-F6F0C176E9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22330" y="775462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4C328D92-E472-465A-AF55-FF8127AEC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10900" y="763270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786C374F-2793-4503-BF4E-8F87602E2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4680" y="762762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9BB553AD-ABA9-40E5-9661-DD5EE13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41000" y="7639050"/>
              <a:ext cx="222250" cy="952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0FBDE5CE-AAE3-41D2-97B5-1CEB671397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1950" y="7449820"/>
              <a:ext cx="450850" cy="1955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F792D3C4-7E0E-4F11-A9E8-4AE7B83D56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4200" y="7343775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3F4A76D8-F5C7-44C6-9E1D-3C075F944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9825" y="7351395"/>
              <a:ext cx="708025" cy="2940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6F3B3602-E5B0-403D-95BE-236D992FB0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842" y="763079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6FCD5EF2-BB1E-4674-9B5D-68815F1F0A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5830" y="7814945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9BC40EA9-FABE-4E27-BBD3-3172E15AE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20592" y="791654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8E53E5B3-0CC0-43FC-B1FB-642DD68340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50400" y="8004175"/>
              <a:ext cx="25717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CEC9D8B5-008A-41CF-AA74-C93E02CB6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7067" y="782764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F6C6F6DC-3250-4386-8442-F2A724E172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9575" y="7731125"/>
              <a:ext cx="25717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EA151962-461E-4989-819F-D15A227745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72880" y="772922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78B6C4D8-1F9C-42EA-94AA-16F29ED5F5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3992" y="7830820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7ADCE2E3-EADE-4F35-97C4-02ECB95A1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23325" y="7918450"/>
              <a:ext cx="25717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0CD54BA2-E79A-4C30-956C-DBF43B242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3642" y="7566025"/>
              <a:ext cx="0" cy="368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B05D4F4F-1CE3-4327-95D2-570FC0DB6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8855" y="7357745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7C50A52D-6530-4DD0-B5E1-1D0A8B2CA1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4725" y="7458075"/>
              <a:ext cx="247650" cy="952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E1FA0D72-F088-4794-A174-92ABD8168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9518" y="7355680"/>
              <a:ext cx="247650" cy="952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442E1286-E3C7-4B0B-B6F1-8E7A19CBD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6055" y="7443788"/>
              <a:ext cx="0" cy="1857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0EE4DE9A-182C-420A-8A32-DD1418B6E7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76055" y="7546181"/>
              <a:ext cx="241776" cy="1012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766D48D2-808C-4B90-A4B9-90B908A914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16243" y="7552531"/>
              <a:ext cx="494507" cy="17700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698BC851-9248-487D-B5F9-50549EE3D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9004" y="7549039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5E2B1A04-0A1E-4E95-BE2A-21C1819D43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6344" y="7181850"/>
              <a:ext cx="981075" cy="3714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0A5F3232-A549-4950-B8EC-AEEF00964E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9362" y="7067233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3D2A930C-C1BE-4B1C-AF5F-BE54A5C978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2563" y="7079456"/>
              <a:ext cx="981075" cy="3714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CDE4BB6F-F9C8-407A-ABBE-B5B683F9A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7605" y="7269956"/>
              <a:ext cx="496570" cy="18939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574FC283-6BA9-4203-A700-75962505BB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84618" y="7158038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2E77B92E-448A-4EA8-AF8D-9EBD9E43EA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5068" y="7158514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A8A55D40-8742-4AF6-BF8F-47329C45F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89232" y="6898481"/>
              <a:ext cx="981075" cy="3714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2F3C2654-02ED-4263-8DED-7B520E75E4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2724" y="6712744"/>
              <a:ext cx="0" cy="1857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FE20F90C-76F6-41DF-8889-446581094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7137" y="6610349"/>
              <a:ext cx="247650" cy="952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65C1B3AA-8619-430D-A700-99C59F8C8D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9836" y="6436519"/>
              <a:ext cx="0" cy="1857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632EF483-B0D6-4FC7-A793-A529314DD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899" y="6436518"/>
              <a:ext cx="473076" cy="17383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3D0C327E-1DBA-4A01-9904-CAFC0907C3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8943" y="6603207"/>
              <a:ext cx="0" cy="1857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3E66BD40-84B3-46FB-B2A7-889CA4BEF8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2911" y="6805612"/>
              <a:ext cx="473076" cy="17383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B12584A0-E491-4E32-8579-45A801103C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1225" y="6881813"/>
              <a:ext cx="262413" cy="9493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0BA88D08-8B98-4268-8E82-C1E2B003A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2843" y="6881813"/>
              <a:ext cx="719932" cy="2809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275BBCC2-153E-4B4D-B32B-1A941082A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1505" y="70624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D109519A-4E5F-4E4B-A6E7-062AD55BE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95025" y="6902450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34999240-15BA-44BB-AA6B-E69190B6E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6425" y="6791325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4AF8674E-AAA4-42C5-A109-7FE130EC81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9600" y="6791325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C2407894-9808-4D67-9637-F3F06FB8A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28300" y="6873875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A0E3D092-13E1-4B07-937E-D0429A3BEB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83825" y="660400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FBC19A31-0152-4AEC-9081-19FFD0A94A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25125" y="6708775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0136675D-B160-461D-9D3E-704FDF2B5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3825" y="6597650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7C03FF70-01CA-489C-9AAA-BE0247CF70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42525" y="668020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D0652B1C-B477-4A92-BA5C-AB7D48F37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1575" y="6518275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B72D338B-371B-49A9-B79F-AED52A080A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07575" y="641985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8289F586-FD51-48AE-8681-38B354166A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750" y="6410325"/>
              <a:ext cx="0" cy="3714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7E359632-58D1-432D-ADB3-DB4CFF2758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59925" y="6689725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4143849B-057F-4F05-B03F-8DCB4124A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5800" y="6527800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8BB9FB2-6A22-4D50-82A4-7E7AB5A6FE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7325" y="6321425"/>
              <a:ext cx="511175" cy="2190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00BDD784-C211-4A59-86E6-2BD4E5FA4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79230" y="6227445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B6BA5279-8447-4A45-B91A-D63F8A921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9100" y="5870575"/>
              <a:ext cx="0" cy="355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EB499D56-15F8-4B7D-8A6C-25C7B7ED94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12275" y="5861050"/>
              <a:ext cx="488950" cy="1936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C31F1461-B89D-478D-AD1D-265DBE4293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04400" y="6051550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01354C00-5B8E-43D5-89BF-3E68784137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10750" y="6226175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6DEF9760-A043-4570-B7BB-8913BD1DD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5700" y="6156325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1299EEC6-2124-444B-8CF0-44FD813805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2050" y="6143625"/>
              <a:ext cx="720725" cy="2762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03529C67-0739-4288-AE5B-A18AF1609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3250" y="6429375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DDCC78AC-1950-4137-8E60-4AC5BC7075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6425" y="6604000"/>
              <a:ext cx="479425" cy="1905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AADF7026-F158-4C57-8E90-46F71C2EA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55375" y="6638925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DF4EA8F3-BD37-417E-9C71-6A007A5464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17250" y="652780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EA357688-0E02-4618-A303-0AF674E08A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25505" y="6424295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9725E51E-D81E-4EF3-BF99-303F8848A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13925" y="5870575"/>
              <a:ext cx="1425575" cy="5556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D59B4636-2EDB-4680-8282-862FA29468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9005" y="5770245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A676BB4F-CA06-49B4-9B62-F06F13808A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6175" y="5772150"/>
              <a:ext cx="1425575" cy="5556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45F5E33F-0375-4E2E-BA9E-9A976F92A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3975" y="5959475"/>
              <a:ext cx="0" cy="3873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33DF66D6-E9FB-48C2-84CC-3E93015F3E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0930" y="59575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41CFB819-C6D1-4BA5-AB9D-82F0D26B6A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20425" y="5953125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FE58BC9D-6D6C-48AE-A647-E322A57E8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22330" y="5852795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AB41DD31-E7C5-4916-8EBB-11A75619C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5850" y="5483225"/>
              <a:ext cx="0" cy="3873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8FF9A9C0-8523-45DB-811B-B1C6936817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9630" y="548767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0CBBF077-02D6-4C13-8DB3-B100D66B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07725" y="5197475"/>
              <a:ext cx="0" cy="3873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B41E6B67-41AC-4079-AA6A-31DA630240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56900" y="510540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B9525493-C549-409B-887F-F9D4A0AE4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2775" y="5091112"/>
              <a:ext cx="0" cy="3873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402C6A7C-2375-490E-9DB5-35BCF44DDE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8330" y="4533900"/>
              <a:ext cx="487045" cy="2044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9FF32BAB-8882-46E2-875E-030FDD6E52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7668" y="546862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66E8C9E6-E02A-4BC5-94EA-4B8A162D8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6237" y="5561012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F0BCBF5B-F91C-4AB2-A3FD-05310BDF49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53575" y="5395913"/>
              <a:ext cx="979488" cy="363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818D6A6C-70B6-496D-8088-B0D11AE4DC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4181" y="539242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A42555BD-C6E6-4BCE-AF99-CA0B4B06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1324" y="5124450"/>
              <a:ext cx="0" cy="349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E5632700-8EDD-4AE9-9A84-91D1F6BCA0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4500" y="5114925"/>
              <a:ext cx="979488" cy="363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2301D632-8AD2-4F92-B721-F8B014B00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0018" y="5382895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25E721C8-4FAC-476E-B208-DB3276120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25125" y="5014913"/>
              <a:ext cx="0" cy="363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2A8F434A-F1C2-419E-A628-FA1FDB111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8142" y="4911408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1FA87012-9970-403C-87FB-8E8B5CDC55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4362" y="4718050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7D49FF2C-0E76-4ABF-9D41-4FBFAF0C68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50612" y="4005263"/>
              <a:ext cx="0" cy="5397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137FFD18-EDFD-4A9F-A250-D439A3F92B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2517" y="3896996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B0868D64-1C5C-4B51-84B0-012828AF5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8737" y="3348038"/>
              <a:ext cx="0" cy="5397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2B444ABB-1BC7-4B32-A50B-DB5689A708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61725" y="3248025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5E1BD0E3-4F06-4E2E-A7E0-004B07F173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55375" y="3065463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6ACD8179-35F6-4018-AEA6-660D01D183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19154" y="3049271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EC2B2AD4-D090-421A-942A-D5BF471037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25125" y="2957513"/>
              <a:ext cx="487363" cy="2016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AC4FC812-8076-4BD4-9D13-76D11D571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6238" y="2790825"/>
              <a:ext cx="0" cy="1873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F0EFC218-D6E6-4BFB-87AE-15BEF0854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9092" y="2571750"/>
              <a:ext cx="501333" cy="2076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25F60E36-A872-4B15-AE27-94A731BFDB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56900" y="2486025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4413FAE1-8D71-459B-B005-453B1717E8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5600" y="2478088"/>
              <a:ext cx="258763" cy="1127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520C4EB5-399C-439A-97F3-B5FC70833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6413" y="2390776"/>
              <a:ext cx="0" cy="37782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87F4635B-02EB-4F28-AEC9-4726001382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0362" y="2292351"/>
              <a:ext cx="258763" cy="1127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7053E348-46BD-4326-BF01-7BAFC66DD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23537" y="219075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124B99EB-0F3F-4E4C-A7D0-BA9D6311E6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26712" y="2000250"/>
              <a:ext cx="0" cy="1873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E1816514-3385-496F-B135-CE173C2851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85412" y="1919288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CADC0D08-14E1-49D7-BF47-E4DEE0D98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98113" y="1928812"/>
              <a:ext cx="0" cy="93345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8D2DE9D5-50A0-432A-91FC-FCDA79F18F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2049" y="2762250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7D8253F0-083A-40AA-8A35-7FF122EC8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4750" y="2019300"/>
              <a:ext cx="0" cy="76676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7045B402-C3D5-4C0F-B9E7-B355825A05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13925" y="1933576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EDEC0BCB-F187-4691-925E-0D49DAC7B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7101" y="1909762"/>
              <a:ext cx="0" cy="93345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D7B939FC-28D3-4FD7-B659-94DD54FA70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53575" y="2840039"/>
              <a:ext cx="258763" cy="1127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D7B3494B-F980-431E-A055-DDD687A9CA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9451" y="2009775"/>
              <a:ext cx="0" cy="93345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C08057F9-F98D-488B-B2BD-75F78B5D4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2006601"/>
              <a:ext cx="258763" cy="1127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9F1562C9-6266-4116-B577-027E7E413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1801" y="2105025"/>
              <a:ext cx="0" cy="7810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DCC3D57B-5BA6-4112-B192-0E34D990A4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72562" y="2873376"/>
              <a:ext cx="258763" cy="1127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533DD7BA-44FE-4A8B-BD56-1909EA6A4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3676" y="2390775"/>
              <a:ext cx="0" cy="609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86BE0CEB-B146-4ABD-B834-C5057E81B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9675" y="2382838"/>
              <a:ext cx="258763" cy="1127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F2E23128-2A7F-4DB7-8D05-523EB33F62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0788" y="2481262"/>
              <a:ext cx="0" cy="57150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48908CD5-BEA0-4DC6-8041-ADAA51E78F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961" y="2957512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F3701322-44D4-4EA0-A390-196A5DD4D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425" y="2390774"/>
              <a:ext cx="0" cy="57150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E75A0B90-39BE-44D2-86B5-C19E3A93E6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47075" y="2300288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569C2286-D49D-4D47-867E-D8502ABFA4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9775" y="2314574"/>
              <a:ext cx="0" cy="55245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604377AC-5EF6-46E6-AD0F-CC194F8733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2761" y="2757487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110BB1F4-5C66-488A-AD3A-18FEA62F86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89875" y="2295526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6BAEEA56-ECB5-42DB-B77B-A170F4CE25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7813" y="2286001"/>
              <a:ext cx="0" cy="37782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E9080CB0-CD35-413D-A5A0-F2F23D8E7D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2224" y="2557462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F7568788-7E3C-4AC8-8C57-D1EE73E1A7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5401" y="2038350"/>
              <a:ext cx="0" cy="52546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552">
              <a:extLst>
                <a:ext uri="{FF2B5EF4-FFF2-40B4-BE49-F238E27FC236}">
                  <a16:creationId xmlns:a16="http://schemas.microsoft.com/office/drawing/2014/main" id="{E71E14E2-8211-47FC-8E56-2E0A25DA11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08862" y="1928814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27B1A60D-B82A-4166-8B86-0302654C50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7275" y="1924049"/>
              <a:ext cx="0" cy="75723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555">
              <a:extLst>
                <a:ext uri="{FF2B5EF4-FFF2-40B4-BE49-F238E27FC236}">
                  <a16:creationId xmlns:a16="http://schemas.microsoft.com/office/drawing/2014/main" id="{086AEEF6-C92E-4C49-8842-C2680943DB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58036" y="2566987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23146229-B591-4612-8CDF-786F7B480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4862" y="1824036"/>
              <a:ext cx="0" cy="75723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DD1D4474-F14A-4616-A977-3EAAAF35B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5625" y="1825626"/>
              <a:ext cx="258763" cy="1127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558">
              <a:extLst>
                <a:ext uri="{FF2B5EF4-FFF2-40B4-BE49-F238E27FC236}">
                  <a16:creationId xmlns:a16="http://schemas.microsoft.com/office/drawing/2014/main" id="{3F8E6CA4-259C-4B49-B790-324052F31A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1975" y="1928811"/>
              <a:ext cx="0" cy="75342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20934202-A145-4295-BC1C-169899A205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23086" y="2668587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49DD34B4-A223-4A4D-9E13-21E45557A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6451" y="276860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11A5CE50-A359-47EC-841C-238C803D3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3750" y="2749550"/>
              <a:ext cx="520700" cy="1905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DEEEAA96-B934-4D6F-AC99-F19F184338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0636" y="2751137"/>
              <a:ext cx="493714" cy="20796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30DCF0FC-50E2-4DED-BD1D-25E4FB5663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8951" y="296545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971DE507-44B3-481C-B409-C9578C2848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0536" y="3157537"/>
              <a:ext cx="24130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C89C22A2-CF15-43DE-8DFE-87894B63AB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251" y="304165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979B544F-FA2B-4917-9CEA-B0356D84C0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1836" y="3036887"/>
              <a:ext cx="741364" cy="27781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12C6B3EE-B48F-4922-8CFC-FF8547F242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2051" y="295910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42907551-D483-4ECD-BE71-178003916E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6850" y="3038475"/>
              <a:ext cx="228600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0D6A83E3-4343-4732-944C-0A6C011B66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18625" y="3032125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279CF363-FEE5-4113-A55D-89F115B75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3100" y="2952750"/>
              <a:ext cx="49530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0FB0E968-ABC4-4681-B447-7DA4742FF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9551" y="313690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C8E53D22-83DA-4AAF-91A6-C2538C911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6650" y="3041650"/>
              <a:ext cx="26035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047062FC-D5E4-414E-B39C-61168202E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77475" y="3041650"/>
              <a:ext cx="987425" cy="3778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D303CEFC-7C68-4962-8BBA-670600FBF3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58550" y="3424238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3D34597A-DA26-4E0E-B370-1C619F159A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67950" y="3225800"/>
              <a:ext cx="987425" cy="3778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07B641D9-179F-4D70-8E57-E6CEB57C44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4300" y="3221038"/>
              <a:ext cx="0" cy="1651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9EAFBBCA-74C5-44CC-BBFD-AA013709EA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67950" y="3413125"/>
              <a:ext cx="993775" cy="3841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28EC2D38-3CDD-4F59-9CA0-A834350C7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14075" y="3797300"/>
              <a:ext cx="238125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FD7620D6-B2F0-404B-9E1F-9FE5E3F130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29825" y="3514725"/>
              <a:ext cx="993775" cy="3841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7F656194-3E36-453A-95A9-205AC456E3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59925" y="3511550"/>
              <a:ext cx="48260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6EAE5997-F464-40C4-A51D-2474FA170B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9575" y="3590925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21DFEB3A-7A86-4C6A-927F-AD5FFA8416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3101" y="369570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D356E5D4-0206-45E7-A00A-91BD452AC1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9450" y="3784600"/>
              <a:ext cx="228600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8AE28250-E9BF-46D3-9F81-4F55C8772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8051" y="3784600"/>
              <a:ext cx="0" cy="5715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C2A37E4C-95C2-4E6E-B709-E0A5C3CDAF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4875" y="4267200"/>
              <a:ext cx="228600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8BAC2793-5653-4883-99DF-B098FE44E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526" y="3702050"/>
              <a:ext cx="0" cy="5715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D51CFB11-C8BF-4950-846D-D853A62CC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45700" y="3705225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34F84308-CB2B-4F72-82BB-0A52CB7F6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3826" y="3806825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8AE33E6D-F486-46A2-8B7E-B81A3325A6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90175" y="3883025"/>
              <a:ext cx="228600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2C1FA19B-3087-4ED1-918C-A729DD0331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21950" y="3876675"/>
              <a:ext cx="482600" cy="1873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6C28808C-138A-45CA-8549-52A046B537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9600" y="4064000"/>
              <a:ext cx="228600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450CD6EC-8464-4195-A45A-FD183389B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9600" y="4162425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A5AC44D4-FA04-4302-9C74-2D4D43E47E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14076" y="4264025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8FA0CDA8-2681-457C-A9CD-7DED50E055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28300" y="4267200"/>
              <a:ext cx="495300" cy="1873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20533B5E-C6A9-4C77-81F5-F9879126F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1476" y="426085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480F3F48-8120-43CA-BFE2-8434BC4310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28300" y="4454525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ED2E884D-85A9-4AF6-AC11-AA446BC8AD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175" y="4549775"/>
              <a:ext cx="228600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956DB127-7312-4B2B-BFEA-7B6BC5DC3F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80650" y="4543425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F07E14CE-6F8E-4CAC-9B83-6F019FA921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7476" y="454025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648">
              <a:extLst>
                <a:ext uri="{FF2B5EF4-FFF2-40B4-BE49-F238E27FC236}">
                  <a16:creationId xmlns:a16="http://schemas.microsoft.com/office/drawing/2014/main" id="{FD29CD80-70F0-4104-AB77-2673AA206D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87000" y="4724400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6DA48FAC-D452-418F-B11E-1B35EFA183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90175" y="4832350"/>
              <a:ext cx="228600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141C5AA6-C1F7-417C-AF8E-DD311590F9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96526" y="4940300"/>
              <a:ext cx="0" cy="3651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CD68F445-8F42-4C7B-87C1-64E5D6AF1B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48875" y="5200650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AB22-4389-4278-9094-936B60438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2051" y="5019675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86579272-197C-4473-97A1-C6D29EAC1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13925" y="4924425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CFD6ABF2-CE91-43D1-A035-4349028EAE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23451" y="4914900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E4EFC71C-7E57-4978-8C23-67C2177307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56750" y="5006975"/>
              <a:ext cx="250825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4A3DE5C9-ADB5-4CC1-8CB5-0BE1ADC62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9451" y="4822825"/>
              <a:ext cx="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DFB9A78F-5BE3-4434-8E27-2BE4844EB1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9450" y="4727575"/>
              <a:ext cx="228600" cy="1047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4B8EF936-CDC7-4BBB-9AE1-6B202600F2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22902" y="2400300"/>
              <a:ext cx="0" cy="1873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Straight Connector 1191">
              <a:extLst>
                <a:ext uri="{FF2B5EF4-FFF2-40B4-BE49-F238E27FC236}">
                  <a16:creationId xmlns:a16="http://schemas.microsoft.com/office/drawing/2014/main" id="{90977557-0A2D-4EFE-A9CA-C9E6A7E554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0967" y="9032875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1193">
              <a:extLst>
                <a:ext uri="{FF2B5EF4-FFF2-40B4-BE49-F238E27FC236}">
                  <a16:creationId xmlns:a16="http://schemas.microsoft.com/office/drawing/2014/main" id="{E4C97885-6F15-4B22-8E51-4ED215C139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0275" y="9045575"/>
              <a:ext cx="466725" cy="16954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5" name="Straight Connector 1194">
              <a:extLst>
                <a:ext uri="{FF2B5EF4-FFF2-40B4-BE49-F238E27FC236}">
                  <a16:creationId xmlns:a16="http://schemas.microsoft.com/office/drawing/2014/main" id="{C4025D83-C3E7-45F7-B7EB-B582F024F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1417" y="8754745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Straight Connector 1195">
              <a:extLst>
                <a:ext uri="{FF2B5EF4-FFF2-40B4-BE49-F238E27FC236}">
                  <a16:creationId xmlns:a16="http://schemas.microsoft.com/office/drawing/2014/main" id="{6655DE17-DF24-4AB7-8373-14891F9DAB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7100" y="8858250"/>
              <a:ext cx="0" cy="1936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1" name="Straight Connector 1200">
              <a:extLst>
                <a:ext uri="{FF2B5EF4-FFF2-40B4-BE49-F238E27FC236}">
                  <a16:creationId xmlns:a16="http://schemas.microsoft.com/office/drawing/2014/main" id="{E34CD629-BD6F-4590-AF8C-0B263CC071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64750" y="8956675"/>
              <a:ext cx="222250" cy="88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Straight Connector 1204">
              <a:extLst>
                <a:ext uri="{FF2B5EF4-FFF2-40B4-BE49-F238E27FC236}">
                  <a16:creationId xmlns:a16="http://schemas.microsoft.com/office/drawing/2014/main" id="{A4F066F8-5174-4D8E-8834-228F12075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63100" y="8750300"/>
              <a:ext cx="241300" cy="1028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Straight Connector 1205">
              <a:extLst>
                <a:ext uri="{FF2B5EF4-FFF2-40B4-BE49-F238E27FC236}">
                  <a16:creationId xmlns:a16="http://schemas.microsoft.com/office/drawing/2014/main" id="{261F18A2-C21A-403F-B45A-B5332D1FB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2942" y="8754745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3" name="Straight Connector 1212">
              <a:extLst>
                <a:ext uri="{FF2B5EF4-FFF2-40B4-BE49-F238E27FC236}">
                  <a16:creationId xmlns:a16="http://schemas.microsoft.com/office/drawing/2014/main" id="{C2D75D73-F4A1-4555-899D-470E7E0E6E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0342" y="8745220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4" name="Straight Connector 1213">
              <a:extLst>
                <a:ext uri="{FF2B5EF4-FFF2-40B4-BE49-F238E27FC236}">
                  <a16:creationId xmlns:a16="http://schemas.microsoft.com/office/drawing/2014/main" id="{D22E2E46-6C67-4F58-85F4-DE904C0B30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8667750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Straight Connector 1214">
              <a:extLst>
                <a:ext uri="{FF2B5EF4-FFF2-40B4-BE49-F238E27FC236}">
                  <a16:creationId xmlns:a16="http://schemas.microsoft.com/office/drawing/2014/main" id="{A653C943-3A09-4E21-B551-1F00D342D0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8567" y="8659495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Straight Connector 1215">
              <a:extLst>
                <a:ext uri="{FF2B5EF4-FFF2-40B4-BE49-F238E27FC236}">
                  <a16:creationId xmlns:a16="http://schemas.microsoft.com/office/drawing/2014/main" id="{5FF80B8A-C762-409C-8E99-165AD5C5E1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6950" y="8769350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7" name="Straight Connector 1216">
              <a:extLst>
                <a:ext uri="{FF2B5EF4-FFF2-40B4-BE49-F238E27FC236}">
                  <a16:creationId xmlns:a16="http://schemas.microsoft.com/office/drawing/2014/main" id="{F00DE785-D755-419E-81B1-F1C99E11D1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0917" y="8557895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8" name="Straight Connector 1217">
              <a:extLst>
                <a:ext uri="{FF2B5EF4-FFF2-40B4-BE49-F238E27FC236}">
                  <a16:creationId xmlns:a16="http://schemas.microsoft.com/office/drawing/2014/main" id="{D0E8221D-1B1A-4ACA-9922-EBB399F78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2475" y="8480425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Straight Connector 1218">
              <a:extLst>
                <a:ext uri="{FF2B5EF4-FFF2-40B4-BE49-F238E27FC236}">
                  <a16:creationId xmlns:a16="http://schemas.microsoft.com/office/drawing/2014/main" id="{24182233-788D-4C89-91AA-2A4B3A7A1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9142" y="8472170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Straight Connector 1219">
              <a:extLst>
                <a:ext uri="{FF2B5EF4-FFF2-40B4-BE49-F238E27FC236}">
                  <a16:creationId xmlns:a16="http://schemas.microsoft.com/office/drawing/2014/main" id="{33B96BEA-6279-4574-8275-8524B6B60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7525" y="8582025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Straight Connector 1220">
              <a:extLst>
                <a:ext uri="{FF2B5EF4-FFF2-40B4-BE49-F238E27FC236}">
                  <a16:creationId xmlns:a16="http://schemas.microsoft.com/office/drawing/2014/main" id="{8145D9FD-C0C4-4D04-9A8D-AA8847E96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1492" y="8376920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Straight Connector 1221">
              <a:extLst>
                <a:ext uri="{FF2B5EF4-FFF2-40B4-BE49-F238E27FC236}">
                  <a16:creationId xmlns:a16="http://schemas.microsoft.com/office/drawing/2014/main" id="{571FC0F6-3C21-44CC-BFCC-AC6C92725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93050" y="8299450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Straight Connector 1222">
              <a:extLst>
                <a:ext uri="{FF2B5EF4-FFF2-40B4-BE49-F238E27FC236}">
                  <a16:creationId xmlns:a16="http://schemas.microsoft.com/office/drawing/2014/main" id="{278A61AE-B375-4B07-BDF1-D20277F92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9717" y="8291195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4" name="Straight Connector 1223">
              <a:extLst>
                <a:ext uri="{FF2B5EF4-FFF2-40B4-BE49-F238E27FC236}">
                  <a16:creationId xmlns:a16="http://schemas.microsoft.com/office/drawing/2014/main" id="{5ABD97CF-FA19-4A95-8BF3-3D147F7231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8100" y="8401050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7943ACFF-A932-4213-A93D-9458B62F01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5717" y="8192770"/>
              <a:ext cx="0" cy="2146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6" name="Straight Connector 1225">
              <a:extLst>
                <a:ext uri="{FF2B5EF4-FFF2-40B4-BE49-F238E27FC236}">
                  <a16:creationId xmlns:a16="http://schemas.microsoft.com/office/drawing/2014/main" id="{3C0A9EFF-9AA8-43DA-B53B-B6D7E4570F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07275" y="8115300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7" name="Straight Connector 1226">
              <a:extLst>
                <a:ext uri="{FF2B5EF4-FFF2-40B4-BE49-F238E27FC236}">
                  <a16:creationId xmlns:a16="http://schemas.microsoft.com/office/drawing/2014/main" id="{4309214D-9855-4FE4-B6E2-5050E8E147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3942" y="8107045"/>
              <a:ext cx="0" cy="3733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Straight Connector 1227">
              <a:extLst>
                <a:ext uri="{FF2B5EF4-FFF2-40B4-BE49-F238E27FC236}">
                  <a16:creationId xmlns:a16="http://schemas.microsoft.com/office/drawing/2014/main" id="{A896645B-D707-4C02-8FBE-A706453A59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5150" y="8299450"/>
              <a:ext cx="479425" cy="1790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3" name="Straight Connector 1232">
              <a:extLst>
                <a:ext uri="{FF2B5EF4-FFF2-40B4-BE49-F238E27FC236}">
                  <a16:creationId xmlns:a16="http://schemas.microsoft.com/office/drawing/2014/main" id="{3756530B-8BBB-4525-8DE9-2CB369AF70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8325" y="8011795"/>
              <a:ext cx="241300" cy="1003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4" name="Straight Connector 1233">
              <a:extLst>
                <a:ext uri="{FF2B5EF4-FFF2-40B4-BE49-F238E27FC236}">
                  <a16:creationId xmlns:a16="http://schemas.microsoft.com/office/drawing/2014/main" id="{B33782A1-69E7-4AB6-B6B9-4AB7CDDAEF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24675" y="7921625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Straight Connector 1234">
              <a:extLst>
                <a:ext uri="{FF2B5EF4-FFF2-40B4-BE49-F238E27FC236}">
                  <a16:creationId xmlns:a16="http://schemas.microsoft.com/office/drawing/2014/main" id="{54AEE436-7AC1-4016-87C0-8E3F3FDC8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6338" y="7921307"/>
              <a:ext cx="1944687" cy="7512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54F69C45-9306-4991-B451-FF561128B5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0562" y="8489950"/>
              <a:ext cx="479425" cy="1790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700EA634-789C-4208-8E77-328AF1D16E33}"/>
                </a:ext>
              </a:extLst>
            </p:cNvPr>
            <p:cNvCxnSpPr>
              <a:cxnSpLocks/>
            </p:cNvCxnSpPr>
            <p:nvPr/>
          </p:nvCxnSpPr>
          <p:spPr>
            <a:xfrm>
              <a:off x="4508500" y="8480425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936AECB8-87D3-4ED3-AFF0-B43F818B2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7050" y="8673782"/>
              <a:ext cx="1435100" cy="5702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83DA2C61-FF3F-49E4-BB05-E2CFF2F8DD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58160" y="9240520"/>
              <a:ext cx="491490" cy="18256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6C6C2064-750D-4FC8-B397-0237A4858977}"/>
                </a:ext>
              </a:extLst>
            </p:cNvPr>
            <p:cNvCxnSpPr>
              <a:cxnSpLocks/>
            </p:cNvCxnSpPr>
            <p:nvPr/>
          </p:nvCxnSpPr>
          <p:spPr>
            <a:xfrm>
              <a:off x="3532188" y="9232900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065E3F5E-1213-47CB-9FE1-C2B1D40E3B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8062" y="9245601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491AA70-9429-4414-82F9-D6DA5D47697C}"/>
                </a:ext>
              </a:extLst>
            </p:cNvPr>
            <p:cNvCxnSpPr>
              <a:cxnSpLocks/>
            </p:cNvCxnSpPr>
            <p:nvPr/>
          </p:nvCxnSpPr>
          <p:spPr>
            <a:xfrm>
              <a:off x="3779838" y="9123363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F5654BAF-D0DD-43BC-98EB-5BA65711D7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4125" y="8767763"/>
              <a:ext cx="958850" cy="3778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4AE061C5-DF66-4556-9035-55F4F4C4A3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737" y="8769351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1250">
              <a:extLst>
                <a:ext uri="{FF2B5EF4-FFF2-40B4-BE49-F238E27FC236}">
                  <a16:creationId xmlns:a16="http://schemas.microsoft.com/office/drawing/2014/main" id="{2E674D94-133A-485B-8E8E-5EF640F5DA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3800" y="8769033"/>
              <a:ext cx="241300" cy="1003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2" name="Straight Connector 1251">
              <a:extLst>
                <a:ext uri="{FF2B5EF4-FFF2-40B4-BE49-F238E27FC236}">
                  <a16:creationId xmlns:a16="http://schemas.microsoft.com/office/drawing/2014/main" id="{1714C288-DC76-4F84-8548-F859ED0700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512" y="8764588"/>
              <a:ext cx="234950" cy="965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1252">
              <a:extLst>
                <a:ext uri="{FF2B5EF4-FFF2-40B4-BE49-F238E27FC236}">
                  <a16:creationId xmlns:a16="http://schemas.microsoft.com/office/drawing/2014/main" id="{CCC3283D-CA3D-4B89-871E-60DD17F4B5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4492" y="8659495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4" name="Straight Connector 1253">
              <a:extLst>
                <a:ext uri="{FF2B5EF4-FFF2-40B4-BE49-F238E27FC236}">
                  <a16:creationId xmlns:a16="http://schemas.microsoft.com/office/drawing/2014/main" id="{A7C18373-C7E0-4BC1-AD4B-A6DDE6C41C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5763" y="8569008"/>
              <a:ext cx="241300" cy="1003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1254">
              <a:extLst>
                <a:ext uri="{FF2B5EF4-FFF2-40B4-BE49-F238E27FC236}">
                  <a16:creationId xmlns:a16="http://schemas.microsoft.com/office/drawing/2014/main" id="{5020B29B-DE8A-4369-895F-CBDCBC5B65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2142" y="8569008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6" name="Straight Connector 1255">
              <a:extLst>
                <a:ext uri="{FF2B5EF4-FFF2-40B4-BE49-F238E27FC236}">
                  <a16:creationId xmlns:a16="http://schemas.microsoft.com/office/drawing/2014/main" id="{2E6B4351-14DA-4249-AD20-8BA54271AD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3413" y="8659495"/>
              <a:ext cx="241300" cy="1003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1256">
              <a:extLst>
                <a:ext uri="{FF2B5EF4-FFF2-40B4-BE49-F238E27FC236}">
                  <a16:creationId xmlns:a16="http://schemas.microsoft.com/office/drawing/2014/main" id="{E79C579F-A04D-437D-A5F7-A3DF58981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4554" y="8454708"/>
              <a:ext cx="0" cy="2051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8" name="Straight Connector 1257">
              <a:extLst>
                <a:ext uri="{FF2B5EF4-FFF2-40B4-BE49-F238E27FC236}">
                  <a16:creationId xmlns:a16="http://schemas.microsoft.com/office/drawing/2014/main" id="{D85CAB9A-AC80-4FDF-9575-6DB372590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6301" y="8373745"/>
              <a:ext cx="241300" cy="1003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1258">
              <a:extLst>
                <a:ext uri="{FF2B5EF4-FFF2-40B4-BE49-F238E27FC236}">
                  <a16:creationId xmlns:a16="http://schemas.microsoft.com/office/drawing/2014/main" id="{94D2942D-99A9-4CCC-9737-64A6D00A1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79" y="8383270"/>
              <a:ext cx="0" cy="55594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4" name="Straight Connector 1263">
              <a:extLst>
                <a:ext uri="{FF2B5EF4-FFF2-40B4-BE49-F238E27FC236}">
                  <a16:creationId xmlns:a16="http://schemas.microsoft.com/office/drawing/2014/main" id="{68BEEBDE-DCE5-4B9C-9164-5E9E7FD579C5}"/>
                </a:ext>
              </a:extLst>
            </p:cNvPr>
            <p:cNvCxnSpPr>
              <a:cxnSpLocks/>
            </p:cNvCxnSpPr>
            <p:nvPr/>
          </p:nvCxnSpPr>
          <p:spPr>
            <a:xfrm>
              <a:off x="6918325" y="8656637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1264">
              <a:extLst>
                <a:ext uri="{FF2B5EF4-FFF2-40B4-BE49-F238E27FC236}">
                  <a16:creationId xmlns:a16="http://schemas.microsoft.com/office/drawing/2014/main" id="{70D00F46-87CE-46A0-9335-6009CEA55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8567738"/>
              <a:ext cx="219075" cy="1031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1266">
              <a:extLst>
                <a:ext uri="{FF2B5EF4-FFF2-40B4-BE49-F238E27FC236}">
                  <a16:creationId xmlns:a16="http://schemas.microsoft.com/office/drawing/2014/main" id="{DBC3ACBE-8958-47AB-8C2F-9795A1BB1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7" y="8577262"/>
              <a:ext cx="285750" cy="920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8" name="Straight Connector 1267">
              <a:extLst>
                <a:ext uri="{FF2B5EF4-FFF2-40B4-BE49-F238E27FC236}">
                  <a16:creationId xmlns:a16="http://schemas.microsoft.com/office/drawing/2014/main" id="{9BFC5600-6BBC-4947-811D-A27DBE7EBDF4}"/>
                </a:ext>
              </a:extLst>
            </p:cNvPr>
            <p:cNvCxnSpPr>
              <a:cxnSpLocks/>
            </p:cNvCxnSpPr>
            <p:nvPr/>
          </p:nvCxnSpPr>
          <p:spPr>
            <a:xfrm>
              <a:off x="6432550" y="8301038"/>
              <a:ext cx="0" cy="363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0" name="Straight Connector 1269">
              <a:extLst>
                <a:ext uri="{FF2B5EF4-FFF2-40B4-BE49-F238E27FC236}">
                  <a16:creationId xmlns:a16="http://schemas.microsoft.com/office/drawing/2014/main" id="{DE17EDC0-6800-4E27-B4C5-3FC0DD0C52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2551" y="8207057"/>
              <a:ext cx="241300" cy="1003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1270">
              <a:extLst>
                <a:ext uri="{FF2B5EF4-FFF2-40B4-BE49-F238E27FC236}">
                  <a16:creationId xmlns:a16="http://schemas.microsoft.com/office/drawing/2014/main" id="{7FF5E33B-30CB-4365-9C51-A792AB5EF18E}"/>
                </a:ext>
              </a:extLst>
            </p:cNvPr>
            <p:cNvCxnSpPr>
              <a:cxnSpLocks/>
            </p:cNvCxnSpPr>
            <p:nvPr/>
          </p:nvCxnSpPr>
          <p:spPr>
            <a:xfrm>
              <a:off x="6670675" y="8208962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1271">
              <a:extLst>
                <a:ext uri="{FF2B5EF4-FFF2-40B4-BE49-F238E27FC236}">
                  <a16:creationId xmlns:a16="http://schemas.microsoft.com/office/drawing/2014/main" id="{DCBDF88E-46DD-4276-A409-AE935A6BDF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2263" y="8401050"/>
              <a:ext cx="481012" cy="1809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273">
              <a:extLst>
                <a:ext uri="{FF2B5EF4-FFF2-40B4-BE49-F238E27FC236}">
                  <a16:creationId xmlns:a16="http://schemas.microsoft.com/office/drawing/2014/main" id="{2ED28F1B-A2D4-4226-BC73-01E1D6B03FFD}"/>
                </a:ext>
              </a:extLst>
            </p:cNvPr>
            <p:cNvCxnSpPr>
              <a:cxnSpLocks/>
            </p:cNvCxnSpPr>
            <p:nvPr/>
          </p:nvCxnSpPr>
          <p:spPr>
            <a:xfrm>
              <a:off x="7161212" y="8570912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1274">
              <a:extLst>
                <a:ext uri="{FF2B5EF4-FFF2-40B4-BE49-F238E27FC236}">
                  <a16:creationId xmlns:a16="http://schemas.microsoft.com/office/drawing/2014/main" id="{1B46BBE8-81BF-4AE5-AF1B-0A8FD55348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1851" y="8653463"/>
              <a:ext cx="223837" cy="1000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6" name="Straight Connector 1275">
              <a:extLst>
                <a:ext uri="{FF2B5EF4-FFF2-40B4-BE49-F238E27FC236}">
                  <a16:creationId xmlns:a16="http://schemas.microsoft.com/office/drawing/2014/main" id="{EC4279BB-5F45-4F0A-B59F-062B2ED1EC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638" y="8655050"/>
              <a:ext cx="247650" cy="1206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23F2D99B-03F5-406D-93BB-7CA3EBCD03C4}"/>
                </a:ext>
              </a:extLst>
            </p:cNvPr>
            <p:cNvCxnSpPr>
              <a:cxnSpLocks/>
            </p:cNvCxnSpPr>
            <p:nvPr/>
          </p:nvCxnSpPr>
          <p:spPr>
            <a:xfrm>
              <a:off x="7632699" y="8570912"/>
              <a:ext cx="0" cy="2127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6951D2D3-1DE1-4F97-96D4-E35B3C15FF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9987" y="9326563"/>
              <a:ext cx="250825" cy="107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7" name="Group 2006">
            <a:extLst>
              <a:ext uri="{FF2B5EF4-FFF2-40B4-BE49-F238E27FC236}">
                <a16:creationId xmlns:a16="http://schemas.microsoft.com/office/drawing/2014/main" id="{F27000F8-EE6C-41A6-B899-9711BCA52888}"/>
              </a:ext>
            </a:extLst>
          </p:cNvPr>
          <p:cNvGrpSpPr/>
          <p:nvPr/>
        </p:nvGrpSpPr>
        <p:grpSpPr>
          <a:xfrm>
            <a:off x="4286250" y="3946525"/>
            <a:ext cx="4550569" cy="3721100"/>
            <a:chOff x="4286250" y="3946525"/>
            <a:chExt cx="4550569" cy="3721100"/>
          </a:xfrm>
        </p:grpSpPr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49A87DCC-FA78-4F21-BA4D-112A50C0B990}"/>
                </a:ext>
              </a:extLst>
            </p:cNvPr>
            <p:cNvCxnSpPr>
              <a:cxnSpLocks/>
            </p:cNvCxnSpPr>
            <p:nvPr/>
          </p:nvCxnSpPr>
          <p:spPr>
            <a:xfrm>
              <a:off x="6927214" y="3946525"/>
              <a:ext cx="0" cy="200025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C68F3B2C-BEF2-44D0-82E3-26E0D4CAFA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330" y="4065588"/>
              <a:ext cx="969645" cy="380047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C8B77105-1FDF-4BA0-8121-E89DA9E325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3274" y="7086600"/>
              <a:ext cx="0" cy="195263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1E41D830-FFE6-4FB6-AF3E-1B29B6AAD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1788" y="7096125"/>
              <a:ext cx="461961" cy="166688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85235C40-E203-43B1-ADA8-C2403BBE3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3125" y="6991350"/>
              <a:ext cx="728662" cy="266700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322823B6-4311-41DA-8FE3-E24FE43C74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5000" y="6996112"/>
              <a:ext cx="233362" cy="90488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7752B29F-7F35-49CF-8971-D38B57DD408A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4" y="7077075"/>
              <a:ext cx="0" cy="209550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0DC6CD8F-BCD5-4325-B54A-8E7133B4E3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3450" y="7262812"/>
              <a:ext cx="985837" cy="385763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1A85A80E-BCB4-44F4-9573-1A4B8932EC24}"/>
                </a:ext>
              </a:extLst>
            </p:cNvPr>
            <p:cNvCxnSpPr>
              <a:cxnSpLocks/>
            </p:cNvCxnSpPr>
            <p:nvPr/>
          </p:nvCxnSpPr>
          <p:spPr>
            <a:xfrm>
              <a:off x="4748212" y="7458075"/>
              <a:ext cx="0" cy="209550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4775D178-1B9B-49F3-9571-2592CFD22D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2975" y="7358062"/>
              <a:ext cx="233362" cy="90488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049F5046-7B7D-4A39-B9C5-81A2A72303E1}"/>
                </a:ext>
              </a:extLst>
            </p:cNvPr>
            <p:cNvCxnSpPr>
              <a:cxnSpLocks/>
            </p:cNvCxnSpPr>
            <p:nvPr/>
          </p:nvCxnSpPr>
          <p:spPr>
            <a:xfrm>
              <a:off x="4976812" y="7167562"/>
              <a:ext cx="0" cy="209550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C072F9EA-C1D2-41D7-B73E-525E8A3184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975" y="7086600"/>
              <a:ext cx="233363" cy="80963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2CDEC453-9787-4BDA-831C-079D60DE21FD}"/>
                </a:ext>
              </a:extLst>
            </p:cNvPr>
            <p:cNvCxnSpPr>
              <a:cxnSpLocks/>
            </p:cNvCxnSpPr>
            <p:nvPr/>
          </p:nvCxnSpPr>
          <p:spPr>
            <a:xfrm>
              <a:off x="4752974" y="6719888"/>
              <a:ext cx="0" cy="371474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FF87A003-5B77-4D04-838B-48C410E503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3900" y="6634163"/>
              <a:ext cx="233363" cy="80963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73824069-9146-4E39-A8BE-21E197860171}"/>
                </a:ext>
              </a:extLst>
            </p:cNvPr>
            <p:cNvCxnSpPr>
              <a:cxnSpLocks/>
            </p:cNvCxnSpPr>
            <p:nvPr/>
          </p:nvCxnSpPr>
          <p:spPr>
            <a:xfrm>
              <a:off x="4524374" y="6415088"/>
              <a:ext cx="0" cy="219074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E0D66755-B9B1-48A8-AD13-BEC6958DBF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86250" y="6335713"/>
              <a:ext cx="233363" cy="80963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3C1D60A1-2BC3-4FED-98EE-BB34BEF869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1200" y="6235700"/>
              <a:ext cx="450850" cy="184150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3F704AD3-1BEF-4AF3-A0F8-85532476D0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5700" y="6234113"/>
              <a:ext cx="511175" cy="179387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F1223B3B-17BE-4866-B7E9-000FFBA7401F}"/>
                </a:ext>
              </a:extLst>
            </p:cNvPr>
            <p:cNvCxnSpPr>
              <a:cxnSpLocks/>
            </p:cNvCxnSpPr>
            <p:nvPr/>
          </p:nvCxnSpPr>
          <p:spPr>
            <a:xfrm>
              <a:off x="5473699" y="6230938"/>
              <a:ext cx="0" cy="371474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B2EE4FA5-02B2-41D2-BA7C-8CED1054B3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4175" y="5949950"/>
              <a:ext cx="742950" cy="298450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09F8A9ED-F2ED-4D6D-830F-8B132E1430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6875" y="5664200"/>
              <a:ext cx="723900" cy="285750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6DE356C7-FA4F-4987-933B-DB63F426AC8F}"/>
                </a:ext>
              </a:extLst>
            </p:cNvPr>
            <p:cNvCxnSpPr>
              <a:cxnSpLocks/>
            </p:cNvCxnSpPr>
            <p:nvPr/>
          </p:nvCxnSpPr>
          <p:spPr>
            <a:xfrm>
              <a:off x="5473699" y="5456238"/>
              <a:ext cx="0" cy="219074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9D30D325-57BC-4726-8EE9-A822CECA8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8750" y="5668962"/>
              <a:ext cx="233362" cy="90488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797F22BD-DEC8-42B4-A034-48547F7108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41431" y="5681663"/>
              <a:ext cx="1195388" cy="473074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31FDF31B-A217-49DD-AD16-23D122CA65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443" y="5035549"/>
              <a:ext cx="0" cy="369889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BDEE7D35-94B9-4FD2-A47A-A2ABC07921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98631" y="5407025"/>
              <a:ext cx="735807" cy="265113"/>
            </a:xfrm>
            <a:prstGeom prst="line">
              <a:avLst/>
            </a:prstGeom>
            <a:ln w="28575">
              <a:solidFill>
                <a:srgbClr val="FFC000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2221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183630" y="3952875"/>
            <a:ext cx="969645" cy="49911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900863" y="3495040"/>
            <a:ext cx="4129087" cy="6766560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11.07</a:t>
            </a:r>
          </a:p>
        </p:txBody>
      </p:sp>
    </p:spTree>
    <p:extLst>
      <p:ext uri="{BB962C8B-B14F-4D97-AF65-F5344CB8AC3E}">
        <p14:creationId xmlns:p14="http://schemas.microsoft.com/office/powerpoint/2010/main" val="276891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682740" y="3787140"/>
            <a:ext cx="4318000" cy="6438900"/>
            <a:chOff x="6682740" y="3787140"/>
            <a:chExt cx="4318000" cy="64389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53020" y="7670800"/>
              <a:ext cx="0" cy="3479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65720" y="7995920"/>
              <a:ext cx="140970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34CFCA1-68B8-4F43-B9BE-A9636BBA014D}"/>
                </a:ext>
              </a:extLst>
            </p:cNvPr>
            <p:cNvCxnSpPr>
              <a:cxnSpLocks/>
            </p:cNvCxnSpPr>
            <p:nvPr/>
          </p:nvCxnSpPr>
          <p:spPr>
            <a:xfrm>
              <a:off x="10758170" y="8641080"/>
              <a:ext cx="0" cy="14973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483A8217-5D3E-4BD1-A4DA-73D099E4A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880" y="84607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6747230-BDA4-42B1-A5F4-9A8092819297}"/>
                </a:ext>
              </a:extLst>
            </p:cNvPr>
            <p:cNvCxnSpPr>
              <a:cxnSpLocks/>
            </p:cNvCxnSpPr>
            <p:nvPr/>
          </p:nvCxnSpPr>
          <p:spPr>
            <a:xfrm>
              <a:off x="7376160" y="7536180"/>
              <a:ext cx="284480" cy="1447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1117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52944"/>
              <a:ext cx="2414524" cy="92557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80" y="5943600"/>
              <a:ext cx="0" cy="381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5130" y="6318250"/>
              <a:ext cx="712470" cy="2705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230" y="5645150"/>
              <a:ext cx="970280" cy="3975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167B9EC-C670-43E8-ACAE-47645DAB9B0E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30" y="603123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22427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1400" y="5669280"/>
              <a:ext cx="1459230" cy="5435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6210300" y="6330950"/>
              <a:ext cx="449580" cy="196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634D42B8-104F-4ED0-BA91-BC7B7A1010D7}"/>
                </a:ext>
              </a:extLst>
            </p:cNvPr>
            <p:cNvCxnSpPr>
              <a:cxnSpLocks/>
            </p:cNvCxnSpPr>
            <p:nvPr/>
          </p:nvCxnSpPr>
          <p:spPr>
            <a:xfrm>
              <a:off x="7393940" y="622173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6C826EF0-8621-437D-9B70-620EF621B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0200" y="6416040"/>
              <a:ext cx="23622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5FB531E4-64FA-4C42-B1DD-B090ACF0A464}"/>
                </a:ext>
              </a:extLst>
            </p:cNvPr>
            <p:cNvCxnSpPr>
              <a:cxnSpLocks/>
            </p:cNvCxnSpPr>
            <p:nvPr/>
          </p:nvCxnSpPr>
          <p:spPr>
            <a:xfrm>
              <a:off x="6666992" y="7091172"/>
              <a:ext cx="270256" cy="960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6DDEE25E-BB86-467A-B564-1C239C286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4896" y="7091172"/>
              <a:ext cx="269240" cy="88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1B0F5658-0176-431A-9E81-EA3D8D5F14FB}"/>
                </a:ext>
              </a:extLst>
            </p:cNvPr>
            <p:cNvCxnSpPr>
              <a:cxnSpLocks/>
            </p:cNvCxnSpPr>
            <p:nvPr/>
          </p:nvCxnSpPr>
          <p:spPr>
            <a:xfrm>
              <a:off x="7179564" y="7101840"/>
              <a:ext cx="0" cy="20116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8EB8FF6F-83D6-4D32-B8DC-CFE8475FBF48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76" y="7267956"/>
              <a:ext cx="270256" cy="960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90AE582B-C866-43B4-8C31-25CA54ED56CD}"/>
                </a:ext>
              </a:extLst>
            </p:cNvPr>
            <p:cNvCxnSpPr>
              <a:cxnSpLocks/>
            </p:cNvCxnSpPr>
            <p:nvPr/>
          </p:nvCxnSpPr>
          <p:spPr>
            <a:xfrm>
              <a:off x="7404608" y="7356856"/>
              <a:ext cx="0" cy="2336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E48E7A39-59D7-45CF-9597-8C528384C8AC}"/>
                </a:ext>
              </a:extLst>
            </p:cNvPr>
            <p:cNvCxnSpPr>
              <a:cxnSpLocks/>
            </p:cNvCxnSpPr>
            <p:nvPr/>
          </p:nvCxnSpPr>
          <p:spPr>
            <a:xfrm>
              <a:off x="6671564" y="6502400"/>
              <a:ext cx="0" cy="584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6A2D5309-B110-478B-A841-0797797679C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850" y="6400800"/>
              <a:ext cx="463550" cy="196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3495040"/>
              <a:ext cx="495300" cy="20574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570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A087DD6-8625-4F90-9985-49B6C9C91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260" y="3591560"/>
              <a:ext cx="232410" cy="1066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11.11</a:t>
            </a:r>
          </a:p>
        </p:txBody>
      </p:sp>
    </p:spTree>
    <p:extLst>
      <p:ext uri="{BB962C8B-B14F-4D97-AF65-F5344CB8AC3E}">
        <p14:creationId xmlns:p14="http://schemas.microsoft.com/office/powerpoint/2010/main" val="411069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183630" y="3952875"/>
            <a:ext cx="969645" cy="49911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26580" y="622363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400800"/>
              <a:ext cx="0" cy="177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438900"/>
              <a:ext cx="0" cy="1727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5050" y="5669280"/>
              <a:ext cx="1465580" cy="5473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93186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0EA11218-10CE-4003-8750-6021A9F156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6121400"/>
              <a:ext cx="499110" cy="196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94EEF307-FADE-4CF0-86CB-3483E7A8EF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20" y="6217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539F8CFA-2688-4038-86BD-46265AAF8DCE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60" y="589407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8A4EDF46-6EED-4B7F-80A5-1020AAA76696}"/>
                </a:ext>
              </a:extLst>
            </p:cNvPr>
            <p:cNvCxnSpPr>
              <a:cxnSpLocks/>
            </p:cNvCxnSpPr>
            <p:nvPr/>
          </p:nvCxnSpPr>
          <p:spPr>
            <a:xfrm>
              <a:off x="5223510" y="5773420"/>
              <a:ext cx="0" cy="5575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900863" y="3495040"/>
            <a:ext cx="4129087" cy="6766560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588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11.12</a:t>
            </a:r>
          </a:p>
        </p:txBody>
      </p:sp>
    </p:spTree>
    <p:extLst>
      <p:ext uri="{BB962C8B-B14F-4D97-AF65-F5344CB8AC3E}">
        <p14:creationId xmlns:p14="http://schemas.microsoft.com/office/powerpoint/2010/main" val="336999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183630" y="3952875"/>
            <a:ext cx="969645" cy="49911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216536" cy="13017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083050"/>
            <a:ext cx="6733540" cy="6066790"/>
            <a:chOff x="1635760" y="4083050"/>
            <a:chExt cx="6733540" cy="606679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770" y="4083050"/>
              <a:ext cx="455930" cy="184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0450" y="5949950"/>
              <a:ext cx="717550" cy="2603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946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1588" y="41665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D0FC012C-BE12-4092-95C4-77C6E088D7C4}"/>
                </a:ext>
              </a:extLst>
            </p:cNvPr>
            <p:cNvCxnSpPr>
              <a:cxnSpLocks/>
            </p:cNvCxnSpPr>
            <p:nvPr/>
          </p:nvCxnSpPr>
          <p:spPr>
            <a:xfrm>
              <a:off x="7907020" y="4171950"/>
              <a:ext cx="455930" cy="184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B144025A-9BA4-49F0-9B21-88BCC50E2D1D}"/>
                </a:ext>
              </a:extLst>
            </p:cNvPr>
            <p:cNvCxnSpPr>
              <a:cxnSpLocks/>
            </p:cNvCxnSpPr>
            <p:nvPr/>
          </p:nvCxnSpPr>
          <p:spPr>
            <a:xfrm>
              <a:off x="8355330" y="4337050"/>
              <a:ext cx="0" cy="565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8973FEA6-BB99-4CF1-9977-C1AE98E48C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8000" y="4917440"/>
              <a:ext cx="241300" cy="863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900863" y="3495040"/>
            <a:ext cx="4129087" cy="6766560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11.10</a:t>
            </a:r>
          </a:p>
        </p:txBody>
      </p:sp>
    </p:spTree>
    <p:extLst>
      <p:ext uri="{BB962C8B-B14F-4D97-AF65-F5344CB8AC3E}">
        <p14:creationId xmlns:p14="http://schemas.microsoft.com/office/powerpoint/2010/main" val="327206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183630" y="3952875"/>
            <a:ext cx="969645" cy="49911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990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54984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8650" y="5210175"/>
              <a:ext cx="973138" cy="3651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900863" y="3495040"/>
            <a:ext cx="4129087" cy="6766560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11.09</a:t>
            </a:r>
          </a:p>
        </p:txBody>
      </p:sp>
    </p:spTree>
    <p:extLst>
      <p:ext uri="{BB962C8B-B14F-4D97-AF65-F5344CB8AC3E}">
        <p14:creationId xmlns:p14="http://schemas.microsoft.com/office/powerpoint/2010/main" val="4280837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682740" y="3787140"/>
            <a:ext cx="4318000" cy="6438900"/>
            <a:chOff x="6682740" y="3787140"/>
            <a:chExt cx="4318000" cy="64389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52004" y="7626096"/>
              <a:ext cx="0" cy="367284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38288" y="7979664"/>
              <a:ext cx="1437132" cy="587756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FAFDC71-8F31-41F7-9B56-F158AFE66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800" y="845566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34CFCA1-68B8-4F43-B9BE-A9636BBA014D}"/>
                </a:ext>
              </a:extLst>
            </p:cNvPr>
            <p:cNvCxnSpPr>
              <a:cxnSpLocks/>
            </p:cNvCxnSpPr>
            <p:nvPr/>
          </p:nvCxnSpPr>
          <p:spPr>
            <a:xfrm>
              <a:off x="10758170" y="8641080"/>
              <a:ext cx="0" cy="14973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749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80" y="5943600"/>
              <a:ext cx="0" cy="190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441440"/>
              <a:ext cx="0" cy="1701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8780" y="6136640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230" y="5645150"/>
              <a:ext cx="970280" cy="3975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167B9EC-C670-43E8-ACAE-47645DAB9B0E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30" y="603123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22427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650494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276090" y="632587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3495040"/>
              <a:ext cx="495300" cy="20574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570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A087DD6-8625-4F90-9985-49B6C9C91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260" y="3591560"/>
              <a:ext cx="232410" cy="1066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11.04</a:t>
            </a:r>
          </a:p>
        </p:txBody>
      </p:sp>
    </p:spTree>
    <p:extLst>
      <p:ext uri="{BB962C8B-B14F-4D97-AF65-F5344CB8AC3E}">
        <p14:creationId xmlns:p14="http://schemas.microsoft.com/office/powerpoint/2010/main" val="192480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682740" y="3787140"/>
            <a:ext cx="4318000" cy="6438900"/>
            <a:chOff x="6682740" y="3787140"/>
            <a:chExt cx="4318000" cy="64389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52004" y="7626096"/>
              <a:ext cx="0" cy="367284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38288" y="7979664"/>
              <a:ext cx="1437132" cy="587756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FAFDC71-8F31-41F7-9B56-F158AFE66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800" y="845566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34CFCA1-68B8-4F43-B9BE-A9636BBA014D}"/>
                </a:ext>
              </a:extLst>
            </p:cNvPr>
            <p:cNvCxnSpPr>
              <a:cxnSpLocks/>
            </p:cNvCxnSpPr>
            <p:nvPr/>
          </p:nvCxnSpPr>
          <p:spPr>
            <a:xfrm>
              <a:off x="10758170" y="8641080"/>
              <a:ext cx="0" cy="14973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749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9160" y="6324600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505575"/>
              <a:ext cx="0" cy="561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476250" cy="1952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5195888" y="6334125"/>
              <a:ext cx="300037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3495040"/>
              <a:ext cx="495300" cy="20574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570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A087DD6-8625-4F90-9985-49B6C9C91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260" y="3591560"/>
              <a:ext cx="232410" cy="1066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11.08</a:t>
            </a:r>
          </a:p>
        </p:txBody>
      </p:sp>
    </p:spTree>
    <p:extLst>
      <p:ext uri="{BB962C8B-B14F-4D97-AF65-F5344CB8AC3E}">
        <p14:creationId xmlns:p14="http://schemas.microsoft.com/office/powerpoint/2010/main" val="147247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682740" y="3787140"/>
            <a:ext cx="4318000" cy="6438900"/>
            <a:chOff x="6682740" y="3787140"/>
            <a:chExt cx="4318000" cy="64389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52004" y="7626096"/>
              <a:ext cx="0" cy="367284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38288" y="7979664"/>
              <a:ext cx="1437132" cy="587756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FAFDC71-8F31-41F7-9B56-F158AFE66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800" y="845566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34CFCA1-68B8-4F43-B9BE-A9636BBA014D}"/>
                </a:ext>
              </a:extLst>
            </p:cNvPr>
            <p:cNvCxnSpPr>
              <a:cxnSpLocks/>
            </p:cNvCxnSpPr>
            <p:nvPr/>
          </p:nvCxnSpPr>
          <p:spPr>
            <a:xfrm>
              <a:off x="10758170" y="8641080"/>
              <a:ext cx="0" cy="14973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749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80" y="5943600"/>
              <a:ext cx="0" cy="361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>
              <a:off x="5467350" y="5662613"/>
              <a:ext cx="726440" cy="28828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9573" y="5455920"/>
              <a:ext cx="0" cy="21145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4938" y="5645150"/>
              <a:ext cx="262572" cy="1365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167B9EC-C670-43E8-ACAE-47645DAB9B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975" y="6138863"/>
              <a:ext cx="723900" cy="280987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129338"/>
              <a:ext cx="491490" cy="19145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6682105" y="6505575"/>
              <a:ext cx="0" cy="4044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6210300" y="6323965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276090" y="632587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847510DB-995F-45C6-8E72-3460D97D2A7C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5785803"/>
              <a:ext cx="233362" cy="863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3E1A682C-2BE2-40BD-ACD0-60A3BD6DB50F}"/>
                </a:ext>
              </a:extLst>
            </p:cNvPr>
            <p:cNvCxnSpPr>
              <a:cxnSpLocks/>
            </p:cNvCxnSpPr>
            <p:nvPr/>
          </p:nvCxnSpPr>
          <p:spPr>
            <a:xfrm>
              <a:off x="5469573" y="5860732"/>
              <a:ext cx="0" cy="78771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3495040"/>
              <a:ext cx="495300" cy="20574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570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A087DD6-8625-4F90-9985-49B6C9C91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260" y="3591560"/>
              <a:ext cx="232410" cy="1066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11.06</a:t>
            </a:r>
          </a:p>
        </p:txBody>
      </p:sp>
    </p:spTree>
    <p:extLst>
      <p:ext uri="{BB962C8B-B14F-4D97-AF65-F5344CB8AC3E}">
        <p14:creationId xmlns:p14="http://schemas.microsoft.com/office/powerpoint/2010/main" val="1269511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82086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682740" y="3787140"/>
            <a:ext cx="4318000" cy="6438900"/>
            <a:chOff x="6682740" y="3787140"/>
            <a:chExt cx="4318000" cy="64389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53020" y="7670800"/>
              <a:ext cx="0" cy="3479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65720" y="7995920"/>
              <a:ext cx="1911668" cy="762318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200" y="8547100"/>
              <a:ext cx="416560" cy="2159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34CFCA1-68B8-4F43-B9BE-A9636BBA014D}"/>
                </a:ext>
              </a:extLst>
            </p:cNvPr>
            <p:cNvCxnSpPr>
              <a:cxnSpLocks/>
            </p:cNvCxnSpPr>
            <p:nvPr/>
          </p:nvCxnSpPr>
          <p:spPr>
            <a:xfrm>
              <a:off x="10758170" y="8641080"/>
              <a:ext cx="0" cy="14973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6747230-BDA4-42B1-A5F4-9A8092819297}"/>
                </a:ext>
              </a:extLst>
            </p:cNvPr>
            <p:cNvCxnSpPr>
              <a:cxnSpLocks/>
            </p:cNvCxnSpPr>
            <p:nvPr/>
          </p:nvCxnSpPr>
          <p:spPr>
            <a:xfrm>
              <a:off x="7376160" y="7536180"/>
              <a:ext cx="284480" cy="1447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15189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52944"/>
              <a:ext cx="2414524" cy="92557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80" y="5943600"/>
              <a:ext cx="0" cy="190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441440"/>
              <a:ext cx="0" cy="1701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8780" y="6136640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230" y="5645150"/>
              <a:ext cx="970280" cy="3975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167B9EC-C670-43E8-ACAE-47645DAB9B0E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30" y="603123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22427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1400" y="5669280"/>
              <a:ext cx="1459230" cy="5435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4025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650494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276090" y="632587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A44B60F0-6FBB-4C5D-8A11-87D869641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4960" y="6804660"/>
              <a:ext cx="269240" cy="88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9505AE89-0237-4B24-AE15-D8DBCF73CB75}"/>
                </a:ext>
              </a:extLst>
            </p:cNvPr>
            <p:cNvCxnSpPr>
              <a:cxnSpLocks/>
            </p:cNvCxnSpPr>
            <p:nvPr/>
          </p:nvCxnSpPr>
          <p:spPr>
            <a:xfrm>
              <a:off x="6667500" y="6888480"/>
              <a:ext cx="0" cy="20116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634D42B8-104F-4ED0-BA91-BC7B7A1010D7}"/>
                </a:ext>
              </a:extLst>
            </p:cNvPr>
            <p:cNvCxnSpPr>
              <a:cxnSpLocks/>
            </p:cNvCxnSpPr>
            <p:nvPr/>
          </p:nvCxnSpPr>
          <p:spPr>
            <a:xfrm>
              <a:off x="7393940" y="621538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6C826EF0-8621-437D-9B70-620EF621BDA0}"/>
                </a:ext>
              </a:extLst>
            </p:cNvPr>
            <p:cNvCxnSpPr>
              <a:cxnSpLocks/>
            </p:cNvCxnSpPr>
            <p:nvPr/>
          </p:nvCxnSpPr>
          <p:spPr>
            <a:xfrm>
              <a:off x="6929120" y="640842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5FB531E4-64FA-4C42-B1DD-B090ACF0A464}"/>
                </a:ext>
              </a:extLst>
            </p:cNvPr>
            <p:cNvCxnSpPr>
              <a:cxnSpLocks/>
            </p:cNvCxnSpPr>
            <p:nvPr/>
          </p:nvCxnSpPr>
          <p:spPr>
            <a:xfrm>
              <a:off x="6666992" y="7091172"/>
              <a:ext cx="270256" cy="960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6DDEE25E-BB86-467A-B564-1C239C286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4896" y="7091172"/>
              <a:ext cx="269240" cy="88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1B0F5658-0176-431A-9E81-EA3D8D5F14FB}"/>
                </a:ext>
              </a:extLst>
            </p:cNvPr>
            <p:cNvCxnSpPr>
              <a:cxnSpLocks/>
            </p:cNvCxnSpPr>
            <p:nvPr/>
          </p:nvCxnSpPr>
          <p:spPr>
            <a:xfrm>
              <a:off x="7179564" y="7101840"/>
              <a:ext cx="0" cy="20116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8EB8FF6F-83D6-4D32-B8DC-CFE8475FBF48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76" y="7267956"/>
              <a:ext cx="270256" cy="960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90AE582B-C866-43B4-8C31-25CA54ED56CD}"/>
                </a:ext>
              </a:extLst>
            </p:cNvPr>
            <p:cNvCxnSpPr>
              <a:cxnSpLocks/>
            </p:cNvCxnSpPr>
            <p:nvPr/>
          </p:nvCxnSpPr>
          <p:spPr>
            <a:xfrm>
              <a:off x="7404608" y="7356856"/>
              <a:ext cx="0" cy="2336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3495040"/>
              <a:ext cx="495300" cy="20574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570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A087DD6-8625-4F90-9985-49B6C9C91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260" y="3591560"/>
              <a:ext cx="232410" cy="1066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11.05</a:t>
            </a:r>
          </a:p>
        </p:txBody>
      </p: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682740" y="3787140"/>
            <a:ext cx="4318000" cy="6438900"/>
            <a:chOff x="6682740" y="3787140"/>
            <a:chExt cx="4318000" cy="64389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53020" y="7670800"/>
              <a:ext cx="0" cy="3479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65720" y="7995920"/>
              <a:ext cx="140970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34CFCA1-68B8-4F43-B9BE-A9636BBA014D}"/>
                </a:ext>
              </a:extLst>
            </p:cNvPr>
            <p:cNvCxnSpPr>
              <a:cxnSpLocks/>
            </p:cNvCxnSpPr>
            <p:nvPr/>
          </p:nvCxnSpPr>
          <p:spPr>
            <a:xfrm>
              <a:off x="10758170" y="8641080"/>
              <a:ext cx="0" cy="14973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483A8217-5D3E-4BD1-A4DA-73D099E4A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880" y="84607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6747230-BDA4-42B1-A5F4-9A8092819297}"/>
                </a:ext>
              </a:extLst>
            </p:cNvPr>
            <p:cNvCxnSpPr>
              <a:cxnSpLocks/>
            </p:cNvCxnSpPr>
            <p:nvPr/>
          </p:nvCxnSpPr>
          <p:spPr>
            <a:xfrm>
              <a:off x="7376160" y="7536180"/>
              <a:ext cx="284480" cy="1447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15189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52944"/>
              <a:ext cx="2414524" cy="92557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80" y="5943600"/>
              <a:ext cx="0" cy="190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441440"/>
              <a:ext cx="0" cy="1701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8780" y="6136640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230" y="5645150"/>
              <a:ext cx="970280" cy="3975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167B9EC-C670-43E8-ACAE-47645DAB9B0E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30" y="603123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22427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1400" y="5669280"/>
              <a:ext cx="1459230" cy="5435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650494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276090" y="632587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A44B60F0-6FBB-4C5D-8A11-87D869641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4960" y="6804660"/>
              <a:ext cx="269240" cy="88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9505AE89-0237-4B24-AE15-D8DBCF73CB75}"/>
                </a:ext>
              </a:extLst>
            </p:cNvPr>
            <p:cNvCxnSpPr>
              <a:cxnSpLocks/>
            </p:cNvCxnSpPr>
            <p:nvPr/>
          </p:nvCxnSpPr>
          <p:spPr>
            <a:xfrm>
              <a:off x="6667500" y="6888480"/>
              <a:ext cx="0" cy="20116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634D42B8-104F-4ED0-BA91-BC7B7A1010D7}"/>
                </a:ext>
              </a:extLst>
            </p:cNvPr>
            <p:cNvCxnSpPr>
              <a:cxnSpLocks/>
            </p:cNvCxnSpPr>
            <p:nvPr/>
          </p:nvCxnSpPr>
          <p:spPr>
            <a:xfrm>
              <a:off x="7393940" y="621538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6C826EF0-8621-437D-9B70-620EF621BDA0}"/>
                </a:ext>
              </a:extLst>
            </p:cNvPr>
            <p:cNvCxnSpPr>
              <a:cxnSpLocks/>
            </p:cNvCxnSpPr>
            <p:nvPr/>
          </p:nvCxnSpPr>
          <p:spPr>
            <a:xfrm>
              <a:off x="6929120" y="640842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5FB531E4-64FA-4C42-B1DD-B090ACF0A464}"/>
                </a:ext>
              </a:extLst>
            </p:cNvPr>
            <p:cNvCxnSpPr>
              <a:cxnSpLocks/>
            </p:cNvCxnSpPr>
            <p:nvPr/>
          </p:nvCxnSpPr>
          <p:spPr>
            <a:xfrm>
              <a:off x="6666992" y="7091172"/>
              <a:ext cx="270256" cy="960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6DDEE25E-BB86-467A-B564-1C239C286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4896" y="7091172"/>
              <a:ext cx="269240" cy="88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1B0F5658-0176-431A-9E81-EA3D8D5F14FB}"/>
                </a:ext>
              </a:extLst>
            </p:cNvPr>
            <p:cNvCxnSpPr>
              <a:cxnSpLocks/>
            </p:cNvCxnSpPr>
            <p:nvPr/>
          </p:nvCxnSpPr>
          <p:spPr>
            <a:xfrm>
              <a:off x="7179564" y="7101840"/>
              <a:ext cx="0" cy="20116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8EB8FF6F-83D6-4D32-B8DC-CFE8475FBF48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76" y="7267956"/>
              <a:ext cx="270256" cy="960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90AE582B-C866-43B4-8C31-25CA54ED56CD}"/>
                </a:ext>
              </a:extLst>
            </p:cNvPr>
            <p:cNvCxnSpPr>
              <a:cxnSpLocks/>
            </p:cNvCxnSpPr>
            <p:nvPr/>
          </p:nvCxnSpPr>
          <p:spPr>
            <a:xfrm>
              <a:off x="7404608" y="7356856"/>
              <a:ext cx="0" cy="2336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3495040"/>
              <a:ext cx="495300" cy="20574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570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A087DD6-8625-4F90-9985-49B6C9C91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260" y="3591560"/>
              <a:ext cx="232410" cy="1066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11.03</a:t>
            </a:r>
          </a:p>
        </p:txBody>
      </p:sp>
    </p:spTree>
    <p:extLst>
      <p:ext uri="{BB962C8B-B14F-4D97-AF65-F5344CB8AC3E}">
        <p14:creationId xmlns:p14="http://schemas.microsoft.com/office/powerpoint/2010/main" val="1376352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5745480" y="3402330"/>
            <a:ext cx="5255260" cy="6823710"/>
            <a:chOff x="5745480" y="3402330"/>
            <a:chExt cx="5255260" cy="68237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53020" y="7670800"/>
              <a:ext cx="0" cy="3479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65720" y="7995920"/>
              <a:ext cx="140970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34CFCA1-68B8-4F43-B9BE-A9636BBA014D}"/>
                </a:ext>
              </a:extLst>
            </p:cNvPr>
            <p:cNvCxnSpPr>
              <a:cxnSpLocks/>
            </p:cNvCxnSpPr>
            <p:nvPr/>
          </p:nvCxnSpPr>
          <p:spPr>
            <a:xfrm>
              <a:off x="10758170" y="8641080"/>
              <a:ext cx="0" cy="14973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483A8217-5D3E-4BD1-A4DA-73D099E4A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880" y="84607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6747230-BDA4-42B1-A5F4-9A8092819297}"/>
                </a:ext>
              </a:extLst>
            </p:cNvPr>
            <p:cNvCxnSpPr>
              <a:cxnSpLocks/>
            </p:cNvCxnSpPr>
            <p:nvPr/>
          </p:nvCxnSpPr>
          <p:spPr>
            <a:xfrm>
              <a:off x="7376160" y="7536180"/>
              <a:ext cx="284480" cy="1447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10E6E428-3BBB-4E40-842D-F33E30F06D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8420" y="340233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F30384EC-C5D8-450C-86C8-E1CD56B86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5480" y="3421380"/>
              <a:ext cx="685800" cy="2971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15189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52944"/>
              <a:ext cx="2414524" cy="925576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80" y="5943600"/>
              <a:ext cx="0" cy="190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230" y="5645150"/>
              <a:ext cx="970280" cy="3975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167B9EC-C670-43E8-ACAE-47645DAB9B0E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30" y="603123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22427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1400" y="5669280"/>
              <a:ext cx="1459230" cy="5435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650494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276090" y="632587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A44B60F0-6FBB-4C5D-8A11-87D869641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4960" y="6804660"/>
              <a:ext cx="269240" cy="88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9505AE89-0237-4B24-AE15-D8DBCF73CB75}"/>
                </a:ext>
              </a:extLst>
            </p:cNvPr>
            <p:cNvCxnSpPr>
              <a:cxnSpLocks/>
            </p:cNvCxnSpPr>
            <p:nvPr/>
          </p:nvCxnSpPr>
          <p:spPr>
            <a:xfrm>
              <a:off x="6667500" y="6888480"/>
              <a:ext cx="0" cy="20116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634D42B8-104F-4ED0-BA91-BC7B7A1010D7}"/>
                </a:ext>
              </a:extLst>
            </p:cNvPr>
            <p:cNvCxnSpPr>
              <a:cxnSpLocks/>
            </p:cNvCxnSpPr>
            <p:nvPr/>
          </p:nvCxnSpPr>
          <p:spPr>
            <a:xfrm>
              <a:off x="7393940" y="621538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6C826EF0-8621-437D-9B70-620EF621BDA0}"/>
                </a:ext>
              </a:extLst>
            </p:cNvPr>
            <p:cNvCxnSpPr>
              <a:cxnSpLocks/>
            </p:cNvCxnSpPr>
            <p:nvPr/>
          </p:nvCxnSpPr>
          <p:spPr>
            <a:xfrm>
              <a:off x="6202680" y="6149340"/>
              <a:ext cx="1202690" cy="457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5FB531E4-64FA-4C42-B1DD-B090ACF0A464}"/>
                </a:ext>
              </a:extLst>
            </p:cNvPr>
            <p:cNvCxnSpPr>
              <a:cxnSpLocks/>
            </p:cNvCxnSpPr>
            <p:nvPr/>
          </p:nvCxnSpPr>
          <p:spPr>
            <a:xfrm>
              <a:off x="6666992" y="7091172"/>
              <a:ext cx="270256" cy="960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6DDEE25E-BB86-467A-B564-1C239C286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4896" y="7091172"/>
              <a:ext cx="269240" cy="88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1B0F5658-0176-431A-9E81-EA3D8D5F14FB}"/>
                </a:ext>
              </a:extLst>
            </p:cNvPr>
            <p:cNvCxnSpPr>
              <a:cxnSpLocks/>
            </p:cNvCxnSpPr>
            <p:nvPr/>
          </p:nvCxnSpPr>
          <p:spPr>
            <a:xfrm>
              <a:off x="7179564" y="7101840"/>
              <a:ext cx="0" cy="20116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8EB8FF6F-83D6-4D32-B8DC-CFE8475FBF48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76" y="7267956"/>
              <a:ext cx="270256" cy="9601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90AE582B-C866-43B4-8C31-25CA54ED56CD}"/>
                </a:ext>
              </a:extLst>
            </p:cNvPr>
            <p:cNvCxnSpPr>
              <a:cxnSpLocks/>
            </p:cNvCxnSpPr>
            <p:nvPr/>
          </p:nvCxnSpPr>
          <p:spPr>
            <a:xfrm>
              <a:off x="7404608" y="7356856"/>
              <a:ext cx="0" cy="2336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8960" y="3495040"/>
              <a:ext cx="713740" cy="2844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794760"/>
              <a:ext cx="0" cy="37592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11.031</a:t>
            </a:r>
          </a:p>
        </p:txBody>
      </p:sp>
    </p:spTree>
    <p:extLst>
      <p:ext uri="{BB962C8B-B14F-4D97-AF65-F5344CB8AC3E}">
        <p14:creationId xmlns:p14="http://schemas.microsoft.com/office/powerpoint/2010/main" val="224002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682740" y="3787140"/>
            <a:ext cx="4318000" cy="6438900"/>
            <a:chOff x="6682740" y="3787140"/>
            <a:chExt cx="4318000" cy="64389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52004" y="7626096"/>
              <a:ext cx="0" cy="367284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38288" y="7979664"/>
              <a:ext cx="1437132" cy="587756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FAFDC71-8F31-41F7-9B56-F158AFE66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800" y="845566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34CFCA1-68B8-4F43-B9BE-A9636BBA014D}"/>
                </a:ext>
              </a:extLst>
            </p:cNvPr>
            <p:cNvCxnSpPr>
              <a:cxnSpLocks/>
            </p:cNvCxnSpPr>
            <p:nvPr/>
          </p:nvCxnSpPr>
          <p:spPr>
            <a:xfrm>
              <a:off x="10758170" y="8641080"/>
              <a:ext cx="0" cy="14973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214870" cy="5817870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749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80" y="5943600"/>
              <a:ext cx="0" cy="190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441440"/>
              <a:ext cx="0" cy="1701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8780" y="6136640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230" y="5645150"/>
              <a:ext cx="970280" cy="3975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167B9EC-C670-43E8-ACAE-47645DAB9B0E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30" y="603123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22427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650494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276090" y="632587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3495040"/>
              <a:ext cx="495300" cy="20574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570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A087DD6-8625-4F90-9985-49B6C9C91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260" y="3591560"/>
              <a:ext cx="232410" cy="1066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11.02</a:t>
            </a:r>
          </a:p>
        </p:txBody>
      </p:sp>
    </p:spTree>
    <p:extLst>
      <p:ext uri="{BB962C8B-B14F-4D97-AF65-F5344CB8AC3E}">
        <p14:creationId xmlns:p14="http://schemas.microsoft.com/office/powerpoint/2010/main" val="3709027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-106680" y="1385327"/>
            <a:ext cx="13054330" cy="10274934"/>
            <a:chOff x="-106680" y="1385327"/>
            <a:chExt cx="13054330" cy="10274934"/>
          </a:xfrm>
        </p:grpSpPr>
        <p:pic>
          <p:nvPicPr>
            <p:cNvPr id="14" name="Picture 13" descr="A picture containing text, plant, flower&#10;&#10;Description automatically generated">
              <a:extLst>
                <a:ext uri="{FF2B5EF4-FFF2-40B4-BE49-F238E27FC236}">
                  <a16:creationId xmlns:a16="http://schemas.microsoft.com/office/drawing/2014/main" id="{C3B60784-A7FB-4172-B851-59A6FCD3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680" y="1385327"/>
              <a:ext cx="13054330" cy="1027493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306" name="Picture 305" descr="Map&#10;&#10;Description automatically generated">
            <a:extLst>
              <a:ext uri="{FF2B5EF4-FFF2-40B4-BE49-F238E27FC236}">
                <a16:creationId xmlns:a16="http://schemas.microsoft.com/office/drawing/2014/main" id="{464FFC70-96A0-4598-B376-B0AAB3DDE6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8" b="20932"/>
          <a:stretch/>
        </p:blipFill>
        <p:spPr>
          <a:xfrm>
            <a:off x="284773" y="1452438"/>
            <a:ext cx="12364427" cy="10023111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682740" y="3787140"/>
            <a:ext cx="4318000" cy="6438900"/>
            <a:chOff x="6682740" y="3787140"/>
            <a:chExt cx="4318000" cy="64389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335780"/>
              <a:ext cx="0" cy="7543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39812" y="7638288"/>
              <a:ext cx="0" cy="336804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644384" y="8010144"/>
              <a:ext cx="1431036" cy="557276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FAFDC71-8F31-41F7-9B56-F158AFE66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800" y="845566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490" y="10161270"/>
              <a:ext cx="222250" cy="6477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C291C1D-3370-4DEF-865D-676512EED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740" y="5092700"/>
              <a:ext cx="237490" cy="914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5DE93180-A1E0-4158-A483-F582D6E2D151}"/>
                </a:ext>
              </a:extLst>
            </p:cNvPr>
            <p:cNvCxnSpPr>
              <a:cxnSpLocks/>
            </p:cNvCxnSpPr>
            <p:nvPr/>
          </p:nvCxnSpPr>
          <p:spPr>
            <a:xfrm>
              <a:off x="10761980" y="8652510"/>
              <a:ext cx="0" cy="150495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28140" y="4331970"/>
            <a:ext cx="7203440" cy="5833110"/>
            <a:chOff x="1628140" y="4331970"/>
            <a:chExt cx="7203440" cy="583311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5283200"/>
              <a:ext cx="0" cy="749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8140" y="970280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>
              <a:off x="6202680" y="613410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8930" y="623570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>
              <a:off x="6207760" y="592455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>
              <a:off x="5468112" y="5650992"/>
              <a:ext cx="719582" cy="302768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2133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560" y="5645150"/>
              <a:ext cx="234950" cy="9728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145530"/>
              <a:ext cx="468630" cy="1752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120" y="5631180"/>
              <a:ext cx="1394460" cy="5829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04850" cy="228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E8AA7A1D-A327-4B54-AC07-942CA56DD0AC}"/>
                </a:ext>
              </a:extLst>
            </p:cNvPr>
            <p:cNvCxnSpPr>
              <a:cxnSpLocks/>
            </p:cNvCxnSpPr>
            <p:nvPr/>
          </p:nvCxnSpPr>
          <p:spPr>
            <a:xfrm>
              <a:off x="5234940" y="576072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4CA6B59A-0D10-4204-866F-5A96AA49EBAA}"/>
                </a:ext>
              </a:extLst>
            </p:cNvPr>
            <p:cNvCxnSpPr>
              <a:cxnSpLocks/>
            </p:cNvCxnSpPr>
            <p:nvPr/>
          </p:nvCxnSpPr>
          <p:spPr>
            <a:xfrm>
              <a:off x="5483860" y="6410960"/>
              <a:ext cx="0" cy="218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8DDCCC78-18E7-441F-B11F-C40AB128CDC9}"/>
                </a:ext>
              </a:extLst>
            </p:cNvPr>
            <p:cNvCxnSpPr>
              <a:cxnSpLocks/>
            </p:cNvCxnSpPr>
            <p:nvPr/>
          </p:nvCxnSpPr>
          <p:spPr>
            <a:xfrm>
              <a:off x="4728210" y="6141720"/>
              <a:ext cx="754380" cy="2743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225540" y="3495040"/>
            <a:ext cx="1407160" cy="937260"/>
            <a:chOff x="6225540" y="3495040"/>
            <a:chExt cx="1407160" cy="9372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3495040"/>
              <a:ext cx="495300" cy="20574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570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A087DD6-8625-4F90-9985-49B6C9C911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260" y="3591560"/>
              <a:ext cx="232410" cy="1066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2E0C901C-2938-4D61-84E5-E7210B5E3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540" y="4051300"/>
              <a:ext cx="947420" cy="381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2B29BA8-0F3B-4982-B9A6-78A00EF0B99A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11.01</a:t>
            </a:r>
          </a:p>
        </p:txBody>
      </p:sp>
    </p:spTree>
    <p:extLst>
      <p:ext uri="{BB962C8B-B14F-4D97-AF65-F5344CB8AC3E}">
        <p14:creationId xmlns:p14="http://schemas.microsoft.com/office/powerpoint/2010/main" val="584018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231" descr="A picture containing text, plant, flower&#10;&#10;Description automatically generated">
            <a:extLst>
              <a:ext uri="{FF2B5EF4-FFF2-40B4-BE49-F238E27FC236}">
                <a16:creationId xmlns:a16="http://schemas.microsoft.com/office/drawing/2014/main" id="{41960E1A-8C26-4A69-B97D-D2C01610F7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680" y="1385327"/>
            <a:ext cx="13054330" cy="10274934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5532530" y="4372683"/>
            <a:ext cx="2998537" cy="1892862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6908800" y="3787140"/>
            <a:ext cx="4091940" cy="6438900"/>
            <a:chOff x="6908800" y="3787140"/>
            <a:chExt cx="4091940" cy="6438900"/>
          </a:xfrm>
        </p:grpSpPr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442199C3-FC80-4311-8D15-2573C9407C24}"/>
                </a:ext>
              </a:extLst>
            </p:cNvPr>
            <p:cNvCxnSpPr>
              <a:cxnSpLocks/>
            </p:cNvCxnSpPr>
            <p:nvPr/>
          </p:nvCxnSpPr>
          <p:spPr>
            <a:xfrm>
              <a:off x="6908800" y="3952240"/>
              <a:ext cx="234950" cy="1244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40" y="4166870"/>
              <a:ext cx="0" cy="58039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1D0C9E6-AEAC-4A11-9E54-3D5E506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871460" y="7350760"/>
              <a:ext cx="0" cy="734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36AA6B21-F6FD-4A97-8A14-7E8CD0228085}"/>
                </a:ext>
              </a:extLst>
            </p:cNvPr>
            <p:cNvCxnSpPr>
              <a:cxnSpLocks/>
            </p:cNvCxnSpPr>
            <p:nvPr/>
          </p:nvCxnSpPr>
          <p:spPr>
            <a:xfrm>
              <a:off x="7863840" y="8082280"/>
              <a:ext cx="1211580" cy="4851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FAFDC71-8F31-41F7-9B56-F158AFE66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800" y="845566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7BBCA18-6868-4480-9399-4576325066C5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00" y="84556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AEAFFF4-357C-4356-B08B-AD198E40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4080" y="854710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D25B504-A4B7-4FF0-B392-3C8D0FBDE04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460" y="8557260"/>
              <a:ext cx="502920" cy="19304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2B8869A-0DE8-4447-A2DF-F752D6B78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060" y="8651240"/>
              <a:ext cx="233680" cy="1066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F162AE14-74AE-4EA7-A082-45C7637E800D}"/>
                </a:ext>
              </a:extLst>
            </p:cNvPr>
            <p:cNvCxnSpPr>
              <a:cxnSpLocks/>
            </p:cNvCxnSpPr>
            <p:nvPr/>
          </p:nvCxnSpPr>
          <p:spPr>
            <a:xfrm>
              <a:off x="10746740" y="8648700"/>
              <a:ext cx="0" cy="149098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24DB4C9E-FC62-478B-A736-2EE6BFB5E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280" y="10126980"/>
              <a:ext cx="251460" cy="9906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7FCC4EF8-C031-4676-8927-9E2F23674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2610" y="4061460"/>
              <a:ext cx="219710" cy="11557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FE17A4C-02BB-4399-BE55-0E58D0B8D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80" y="4347210"/>
              <a:ext cx="491490" cy="20193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F097584-8BB6-42C4-BF09-2D663BB2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200" y="3787140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1635760" y="4331970"/>
            <a:ext cx="7195820" cy="5828030"/>
            <a:chOff x="1635760" y="4331970"/>
            <a:chExt cx="7195820" cy="582803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913630"/>
              <a:ext cx="0" cy="11188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2108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931418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9116C7D5-C9F9-49BB-9C67-A86B189BBF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771380"/>
              <a:ext cx="0" cy="3886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06A9C965-0D78-487D-B63E-14F7494A4C83}"/>
                </a:ext>
              </a:extLst>
            </p:cNvPr>
            <p:cNvCxnSpPr>
              <a:cxnSpLocks/>
            </p:cNvCxnSpPr>
            <p:nvPr/>
          </p:nvCxnSpPr>
          <p:spPr>
            <a:xfrm>
              <a:off x="6202680" y="6134100"/>
              <a:ext cx="476250" cy="1981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8930" y="623570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>
              <a:off x="6207760" y="592455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8780" y="6136640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1112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230" y="5645150"/>
              <a:ext cx="970280" cy="3975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167B9EC-C670-43E8-ACAE-47645DAB9B0E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30" y="6031230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010" y="6224270"/>
              <a:ext cx="250190" cy="965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120" y="5631180"/>
              <a:ext cx="1394460" cy="5829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04850" cy="228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6907530" y="3495040"/>
            <a:ext cx="725170" cy="309880"/>
            <a:chOff x="6907530" y="3495040"/>
            <a:chExt cx="725170" cy="30988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6420" y="3495040"/>
              <a:ext cx="716280" cy="3098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9431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BD0D3B5-F9C8-4AAF-9685-FD7F369EC62B}"/>
              </a:ext>
            </a:extLst>
          </p:cNvPr>
          <p:cNvSpPr txBox="1"/>
          <p:nvPr/>
        </p:nvSpPr>
        <p:spPr>
          <a:xfrm>
            <a:off x="7589520" y="91236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11.00</a:t>
            </a:r>
          </a:p>
        </p:txBody>
      </p:sp>
    </p:spTree>
    <p:extLst>
      <p:ext uri="{BB962C8B-B14F-4D97-AF65-F5344CB8AC3E}">
        <p14:creationId xmlns:p14="http://schemas.microsoft.com/office/powerpoint/2010/main" val="237325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ext, plant, flower&#10;&#10;Description automatically generated">
            <a:extLst>
              <a:ext uri="{FF2B5EF4-FFF2-40B4-BE49-F238E27FC236}">
                <a16:creationId xmlns:a16="http://schemas.microsoft.com/office/drawing/2014/main" id="{C3B60784-A7FB-4172-B851-59A6FCD336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" y="2086367"/>
            <a:ext cx="12631088" cy="9941804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/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29" name="portal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3377203" y="4060068"/>
            <a:ext cx="6060719" cy="2613642"/>
            <a:chOff x="-10988742" y="4687787"/>
            <a:chExt cx="6060719" cy="2613635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-5228979" y="468778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-10988742" y="712247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5326" name="start">
            <a:extLst>
              <a:ext uri="{FF2B5EF4-FFF2-40B4-BE49-F238E27FC236}">
                <a16:creationId xmlns:a16="http://schemas.microsoft.com/office/drawing/2014/main" id="{E7E16DE6-F79D-4739-9F2C-76E2B2C0794A}"/>
              </a:ext>
            </a:extLst>
          </p:cNvPr>
          <p:cNvSpPr/>
          <p:nvPr/>
        </p:nvSpPr>
        <p:spPr>
          <a:xfrm>
            <a:off x="7296006" y="4060195"/>
            <a:ext cx="305279" cy="177633"/>
          </a:xfrm>
          <a:prstGeom prst="hexagon">
            <a:avLst>
              <a:gd name="adj" fmla="val 39558"/>
              <a:gd name="vf" fmla="val 11547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4111" tIns="67056" rIns="134111" bIns="6705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15"/>
          </a:p>
        </p:txBody>
      </p: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-12765249" y="5628343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-12976920" y="55114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-13860804" y="-2595673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-13090768" y="34208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-12622529" y="5310172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8" name="lilian">
            <a:extLst>
              <a:ext uri="{FF2B5EF4-FFF2-40B4-BE49-F238E27FC236}">
                <a16:creationId xmlns:a16="http://schemas.microsoft.com/office/drawing/2014/main" id="{D59E6790-6463-46B4-8CE2-BE5B506B075D}"/>
              </a:ext>
            </a:extLst>
          </p:cNvPr>
          <p:cNvGrpSpPr/>
          <p:nvPr/>
        </p:nvGrpSpPr>
        <p:grpSpPr>
          <a:xfrm>
            <a:off x="3916055" y="2126209"/>
            <a:ext cx="5034295" cy="6427378"/>
            <a:chOff x="3916054" y="2126208"/>
            <a:chExt cx="5034295" cy="6427378"/>
          </a:xfrm>
        </p:grpSpPr>
        <p:sp>
          <p:nvSpPr>
            <p:cNvPr id="1701" name="Hexagon 1700">
              <a:extLst>
                <a:ext uri="{FF2B5EF4-FFF2-40B4-BE49-F238E27FC236}">
                  <a16:creationId xmlns:a16="http://schemas.microsoft.com/office/drawing/2014/main" id="{DFD8D8EF-2825-45C5-8049-414E9FA98789}"/>
                </a:ext>
              </a:extLst>
            </p:cNvPr>
            <p:cNvSpPr/>
            <p:nvPr/>
          </p:nvSpPr>
          <p:spPr>
            <a:xfrm>
              <a:off x="6280286" y="83771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E5DAE3B4-695A-4D5F-B27B-EDBE9793146A}"/>
                </a:ext>
              </a:extLst>
            </p:cNvPr>
            <p:cNvSpPr/>
            <p:nvPr/>
          </p:nvSpPr>
          <p:spPr>
            <a:xfrm>
              <a:off x="3916054" y="21262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8FD25A41-14F1-40DB-85A7-40A86841A8F8}"/>
                </a:ext>
              </a:extLst>
            </p:cNvPr>
            <p:cNvSpPr/>
            <p:nvPr/>
          </p:nvSpPr>
          <p:spPr>
            <a:xfrm>
              <a:off x="8646169" y="23192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4101300" y="535919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5596051" y="3213184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2" name="6">
            <a:extLst>
              <a:ext uri="{FF2B5EF4-FFF2-40B4-BE49-F238E27FC236}">
                <a16:creationId xmlns:a16="http://schemas.microsoft.com/office/drawing/2014/main" id="{B8B85BAD-11EE-4CD7-9E25-8CDE847678EA}"/>
              </a:ext>
            </a:extLst>
          </p:cNvPr>
          <p:cNvGrpSpPr/>
          <p:nvPr/>
        </p:nvGrpSpPr>
        <p:grpSpPr>
          <a:xfrm>
            <a:off x="6375097" y="2793810"/>
            <a:ext cx="547035" cy="273050"/>
            <a:chOff x="4405620" y="10437256"/>
            <a:chExt cx="547035" cy="273050"/>
          </a:xfrm>
        </p:grpSpPr>
        <p:sp>
          <p:nvSpPr>
            <p:cNvPr id="1560" name="Hexagon 1559">
              <a:extLst>
                <a:ext uri="{FF2B5EF4-FFF2-40B4-BE49-F238E27FC236}">
                  <a16:creationId xmlns:a16="http://schemas.microsoft.com/office/drawing/2014/main" id="{D465BC4C-7CDB-431E-85C4-9FFF49E7636D}"/>
                </a:ext>
              </a:extLst>
            </p:cNvPr>
            <p:cNvSpPr/>
            <p:nvPr/>
          </p:nvSpPr>
          <p:spPr>
            <a:xfrm>
              <a:off x="4646920" y="1043725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1" name="Hexagon 1560">
              <a:extLst>
                <a:ext uri="{FF2B5EF4-FFF2-40B4-BE49-F238E27FC236}">
                  <a16:creationId xmlns:a16="http://schemas.microsoft.com/office/drawing/2014/main" id="{2E83469A-BB58-4B96-B44F-4500A71553FA}"/>
                </a:ext>
              </a:extLst>
            </p:cNvPr>
            <p:cNvSpPr/>
            <p:nvPr/>
          </p:nvSpPr>
          <p:spPr>
            <a:xfrm>
              <a:off x="4405620" y="1053123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1" name="5">
            <a:extLst>
              <a:ext uri="{FF2B5EF4-FFF2-40B4-BE49-F238E27FC236}">
                <a16:creationId xmlns:a16="http://schemas.microsoft.com/office/drawing/2014/main" id="{BA18B3BC-08F4-4D68-A231-49CFE2E671AA}"/>
              </a:ext>
            </a:extLst>
          </p:cNvPr>
          <p:cNvGrpSpPr/>
          <p:nvPr/>
        </p:nvGrpSpPr>
        <p:grpSpPr>
          <a:xfrm>
            <a:off x="10481926" y="4773854"/>
            <a:ext cx="308622" cy="361474"/>
            <a:chOff x="3799772" y="10283700"/>
            <a:chExt cx="308622" cy="361474"/>
          </a:xfrm>
        </p:grpSpPr>
        <p:sp>
          <p:nvSpPr>
            <p:cNvPr id="1557" name="Hexagon 1556">
              <a:extLst>
                <a:ext uri="{FF2B5EF4-FFF2-40B4-BE49-F238E27FC236}">
                  <a16:creationId xmlns:a16="http://schemas.microsoft.com/office/drawing/2014/main" id="{36E5A8E3-9A39-49ED-AD03-249F612E00D0}"/>
                </a:ext>
              </a:extLst>
            </p:cNvPr>
            <p:cNvSpPr/>
            <p:nvPr/>
          </p:nvSpPr>
          <p:spPr>
            <a:xfrm>
              <a:off x="3803582" y="102837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8" name="Hexagon 1557">
              <a:extLst>
                <a:ext uri="{FF2B5EF4-FFF2-40B4-BE49-F238E27FC236}">
                  <a16:creationId xmlns:a16="http://schemas.microsoft.com/office/drawing/2014/main" id="{5E7E100C-94CE-4961-84F4-73D216FF301B}"/>
                </a:ext>
              </a:extLst>
            </p:cNvPr>
            <p:cNvSpPr/>
            <p:nvPr/>
          </p:nvSpPr>
          <p:spPr>
            <a:xfrm>
              <a:off x="3799772" y="104665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2" name="4">
            <a:extLst>
              <a:ext uri="{FF2B5EF4-FFF2-40B4-BE49-F238E27FC236}">
                <a16:creationId xmlns:a16="http://schemas.microsoft.com/office/drawing/2014/main" id="{D4ACD7F4-4772-47FB-B3B6-2FF4BF07C5B6}"/>
              </a:ext>
            </a:extLst>
          </p:cNvPr>
          <p:cNvGrpSpPr/>
          <p:nvPr/>
        </p:nvGrpSpPr>
        <p:grpSpPr>
          <a:xfrm>
            <a:off x="1665312" y="6948959"/>
            <a:ext cx="306776" cy="361642"/>
            <a:chOff x="3095527" y="10254867"/>
            <a:chExt cx="306776" cy="361642"/>
          </a:xfrm>
        </p:grpSpPr>
        <p:sp>
          <p:nvSpPr>
            <p:cNvPr id="1554" name="Hexagon 1553">
              <a:extLst>
                <a:ext uri="{FF2B5EF4-FFF2-40B4-BE49-F238E27FC236}">
                  <a16:creationId xmlns:a16="http://schemas.microsoft.com/office/drawing/2014/main" id="{2F90FF23-28EA-4B79-8A77-DD94909D5CDF}"/>
                </a:ext>
              </a:extLst>
            </p:cNvPr>
            <p:cNvSpPr/>
            <p:nvPr/>
          </p:nvSpPr>
          <p:spPr>
            <a:xfrm>
              <a:off x="3098123" y="104400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55" name="Hexagon 1554">
              <a:extLst>
                <a:ext uri="{FF2B5EF4-FFF2-40B4-BE49-F238E27FC236}">
                  <a16:creationId xmlns:a16="http://schemas.microsoft.com/office/drawing/2014/main" id="{2F6E6076-D525-46A8-8B3A-816E89CD7981}"/>
                </a:ext>
              </a:extLst>
            </p:cNvPr>
            <p:cNvSpPr/>
            <p:nvPr/>
          </p:nvSpPr>
          <p:spPr>
            <a:xfrm>
              <a:off x="3095527" y="10254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8" name="3">
            <a:extLst>
              <a:ext uri="{FF2B5EF4-FFF2-40B4-BE49-F238E27FC236}">
                <a16:creationId xmlns:a16="http://schemas.microsoft.com/office/drawing/2014/main" id="{ABB36E79-D52F-4CAC-8788-58E74FFC0F7E}"/>
              </a:ext>
            </a:extLst>
          </p:cNvPr>
          <p:cNvGrpSpPr/>
          <p:nvPr/>
        </p:nvGrpSpPr>
        <p:grpSpPr>
          <a:xfrm>
            <a:off x="5557777" y="8107288"/>
            <a:ext cx="542538" cy="269035"/>
            <a:chOff x="2064300" y="10569134"/>
            <a:chExt cx="542538" cy="269035"/>
          </a:xfrm>
        </p:grpSpPr>
        <p:sp>
          <p:nvSpPr>
            <p:cNvPr id="1551" name="Hexagon 1550">
              <a:extLst>
                <a:ext uri="{FF2B5EF4-FFF2-40B4-BE49-F238E27FC236}">
                  <a16:creationId xmlns:a16="http://schemas.microsoft.com/office/drawing/2014/main" id="{3E443EFD-0CF4-4F44-8E73-A05BE96783AE}"/>
                </a:ext>
              </a:extLst>
            </p:cNvPr>
            <p:cNvSpPr/>
            <p:nvPr/>
          </p:nvSpPr>
          <p:spPr>
            <a:xfrm>
              <a:off x="2064300" y="105691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52" name="Hexagon 1551">
              <a:extLst>
                <a:ext uri="{FF2B5EF4-FFF2-40B4-BE49-F238E27FC236}">
                  <a16:creationId xmlns:a16="http://schemas.microsoft.com/office/drawing/2014/main" id="{B5761607-C909-446B-BF6B-75413E781996}"/>
                </a:ext>
              </a:extLst>
            </p:cNvPr>
            <p:cNvSpPr/>
            <p:nvPr/>
          </p:nvSpPr>
          <p:spPr>
            <a:xfrm>
              <a:off x="2302658" y="106617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7" name="2">
            <a:extLst>
              <a:ext uri="{FF2B5EF4-FFF2-40B4-BE49-F238E27FC236}">
                <a16:creationId xmlns:a16="http://schemas.microsoft.com/office/drawing/2014/main" id="{8312F404-7089-4700-8480-5D84E697D635}"/>
              </a:ext>
            </a:extLst>
          </p:cNvPr>
          <p:cNvGrpSpPr/>
          <p:nvPr/>
        </p:nvGrpSpPr>
        <p:grpSpPr>
          <a:xfrm>
            <a:off x="6749325" y="6699692"/>
            <a:ext cx="534028" cy="273047"/>
            <a:chOff x="1051910" y="10544861"/>
            <a:chExt cx="534028" cy="273047"/>
          </a:xfrm>
        </p:grpSpPr>
        <p:sp>
          <p:nvSpPr>
            <p:cNvPr id="1548" name="Hexagon 1547">
              <a:extLst>
                <a:ext uri="{FF2B5EF4-FFF2-40B4-BE49-F238E27FC236}">
                  <a16:creationId xmlns:a16="http://schemas.microsoft.com/office/drawing/2014/main" id="{5E2302D4-482F-47B5-8DBE-0CA9B16E6211}"/>
                </a:ext>
              </a:extLst>
            </p:cNvPr>
            <p:cNvSpPr/>
            <p:nvPr/>
          </p:nvSpPr>
          <p:spPr>
            <a:xfrm>
              <a:off x="1284186" y="105448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49" name="Hexagon 1548">
              <a:extLst>
                <a:ext uri="{FF2B5EF4-FFF2-40B4-BE49-F238E27FC236}">
                  <a16:creationId xmlns:a16="http://schemas.microsoft.com/office/drawing/2014/main" id="{405797A3-8050-40EA-B960-D007FEAE052F}"/>
                </a:ext>
              </a:extLst>
            </p:cNvPr>
            <p:cNvSpPr/>
            <p:nvPr/>
          </p:nvSpPr>
          <p:spPr>
            <a:xfrm>
              <a:off x="1051910" y="106390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</p:spTree>
    <p:extLst>
      <p:ext uri="{BB962C8B-B14F-4D97-AF65-F5344CB8AC3E}">
        <p14:creationId xmlns:p14="http://schemas.microsoft.com/office/powerpoint/2010/main" val="3744256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C5A87E-8977-471A-BD75-2140F523163E}"/>
              </a:ext>
            </a:extLst>
          </p:cNvPr>
          <p:cNvSpPr/>
          <p:nvPr/>
        </p:nvSpPr>
        <p:spPr>
          <a:xfrm rot="18916945">
            <a:off x="-6439180" y="-2953674"/>
            <a:ext cx="24227580" cy="23360243"/>
          </a:xfrm>
          <a:prstGeom prst="rect">
            <a:avLst/>
          </a:prstGeom>
          <a:noFill/>
        </p:spPr>
        <p:txBody>
          <a:bodyPr wrap="square" lIns="91440" tIns="45721" rIns="91440" bIns="45721">
            <a:spAutoFit/>
          </a:bodyPr>
          <a:lstStyle/>
          <a:p>
            <a:pPr algn="ctr"/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</a:t>
            </a:r>
            <a:endParaRPr lang="en-US" sz="2400" b="1" dirty="0">
              <a:ln w="12700">
                <a:solidFill>
                  <a:schemeClr val="accent5">
                    <a:alpha val="55000"/>
                  </a:schemeClr>
                </a:solidFill>
                <a:prstDash val="solid"/>
              </a:ln>
              <a:noFill/>
            </a:endParaRPr>
          </a:p>
        </p:txBody>
      </p:sp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0D60A372-519F-4C30-952F-9EFD869A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19" y="2910840"/>
            <a:ext cx="8221962" cy="381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0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D0A22-6FFA-4818-905E-888F4D47F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7397523"/>
            <a:ext cx="6267450" cy="4276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95A26E-ABCC-4369-9BEB-C678408E4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105" y="7503886"/>
            <a:ext cx="5898287" cy="411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16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156512</TotalTime>
  <Words>5861</Words>
  <Application>Microsoft Office PowerPoint</Application>
  <PresentationFormat>Custom</PresentationFormat>
  <Paragraphs>275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1465</cp:revision>
  <cp:lastPrinted>2021-06-19T15:20:22Z</cp:lastPrinted>
  <dcterms:created xsi:type="dcterms:W3CDTF">2021-03-25T22:26:05Z</dcterms:created>
  <dcterms:modified xsi:type="dcterms:W3CDTF">2023-03-20T01:53:08Z</dcterms:modified>
</cp:coreProperties>
</file>