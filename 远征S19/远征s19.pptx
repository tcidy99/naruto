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8"/>
  </p:notesMasterIdLst>
  <p:sldIdLst>
    <p:sldId id="341" r:id="rId2"/>
    <p:sldId id="340" r:id="rId3"/>
    <p:sldId id="339" r:id="rId4"/>
    <p:sldId id="337" r:id="rId5"/>
    <p:sldId id="338" r:id="rId6"/>
    <p:sldId id="333" r:id="rId7"/>
    <p:sldId id="336" r:id="rId8"/>
    <p:sldId id="335" r:id="rId9"/>
    <p:sldId id="334" r:id="rId10"/>
    <p:sldId id="330" r:id="rId11"/>
    <p:sldId id="332" r:id="rId12"/>
    <p:sldId id="327" r:id="rId13"/>
    <p:sldId id="325" r:id="rId14"/>
    <p:sldId id="329" r:id="rId15"/>
    <p:sldId id="328" r:id="rId16"/>
    <p:sldId id="326" r:id="rId17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464352"/>
    <a:srgbClr val="FFFF00"/>
    <a:srgbClr val="4472C4"/>
    <a:srgbClr val="FFC000"/>
    <a:srgbClr val="FF99CC"/>
    <a:srgbClr val="D0CFD5"/>
    <a:srgbClr val="1E242D"/>
    <a:srgbClr val="0000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47" autoAdjust="0"/>
  </p:normalViewPr>
  <p:slideViewPr>
    <p:cSldViewPr snapToGrid="0">
      <p:cViewPr>
        <p:scale>
          <a:sx n="400" d="100"/>
          <a:sy n="400" d="100"/>
        </p:scale>
        <p:origin x="-5640" y="-35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49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76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87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44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66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37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19.12</a:t>
            </a:r>
          </a:p>
          <a:p>
            <a:r>
              <a:rPr lang="en-US" dirty="0"/>
              <a:t>195-0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2957513"/>
            <a:ext cx="7719219" cy="3605212"/>
            <a:chOff x="997744" y="2957513"/>
            <a:chExt cx="7719219" cy="360521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182" y="6235700"/>
              <a:ext cx="0" cy="121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246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46850" y="3819525"/>
              <a:ext cx="320675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540500" y="3689350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854075" cy="3429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825" y="3543300"/>
              <a:ext cx="343694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8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0700" y="3276600"/>
              <a:ext cx="1555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E690DDC-A804-F38F-64BF-48DFA2E35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637" y="2957513"/>
              <a:ext cx="695326" cy="274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C64B32A-E980-C82D-284F-C0163FC37212}"/>
                </a:ext>
              </a:extLst>
            </p:cNvPr>
            <p:cNvCxnSpPr>
              <a:cxnSpLocks/>
            </p:cNvCxnSpPr>
            <p:nvPr/>
          </p:nvCxnSpPr>
          <p:spPr>
            <a:xfrm>
              <a:off x="6183312" y="32877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8F7F366-DD5F-7E40-9165-654E3547B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5532" y="6159500"/>
              <a:ext cx="162718" cy="740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19819A3-1A7A-D2E6-4F62-EEDB3B9417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4757" y="5956300"/>
              <a:ext cx="169068" cy="803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CEA8985-7A5A-4374-41BC-5668DD82F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282" y="6026150"/>
              <a:ext cx="0" cy="121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68A67D-C4D9-566D-F236-0228492BC1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70825" y="3022600"/>
              <a:ext cx="165894" cy="75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1014412" cy="1689895"/>
            <a:chOff x="3159919" y="476250"/>
            <a:chExt cx="1014412" cy="168989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3843565" y="942182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1682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C2381CC-295B-CC45-B4B8-14E923B3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1888" y="2054225"/>
              <a:ext cx="322262" cy="1119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2327274" y="3006725"/>
            <a:ext cx="2187576" cy="3629025"/>
            <a:chOff x="2327274" y="3006725"/>
            <a:chExt cx="2187576" cy="362902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8450" y="3933825"/>
              <a:ext cx="511175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3003549" y="3614738"/>
              <a:ext cx="0" cy="2587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A656CB-FB97-F37C-7FAD-2573AE006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0036" y="3619500"/>
              <a:ext cx="155577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ED3A5D-3F38-54AD-9A34-F6206C22DBA3}"/>
                </a:ext>
              </a:extLst>
            </p:cNvPr>
            <p:cNvCxnSpPr>
              <a:cxnSpLocks/>
            </p:cNvCxnSpPr>
            <p:nvPr/>
          </p:nvCxnSpPr>
          <p:spPr>
            <a:xfrm>
              <a:off x="2652713" y="3609975"/>
              <a:ext cx="185737" cy="79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14B61-9DCA-0821-7430-B498566555FF}"/>
                </a:ext>
              </a:extLst>
            </p:cNvPr>
            <p:cNvCxnSpPr>
              <a:cxnSpLocks/>
            </p:cNvCxnSpPr>
            <p:nvPr/>
          </p:nvCxnSpPr>
          <p:spPr>
            <a:xfrm>
              <a:off x="3495675" y="3014662"/>
              <a:ext cx="681038" cy="2667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E40151-9732-4DAF-C203-16EA427428B8}"/>
                </a:ext>
              </a:extLst>
            </p:cNvPr>
            <p:cNvCxnSpPr>
              <a:cxnSpLocks/>
            </p:cNvCxnSpPr>
            <p:nvPr/>
          </p:nvCxnSpPr>
          <p:spPr>
            <a:xfrm>
              <a:off x="2654299" y="3476625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8AC108-6354-5741-AE38-0F9C658C9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1" y="3346450"/>
              <a:ext cx="328614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E082609-7D6E-7316-321E-2B811191D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0850" y="3006725"/>
              <a:ext cx="511175" cy="212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5CDAB81-7174-972B-85A4-B4278D5F3602}"/>
                </a:ext>
              </a:extLst>
            </p:cNvPr>
            <p:cNvCxnSpPr>
              <a:cxnSpLocks/>
            </p:cNvCxnSpPr>
            <p:nvPr/>
          </p:nvCxnSpPr>
          <p:spPr>
            <a:xfrm>
              <a:off x="2994817" y="3226594"/>
              <a:ext cx="0" cy="1135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1CD2351-A3CD-7886-B739-202291660EB8}"/>
                </a:ext>
              </a:extLst>
            </p:cNvPr>
            <p:cNvCxnSpPr>
              <a:cxnSpLocks/>
            </p:cNvCxnSpPr>
            <p:nvPr/>
          </p:nvCxnSpPr>
          <p:spPr>
            <a:xfrm>
              <a:off x="4511674" y="4462463"/>
              <a:ext cx="0" cy="8691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8EF62E-06F1-43CA-8662-F5BE863C49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3211" y="3867150"/>
              <a:ext cx="155577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A2EDE7-ABAB-FCF1-2277-109083335861}"/>
                </a:ext>
              </a:extLst>
            </p:cNvPr>
            <p:cNvCxnSpPr>
              <a:cxnSpLocks/>
            </p:cNvCxnSpPr>
            <p:nvPr/>
          </p:nvCxnSpPr>
          <p:spPr>
            <a:xfrm>
              <a:off x="4173536" y="3271837"/>
              <a:ext cx="0" cy="2714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42F750D-5FE9-7ACF-DCBD-7BFCE45048AA}"/>
                </a:ext>
              </a:extLst>
            </p:cNvPr>
            <p:cNvCxnSpPr>
              <a:cxnSpLocks/>
            </p:cNvCxnSpPr>
            <p:nvPr/>
          </p:nvCxnSpPr>
          <p:spPr>
            <a:xfrm>
              <a:off x="4169569" y="3545682"/>
              <a:ext cx="176212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A5CFB24-BDA0-5E63-A42B-221E3EDE9CCB}"/>
                </a:ext>
              </a:extLst>
            </p:cNvPr>
            <p:cNvCxnSpPr>
              <a:cxnSpLocks/>
            </p:cNvCxnSpPr>
            <p:nvPr/>
          </p:nvCxnSpPr>
          <p:spPr>
            <a:xfrm>
              <a:off x="4344986" y="3614737"/>
              <a:ext cx="0" cy="7858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0A65ED5-2F5C-57B6-9000-2F74FD339E08}"/>
                </a:ext>
              </a:extLst>
            </p:cNvPr>
            <p:cNvCxnSpPr>
              <a:cxnSpLocks/>
            </p:cNvCxnSpPr>
            <p:nvPr/>
          </p:nvCxnSpPr>
          <p:spPr>
            <a:xfrm>
              <a:off x="4338638" y="4398169"/>
              <a:ext cx="176212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 flipV="1">
            <a:off x="5348288" y="3221037"/>
            <a:ext cx="182562" cy="7143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181600" y="141289"/>
            <a:ext cx="4373562" cy="4129086"/>
            <a:chOff x="5181600" y="141289"/>
            <a:chExt cx="4373562" cy="4129086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1844" y="3282950"/>
              <a:ext cx="18970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6550" y="3746500"/>
              <a:ext cx="333375" cy="127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095625"/>
              <a:ext cx="0" cy="370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810000"/>
              <a:ext cx="164306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7300" y="3150394"/>
              <a:ext cx="0" cy="6564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9025" y="3150394"/>
              <a:ext cx="183356" cy="84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432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D4379F4-EE3A-2B5B-141D-A0DEB4DE5D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3393" y="346870"/>
              <a:ext cx="0" cy="110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F55045D-41CB-1112-72FB-2D14ACC5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86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08A79F5-9EB0-4DBF-E050-327542499CD7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6" y="1273970"/>
              <a:ext cx="0" cy="243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63970F6-80EB-EF8A-DA8F-F680D3738E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8850" y="3289300"/>
              <a:ext cx="139700" cy="730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AFB1ED9-3862-5546-5E58-CE2645B8D0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5570" y="10263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F466E0E9-F15B-AE6C-C725-2EA25C754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5768" y="1383507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6D4019F-34CC-2328-81A9-9FE619C2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4043" y="1778793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273E437-BCD4-E9FE-5365-E27946D79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0" y="2947194"/>
              <a:ext cx="183356" cy="84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93666653-7DAC-D776-C260-FD77ED6D6D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3557" y="1188243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573">
              <a:extLst>
                <a:ext uri="{FF2B5EF4-FFF2-40B4-BE49-F238E27FC236}">
                  <a16:creationId xmlns:a16="http://schemas.microsoft.com/office/drawing/2014/main" id="{AB694B95-A665-16AC-1DE3-067D8A468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341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2C7F63D8-F2B9-2D60-71A2-8D061DE082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0107" y="1194593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7DFF028A-9789-633C-3B20-6EE3CAB201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361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4E2A3907-AE97-13C2-9F04-699E6A2797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188243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6B695B93-15D7-385A-5D13-EE19375AE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3344" y="1127125"/>
              <a:ext cx="332581" cy="1333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B3F99A0C-E844-9F99-C769-58C5870EC6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44657" y="11279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06A84D40-8929-5701-930A-0F91D8E08F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719" y="11255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A7EC62C3-B55A-563B-40A7-CCB97E6F7F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1682" y="11279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81A8650B-0AAA-4C85-F6A3-F885B323E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0869" y="11287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859EC32A-B9AC-695E-9666-215D313E89BC}"/>
                </a:ext>
              </a:extLst>
            </p:cNvPr>
            <p:cNvCxnSpPr>
              <a:cxnSpLocks/>
            </p:cNvCxnSpPr>
            <p:nvPr/>
          </p:nvCxnSpPr>
          <p:spPr>
            <a:xfrm>
              <a:off x="8718549" y="10104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DD6C9DF7-B514-7435-E0F9-F9EF2A37B3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9819" y="854075"/>
              <a:ext cx="345281" cy="1524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0B7BB134-FC74-D646-CB2A-92FF2C725B34}"/>
                </a:ext>
              </a:extLst>
            </p:cNvPr>
            <p:cNvCxnSpPr>
              <a:cxnSpLocks/>
            </p:cNvCxnSpPr>
            <p:nvPr/>
          </p:nvCxnSpPr>
          <p:spPr>
            <a:xfrm>
              <a:off x="9055099" y="7373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793B86D8-C617-A7B1-AA12-A76875CF0A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6369" y="6683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36EC2F2A-8B6E-9B31-51AF-22CF0BE3AEE5}"/>
                </a:ext>
              </a:extLst>
            </p:cNvPr>
            <p:cNvCxnSpPr>
              <a:cxnSpLocks/>
            </p:cNvCxnSpPr>
            <p:nvPr/>
          </p:nvCxnSpPr>
          <p:spPr>
            <a:xfrm>
              <a:off x="9213849" y="55007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60EA9D80-3B23-C082-7BB4-4889F9C85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9" y="4651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2C838790-5810-619A-36EA-9DA8A38DD0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68632" y="343693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AC9B7037-B178-4217-8C45-9A3F26AAA39E}"/>
                </a:ext>
              </a:extLst>
            </p:cNvPr>
            <p:cNvCxnSpPr>
              <a:cxnSpLocks/>
            </p:cNvCxnSpPr>
            <p:nvPr/>
          </p:nvCxnSpPr>
          <p:spPr>
            <a:xfrm>
              <a:off x="9548018" y="296070"/>
              <a:ext cx="0" cy="110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098BFF3E-2740-0146-B2C0-775D248798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142875"/>
              <a:ext cx="347662" cy="1571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06AC9D61-46FC-370B-4459-39C6D6620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33669" y="1412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4FC9BDCC-EE3B-C861-89AC-0CF92F773A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8432" y="21986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A510A032-6941-A002-EF5D-ED5E5CA47E75}"/>
                </a:ext>
              </a:extLst>
            </p:cNvPr>
            <p:cNvCxnSpPr>
              <a:cxnSpLocks/>
            </p:cNvCxnSpPr>
            <p:nvPr/>
          </p:nvCxnSpPr>
          <p:spPr>
            <a:xfrm>
              <a:off x="9214643" y="286545"/>
              <a:ext cx="0" cy="110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7614199C-DF22-37E7-E44B-5C41D759FB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5576" y="336549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3E61BBFA-7F3B-1791-0CC4-4EE6486237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2538" y="331788"/>
              <a:ext cx="175417" cy="706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CEB3F97E-E5E3-3CC9-76E4-3F6B1A2FE1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8888" y="39846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3859C098-7133-8EC3-26C6-27E56445541B}"/>
                </a:ext>
              </a:extLst>
            </p:cNvPr>
            <p:cNvCxnSpPr>
              <a:cxnSpLocks/>
            </p:cNvCxnSpPr>
            <p:nvPr/>
          </p:nvCxnSpPr>
          <p:spPr>
            <a:xfrm>
              <a:off x="9052718" y="488951"/>
              <a:ext cx="0" cy="110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B3203538-C5A8-AAF7-46F1-C53262615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6506" y="52943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1A8B76CD-3724-CDE9-277E-BA4582E9E545}"/>
                </a:ext>
              </a:extLst>
            </p:cNvPr>
            <p:cNvCxnSpPr>
              <a:cxnSpLocks/>
            </p:cNvCxnSpPr>
            <p:nvPr/>
          </p:nvCxnSpPr>
          <p:spPr>
            <a:xfrm>
              <a:off x="8878887" y="527051"/>
              <a:ext cx="0" cy="280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2A6F2A39-CA25-AC26-E67C-17670F6E44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5850" y="803276"/>
              <a:ext cx="175417" cy="706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187E0964-8F55-0F94-7BC5-81E7A09D9C94}"/>
                </a:ext>
              </a:extLst>
            </p:cNvPr>
            <p:cNvCxnSpPr>
              <a:cxnSpLocks/>
            </p:cNvCxnSpPr>
            <p:nvPr/>
          </p:nvCxnSpPr>
          <p:spPr>
            <a:xfrm>
              <a:off x="8712199" y="454819"/>
              <a:ext cx="0" cy="4310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AE5DC933-072F-E9B9-A408-D16A7C69E7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29638" y="467519"/>
              <a:ext cx="175417" cy="706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7B9FEA4A-A984-0161-E683-B8CD0420AC78}"/>
                </a:ext>
              </a:extLst>
            </p:cNvPr>
            <p:cNvCxnSpPr>
              <a:cxnSpLocks/>
            </p:cNvCxnSpPr>
            <p:nvPr/>
          </p:nvCxnSpPr>
          <p:spPr>
            <a:xfrm>
              <a:off x="8535986" y="528638"/>
              <a:ext cx="0" cy="5381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F48E83B3-FC0A-6C8A-2F3D-B633F74B79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1681" y="1005680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927C02D9-431A-F1CF-2759-0834E8706E28}"/>
                </a:ext>
              </a:extLst>
            </p:cNvPr>
            <p:cNvCxnSpPr>
              <a:cxnSpLocks/>
            </p:cNvCxnSpPr>
            <p:nvPr/>
          </p:nvCxnSpPr>
          <p:spPr>
            <a:xfrm>
              <a:off x="8376443" y="602456"/>
              <a:ext cx="0" cy="4143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1D9B1406-4532-4BF5-104F-4570224BD2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1026" y="598488"/>
              <a:ext cx="175417" cy="706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94C196B9-F86C-0080-2A1C-BA373B56B443}"/>
                </a:ext>
              </a:extLst>
            </p:cNvPr>
            <p:cNvCxnSpPr>
              <a:cxnSpLocks/>
            </p:cNvCxnSpPr>
            <p:nvPr/>
          </p:nvCxnSpPr>
          <p:spPr>
            <a:xfrm>
              <a:off x="8204993" y="669131"/>
              <a:ext cx="0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B61894C6-8BBF-BF22-F2A5-6528978B5A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38306" y="993773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622">
              <a:extLst>
                <a:ext uri="{FF2B5EF4-FFF2-40B4-BE49-F238E27FC236}">
                  <a16:creationId xmlns:a16="http://schemas.microsoft.com/office/drawing/2014/main" id="{8170447D-FB02-9C74-E7CA-C167E87212B2}"/>
                </a:ext>
              </a:extLst>
            </p:cNvPr>
            <p:cNvCxnSpPr>
              <a:cxnSpLocks/>
            </p:cNvCxnSpPr>
            <p:nvPr/>
          </p:nvCxnSpPr>
          <p:spPr>
            <a:xfrm>
              <a:off x="8043068" y="727076"/>
              <a:ext cx="0" cy="280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19EB980E-282D-8AB7-2335-58E9F4A4E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7651" y="722313"/>
              <a:ext cx="175417" cy="706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F7FBAF31-0878-152A-8605-62B9983A2A7B}"/>
                </a:ext>
              </a:extLst>
            </p:cNvPr>
            <p:cNvCxnSpPr>
              <a:cxnSpLocks/>
            </p:cNvCxnSpPr>
            <p:nvPr/>
          </p:nvCxnSpPr>
          <p:spPr>
            <a:xfrm>
              <a:off x="7871618" y="793751"/>
              <a:ext cx="0" cy="280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8D985920-3735-1DC7-D1DC-EE3B960A0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3820" y="1079500"/>
              <a:ext cx="175417" cy="706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DD1E80A8-612C-CD14-CA71-490ED7EF5876}"/>
                </a:ext>
              </a:extLst>
            </p:cNvPr>
            <p:cNvCxnSpPr>
              <a:cxnSpLocks/>
            </p:cNvCxnSpPr>
            <p:nvPr/>
          </p:nvCxnSpPr>
          <p:spPr>
            <a:xfrm>
              <a:off x="7695405" y="865188"/>
              <a:ext cx="0" cy="280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1A510BE9-579B-A314-BB3E-FF86029B91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6338" y="791367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8189B9AE-7A23-A891-F0FE-CF9853DFBC86}"/>
                </a:ext>
              </a:extLst>
            </p:cNvPr>
            <p:cNvCxnSpPr>
              <a:cxnSpLocks/>
            </p:cNvCxnSpPr>
            <p:nvPr/>
          </p:nvCxnSpPr>
          <p:spPr>
            <a:xfrm>
              <a:off x="7535861" y="803275"/>
              <a:ext cx="0" cy="270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7E8B1098-6464-67E6-4C7D-CB20D5DC13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6137" y="862012"/>
              <a:ext cx="171450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C04E5762-E43A-CDED-676E-F9B5EF7A099E}"/>
                </a:ext>
              </a:extLst>
            </p:cNvPr>
            <p:cNvCxnSpPr>
              <a:cxnSpLocks/>
            </p:cNvCxnSpPr>
            <p:nvPr/>
          </p:nvCxnSpPr>
          <p:spPr>
            <a:xfrm>
              <a:off x="7364411" y="860425"/>
              <a:ext cx="0" cy="280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922CB33C-D5D4-741E-B477-D2D886B741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444" y="1071562"/>
              <a:ext cx="171450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E71331B5-8EBF-A628-2E82-4BD81AB01CF9}"/>
                </a:ext>
              </a:extLst>
            </p:cNvPr>
            <p:cNvCxnSpPr>
              <a:cxnSpLocks/>
            </p:cNvCxnSpPr>
            <p:nvPr/>
          </p:nvCxnSpPr>
          <p:spPr>
            <a:xfrm>
              <a:off x="7197724" y="939008"/>
              <a:ext cx="0" cy="110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577A751C-92DC-90EB-9458-6AC96F4FD2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4212" y="1057275"/>
              <a:ext cx="171450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AAC08D5D-DAF7-8EC0-F3BD-939B9F411B85}"/>
                </a:ext>
              </a:extLst>
            </p:cNvPr>
            <p:cNvCxnSpPr>
              <a:cxnSpLocks/>
            </p:cNvCxnSpPr>
            <p:nvPr/>
          </p:nvCxnSpPr>
          <p:spPr>
            <a:xfrm>
              <a:off x="7031037" y="1000125"/>
              <a:ext cx="0" cy="127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998985C4-B6B8-3F46-201C-3D433FCCAB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313" y="1000125"/>
              <a:ext cx="342899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13AD735E-9212-5409-5B65-A591428B68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5038" y="990599"/>
              <a:ext cx="361949" cy="1404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30E1CE05-9F86-46AD-0C5B-EAEA44CAF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6900" y="995363"/>
              <a:ext cx="345282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047B3A03-E1FF-4C40-10D7-7E9A6D9D77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1663" y="931068"/>
              <a:ext cx="170655" cy="738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747CEAD1-50DF-4BEB-BD82-6F45855CE1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2593" y="795338"/>
              <a:ext cx="345282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648">
              <a:extLst>
                <a:ext uri="{FF2B5EF4-FFF2-40B4-BE49-F238E27FC236}">
                  <a16:creationId xmlns:a16="http://schemas.microsoft.com/office/drawing/2014/main" id="{CB35A389-DB52-CB00-FB73-1F12644E3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3051" y="790574"/>
              <a:ext cx="170655" cy="738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B99A86DD-3C20-C762-A7FC-AC59927342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52256" y="862804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7C5D6AA4-276A-49D8-62E7-E361C1D5F8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288" y="926305"/>
              <a:ext cx="170655" cy="738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5448C46E-EE0D-8DF3-8E30-0363C2709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7493" y="998535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4C6F38F5-23A9-469F-FBE8-09980A85B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8763" y="1062036"/>
              <a:ext cx="170655" cy="738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3AD4907B-73BD-DB0C-83E4-8078307B9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7968" y="1127123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399D6EE6-017D-26ED-FD74-49F41E5C23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0213" y="1121567"/>
              <a:ext cx="170655" cy="738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AC288AD4-8BF9-71DE-D7A7-C6A15EAA960D}"/>
                </a:ext>
              </a:extLst>
            </p:cNvPr>
            <p:cNvCxnSpPr>
              <a:cxnSpLocks/>
            </p:cNvCxnSpPr>
            <p:nvPr/>
          </p:nvCxnSpPr>
          <p:spPr>
            <a:xfrm>
              <a:off x="5680868" y="1119187"/>
              <a:ext cx="0" cy="2786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E02B2592-925D-1E71-497E-431B081B20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8012" y="1391442"/>
              <a:ext cx="336551" cy="1277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00AD5373-846D-6292-34B7-A861F6550AA7}"/>
                </a:ext>
              </a:extLst>
            </p:cNvPr>
            <p:cNvCxnSpPr>
              <a:cxnSpLocks/>
            </p:cNvCxnSpPr>
            <p:nvPr/>
          </p:nvCxnSpPr>
          <p:spPr>
            <a:xfrm>
              <a:off x="6030913" y="1395413"/>
              <a:ext cx="0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6223AE1F-747A-ABA8-1124-2073284347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9462" y="1324766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E2554FE7-8E8C-46E5-B2DE-B99814E45D11}"/>
                </a:ext>
              </a:extLst>
            </p:cNvPr>
            <p:cNvCxnSpPr>
              <a:cxnSpLocks/>
            </p:cNvCxnSpPr>
            <p:nvPr/>
          </p:nvCxnSpPr>
          <p:spPr>
            <a:xfrm>
              <a:off x="5849938" y="1195388"/>
              <a:ext cx="0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604EB239-3917-ABE1-A706-70BA003FEF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5174" y="1191416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FA8805F9-4372-15D9-B95D-A79E2979D6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0593" y="1183482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7C150D09-3384-5233-C210-08A4B2BFD1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0456" y="1184273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666">
              <a:extLst>
                <a:ext uri="{FF2B5EF4-FFF2-40B4-BE49-F238E27FC236}">
                  <a16:creationId xmlns:a16="http://schemas.microsoft.com/office/drawing/2014/main" id="{F4FEDF76-52F8-8105-2E0C-C1101317D951}"/>
                </a:ext>
              </a:extLst>
            </p:cNvPr>
            <p:cNvCxnSpPr>
              <a:cxnSpLocks/>
            </p:cNvCxnSpPr>
            <p:nvPr/>
          </p:nvCxnSpPr>
          <p:spPr>
            <a:xfrm>
              <a:off x="6357144" y="1247775"/>
              <a:ext cx="0" cy="2690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9BF5FDFA-5E2B-5744-07DE-4E6F976DC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8" y="1512094"/>
              <a:ext cx="519905" cy="2190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41881700-9DD4-50DF-A42E-B45FA04156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0868" y="1658141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671">
              <a:extLst>
                <a:ext uri="{FF2B5EF4-FFF2-40B4-BE49-F238E27FC236}">
                  <a16:creationId xmlns:a16="http://schemas.microsoft.com/office/drawing/2014/main" id="{4A88CF0E-B4A6-279C-9EBC-A024B69941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00" y="1652587"/>
              <a:ext cx="497681" cy="1952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1E46E1A0-7C95-1325-A50E-A8BEC5A6B9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3187" y="1851022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4DEBC1BB-3284-183C-9F35-0644C88601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9080" y="1776413"/>
              <a:ext cx="339726" cy="149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679">
              <a:extLst>
                <a:ext uri="{FF2B5EF4-FFF2-40B4-BE49-F238E27FC236}">
                  <a16:creationId xmlns:a16="http://schemas.microsoft.com/office/drawing/2014/main" id="{A27CDB1E-2415-BB4A-18A5-24CD2A4B9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0073" y="1640681"/>
              <a:ext cx="1018383" cy="404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F3B33541-C2D9-E4ED-B43F-2570111B2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2900" y="1639091"/>
              <a:ext cx="167482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682">
              <a:extLst>
                <a:ext uri="{FF2B5EF4-FFF2-40B4-BE49-F238E27FC236}">
                  <a16:creationId xmlns:a16="http://schemas.microsoft.com/office/drawing/2014/main" id="{D7414005-3D3E-AFEA-A977-2EE03F57BD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2244" y="1702595"/>
              <a:ext cx="343694" cy="1381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37E22820-A755-85C4-7660-B90546A953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9069" y="1839116"/>
              <a:ext cx="1031875" cy="3992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AAFC3D23-E06B-C336-D133-96CEC576C2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2688" y="21669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95C8104C-DFAC-B557-0A94-FEF201581BA6}"/>
                </a:ext>
              </a:extLst>
            </p:cNvPr>
            <p:cNvCxnSpPr>
              <a:cxnSpLocks/>
            </p:cNvCxnSpPr>
            <p:nvPr/>
          </p:nvCxnSpPr>
          <p:spPr>
            <a:xfrm>
              <a:off x="7704136" y="21693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688">
              <a:extLst>
                <a:ext uri="{FF2B5EF4-FFF2-40B4-BE49-F238E27FC236}">
                  <a16:creationId xmlns:a16="http://schemas.microsoft.com/office/drawing/2014/main" id="{D0528D54-C096-C984-24DC-9DE958482D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04137" y="2299495"/>
              <a:ext cx="158750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690">
              <a:extLst>
                <a:ext uri="{FF2B5EF4-FFF2-40B4-BE49-F238E27FC236}">
                  <a16:creationId xmlns:a16="http://schemas.microsoft.com/office/drawing/2014/main" id="{25D92048-BEFA-29EC-63EF-1E994951D7AF}"/>
                </a:ext>
              </a:extLst>
            </p:cNvPr>
            <p:cNvCxnSpPr>
              <a:cxnSpLocks/>
            </p:cNvCxnSpPr>
            <p:nvPr/>
          </p:nvCxnSpPr>
          <p:spPr>
            <a:xfrm>
              <a:off x="7866061" y="224790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691">
              <a:extLst>
                <a:ext uri="{FF2B5EF4-FFF2-40B4-BE49-F238E27FC236}">
                  <a16:creationId xmlns:a16="http://schemas.microsoft.com/office/drawing/2014/main" id="{D82AF217-1D7C-063A-9739-449A6F2B5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3682" y="2102644"/>
              <a:ext cx="339724" cy="1468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693">
              <a:extLst>
                <a:ext uri="{FF2B5EF4-FFF2-40B4-BE49-F238E27FC236}">
                  <a16:creationId xmlns:a16="http://schemas.microsoft.com/office/drawing/2014/main" id="{4F687436-20E5-A6A7-032F-33D3552290B1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8" y="2100263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7750BD89-B335-A2F7-5626-334E0FD096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4338" y="2233614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CF394116-9D0E-940B-B25F-CFDF33D92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2748" y="2307432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9EED9206-D813-59B4-3A4F-2C4F4141BD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7194" y="2297906"/>
              <a:ext cx="350044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9BE1D246-4B24-9B58-5815-A76449C790B0}"/>
                </a:ext>
              </a:extLst>
            </p:cNvPr>
            <p:cNvCxnSpPr>
              <a:cxnSpLocks/>
            </p:cNvCxnSpPr>
            <p:nvPr/>
          </p:nvCxnSpPr>
          <p:spPr>
            <a:xfrm>
              <a:off x="8375648" y="21812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193141E1-8A1B-C1E7-0A45-04879F914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4857" y="1985963"/>
              <a:ext cx="504824" cy="2000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4208CCA7-66C0-EEED-7970-BDCF07FE54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0000" y="1982789"/>
              <a:ext cx="158750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CF8FF0F6-083D-5A96-BE4E-F6BA0B58AE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1607" y="1983583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5B75A9BE-3CAC-E329-32CB-BEFAF80BDE2E}"/>
                </a:ext>
              </a:extLst>
            </p:cNvPr>
            <p:cNvCxnSpPr>
              <a:cxnSpLocks/>
            </p:cNvCxnSpPr>
            <p:nvPr/>
          </p:nvCxnSpPr>
          <p:spPr>
            <a:xfrm>
              <a:off x="9211467" y="1978820"/>
              <a:ext cx="0" cy="18478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2905E08D-2DE5-2FBA-7A26-F541FF471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7163" y="3742532"/>
              <a:ext cx="158750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C7859CF7-A7AF-188B-DBF8-D839E72C0627}"/>
                </a:ext>
              </a:extLst>
            </p:cNvPr>
            <p:cNvCxnSpPr>
              <a:cxnSpLocks/>
            </p:cNvCxnSpPr>
            <p:nvPr/>
          </p:nvCxnSpPr>
          <p:spPr>
            <a:xfrm>
              <a:off x="9044780" y="2178844"/>
              <a:ext cx="0" cy="15589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709">
              <a:extLst>
                <a:ext uri="{FF2B5EF4-FFF2-40B4-BE49-F238E27FC236}">
                  <a16:creationId xmlns:a16="http://schemas.microsoft.com/office/drawing/2014/main" id="{F3CB5188-C565-ECBB-DEF6-2E2E1CABFF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85237" y="2097089"/>
              <a:ext cx="158750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47C60ED8-56B9-B722-5297-696410C722DC}"/>
                </a:ext>
              </a:extLst>
            </p:cNvPr>
            <p:cNvCxnSpPr>
              <a:cxnSpLocks/>
            </p:cNvCxnSpPr>
            <p:nvPr/>
          </p:nvCxnSpPr>
          <p:spPr>
            <a:xfrm>
              <a:off x="8873329" y="2088357"/>
              <a:ext cx="0" cy="9310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7D6D4710-CF6C-2A0A-D5EA-548B08A376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232" y="3024189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713">
              <a:extLst>
                <a:ext uri="{FF2B5EF4-FFF2-40B4-BE49-F238E27FC236}">
                  <a16:creationId xmlns:a16="http://schemas.microsoft.com/office/drawing/2014/main" id="{E180D6AA-88DF-1604-F548-F7A17FCD67FC}"/>
                </a:ext>
              </a:extLst>
            </p:cNvPr>
            <p:cNvCxnSpPr>
              <a:cxnSpLocks/>
            </p:cNvCxnSpPr>
            <p:nvPr/>
          </p:nvCxnSpPr>
          <p:spPr>
            <a:xfrm>
              <a:off x="8713786" y="2174082"/>
              <a:ext cx="0" cy="9310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C371B63B-F002-CA01-890A-A9D0975FA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3925" y="2162176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715">
              <a:extLst>
                <a:ext uri="{FF2B5EF4-FFF2-40B4-BE49-F238E27FC236}">
                  <a16:creationId xmlns:a16="http://schemas.microsoft.com/office/drawing/2014/main" id="{4DE17E79-D098-6558-ED8D-0800EF4E5BFF}"/>
                </a:ext>
              </a:extLst>
            </p:cNvPr>
            <p:cNvCxnSpPr>
              <a:cxnSpLocks/>
            </p:cNvCxnSpPr>
            <p:nvPr/>
          </p:nvCxnSpPr>
          <p:spPr>
            <a:xfrm>
              <a:off x="8542336" y="2235994"/>
              <a:ext cx="0" cy="7929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28D7EEF7-6431-9B49-8B1A-7630213137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3268" y="2954339"/>
              <a:ext cx="158750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692BBC58-1D2C-DAE9-E520-54457835EA76}"/>
                </a:ext>
              </a:extLst>
            </p:cNvPr>
            <p:cNvCxnSpPr>
              <a:cxnSpLocks/>
            </p:cNvCxnSpPr>
            <p:nvPr/>
          </p:nvCxnSpPr>
          <p:spPr>
            <a:xfrm>
              <a:off x="8380410" y="2431256"/>
              <a:ext cx="0" cy="5302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CBE4C6DB-1B2E-4BFA-7103-4BBD496748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2413" y="2557463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3BA361F9-E27A-C006-ADB3-D424691E9BAB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8" y="2502694"/>
              <a:ext cx="0" cy="395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723">
              <a:extLst>
                <a:ext uri="{FF2B5EF4-FFF2-40B4-BE49-F238E27FC236}">
                  <a16:creationId xmlns:a16="http://schemas.microsoft.com/office/drawing/2014/main" id="{37F842E9-D39F-FB20-C182-94DF6B1EF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44655" y="2830514"/>
              <a:ext cx="158750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272CCA04-399F-BFC4-41E7-1C4AFC476ED2}"/>
                </a:ext>
              </a:extLst>
            </p:cNvPr>
            <p:cNvCxnSpPr>
              <a:cxnSpLocks/>
            </p:cNvCxnSpPr>
            <p:nvPr/>
          </p:nvCxnSpPr>
          <p:spPr>
            <a:xfrm>
              <a:off x="8034339" y="2557463"/>
              <a:ext cx="0" cy="269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899A8D51-9FC4-3C56-5C4C-42C3A1C05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0550" y="2428876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DA16D0FC-B3FA-CBEB-08E8-732D6E3F3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57938" y="2038350"/>
              <a:ext cx="1512093" cy="592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729">
              <a:extLst>
                <a:ext uri="{FF2B5EF4-FFF2-40B4-BE49-F238E27FC236}">
                  <a16:creationId xmlns:a16="http://schemas.microsoft.com/office/drawing/2014/main" id="{FBE85E80-4F30-324F-ADDE-7996AFD50BA1}"/>
                </a:ext>
              </a:extLst>
            </p:cNvPr>
            <p:cNvCxnSpPr>
              <a:cxnSpLocks/>
            </p:cNvCxnSpPr>
            <p:nvPr/>
          </p:nvCxnSpPr>
          <p:spPr>
            <a:xfrm>
              <a:off x="6358729" y="1909763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730">
              <a:extLst>
                <a:ext uri="{FF2B5EF4-FFF2-40B4-BE49-F238E27FC236}">
                  <a16:creationId xmlns:a16="http://schemas.microsoft.com/office/drawing/2014/main" id="{9D4226DD-D2A1-D715-BB00-A74CCC2590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3451" y="1907382"/>
              <a:ext cx="339724" cy="1468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022EB750-9F75-F54D-F07E-905919347C68}"/>
                </a:ext>
              </a:extLst>
            </p:cNvPr>
            <p:cNvCxnSpPr>
              <a:cxnSpLocks/>
            </p:cNvCxnSpPr>
            <p:nvPr/>
          </p:nvCxnSpPr>
          <p:spPr>
            <a:xfrm>
              <a:off x="6015829" y="205025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732">
              <a:extLst>
                <a:ext uri="{FF2B5EF4-FFF2-40B4-BE49-F238E27FC236}">
                  <a16:creationId xmlns:a16="http://schemas.microsoft.com/office/drawing/2014/main" id="{E886EFA1-7B0E-01C2-76BA-B688B8836B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4563" y="2093120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583CE544-4526-F999-7BE9-737BCBF2A1B1}"/>
                </a:ext>
              </a:extLst>
            </p:cNvPr>
            <p:cNvCxnSpPr>
              <a:cxnSpLocks/>
            </p:cNvCxnSpPr>
            <p:nvPr/>
          </p:nvCxnSpPr>
          <p:spPr>
            <a:xfrm>
              <a:off x="6196804" y="210740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734">
              <a:extLst>
                <a:ext uri="{FF2B5EF4-FFF2-40B4-BE49-F238E27FC236}">
                  <a16:creationId xmlns:a16="http://schemas.microsoft.com/office/drawing/2014/main" id="{64508FF3-B704-F3F2-2CE5-611B92662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3" y="2166939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735">
              <a:extLst>
                <a:ext uri="{FF2B5EF4-FFF2-40B4-BE49-F238E27FC236}">
                  <a16:creationId xmlns:a16="http://schemas.microsoft.com/office/drawing/2014/main" id="{B98322E3-B975-F069-656D-6C1095869B9E}"/>
                </a:ext>
              </a:extLst>
            </p:cNvPr>
            <p:cNvCxnSpPr>
              <a:cxnSpLocks/>
            </p:cNvCxnSpPr>
            <p:nvPr/>
          </p:nvCxnSpPr>
          <p:spPr>
            <a:xfrm>
              <a:off x="6358729" y="216931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05B3A881-B1E0-044B-387D-4F1D964A8C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5556" y="2226471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737">
              <a:extLst>
                <a:ext uri="{FF2B5EF4-FFF2-40B4-BE49-F238E27FC236}">
                  <a16:creationId xmlns:a16="http://schemas.microsoft.com/office/drawing/2014/main" id="{9786A628-01DB-0552-5A04-35355452A5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21450" y="2229641"/>
              <a:ext cx="338931" cy="1397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7967133C-BEA5-E825-E53C-CEBDF9334A84}"/>
                </a:ext>
              </a:extLst>
            </p:cNvPr>
            <p:cNvCxnSpPr>
              <a:cxnSpLocks/>
            </p:cNvCxnSpPr>
            <p:nvPr/>
          </p:nvCxnSpPr>
          <p:spPr>
            <a:xfrm>
              <a:off x="6863554" y="236458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>
              <a:extLst>
                <a:ext uri="{FF2B5EF4-FFF2-40B4-BE49-F238E27FC236}">
                  <a16:creationId xmlns:a16="http://schemas.microsoft.com/office/drawing/2014/main" id="{34B74C17-7588-32B0-872B-BDABD8BC7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2762" y="2431259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741">
              <a:extLst>
                <a:ext uri="{FF2B5EF4-FFF2-40B4-BE49-F238E27FC236}">
                  <a16:creationId xmlns:a16="http://schemas.microsoft.com/office/drawing/2014/main" id="{F29FD6E5-4105-487A-EDF4-00866C969D01}"/>
                </a:ext>
              </a:extLst>
            </p:cNvPr>
            <p:cNvCxnSpPr>
              <a:cxnSpLocks/>
            </p:cNvCxnSpPr>
            <p:nvPr/>
          </p:nvCxnSpPr>
          <p:spPr>
            <a:xfrm>
              <a:off x="7030242" y="243125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74BA1EEA-57B7-9C44-F1EE-9EF6ED751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2497934"/>
              <a:ext cx="169862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D8B30CAE-8ED7-16ED-6222-4D73944EE461}"/>
                </a:ext>
              </a:extLst>
            </p:cNvPr>
            <p:cNvCxnSpPr>
              <a:cxnSpLocks/>
            </p:cNvCxnSpPr>
            <p:nvPr/>
          </p:nvCxnSpPr>
          <p:spPr>
            <a:xfrm>
              <a:off x="7201692" y="25026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6FC4A815-C011-1277-2C78-F6A2C967A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2569372"/>
              <a:ext cx="167481" cy="666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A43D2C6C-6F2A-9C0C-5CE9-2F76B523A74E}"/>
                </a:ext>
              </a:extLst>
            </p:cNvPr>
            <p:cNvCxnSpPr>
              <a:cxnSpLocks/>
            </p:cNvCxnSpPr>
            <p:nvPr/>
          </p:nvCxnSpPr>
          <p:spPr>
            <a:xfrm>
              <a:off x="7365997" y="2569369"/>
              <a:ext cx="0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65BB02D-CEB1-8540-6221-7C5441E210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3617" y="2820989"/>
              <a:ext cx="170658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ED35998-DCD0-BE1B-1D63-246736002030}"/>
                </a:ext>
              </a:extLst>
            </p:cNvPr>
            <p:cNvCxnSpPr>
              <a:cxnSpLocks/>
            </p:cNvCxnSpPr>
            <p:nvPr/>
          </p:nvCxnSpPr>
          <p:spPr>
            <a:xfrm>
              <a:off x="7530303" y="2638425"/>
              <a:ext cx="0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B7303C4-C810-593B-7AF6-B6C242BDC4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5067" y="2625727"/>
              <a:ext cx="170658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E06875F-A133-BDB3-2C4F-2A70EC7D19B0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3" y="269795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8C2D9BB-AC14-EC0A-5596-C9DC6906C4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6200" y="2755110"/>
              <a:ext cx="167481" cy="666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A5A3474-404E-2268-34E7-B2AA273689F7}"/>
                </a:ext>
              </a:extLst>
            </p:cNvPr>
            <p:cNvCxnSpPr>
              <a:cxnSpLocks/>
            </p:cNvCxnSpPr>
            <p:nvPr/>
          </p:nvCxnSpPr>
          <p:spPr>
            <a:xfrm>
              <a:off x="7861298" y="275748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3384328-C8B6-CEE7-69DC-76A0D21521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437" y="2881316"/>
              <a:ext cx="167481" cy="666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DB9E154-9DBE-F296-8A47-BB926F9CC54B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3" y="294322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417A48F-4508-58C4-4115-DD6A86C0EE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9374" y="3078164"/>
              <a:ext cx="170658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6B58BCB-632F-5ED4-F6B8-C9238A38DDDB}"/>
                </a:ext>
              </a:extLst>
            </p:cNvPr>
            <p:cNvCxnSpPr>
              <a:cxnSpLocks/>
            </p:cNvCxnSpPr>
            <p:nvPr/>
          </p:nvCxnSpPr>
          <p:spPr>
            <a:xfrm>
              <a:off x="7868441" y="315515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4F66AFD-3C18-B5BB-CCD8-F635F19A5C5D}"/>
                </a:ext>
              </a:extLst>
            </p:cNvPr>
            <p:cNvCxnSpPr>
              <a:cxnSpLocks/>
            </p:cNvCxnSpPr>
            <p:nvPr/>
          </p:nvCxnSpPr>
          <p:spPr>
            <a:xfrm>
              <a:off x="8197054" y="3155156"/>
              <a:ext cx="0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DE5AAD9-0FD8-75BF-4DE8-F258BADF62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643" y="3148014"/>
              <a:ext cx="511970" cy="2071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8C731F4-CFFC-4509-CB4D-483D9FED0B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54167" y="3306764"/>
              <a:ext cx="170658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0076BED-B48C-1D2D-3124-3E2631D5E8A1}"/>
                </a:ext>
              </a:extLst>
            </p:cNvPr>
            <p:cNvCxnSpPr>
              <a:cxnSpLocks/>
            </p:cNvCxnSpPr>
            <p:nvPr/>
          </p:nvCxnSpPr>
          <p:spPr>
            <a:xfrm>
              <a:off x="8709023" y="3357563"/>
              <a:ext cx="0" cy="381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29D3C03-E9B3-1E96-097B-DDAAD34203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2336" y="3671095"/>
              <a:ext cx="170658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19DFDEF6-85CF-DBA6-4A46-D840D47A4B8C}"/>
                </a:ext>
              </a:extLst>
            </p:cNvPr>
            <p:cNvCxnSpPr>
              <a:cxnSpLocks/>
            </p:cNvCxnSpPr>
            <p:nvPr/>
          </p:nvCxnSpPr>
          <p:spPr>
            <a:xfrm>
              <a:off x="8547098" y="3409950"/>
              <a:ext cx="0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D678F9C7-2195-1FFE-878B-CF6B1163C8E7}"/>
                </a:ext>
              </a:extLst>
            </p:cNvPr>
            <p:cNvCxnSpPr>
              <a:cxnSpLocks/>
            </p:cNvCxnSpPr>
            <p:nvPr/>
          </p:nvCxnSpPr>
          <p:spPr>
            <a:xfrm>
              <a:off x="8375648" y="3345656"/>
              <a:ext cx="0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A34C279-A806-38F5-DFB5-88CEA4BD81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0411" y="3342482"/>
              <a:ext cx="170658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2939FB-7BD6-7FE0-B85F-F125C4C3A8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05788" y="3538538"/>
              <a:ext cx="173831" cy="666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6D98D01B-D8B7-368C-EB17-B15D1543FA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1894" y="3540919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A3289BB7-D3D2-EF42-13BE-B318A05A2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206" y="3538538"/>
              <a:ext cx="161925" cy="730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AB621857-F984-ECDC-4554-EE526A75FF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2826" y="3607594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CF848897-BDC5-C049-DE3B-D1DFB8CD0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1894" y="3740944"/>
              <a:ext cx="178594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0A490012-3360-BDF2-860B-B162655A7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73142" y="3725864"/>
              <a:ext cx="170658" cy="74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FE56C843-32D1-207D-F4C2-F4B806CF93DC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78" y="372427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CDE54A8A-351F-7340-D2B4-391D6792B6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9925" y="3855244"/>
              <a:ext cx="352426" cy="1524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1531" y="2495277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0401" y="4511040"/>
            <a:ext cx="456881" cy="456881"/>
          </a:xfrm>
          <a:prstGeom prst="rect">
            <a:avLst/>
          </a:prstGeom>
        </p:spPr>
      </p:pic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1266461">
            <a:off x="1349532" y="1503994"/>
            <a:ext cx="456881" cy="456881"/>
          </a:xfrm>
          <a:prstGeom prst="rect">
            <a:avLst/>
          </a:prstGeom>
        </p:spPr>
      </p:pic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867650" y="3543300"/>
            <a:ext cx="330994" cy="1381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65206" y="3933825"/>
            <a:ext cx="502444" cy="20240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4C3638-E846-F44D-3D38-4758CC942D18}"/>
              </a:ext>
            </a:extLst>
          </p:cNvPr>
          <p:cNvGrpSpPr/>
          <p:nvPr/>
        </p:nvGrpSpPr>
        <p:grpSpPr>
          <a:xfrm>
            <a:off x="466725" y="188120"/>
            <a:ext cx="6408738" cy="2459830"/>
            <a:chOff x="466725" y="188120"/>
            <a:chExt cx="6408738" cy="2459830"/>
          </a:xfrm>
          <a:effectLst/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DFD10BE-6559-74CC-DC37-FA169C41294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3138"/>
              <a:ext cx="0" cy="4048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4F01EC-9EA2-EC15-0191-2C56545AF4A5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69FEC5-DE63-0B7C-95FF-D09595E37F9F}"/>
                </a:ext>
              </a:extLst>
            </p:cNvPr>
            <p:cNvCxnSpPr>
              <a:cxnSpLocks/>
            </p:cNvCxnSpPr>
            <p:nvPr/>
          </p:nvCxnSpPr>
          <p:spPr>
            <a:xfrm>
              <a:off x="6535737" y="1060450"/>
              <a:ext cx="0" cy="511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D7ED90-C458-73C2-9A8F-E39E9433F607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3" y="2043113"/>
              <a:ext cx="182562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2F6CEB-4DB3-77AD-F1D3-746BF13A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788" y="1978025"/>
              <a:ext cx="328612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9863F1-ECFE-8D40-25E1-D072C3CC5731}"/>
                </a:ext>
              </a:extLst>
            </p:cNvPr>
            <p:cNvCxnSpPr>
              <a:cxnSpLocks/>
            </p:cNvCxnSpPr>
            <p:nvPr/>
          </p:nvCxnSpPr>
          <p:spPr>
            <a:xfrm>
              <a:off x="4008438" y="2047876"/>
              <a:ext cx="173037" cy="730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51210A8-5E2D-EB22-E8BD-7FEC3330F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238" y="20399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EAAA98-36FF-96E2-9E67-9224679C5AD5}"/>
                </a:ext>
              </a:extLst>
            </p:cNvPr>
            <p:cNvCxnSpPr>
              <a:cxnSpLocks/>
            </p:cNvCxnSpPr>
            <p:nvPr/>
          </p:nvCxnSpPr>
          <p:spPr>
            <a:xfrm>
              <a:off x="2495550" y="2482850"/>
              <a:ext cx="0" cy="95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7638DE-C23B-5F46-E188-062AE5D011BE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2414588"/>
              <a:ext cx="513556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BF12A2-17A0-66F9-E715-9678459B639C}"/>
                </a:ext>
              </a:extLst>
            </p:cNvPr>
            <p:cNvCxnSpPr>
              <a:cxnSpLocks/>
            </p:cNvCxnSpPr>
            <p:nvPr/>
          </p:nvCxnSpPr>
          <p:spPr>
            <a:xfrm>
              <a:off x="4837113" y="1973263"/>
              <a:ext cx="33813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B01335-76F4-7065-C48B-4F571F016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1565275"/>
              <a:ext cx="1344612" cy="5445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ACB49-A74F-DE3C-6008-6D0C970A0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9388" y="9858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292D827-3882-0CDF-5E5C-A59F37AC50E3}"/>
                </a:ext>
              </a:extLst>
            </p:cNvPr>
            <p:cNvCxnSpPr>
              <a:cxnSpLocks/>
            </p:cNvCxnSpPr>
            <p:nvPr/>
          </p:nvCxnSpPr>
          <p:spPr>
            <a:xfrm>
              <a:off x="6704012" y="876300"/>
              <a:ext cx="0" cy="1023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7D643E-0885-EBF5-659C-153BE67D0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838" y="8048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979A12-F599-84BE-1E6A-E946470D55C7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730250"/>
              <a:ext cx="169863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9364F8-7119-B473-F133-1EBB2F53A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138" y="5254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946C31-B923-7933-66C0-6BE18F9E7590}"/>
                </a:ext>
              </a:extLst>
            </p:cNvPr>
            <p:cNvCxnSpPr>
              <a:cxnSpLocks/>
            </p:cNvCxnSpPr>
            <p:nvPr/>
          </p:nvCxnSpPr>
          <p:spPr>
            <a:xfrm>
              <a:off x="6697662" y="6096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512249-C87C-54D0-EDA4-9E8F5D653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2100" y="2181225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3902C2C0-0694-AE94-0C0E-288300050871}"/>
                </a:ext>
              </a:extLst>
            </p:cNvPr>
            <p:cNvCxnSpPr>
              <a:cxnSpLocks/>
            </p:cNvCxnSpPr>
            <p:nvPr/>
          </p:nvCxnSpPr>
          <p:spPr>
            <a:xfrm>
              <a:off x="1159669" y="1847850"/>
              <a:ext cx="157956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99C4331E-1281-977A-5220-B4EE60EC8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600" y="1839119"/>
              <a:ext cx="165100" cy="65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93622917-887C-9B8F-45A3-23E8124CDE61}"/>
                </a:ext>
              </a:extLst>
            </p:cNvPr>
            <p:cNvCxnSpPr>
              <a:cxnSpLocks/>
            </p:cNvCxnSpPr>
            <p:nvPr/>
          </p:nvCxnSpPr>
          <p:spPr>
            <a:xfrm>
              <a:off x="485775" y="1719263"/>
              <a:ext cx="500856" cy="186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5EAA805A-AA66-6895-C885-C18AD4BBB7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250" y="1588294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DC643115-F762-AA3D-E0FA-9BC0430051F3}"/>
                </a:ext>
              </a:extLst>
            </p:cNvPr>
            <p:cNvCxnSpPr>
              <a:cxnSpLocks/>
            </p:cNvCxnSpPr>
            <p:nvPr/>
          </p:nvCxnSpPr>
          <p:spPr>
            <a:xfrm>
              <a:off x="466725" y="1585913"/>
              <a:ext cx="526256" cy="1881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D203982B-1479-9BD7-CF44-CDAEA4CA81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600" y="1521619"/>
              <a:ext cx="0" cy="254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750EC8C2-A08C-A294-3304-D37FE20E851F}"/>
                </a:ext>
              </a:extLst>
            </p:cNvPr>
            <p:cNvCxnSpPr>
              <a:cxnSpLocks/>
            </p:cNvCxnSpPr>
            <p:nvPr/>
          </p:nvCxnSpPr>
          <p:spPr>
            <a:xfrm>
              <a:off x="816769" y="1454944"/>
              <a:ext cx="179387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D0850C3D-D688-65D7-98BB-BCA291DCDA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150" y="1386681"/>
              <a:ext cx="165100" cy="65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D9A3F2BF-89E8-DDA5-56F7-FAB066B0F1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981" y="1123951"/>
              <a:ext cx="0" cy="254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1969F062-53E7-8939-578D-B1679F7DA9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594" y="988219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2E9CDDE8-873D-7619-CD1C-CD25616A9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2" y="854869"/>
              <a:ext cx="340519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AAE3B815-0DE9-FF25-4FA6-E5EF001D84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9669" y="471488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B688E030-F9CF-416B-F963-8B7F16A90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0144" y="666750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FD277994-6EB3-00FB-2537-3D5E0F1D725E}"/>
                </a:ext>
              </a:extLst>
            </p:cNvPr>
            <p:cNvCxnSpPr>
              <a:cxnSpLocks/>
            </p:cNvCxnSpPr>
            <p:nvPr/>
          </p:nvCxnSpPr>
          <p:spPr>
            <a:xfrm>
              <a:off x="1059656" y="1128713"/>
              <a:ext cx="1857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F1AC3CD3-8FAA-1D45-9272-0E28637E71CC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3" y="535781"/>
              <a:ext cx="324643" cy="1317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552">
              <a:extLst>
                <a:ext uri="{FF2B5EF4-FFF2-40B4-BE49-F238E27FC236}">
                  <a16:creationId xmlns:a16="http://schemas.microsoft.com/office/drawing/2014/main" id="{8A0AE7D7-8B6F-E1A3-E5C1-DDEDC5C54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388" y="459581"/>
              <a:ext cx="183356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942EE7F6-57BA-82AF-79E4-EF70F828D265}"/>
                </a:ext>
              </a:extLst>
            </p:cNvPr>
            <p:cNvCxnSpPr>
              <a:cxnSpLocks/>
            </p:cNvCxnSpPr>
            <p:nvPr/>
          </p:nvCxnSpPr>
          <p:spPr>
            <a:xfrm>
              <a:off x="990600" y="466725"/>
              <a:ext cx="171450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3A07D77E-AF13-6BC2-603C-67C25307D8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6832" y="464344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677C8303-6931-27A6-E67A-68246DD513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7763" y="733425"/>
              <a:ext cx="171450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569">
              <a:extLst>
                <a:ext uri="{FF2B5EF4-FFF2-40B4-BE49-F238E27FC236}">
                  <a16:creationId xmlns:a16="http://schemas.microsoft.com/office/drawing/2014/main" id="{6FD8253F-F133-ACF1-163B-B2DB0CA9C0C0}"/>
                </a:ext>
              </a:extLst>
            </p:cNvPr>
            <p:cNvCxnSpPr>
              <a:cxnSpLocks/>
            </p:cNvCxnSpPr>
            <p:nvPr/>
          </p:nvCxnSpPr>
          <p:spPr>
            <a:xfrm>
              <a:off x="1352550" y="742950"/>
              <a:ext cx="254794" cy="95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A1CD424B-1BAF-E062-4968-E74171F9F9C5}"/>
                </a:ext>
              </a:extLst>
            </p:cNvPr>
            <p:cNvCxnSpPr>
              <a:cxnSpLocks/>
            </p:cNvCxnSpPr>
            <p:nvPr/>
          </p:nvCxnSpPr>
          <p:spPr>
            <a:xfrm>
              <a:off x="1319212" y="600075"/>
              <a:ext cx="171450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E33BF4C7-E648-EFD1-D5AE-7461FBB8B9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663" y="423863"/>
              <a:ext cx="0" cy="266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7A6F41EB-EF3A-6935-8D2F-89EB6A41A6C9}"/>
                </a:ext>
              </a:extLst>
            </p:cNvPr>
            <p:cNvCxnSpPr>
              <a:cxnSpLocks/>
            </p:cNvCxnSpPr>
            <p:nvPr/>
          </p:nvCxnSpPr>
          <p:spPr>
            <a:xfrm>
              <a:off x="1323975" y="338138"/>
              <a:ext cx="171450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89E69414-05AC-A6BA-B9B5-9003E9E9B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2069" y="192881"/>
              <a:ext cx="350044" cy="1524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5F78E79E-90B6-8EDC-F4A5-98FA221AA3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7350" y="188120"/>
              <a:ext cx="0" cy="4119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67CF1109-A7E4-AFDC-7524-86F0C9E2A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2588" y="533400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DF28ED9D-6E5A-1D17-CBD4-471C59CC75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657" y="266700"/>
              <a:ext cx="0" cy="266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B57A70E2-3A0F-CB2F-7A25-22C76ADCA4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038" y="202406"/>
              <a:ext cx="1809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BD522EEE-F5B3-1B71-A93A-7F2E8CD757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251" y="190500"/>
              <a:ext cx="0" cy="266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630B385F-D147-1B94-57AE-BDC230045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5488" y="397669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D8F57B9A-9600-7DF3-FC9F-B434ACF0E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6" y="271463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206F6642-5EE8-18B6-ABDC-1F1935791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5" y="204787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27F7DEAD-9E60-AFA2-2B63-3FDD82D5E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63" y="202407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A70B4EC5-EBB2-F0D3-7175-C40DA13F7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6482" y="202406"/>
              <a:ext cx="342899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CAACAF48-A518-56B7-AC6B-B17F1C078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9856" y="190501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376D02E0-880A-E0B6-2AB7-C37CF7103CB4}"/>
                </a:ext>
              </a:extLst>
            </p:cNvPr>
            <p:cNvCxnSpPr>
              <a:cxnSpLocks/>
            </p:cNvCxnSpPr>
            <p:nvPr/>
          </p:nvCxnSpPr>
          <p:spPr>
            <a:xfrm>
              <a:off x="2659856" y="326231"/>
              <a:ext cx="345282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E5E0B80D-09CE-1520-D653-A5827C50DF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163" y="597695"/>
              <a:ext cx="0" cy="26193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0651737F-ED80-48F8-E78C-B929F6936E84}"/>
                </a:ext>
              </a:extLst>
            </p:cNvPr>
            <p:cNvCxnSpPr>
              <a:cxnSpLocks/>
            </p:cNvCxnSpPr>
            <p:nvPr/>
          </p:nvCxnSpPr>
          <p:spPr>
            <a:xfrm>
              <a:off x="2988468" y="328612"/>
              <a:ext cx="342901" cy="138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676">
              <a:extLst>
                <a:ext uri="{FF2B5EF4-FFF2-40B4-BE49-F238E27FC236}">
                  <a16:creationId xmlns:a16="http://schemas.microsoft.com/office/drawing/2014/main" id="{02AEB189-4845-35D6-B740-6F605622BB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1370" y="330994"/>
              <a:ext cx="342899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677">
              <a:extLst>
                <a:ext uri="{FF2B5EF4-FFF2-40B4-BE49-F238E27FC236}">
                  <a16:creationId xmlns:a16="http://schemas.microsoft.com/office/drawing/2014/main" id="{163C2F1C-F52C-31F9-F974-C82E52B43F57}"/>
                </a:ext>
              </a:extLst>
            </p:cNvPr>
            <p:cNvCxnSpPr>
              <a:cxnSpLocks/>
            </p:cNvCxnSpPr>
            <p:nvPr/>
          </p:nvCxnSpPr>
          <p:spPr>
            <a:xfrm>
              <a:off x="3664743" y="328612"/>
              <a:ext cx="678657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683">
              <a:extLst>
                <a:ext uri="{FF2B5EF4-FFF2-40B4-BE49-F238E27FC236}">
                  <a16:creationId xmlns:a16="http://schemas.microsoft.com/office/drawing/2014/main" id="{4169E425-E89E-491F-F28E-3947B8BD1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995" y="330994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C80FD559-BC3A-A385-9A89-BAE46026AE05}"/>
                </a:ext>
              </a:extLst>
            </p:cNvPr>
            <p:cNvCxnSpPr>
              <a:cxnSpLocks/>
            </p:cNvCxnSpPr>
            <p:nvPr/>
          </p:nvCxnSpPr>
          <p:spPr>
            <a:xfrm>
              <a:off x="4178300" y="796925"/>
              <a:ext cx="17224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C16EB5E3-8251-207F-15B7-EDF7B833B7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095" y="794543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692">
              <a:extLst>
                <a:ext uri="{FF2B5EF4-FFF2-40B4-BE49-F238E27FC236}">
                  <a16:creationId xmlns:a16="http://schemas.microsoft.com/office/drawing/2014/main" id="{2F5DAB20-91F7-33C1-B285-23C12AB78BB7}"/>
                </a:ext>
              </a:extLst>
            </p:cNvPr>
            <p:cNvCxnSpPr>
              <a:cxnSpLocks/>
            </p:cNvCxnSpPr>
            <p:nvPr/>
          </p:nvCxnSpPr>
          <p:spPr>
            <a:xfrm>
              <a:off x="4178300" y="936625"/>
              <a:ext cx="167481" cy="563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84E82C7F-6DA2-A65D-EAEA-C5CE21AF6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164" y="985837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A7C0C33A-4562-295C-481F-E88323F157F9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3" y="1114424"/>
              <a:ext cx="164306" cy="714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50DAF990-EB69-53EB-1C46-DBDE2408C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0089" y="1181100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33BDD3EA-58C0-0BFD-B496-6A63FDD1C9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2" y="1314450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ABD1C834-802D-3CB8-6CA3-7EB3BC467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5783" y="1383506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4651CA08-743D-F0CB-E15B-D11F284296E0}"/>
                </a:ext>
              </a:extLst>
            </p:cNvPr>
            <p:cNvCxnSpPr>
              <a:cxnSpLocks/>
            </p:cNvCxnSpPr>
            <p:nvPr/>
          </p:nvCxnSpPr>
          <p:spPr>
            <a:xfrm>
              <a:off x="4176713" y="1452563"/>
              <a:ext cx="335756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A30A84BC-D555-0C4C-CF36-F4041F380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095" y="1323975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37FA6535-FDF3-C0A2-B5BE-B5FE4FB69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431" y="1314450"/>
              <a:ext cx="345283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92C2586A-8684-8711-5530-383E6E57B53A}"/>
                </a:ext>
              </a:extLst>
            </p:cNvPr>
            <p:cNvCxnSpPr>
              <a:cxnSpLocks/>
            </p:cNvCxnSpPr>
            <p:nvPr/>
          </p:nvCxnSpPr>
          <p:spPr>
            <a:xfrm>
              <a:off x="3667126" y="1373980"/>
              <a:ext cx="164306" cy="714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BBAD13FE-2FEC-BCDD-79CF-E9C5F88F8E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9508" y="1243013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>
              <a:extLst>
                <a:ext uri="{FF2B5EF4-FFF2-40B4-BE49-F238E27FC236}">
                  <a16:creationId xmlns:a16="http://schemas.microsoft.com/office/drawing/2014/main" id="{7FFE33B2-6118-0652-31D1-888E20DD4E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2344" y="926305"/>
              <a:ext cx="164306" cy="714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749">
              <a:extLst>
                <a:ext uri="{FF2B5EF4-FFF2-40B4-BE49-F238E27FC236}">
                  <a16:creationId xmlns:a16="http://schemas.microsoft.com/office/drawing/2014/main" id="{3639522A-1797-66F9-6349-F5E4323AB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2345" y="666750"/>
              <a:ext cx="0" cy="2619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787BDA0A-CCEB-55E9-D26F-F67CEF32F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9444" y="661988"/>
              <a:ext cx="33814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D34F77A6-D487-865B-F77D-F212C0A3B4AB}"/>
                </a:ext>
              </a:extLst>
            </p:cNvPr>
            <p:cNvCxnSpPr>
              <a:cxnSpLocks/>
            </p:cNvCxnSpPr>
            <p:nvPr/>
          </p:nvCxnSpPr>
          <p:spPr>
            <a:xfrm>
              <a:off x="2507456" y="528638"/>
              <a:ext cx="673894" cy="266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755">
              <a:extLst>
                <a:ext uri="{FF2B5EF4-FFF2-40B4-BE49-F238E27FC236}">
                  <a16:creationId xmlns:a16="http://schemas.microsoft.com/office/drawing/2014/main" id="{B49318F6-0911-6F98-A77B-298CDC785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5058" y="521493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31032400-88F5-6A05-CB57-E98F6CC53CF0}"/>
                </a:ext>
              </a:extLst>
            </p:cNvPr>
            <p:cNvCxnSpPr>
              <a:cxnSpLocks/>
            </p:cNvCxnSpPr>
            <p:nvPr/>
          </p:nvCxnSpPr>
          <p:spPr>
            <a:xfrm>
              <a:off x="2340769" y="592930"/>
              <a:ext cx="323850" cy="1285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>
              <a:extLst>
                <a:ext uri="{FF2B5EF4-FFF2-40B4-BE49-F238E27FC236}">
                  <a16:creationId xmlns:a16="http://schemas.microsoft.com/office/drawing/2014/main" id="{BEFB18E4-D0C9-115E-9D51-CCEB0E0D16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9858" y="716756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68191EA4-8ACB-6AB6-CE69-4F97183F3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5139" y="1128712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133CA528-6F6A-1695-7CB4-4DCBE5AEF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4" y="785811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3C4844EC-FF20-FB25-1835-3CB8B4300994}"/>
                </a:ext>
              </a:extLst>
            </p:cNvPr>
            <p:cNvCxnSpPr>
              <a:cxnSpLocks/>
            </p:cNvCxnSpPr>
            <p:nvPr/>
          </p:nvCxnSpPr>
          <p:spPr>
            <a:xfrm>
              <a:off x="2809876" y="781049"/>
              <a:ext cx="690562" cy="2738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766">
              <a:extLst>
                <a:ext uri="{FF2B5EF4-FFF2-40B4-BE49-F238E27FC236}">
                  <a16:creationId xmlns:a16="http://schemas.microsoft.com/office/drawing/2014/main" id="{2CB010AC-97B5-D07C-BB29-7B802C65B5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3276" y="1054893"/>
              <a:ext cx="1619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767">
              <a:extLst>
                <a:ext uri="{FF2B5EF4-FFF2-40B4-BE49-F238E27FC236}">
                  <a16:creationId xmlns:a16="http://schemas.microsoft.com/office/drawing/2014/main" id="{A3EB157E-D6CC-F2AC-F469-20FEDA8267DF}"/>
                </a:ext>
              </a:extLst>
            </p:cNvPr>
            <p:cNvCxnSpPr>
              <a:cxnSpLocks/>
            </p:cNvCxnSpPr>
            <p:nvPr/>
          </p:nvCxnSpPr>
          <p:spPr>
            <a:xfrm>
              <a:off x="2833688" y="923925"/>
              <a:ext cx="507206" cy="2047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769">
              <a:extLst>
                <a:ext uri="{FF2B5EF4-FFF2-40B4-BE49-F238E27FC236}">
                  <a16:creationId xmlns:a16="http://schemas.microsoft.com/office/drawing/2014/main" id="{C84807A3-1951-4BA0-A787-F724CC9EF4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8452" y="919162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770">
              <a:extLst>
                <a:ext uri="{FF2B5EF4-FFF2-40B4-BE49-F238E27FC236}">
                  <a16:creationId xmlns:a16="http://schemas.microsoft.com/office/drawing/2014/main" id="{144392BF-6732-753A-A973-45EC5F16605F}"/>
                </a:ext>
              </a:extLst>
            </p:cNvPr>
            <p:cNvCxnSpPr>
              <a:cxnSpLocks/>
            </p:cNvCxnSpPr>
            <p:nvPr/>
          </p:nvCxnSpPr>
          <p:spPr>
            <a:xfrm>
              <a:off x="2836069" y="1050131"/>
              <a:ext cx="176212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333171C-6EE9-F7F4-E50A-8867B8932C73}"/>
              </a:ext>
            </a:extLst>
          </p:cNvPr>
          <p:cNvGrpSpPr/>
          <p:nvPr/>
        </p:nvGrpSpPr>
        <p:grpSpPr>
          <a:xfrm>
            <a:off x="474662" y="2097882"/>
            <a:ext cx="6223794" cy="5126040"/>
            <a:chOff x="474662" y="2116930"/>
            <a:chExt cx="6223794" cy="5126040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3EA3A4F-764E-8074-4C2C-74E903FE2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F3E5AF6-A5B5-D2AA-3607-A527C3D36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209EA0D-B1E1-0804-CE8E-3F81C0664781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2CFA176-4B8F-D490-713B-2AD11A45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CD63719D-25EF-FB1D-5951-BE778EFE9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13DBEE5-DFC1-A3EF-DD83-1E64ACB2BD46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E43C6327-B5D4-EB63-5C30-05C0B6B20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A1EF98-7921-FDBF-EDFD-13A986977DC7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50A3F9B-0D46-B0C1-30D3-05AC2B51B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5C3F089-9C1D-30BE-0204-18F194799433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23A10E0B-4E8D-B5C4-0EFB-B7AB0F409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32625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8ACBA84-81CC-E801-1B60-4D2A2AAFE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038" y="7004844"/>
              <a:ext cx="170656" cy="8413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D5EFD884-456B-0180-B0C7-341C73486086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7544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31BDBFF-31F3-EAA6-D16E-3E867841AB2A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3652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5B31E-5777-5BDF-D4AE-D31F425BB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35E69B8-EF55-2B1F-3F7C-46097EC9FD4C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DD7C350-D8D6-3151-64E2-AAB74384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38" y="6900863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194AF3E-7D4D-A121-4DA0-4A998EE19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2950" y="5393529"/>
              <a:ext cx="297656" cy="1190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3EF039D-207D-839B-6696-F0EB85976A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4713" y="5000623"/>
              <a:ext cx="501650" cy="1912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482EE02A-A288-9CFC-6503-9C7934DDFDF2}"/>
                </a:ext>
              </a:extLst>
            </p:cNvPr>
            <p:cNvCxnSpPr>
              <a:cxnSpLocks/>
            </p:cNvCxnSpPr>
            <p:nvPr/>
          </p:nvCxnSpPr>
          <p:spPr>
            <a:xfrm>
              <a:off x="822325" y="4857748"/>
              <a:ext cx="308769" cy="1476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6441C89-B38A-FA6E-F98E-BECEE98F9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7306" y="4814886"/>
              <a:ext cx="364332" cy="1071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72AE91A-1BED-6DE6-CFBD-EC524F30A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81" y="4922044"/>
              <a:ext cx="169863" cy="76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4BA7CD49-1107-E138-265B-704D2590410E}"/>
                </a:ext>
              </a:extLst>
            </p:cNvPr>
            <p:cNvCxnSpPr>
              <a:cxnSpLocks/>
            </p:cNvCxnSpPr>
            <p:nvPr/>
          </p:nvCxnSpPr>
          <p:spPr>
            <a:xfrm>
              <a:off x="992188" y="4945854"/>
              <a:ext cx="0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5B2050-8EEF-1CF1-45E7-4398BB0224F2}"/>
                </a:ext>
              </a:extLst>
            </p:cNvPr>
            <p:cNvCxnSpPr>
              <a:cxnSpLocks/>
            </p:cNvCxnSpPr>
            <p:nvPr/>
          </p:nvCxnSpPr>
          <p:spPr>
            <a:xfrm>
              <a:off x="981869" y="6900068"/>
              <a:ext cx="0" cy="13652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8DFC5A0-E175-E170-E690-A51D6FAEE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106" y="6832600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49BBFD9-B125-E0A4-01BA-5E92DB15C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250" y="6756399"/>
              <a:ext cx="515144" cy="21589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D20B076-DF21-A650-2E2E-0B753948EF64}"/>
                </a:ext>
              </a:extLst>
            </p:cNvPr>
            <p:cNvCxnSpPr>
              <a:cxnSpLocks/>
            </p:cNvCxnSpPr>
            <p:nvPr/>
          </p:nvCxnSpPr>
          <p:spPr>
            <a:xfrm>
              <a:off x="971550" y="6757988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AFA04AC-16E6-35E3-C03F-49DB41D5700E}"/>
                </a:ext>
              </a:extLst>
            </p:cNvPr>
            <p:cNvCxnSpPr>
              <a:cxnSpLocks/>
            </p:cNvCxnSpPr>
            <p:nvPr/>
          </p:nvCxnSpPr>
          <p:spPr>
            <a:xfrm>
              <a:off x="481806" y="6966743"/>
              <a:ext cx="0" cy="2698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9AB50DD-F4EB-420B-2844-70C3282AD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662" y="7163593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73B7DB9-524E-0FC1-27D3-94E030E9B22C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1" y="7035799"/>
              <a:ext cx="0" cy="13652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0D9728B-411E-E7AD-5634-9261F2BAE6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968" y="6963568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821F616-30B3-2EE6-0438-09570EEA2C67}"/>
                </a:ext>
              </a:extLst>
            </p:cNvPr>
            <p:cNvCxnSpPr>
              <a:cxnSpLocks/>
            </p:cNvCxnSpPr>
            <p:nvPr/>
          </p:nvCxnSpPr>
          <p:spPr>
            <a:xfrm>
              <a:off x="812800" y="6959599"/>
              <a:ext cx="0" cy="2770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E8A2462-32AF-BC5C-2E4F-86F07352B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99" y="7100886"/>
              <a:ext cx="339726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5AA6091-A69F-A810-F1F7-CB9AFA31C4D2}"/>
                </a:ext>
              </a:extLst>
            </p:cNvPr>
            <p:cNvCxnSpPr>
              <a:cxnSpLocks/>
            </p:cNvCxnSpPr>
            <p:nvPr/>
          </p:nvCxnSpPr>
          <p:spPr>
            <a:xfrm>
              <a:off x="1146175" y="7097712"/>
              <a:ext cx="0" cy="13652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459C0B4-8151-447A-0042-D0591D743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0937" y="7163593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FFDC3C6-7C2F-8A0D-B45C-4520BCE4EC7C}"/>
                </a:ext>
              </a:extLst>
            </p:cNvPr>
            <p:cNvCxnSpPr>
              <a:cxnSpLocks/>
            </p:cNvCxnSpPr>
            <p:nvPr/>
          </p:nvCxnSpPr>
          <p:spPr>
            <a:xfrm>
              <a:off x="1312862" y="7031037"/>
              <a:ext cx="0" cy="13652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6BD7E44-248D-1996-C35E-D44EA7362576}"/>
                </a:ext>
              </a:extLst>
            </p:cNvPr>
            <p:cNvCxnSpPr>
              <a:cxnSpLocks/>
            </p:cNvCxnSpPr>
            <p:nvPr/>
          </p:nvCxnSpPr>
          <p:spPr>
            <a:xfrm>
              <a:off x="1309688" y="7022307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097CDA3-3362-879E-FFAD-989E6B831F53}"/>
                </a:ext>
              </a:extLst>
            </p:cNvPr>
            <p:cNvCxnSpPr>
              <a:cxnSpLocks/>
            </p:cNvCxnSpPr>
            <p:nvPr/>
          </p:nvCxnSpPr>
          <p:spPr>
            <a:xfrm>
              <a:off x="1479550" y="7097712"/>
              <a:ext cx="0" cy="13652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7241607-303B-07FF-53A3-FA7B17BB9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549" y="716597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547B7FA-6867-2048-CC08-87B3B8AEC060}"/>
                </a:ext>
              </a:extLst>
            </p:cNvPr>
            <p:cNvCxnSpPr>
              <a:cxnSpLocks/>
            </p:cNvCxnSpPr>
            <p:nvPr/>
          </p:nvCxnSpPr>
          <p:spPr>
            <a:xfrm>
              <a:off x="1650207" y="716042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553448D-0988-4BEC-5BCC-3DA83B8BA4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7212" y="7161211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55EFF25-492E-B93B-E84B-B75F2B503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7731" y="7161211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31D6C61-9675-3644-569A-6FEA36CF792C}"/>
                </a:ext>
              </a:extLst>
            </p:cNvPr>
            <p:cNvCxnSpPr>
              <a:cxnSpLocks/>
            </p:cNvCxnSpPr>
            <p:nvPr/>
          </p:nvCxnSpPr>
          <p:spPr>
            <a:xfrm>
              <a:off x="1988344" y="7153276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D566E1B-5D7A-99DC-2626-939857E5635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5" y="7162801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FC2B284-27F1-24D4-758F-D5BE72FBCF3B}"/>
                </a:ext>
              </a:extLst>
            </p:cNvPr>
            <p:cNvCxnSpPr>
              <a:cxnSpLocks/>
            </p:cNvCxnSpPr>
            <p:nvPr/>
          </p:nvCxnSpPr>
          <p:spPr>
            <a:xfrm>
              <a:off x="2801143" y="7235825"/>
              <a:ext cx="56357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159BB73-2CC5-7993-1C16-B6F0A22847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3093" y="7100886"/>
              <a:ext cx="339726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D5BB624-92DC-4A84-9BF6-E523ED6B6DCD}"/>
                </a:ext>
              </a:extLst>
            </p:cNvPr>
            <p:cNvCxnSpPr>
              <a:cxnSpLocks/>
            </p:cNvCxnSpPr>
            <p:nvPr/>
          </p:nvCxnSpPr>
          <p:spPr>
            <a:xfrm>
              <a:off x="4344987" y="7034211"/>
              <a:ext cx="0" cy="1397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530554-75CE-CE8B-B043-2673F64DB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5993" y="7161211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223870F-61BF-E368-05C1-4C6BFFD72B21}"/>
                </a:ext>
              </a:extLst>
            </p:cNvPr>
            <p:cNvCxnSpPr>
              <a:cxnSpLocks/>
            </p:cNvCxnSpPr>
            <p:nvPr/>
          </p:nvCxnSpPr>
          <p:spPr>
            <a:xfrm>
              <a:off x="3674269" y="716042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3B124B-8A6B-6152-9902-FFC63B1557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3655" y="7031829"/>
              <a:ext cx="487364" cy="2016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BAB0874B-47F4-DD21-5260-B1E6B2A84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6575" y="7094536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1F4D1803-5426-BF1F-F5A4-4CC91EC1912C}"/>
                </a:ext>
              </a:extLst>
            </p:cNvPr>
            <p:cNvCxnSpPr>
              <a:cxnSpLocks/>
            </p:cNvCxnSpPr>
            <p:nvPr/>
          </p:nvCxnSpPr>
          <p:spPr>
            <a:xfrm>
              <a:off x="4509294" y="6581773"/>
              <a:ext cx="0" cy="51594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6B22D3B9-4725-1E36-D665-B1B4D917AD15}"/>
                </a:ext>
              </a:extLst>
            </p:cNvPr>
            <p:cNvCxnSpPr>
              <a:cxnSpLocks/>
            </p:cNvCxnSpPr>
            <p:nvPr/>
          </p:nvCxnSpPr>
          <p:spPr>
            <a:xfrm>
              <a:off x="4517231" y="6573044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8190D0E-52C8-5155-0101-CB7E09E18C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5981" y="6638131"/>
              <a:ext cx="0" cy="40084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4D0DDEB-12C7-3F38-C8EF-6EC297B8B4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5663" y="6900861"/>
              <a:ext cx="351631" cy="1420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23AA86D5-1517-C134-35E3-B374C362B72D}"/>
                </a:ext>
              </a:extLst>
            </p:cNvPr>
            <p:cNvCxnSpPr>
              <a:cxnSpLocks/>
            </p:cNvCxnSpPr>
            <p:nvPr/>
          </p:nvCxnSpPr>
          <p:spPr>
            <a:xfrm>
              <a:off x="4833938" y="6824664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72D32F7-B5BC-10A0-2A16-738480D6F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2668" y="6703217"/>
              <a:ext cx="0" cy="12382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6F577E6-B411-0141-D459-7B9CA159D412}"/>
                </a:ext>
              </a:extLst>
            </p:cNvPr>
            <p:cNvCxnSpPr>
              <a:cxnSpLocks/>
            </p:cNvCxnSpPr>
            <p:nvPr/>
          </p:nvCxnSpPr>
          <p:spPr>
            <a:xfrm>
              <a:off x="4852987" y="6186486"/>
              <a:ext cx="161132" cy="68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9EDD3907-739D-DE27-BB36-DB16FA7AD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0150" y="4941888"/>
              <a:ext cx="164306" cy="5873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E1807EA-FDE5-E294-B4DB-269F9C2A14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9156" y="4945854"/>
              <a:ext cx="33099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5BE4A28A-D5F4-490F-3FE6-0001B3C676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1537" y="4933948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16B48A4-14B8-B2B9-28BE-32E971079F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6300" y="4807742"/>
              <a:ext cx="335756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C9F8ABD-E4AB-1738-63A6-32A509821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9675" y="4808538"/>
              <a:ext cx="169069" cy="634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43A9B86E-DFC1-2E6E-A562-5CE86319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00" y="4810123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91F6E285-0BF6-5CC0-E4AF-F7FFA76DD4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3050" y="4669630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1B81596F-1F03-60FE-97ED-B05CE85C67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2075" y="4672010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DB6C24F8-1EAD-D080-5B70-004A82A83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0150" y="4675188"/>
              <a:ext cx="169069" cy="634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BC701D3F-B331-3100-6372-C01F0F569D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9156" y="4681536"/>
              <a:ext cx="335756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A200C30D-E8E9-1C02-F5AE-7BF33BEFB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9156" y="4676773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947A60CE-0B71-BB18-D882-42BA95B00F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8681" y="4545805"/>
              <a:ext cx="335756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F3880EA6-7D86-CE2C-B256-BA9804200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22056" y="4551363"/>
              <a:ext cx="169069" cy="634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D10AA524-D34B-A681-7DC2-E40CFA7E8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3981" y="4552948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ABF8A29-1B79-FA5E-16A9-37F4B0E267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3981" y="4484688"/>
              <a:ext cx="169069" cy="634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6B964834-A459-EC4B-59EF-2FAA28B36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1600" y="4343399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FDE43B8E-3BAD-8C3E-554C-83CFD86812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4394" y="4343398"/>
              <a:ext cx="507207" cy="200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7E9FACC4-5946-EDB0-8822-7648DAE1FD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9156" y="4400548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5946C4D1-5427-B80B-C6C6-22C4AF768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1538" y="4281485"/>
              <a:ext cx="33337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83AD46CD-AB08-C238-8B9A-51012740F0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369" y="4222750"/>
              <a:ext cx="169069" cy="634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7301F417-4A65-2E19-1B4D-109EF937E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7707" y="4081459"/>
              <a:ext cx="33337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830C20D7-E8A1-7147-198F-386C4DBDD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0087" y="4214810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0B8204F5-DDEB-B68A-229C-131A03C9FD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9613" y="4217190"/>
              <a:ext cx="33337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396B709C-F860-F338-BD98-31A28DFD99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701" y="4087018"/>
              <a:ext cx="169069" cy="634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2F9E5302-E1AF-E8B4-7F8D-3A01BC537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5388" y="4086223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CA1389A0-4D30-0EDB-53ED-35ED34215C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6319" y="3955254"/>
              <a:ext cx="340520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E3CDFEDE-62EA-B8B3-B748-608B6A8DB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5326" y="3960015"/>
              <a:ext cx="33337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B6FEBD2B-E84A-BA12-AD51-95E5F31CDE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468" y="3950492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B474A5C5-BA14-5ADB-503C-26D3962AA7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2945" y="3824284"/>
              <a:ext cx="33337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48C9CB8E-F8CE-8D7F-5A0A-213D1C4155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3938" y="3826666"/>
              <a:ext cx="188118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FC8E0457-A221-8B59-0F85-FB29FC17F2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2531" y="3757610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3F588F2B-5633-974B-F972-311F86EFEF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0606" y="3695698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7A83FED-860A-7756-75F1-F6D86F7103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4851" y="3688552"/>
              <a:ext cx="33337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CA548D71-818E-B7BB-F5F0-A8AE6B9F9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4849" y="3690935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D5E38649-B968-8537-8D17-14CD798AC8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2470" y="3557583"/>
              <a:ext cx="33337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BD300BB-9E95-94EB-E02D-704473A404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18" y="3490910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A437081E-49B6-AE2A-0108-D650BA7C47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8163" y="3305173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52BC354A-6792-22F0-2597-73E7CDC4B6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256" y="3498054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27E418F7-3FD6-9953-4DCA-2865BDDE4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1494" y="3367086"/>
              <a:ext cx="350044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1AC308F3-A638-D670-2230-A2F420018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1993" y="3305173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DAFBB00A-C491-AD30-DE96-3A7DA44EAE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5325" y="3498054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6E64DD61-53DA-9DE1-890F-5A58BFFDE2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1019" y="3238497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9AFBD73-28FA-477E-9042-A32DBC8FA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3400" y="3167061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1F7900C0-294E-337B-4506-11D2B7E9B7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50543" y="3102767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5AC23BF8-621D-5F73-234B-B09C0F9F3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3856" y="3105148"/>
              <a:ext cx="169069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AB8AF99-AB63-71C9-D89C-10F37B8391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4787" y="3114673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0FDEED20-A373-5F15-584D-B1804E3ED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7169" y="2971797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5888E890-1DEA-6724-47EA-80C73F44B0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4312" y="2981323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C9BB5A92-23C1-1D91-5080-CC946D8909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6712" y="2897979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71040631-84F0-05D4-E8D2-264E6B7CF3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9093" y="2914648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12F6D5BF-AC75-EC59-61D4-28FFC0882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4849" y="2378867"/>
              <a:ext cx="0" cy="2714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A49B53F6-ECF3-12F0-25F6-DB4C50EE16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0956" y="2707479"/>
              <a:ext cx="507207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13377763-2563-B73E-0E74-364A6E45A3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81412" y="2843211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D3D946B1-9D15-388C-ADD1-09FE79FBE8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1887" y="2581273"/>
              <a:ext cx="681038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48A77A0-7A3B-1AE9-1082-3F75840FF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55306" y="2583654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FF3642B1-12BA-D97E-7525-22997E24C4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1018" y="2705098"/>
              <a:ext cx="0" cy="2714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517D48C2-F937-6906-2FA3-DBFE021D38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55306" y="2319336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A2C8C696-9BAA-6277-AF03-CE0E74A22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1475" y="2314573"/>
              <a:ext cx="169069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C0D8B8D4-7AA3-8002-5E85-E44426A2F2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4786" y="2326480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DD0C2CBB-D123-41A1-B951-E261B595A8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336" y="2324099"/>
              <a:ext cx="169069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8CB86897-22DB-F586-6CC3-D0AE5C9A07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3337" y="2257423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93D95F75-34D6-CDD3-0BD8-BCD8453331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6193" y="2181223"/>
              <a:ext cx="169069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C0D31C22-48AB-FCD8-D00B-227E682895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7642" y="2185986"/>
              <a:ext cx="173833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80729CCC-C400-36D7-AF1F-71D680AC1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223" y="2116930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BEE172BA-A4CB-1F72-80B9-E02DA2836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74330" y="2178841"/>
              <a:ext cx="169069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4B210798-6274-CF41-A8FD-DBA5AD39B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4849" y="2119311"/>
              <a:ext cx="328614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D83CB54A-07E7-5494-D70B-2E74818FE9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55304" y="2185986"/>
              <a:ext cx="161925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CB8B2D22-5160-4AC0-5B85-F30878D1A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6774" y="2181223"/>
              <a:ext cx="328614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4BAA09C0-BAFB-7911-2DBA-F2371784EC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012" y="2314573"/>
              <a:ext cx="0" cy="2643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1A9A612-3515-038E-8D8E-CE024B9C7D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72013" y="2581274"/>
              <a:ext cx="178593" cy="785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5F4C1C39-3E5E-356C-B836-3BAE86EFC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3462" y="2516979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87B7A5A9-2733-D3EC-AC55-0525EA5C0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48225" y="2452685"/>
              <a:ext cx="169069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F1627AEE-DB99-7888-4B25-20C357D49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0149" y="2316954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A8183CDF-98E6-33C9-0BD2-A639820A1E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2531" y="2181223"/>
              <a:ext cx="323850" cy="13335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E79AED4D-729C-2AA8-0BD3-C20A9C3CB8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4001" y="2181224"/>
              <a:ext cx="178593" cy="785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F700594B-7A47-86DC-BBC5-0C40FA4A43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2593" y="2131216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FB541D3D-BD21-E217-4077-A85BFA4B0E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7832" y="2126455"/>
              <a:ext cx="178593" cy="785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D3CE5A00-A013-E090-48E0-02FEAFB38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9281" y="2197891"/>
              <a:ext cx="0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B65B043D-8E93-F0B4-2B38-1C992B8F8F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4520" y="2321718"/>
              <a:ext cx="688180" cy="27384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6E7DD661-686A-F78F-5031-E30819F76B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2700" y="2588416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EFB17C41-CBAB-4ECF-0AE2-760D7C21F1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2701" y="2712243"/>
              <a:ext cx="161924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37B10E95-7318-DAAE-E301-1B86A7D140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7937" y="2778916"/>
              <a:ext cx="169069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A4812AAE-5F8B-180B-082C-AD87D896D3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4625" y="2978942"/>
              <a:ext cx="16906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55DC15BC-FA66-A3F0-95F9-4100A95F4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3693" y="2969416"/>
              <a:ext cx="0" cy="5405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DB665977-6040-0F55-AEA1-91DC66477E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6532" y="3443287"/>
              <a:ext cx="161924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6546240D-C686-323B-BCF8-EFF2F29DC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4150" y="3181348"/>
              <a:ext cx="0" cy="2595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C7F59DEE-5477-D3B7-2ABF-92F0A7B34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2700" y="2852735"/>
              <a:ext cx="166688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B7683360-080E-7744-0C04-B8332BD45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7006" y="2924172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938AEE1D-552F-BB6E-83B4-AA5CC9C1C5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7462" y="3109910"/>
              <a:ext cx="166688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71EEE88F-32C6-5379-ADA2-21AF8FE7D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2700" y="3002754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372C81AD-BB45-1937-6227-1B745C54D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74456" y="2512216"/>
              <a:ext cx="511969" cy="2119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55B8FAB2-90DA-5937-9C82-5504FD40B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982" y="2386010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49EE9B70-8D5D-7021-5749-50803F78C2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7894" y="2712242"/>
              <a:ext cx="188119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4774782A-296B-3F31-79EE-898B51E10B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5038" y="2662234"/>
              <a:ext cx="18097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198711EE-C06C-8936-64AA-A1FAD4F649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5906" y="2321717"/>
              <a:ext cx="852489" cy="3381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BA0CB5F6-2574-02DA-23D4-A07D95DF6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9219" y="2324096"/>
              <a:ext cx="169068" cy="6191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B85F9A7C-B0D0-81BB-5048-2776C60194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631" y="2793203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7417157B-F774-05E9-ACEE-6A10AE9DCB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869" y="2905123"/>
              <a:ext cx="183357" cy="904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555">
              <a:extLst>
                <a:ext uri="{FF2B5EF4-FFF2-40B4-BE49-F238E27FC236}">
                  <a16:creationId xmlns:a16="http://schemas.microsoft.com/office/drawing/2014/main" id="{21CCA355-95AE-237B-1623-0E4659EE85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4043" y="2728910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2C14B87B-13E5-6ECD-AF1A-6E7AEB60E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9282" y="2840830"/>
              <a:ext cx="178593" cy="785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2F5BCA90-8FD0-D82D-9C5D-AE2B7E036B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3112" y="2917029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558">
              <a:extLst>
                <a:ext uri="{FF2B5EF4-FFF2-40B4-BE49-F238E27FC236}">
                  <a16:creationId xmlns:a16="http://schemas.microsoft.com/office/drawing/2014/main" id="{C27940D2-2FC7-9A11-14A5-71AD694A1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5494" y="3028949"/>
              <a:ext cx="178593" cy="785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559">
              <a:extLst>
                <a:ext uri="{FF2B5EF4-FFF2-40B4-BE49-F238E27FC236}">
                  <a16:creationId xmlns:a16="http://schemas.microsoft.com/office/drawing/2014/main" id="{3003C223-BA63-4749-3DCB-81C5070F10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943" y="3107529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72374C-0157-7084-C330-3D31444438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4044" y="3102767"/>
              <a:ext cx="338136" cy="1214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604A883F-09E4-E56D-D7E7-F19662BA2C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6424" y="2990848"/>
              <a:ext cx="0" cy="1166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7315B40A-BFF2-2C6B-2286-09BEFD5858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3981" y="2783679"/>
              <a:ext cx="509586" cy="20478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567">
              <a:extLst>
                <a:ext uri="{FF2B5EF4-FFF2-40B4-BE49-F238E27FC236}">
                  <a16:creationId xmlns:a16="http://schemas.microsoft.com/office/drawing/2014/main" id="{6C89D71B-AC55-8CD8-5B16-CCB1F16B37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0625" y="2786059"/>
              <a:ext cx="18097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568">
              <a:extLst>
                <a:ext uri="{FF2B5EF4-FFF2-40B4-BE49-F238E27FC236}">
                  <a16:creationId xmlns:a16="http://schemas.microsoft.com/office/drawing/2014/main" id="{78C49ECE-0639-4D7F-2292-8E7C426B1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74394" y="2719386"/>
              <a:ext cx="333374" cy="1166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570">
              <a:extLst>
                <a:ext uri="{FF2B5EF4-FFF2-40B4-BE49-F238E27FC236}">
                  <a16:creationId xmlns:a16="http://schemas.microsoft.com/office/drawing/2014/main" id="{AA9F1BD9-0E93-6D88-034A-4643E55A21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0088" y="2717003"/>
              <a:ext cx="171449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CDBB1A6F-3793-6CE0-08E2-168F5D561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22019" y="5263357"/>
              <a:ext cx="80962" cy="8492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778">
              <a:extLst>
                <a:ext uri="{FF2B5EF4-FFF2-40B4-BE49-F238E27FC236}">
                  <a16:creationId xmlns:a16="http://schemas.microsoft.com/office/drawing/2014/main" id="{4179BDB7-18C5-F2E4-75A3-918B552DFFA6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2776536"/>
              <a:ext cx="0" cy="2643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DE76A215-0FCA-EFB3-548C-51B88B5BA0D7}"/>
                </a:ext>
              </a:extLst>
            </p:cNvPr>
            <p:cNvCxnSpPr>
              <a:cxnSpLocks/>
            </p:cNvCxnSpPr>
            <p:nvPr/>
          </p:nvCxnSpPr>
          <p:spPr>
            <a:xfrm>
              <a:off x="4674395" y="3107529"/>
              <a:ext cx="0" cy="1309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B460BB23-8B40-6AB4-5364-42E6D1467C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2469" y="3047999"/>
              <a:ext cx="169069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8E909D77-BD3C-C5E3-38D7-C1C9A13772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76776" y="3236118"/>
              <a:ext cx="169069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786">
              <a:extLst>
                <a:ext uri="{FF2B5EF4-FFF2-40B4-BE49-F238E27FC236}">
                  <a16:creationId xmlns:a16="http://schemas.microsoft.com/office/drawing/2014/main" id="{7B8DB68D-596E-3E67-1E82-734EF274A85A}"/>
                </a:ext>
              </a:extLst>
            </p:cNvPr>
            <p:cNvCxnSpPr>
              <a:cxnSpLocks/>
            </p:cNvCxnSpPr>
            <p:nvPr/>
          </p:nvCxnSpPr>
          <p:spPr>
            <a:xfrm>
              <a:off x="4848226" y="3302792"/>
              <a:ext cx="0" cy="1309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787">
              <a:extLst>
                <a:ext uri="{FF2B5EF4-FFF2-40B4-BE49-F238E27FC236}">
                  <a16:creationId xmlns:a16="http://schemas.microsoft.com/office/drawing/2014/main" id="{0749B43C-94F9-9B40-0178-21F41B684E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0607" y="3431381"/>
              <a:ext cx="169069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92E3FB23-7CE6-4485-7062-AB22D3BFAAC7}"/>
                </a:ext>
              </a:extLst>
            </p:cNvPr>
            <p:cNvCxnSpPr>
              <a:cxnSpLocks/>
            </p:cNvCxnSpPr>
            <p:nvPr/>
          </p:nvCxnSpPr>
          <p:spPr>
            <a:xfrm>
              <a:off x="5014913" y="3500436"/>
              <a:ext cx="0" cy="1309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789">
              <a:extLst>
                <a:ext uri="{FF2B5EF4-FFF2-40B4-BE49-F238E27FC236}">
                  <a16:creationId xmlns:a16="http://schemas.microsoft.com/office/drawing/2014/main" id="{1B0DB13D-123C-F486-1D20-9DAFC056C3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0150" y="3624262"/>
              <a:ext cx="169069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790">
              <a:extLst>
                <a:ext uri="{FF2B5EF4-FFF2-40B4-BE49-F238E27FC236}">
                  <a16:creationId xmlns:a16="http://schemas.microsoft.com/office/drawing/2014/main" id="{FF930BF3-2103-A676-525E-0769BF76EF75}"/>
                </a:ext>
              </a:extLst>
            </p:cNvPr>
            <p:cNvCxnSpPr>
              <a:cxnSpLocks/>
            </p:cNvCxnSpPr>
            <p:nvPr/>
          </p:nvCxnSpPr>
          <p:spPr>
            <a:xfrm>
              <a:off x="5181600" y="3690936"/>
              <a:ext cx="0" cy="2714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>
              <a:extLst>
                <a:ext uri="{FF2B5EF4-FFF2-40B4-BE49-F238E27FC236}">
                  <a16:creationId xmlns:a16="http://schemas.microsoft.com/office/drawing/2014/main" id="{A9C8C08C-2B81-A5E2-A1EB-F07190FBD3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3981" y="3950493"/>
              <a:ext cx="169069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793">
              <a:extLst>
                <a:ext uri="{FF2B5EF4-FFF2-40B4-BE49-F238E27FC236}">
                  <a16:creationId xmlns:a16="http://schemas.microsoft.com/office/drawing/2014/main" id="{D295E800-B004-EE83-8731-6C8BEEF14C84}"/>
                </a:ext>
              </a:extLst>
            </p:cNvPr>
            <p:cNvCxnSpPr>
              <a:cxnSpLocks/>
            </p:cNvCxnSpPr>
            <p:nvPr/>
          </p:nvCxnSpPr>
          <p:spPr>
            <a:xfrm>
              <a:off x="5350669" y="4019548"/>
              <a:ext cx="0" cy="3976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795">
              <a:extLst>
                <a:ext uri="{FF2B5EF4-FFF2-40B4-BE49-F238E27FC236}">
                  <a16:creationId xmlns:a16="http://schemas.microsoft.com/office/drawing/2014/main" id="{221AC0FC-5A36-BC4A-77C4-04467878D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8287" y="4412456"/>
              <a:ext cx="169069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13A6F3CD-6D7E-0EDA-0FA1-9D11C4A2EC01}"/>
                </a:ext>
              </a:extLst>
            </p:cNvPr>
            <p:cNvCxnSpPr>
              <a:cxnSpLocks/>
            </p:cNvCxnSpPr>
            <p:nvPr/>
          </p:nvCxnSpPr>
          <p:spPr>
            <a:xfrm>
              <a:off x="5514975" y="4469605"/>
              <a:ext cx="0" cy="3976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>
              <a:extLst>
                <a:ext uri="{FF2B5EF4-FFF2-40B4-BE49-F238E27FC236}">
                  <a16:creationId xmlns:a16="http://schemas.microsoft.com/office/drawing/2014/main" id="{3483718D-8145-3F86-842C-699A9285D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3525" y="4874416"/>
              <a:ext cx="176213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09DC33A-8739-C3E1-1828-366DB540E7CB}"/>
                </a:ext>
              </a:extLst>
            </p:cNvPr>
            <p:cNvCxnSpPr>
              <a:cxnSpLocks/>
            </p:cNvCxnSpPr>
            <p:nvPr/>
          </p:nvCxnSpPr>
          <p:spPr>
            <a:xfrm>
              <a:off x="4841081" y="6707979"/>
              <a:ext cx="161132" cy="68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7A946B7-4DFD-B5DF-2403-8820DC3DCC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3006" y="6704808"/>
              <a:ext cx="173038" cy="627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02BB8D12-E306-3538-6FA0-5C5FCC83D35A}"/>
                </a:ext>
              </a:extLst>
            </p:cNvPr>
            <p:cNvCxnSpPr>
              <a:cxnSpLocks/>
            </p:cNvCxnSpPr>
            <p:nvPr/>
          </p:nvCxnSpPr>
          <p:spPr>
            <a:xfrm>
              <a:off x="5181599" y="6712741"/>
              <a:ext cx="161132" cy="68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A25B2B07-25B6-53A1-B376-A27F60133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7493" y="6379367"/>
              <a:ext cx="0" cy="2786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4D041F37-7BCC-7285-C231-91582AD610B3}"/>
                </a:ext>
              </a:extLst>
            </p:cNvPr>
            <p:cNvCxnSpPr>
              <a:cxnSpLocks/>
            </p:cNvCxnSpPr>
            <p:nvPr/>
          </p:nvCxnSpPr>
          <p:spPr>
            <a:xfrm>
              <a:off x="5183981" y="6307929"/>
              <a:ext cx="161132" cy="68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07810810-028B-09E2-8B42-5A96AE4115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8424" y="6305549"/>
              <a:ext cx="0" cy="2762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0D4974B8-903C-14DD-5715-E75F25A0E2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5387" y="6576220"/>
              <a:ext cx="173038" cy="627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7C0342BF-EC1D-A7A4-7840-8D08F4787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6499" y="6267448"/>
              <a:ext cx="0" cy="376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4EB3F2B2-1D77-C8E9-1176-8C75BF7C0B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2193" y="6186486"/>
              <a:ext cx="0" cy="376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2AEC7B53-B8C8-CEAF-108F-FEE0CB7E53CF}"/>
                </a:ext>
              </a:extLst>
            </p:cNvPr>
            <p:cNvCxnSpPr>
              <a:cxnSpLocks/>
            </p:cNvCxnSpPr>
            <p:nvPr/>
          </p:nvCxnSpPr>
          <p:spPr>
            <a:xfrm>
              <a:off x="4676775" y="6500811"/>
              <a:ext cx="161132" cy="68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81B1F074-A08A-A3A3-988C-3DA60459C5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124" y="6238873"/>
              <a:ext cx="0" cy="2643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CBB0169D-A601-13D0-CB6E-523BF1193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5906" y="6712742"/>
              <a:ext cx="164307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7E5F7214-C24C-5FAB-C1C3-223E354A8840}"/>
                </a:ext>
              </a:extLst>
            </p:cNvPr>
            <p:cNvCxnSpPr>
              <a:cxnSpLocks/>
            </p:cNvCxnSpPr>
            <p:nvPr/>
          </p:nvCxnSpPr>
          <p:spPr>
            <a:xfrm>
              <a:off x="5345905" y="6650828"/>
              <a:ext cx="161132" cy="68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A554A14-89C3-6D7B-D5C8-8BA67E13A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603" y="5939624"/>
            <a:ext cx="674931" cy="1343495"/>
          </a:xfrm>
          <a:prstGeom prst="rect">
            <a:avLst/>
          </a:prstGeom>
        </p:spPr>
      </p:pic>
      <p:sp>
        <p:nvSpPr>
          <p:cNvPr id="548" name="Arrow: Down 547">
            <a:extLst>
              <a:ext uri="{FF2B5EF4-FFF2-40B4-BE49-F238E27FC236}">
                <a16:creationId xmlns:a16="http://schemas.microsoft.com/office/drawing/2014/main" id="{23DE8283-3F39-FCA5-8AF2-B566D053CC73}"/>
              </a:ext>
            </a:extLst>
          </p:cNvPr>
          <p:cNvSpPr/>
          <p:nvPr/>
        </p:nvSpPr>
        <p:spPr>
          <a:xfrm>
            <a:off x="7402035" y="3193301"/>
            <a:ext cx="254704" cy="46434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Arrow: Down 550">
            <a:extLst>
              <a:ext uri="{FF2B5EF4-FFF2-40B4-BE49-F238E27FC236}">
                <a16:creationId xmlns:a16="http://schemas.microsoft.com/office/drawing/2014/main" id="{292583B6-F617-7494-3DD1-463D1DFD6EF1}"/>
              </a:ext>
            </a:extLst>
          </p:cNvPr>
          <p:cNvSpPr/>
          <p:nvPr/>
        </p:nvSpPr>
        <p:spPr>
          <a:xfrm>
            <a:off x="5064284" y="2276408"/>
            <a:ext cx="242888" cy="46434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1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19.15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2957513"/>
            <a:ext cx="7719219" cy="3605212"/>
            <a:chOff x="997744" y="2957513"/>
            <a:chExt cx="7719219" cy="360521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182" y="6235700"/>
              <a:ext cx="0" cy="121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246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805238"/>
              <a:ext cx="0" cy="2587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181100" cy="461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0700" y="3276600"/>
              <a:ext cx="1555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E690DDC-A804-F38F-64BF-48DFA2E35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637" y="2957513"/>
              <a:ext cx="695326" cy="274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8F7F366-DD5F-7E40-9165-654E3547B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5532" y="6159500"/>
              <a:ext cx="162718" cy="740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19819A3-1A7A-D2E6-4F62-EEDB3B9417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4757" y="5956300"/>
              <a:ext cx="169068" cy="803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CEA8985-7A5A-4374-41BC-5668DD82F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282" y="6026150"/>
              <a:ext cx="0" cy="121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68A67D-C4D9-566D-F236-0228492BC1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70825" y="3022600"/>
              <a:ext cx="1555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1014412" cy="1689895"/>
            <a:chOff x="3159919" y="476250"/>
            <a:chExt cx="1014412" cy="168989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3868965" y="935832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190500" cy="809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C2381CC-295B-CC45-B4B8-14E923B3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1888" y="2054225"/>
              <a:ext cx="322262" cy="1119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2327274" y="3006725"/>
            <a:ext cx="2184400" cy="3629025"/>
            <a:chOff x="2327274" y="3006725"/>
            <a:chExt cx="2184400" cy="362902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8450" y="3933825"/>
              <a:ext cx="511175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3003549" y="3614738"/>
              <a:ext cx="0" cy="2587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A656CB-FB97-F37C-7FAD-2573AE006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0036" y="3619500"/>
              <a:ext cx="155577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ED3A5D-3F38-54AD-9A34-F6206C22DBA3}"/>
                </a:ext>
              </a:extLst>
            </p:cNvPr>
            <p:cNvCxnSpPr>
              <a:cxnSpLocks/>
            </p:cNvCxnSpPr>
            <p:nvPr/>
          </p:nvCxnSpPr>
          <p:spPr>
            <a:xfrm>
              <a:off x="2652713" y="3609975"/>
              <a:ext cx="185737" cy="79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14B61-9DCA-0821-7430-B498566555FF}"/>
                </a:ext>
              </a:extLst>
            </p:cNvPr>
            <p:cNvCxnSpPr>
              <a:cxnSpLocks/>
            </p:cNvCxnSpPr>
            <p:nvPr/>
          </p:nvCxnSpPr>
          <p:spPr>
            <a:xfrm>
              <a:off x="3495675" y="3014662"/>
              <a:ext cx="511175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E40151-9732-4DAF-C203-16EA427428B8}"/>
                </a:ext>
              </a:extLst>
            </p:cNvPr>
            <p:cNvCxnSpPr>
              <a:cxnSpLocks/>
            </p:cNvCxnSpPr>
            <p:nvPr/>
          </p:nvCxnSpPr>
          <p:spPr>
            <a:xfrm>
              <a:off x="2654299" y="3476625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8AC108-6354-5741-AE38-0F9C658C9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1" y="3346450"/>
              <a:ext cx="328614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E082609-7D6E-7316-321E-2B811191D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0850" y="3006725"/>
              <a:ext cx="511175" cy="212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5CDAB81-7174-972B-85A4-B4278D5F3602}"/>
                </a:ext>
              </a:extLst>
            </p:cNvPr>
            <p:cNvCxnSpPr>
              <a:cxnSpLocks/>
            </p:cNvCxnSpPr>
            <p:nvPr/>
          </p:nvCxnSpPr>
          <p:spPr>
            <a:xfrm>
              <a:off x="2987674" y="3200400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1CD2351-A3CD-7886-B739-202291660EB8}"/>
                </a:ext>
              </a:extLst>
            </p:cNvPr>
            <p:cNvCxnSpPr>
              <a:cxnSpLocks/>
            </p:cNvCxnSpPr>
            <p:nvPr/>
          </p:nvCxnSpPr>
          <p:spPr>
            <a:xfrm>
              <a:off x="4511674" y="4332288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8EF62E-06F1-43CA-8662-F5BE863C49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3211" y="3867150"/>
              <a:ext cx="155577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01481" y="346870"/>
            <a:ext cx="3886200" cy="3923505"/>
            <a:chOff x="5501481" y="346870"/>
            <a:chExt cx="3886200" cy="3923505"/>
          </a:xfrm>
        </p:grpSpPr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095625"/>
              <a:ext cx="0" cy="370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810000"/>
              <a:ext cx="164306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7300" y="3150394"/>
              <a:ext cx="0" cy="6564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9025" y="3150394"/>
              <a:ext cx="183356" cy="84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432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1356" y="628650"/>
              <a:ext cx="2255044" cy="6175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D4379F4-EE3A-2B5B-141D-A0DEB4DE5D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3393" y="346870"/>
              <a:ext cx="0" cy="1452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F55045D-41CB-1112-72FB-2D14ACC5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86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08A79F5-9EB0-4DBF-E050-327542499CD7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6" y="1273970"/>
              <a:ext cx="0" cy="243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AFB1ED9-3862-5546-5E58-CE2645B8D0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5570" y="10263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F466E0E9-F15B-AE6C-C725-2EA25C754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481" y="1395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6D4019F-34CC-2328-81A9-9FE619C28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0719" y="1804987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273E437-BCD4-E9FE-5365-E27946D79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0" y="2947194"/>
              <a:ext cx="183356" cy="84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8806" y="2558777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2516452" y="66052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7590261" y="292050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443808">
            <a:off x="609758" y="1602420"/>
            <a:ext cx="456881" cy="456881"/>
          </a:xfrm>
          <a:prstGeom prst="rect">
            <a:avLst/>
          </a:prstGeom>
        </p:spPr>
      </p:pic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12298" y="4395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4C3638-E846-F44D-3D38-4758CC942D18}"/>
              </a:ext>
            </a:extLst>
          </p:cNvPr>
          <p:cNvGrpSpPr/>
          <p:nvPr/>
        </p:nvGrpSpPr>
        <p:grpSpPr>
          <a:xfrm>
            <a:off x="2321719" y="525462"/>
            <a:ext cx="4553744" cy="2122488"/>
            <a:chOff x="2321719" y="525462"/>
            <a:chExt cx="4553744" cy="2122488"/>
          </a:xfrm>
          <a:effectLst/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DFD10BE-6559-74CC-DC37-FA169C41294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3138"/>
              <a:ext cx="0" cy="4048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4F01EC-9EA2-EC15-0191-2C56545AF4A5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69FEC5-DE63-0B7C-95FF-D09595E37F9F}"/>
                </a:ext>
              </a:extLst>
            </p:cNvPr>
            <p:cNvCxnSpPr>
              <a:cxnSpLocks/>
            </p:cNvCxnSpPr>
            <p:nvPr/>
          </p:nvCxnSpPr>
          <p:spPr>
            <a:xfrm>
              <a:off x="6535737" y="1060450"/>
              <a:ext cx="0" cy="511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D7ED90-C458-73C2-9A8F-E39E9433F607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3" y="2043113"/>
              <a:ext cx="182562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2F6CEB-4DB3-77AD-F1D3-746BF13A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788" y="1978025"/>
              <a:ext cx="328612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9863F1-ECFE-8D40-25E1-D072C3CC5731}"/>
                </a:ext>
              </a:extLst>
            </p:cNvPr>
            <p:cNvCxnSpPr>
              <a:cxnSpLocks/>
            </p:cNvCxnSpPr>
            <p:nvPr/>
          </p:nvCxnSpPr>
          <p:spPr>
            <a:xfrm>
              <a:off x="4008438" y="2047876"/>
              <a:ext cx="173037" cy="730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51210A8-5E2D-EB22-E8BD-7FEC3330F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238" y="20399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EAAA98-36FF-96E2-9E67-9224679C5AD5}"/>
                </a:ext>
              </a:extLst>
            </p:cNvPr>
            <p:cNvCxnSpPr>
              <a:cxnSpLocks/>
            </p:cNvCxnSpPr>
            <p:nvPr/>
          </p:nvCxnSpPr>
          <p:spPr>
            <a:xfrm>
              <a:off x="2495550" y="2482850"/>
              <a:ext cx="0" cy="95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7638DE-C23B-5F46-E188-062AE5D011BE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2414588"/>
              <a:ext cx="513556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BF12A2-17A0-66F9-E715-9678459B639C}"/>
                </a:ext>
              </a:extLst>
            </p:cNvPr>
            <p:cNvCxnSpPr>
              <a:cxnSpLocks/>
            </p:cNvCxnSpPr>
            <p:nvPr/>
          </p:nvCxnSpPr>
          <p:spPr>
            <a:xfrm>
              <a:off x="4837113" y="1973263"/>
              <a:ext cx="33813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B01335-76F4-7065-C48B-4F571F016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1565275"/>
              <a:ext cx="1344612" cy="5445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ACB49-A74F-DE3C-6008-6D0C970A0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9388" y="9858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292D827-3882-0CDF-5E5C-A59F37AC50E3}"/>
                </a:ext>
              </a:extLst>
            </p:cNvPr>
            <p:cNvCxnSpPr>
              <a:cxnSpLocks/>
            </p:cNvCxnSpPr>
            <p:nvPr/>
          </p:nvCxnSpPr>
          <p:spPr>
            <a:xfrm>
              <a:off x="6704012" y="876300"/>
              <a:ext cx="0" cy="1023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7D643E-0885-EBF5-659C-153BE67D0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838" y="8048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979A12-F599-84BE-1E6A-E946470D55C7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730250"/>
              <a:ext cx="169863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9364F8-7119-B473-F133-1EBB2F53A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138" y="5254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946C31-B923-7933-66C0-6BE18F9E7590}"/>
                </a:ext>
              </a:extLst>
            </p:cNvPr>
            <p:cNvCxnSpPr>
              <a:cxnSpLocks/>
            </p:cNvCxnSpPr>
            <p:nvPr/>
          </p:nvCxnSpPr>
          <p:spPr>
            <a:xfrm>
              <a:off x="6697662" y="6096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512249-C87C-54D0-EDA4-9E8F5D653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2100" y="2181225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333171C-6EE9-F7F4-E50A-8867B8932C73}"/>
              </a:ext>
            </a:extLst>
          </p:cNvPr>
          <p:cNvGrpSpPr/>
          <p:nvPr/>
        </p:nvGrpSpPr>
        <p:grpSpPr>
          <a:xfrm>
            <a:off x="822325" y="4724400"/>
            <a:ext cx="4018756" cy="2413002"/>
            <a:chOff x="822325" y="4743448"/>
            <a:chExt cx="4018756" cy="2413002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3EA3A4F-764E-8074-4C2C-74E903FE2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F3E5AF6-A5B5-D2AA-3607-A527C3D36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209EA0D-B1E1-0804-CE8E-3F81C0664781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2CFA176-4B8F-D490-713B-2AD11A45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CD63719D-25EF-FB1D-5951-BE778EFE9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13DBEE5-DFC1-A3EF-DD83-1E64ACB2BD46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E43C6327-B5D4-EB63-5C30-05C0B6B20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A1EF98-7921-FDBF-EDFD-13A986977DC7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50A3F9B-0D46-B0C1-30D3-05AC2B51B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5C3F089-9C1D-30BE-0204-18F194799433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23A10E0B-4E8D-B5C4-0EFB-B7AB0F409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8ACBA84-81CC-E801-1B60-4D2A2AAFE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D5EFD884-456B-0180-B0C7-341C73486086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31BDBFF-31F3-EAA6-D16E-3E867841AB2A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5B31E-5777-5BDF-D4AE-D31F425BB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35E69B8-EF55-2B1F-3F7C-46097EC9FD4C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DD7C350-D8D6-3151-64E2-AAB74384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194AF3E-7D4D-A121-4DA0-4A998EE19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012" y="5377657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3EF039D-207D-839B-6696-F0EB85976A06}"/>
                </a:ext>
              </a:extLst>
            </p:cNvPr>
            <p:cNvCxnSpPr>
              <a:cxnSpLocks/>
            </p:cNvCxnSpPr>
            <p:nvPr/>
          </p:nvCxnSpPr>
          <p:spPr>
            <a:xfrm>
              <a:off x="4839494" y="5138738"/>
              <a:ext cx="0" cy="2198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482EE02A-A288-9CFC-6503-9C7934DDFDF2}"/>
                </a:ext>
              </a:extLst>
            </p:cNvPr>
            <p:cNvCxnSpPr>
              <a:cxnSpLocks/>
            </p:cNvCxnSpPr>
            <p:nvPr/>
          </p:nvCxnSpPr>
          <p:spPr>
            <a:xfrm>
              <a:off x="822325" y="4857748"/>
              <a:ext cx="173038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6441C89-B38A-FA6E-F98E-BECEE98F9C1E}"/>
                </a:ext>
              </a:extLst>
            </p:cNvPr>
            <p:cNvCxnSpPr>
              <a:cxnSpLocks/>
            </p:cNvCxnSpPr>
            <p:nvPr/>
          </p:nvCxnSpPr>
          <p:spPr>
            <a:xfrm>
              <a:off x="1481138" y="4743448"/>
              <a:ext cx="190500" cy="714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72AE91A-1BED-6DE6-CFBD-EC524F30A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5043" y="4855369"/>
              <a:ext cx="169863" cy="76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4BA7CD49-1107-E138-265B-704D2590410E}"/>
                </a:ext>
              </a:extLst>
            </p:cNvPr>
            <p:cNvCxnSpPr>
              <a:cxnSpLocks/>
            </p:cNvCxnSpPr>
            <p:nvPr/>
          </p:nvCxnSpPr>
          <p:spPr>
            <a:xfrm>
              <a:off x="822325" y="4987131"/>
              <a:ext cx="169863" cy="8969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DD28C5E-68F3-A4F8-1852-10F1A38EB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706" y="4857748"/>
              <a:ext cx="0" cy="15875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AAB4720-F242-7477-1437-DECD97966BD6}"/>
              </a:ext>
            </a:extLst>
          </p:cNvPr>
          <p:cNvSpPr/>
          <p:nvPr/>
        </p:nvSpPr>
        <p:spPr>
          <a:xfrm>
            <a:off x="5031210" y="1025349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B0689408-8029-BEE0-456C-0BA2B28919DD}"/>
              </a:ext>
            </a:extLst>
          </p:cNvPr>
          <p:cNvSpPr/>
          <p:nvPr/>
        </p:nvSpPr>
        <p:spPr>
          <a:xfrm>
            <a:off x="5664623" y="1877837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9A548AA0-12A6-AED1-AE9D-B7E58E34199D}"/>
              </a:ext>
            </a:extLst>
          </p:cNvPr>
          <p:cNvSpPr/>
          <p:nvPr/>
        </p:nvSpPr>
        <p:spPr>
          <a:xfrm>
            <a:off x="1969082" y="51560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4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7A69247-E77F-7B01-A74C-966823A24EE3}"/>
              </a:ext>
            </a:extLst>
          </p:cNvPr>
          <p:cNvSpPr/>
          <p:nvPr/>
        </p:nvSpPr>
        <p:spPr>
          <a:xfrm>
            <a:off x="4901512" y="50050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54A14-89C3-6D7B-D5C8-8BA67E13A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603" y="5939624"/>
            <a:ext cx="674931" cy="134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6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19.14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021013"/>
            <a:ext cx="7560469" cy="3541712"/>
            <a:chOff x="997744" y="3021013"/>
            <a:chExt cx="7560469" cy="3541712"/>
          </a:xfrm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506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0363" y="3862388"/>
              <a:ext cx="157162" cy="833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32212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825" y="3543300"/>
              <a:ext cx="343694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8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0700" y="3276600"/>
              <a:ext cx="1555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E690DDC-A804-F38F-64BF-48DFA2E35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2887" y="3021013"/>
              <a:ext cx="695326" cy="274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C64B32A-E980-C82D-284F-C0163FC37212}"/>
                </a:ext>
              </a:extLst>
            </p:cNvPr>
            <p:cNvCxnSpPr>
              <a:cxnSpLocks/>
            </p:cNvCxnSpPr>
            <p:nvPr/>
          </p:nvCxnSpPr>
          <p:spPr>
            <a:xfrm>
              <a:off x="6183312" y="32877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8F7F366-DD5F-7E40-9165-654E3547B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5532" y="6229350"/>
              <a:ext cx="327818" cy="1438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1021556" cy="1689895"/>
            <a:chOff x="3159919" y="476250"/>
            <a:chExt cx="1021556" cy="168989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7" y="1059657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C2381CC-295B-CC45-B4B8-14E923B3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1888" y="2054225"/>
              <a:ext cx="322262" cy="1119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2333624" y="3006725"/>
            <a:ext cx="2178050" cy="3629025"/>
            <a:chOff x="2333624" y="3006725"/>
            <a:chExt cx="2178050" cy="3629025"/>
          </a:xfrm>
          <a:effectLst/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362700"/>
              <a:ext cx="0" cy="273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2686050" y="6242050"/>
              <a:ext cx="492125" cy="190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3005138" y="4005263"/>
              <a:ext cx="344487" cy="1317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3629025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A656CB-FB97-F37C-7FAD-2573AE006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0036" y="3619500"/>
              <a:ext cx="155577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ED3A5D-3F38-54AD-9A34-F6206C22DBA3}"/>
                </a:ext>
              </a:extLst>
            </p:cNvPr>
            <p:cNvCxnSpPr>
              <a:cxnSpLocks/>
            </p:cNvCxnSpPr>
            <p:nvPr/>
          </p:nvCxnSpPr>
          <p:spPr>
            <a:xfrm>
              <a:off x="2652713" y="3609975"/>
              <a:ext cx="185737" cy="79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14B61-9DCA-0821-7430-B498566555FF}"/>
                </a:ext>
              </a:extLst>
            </p:cNvPr>
            <p:cNvCxnSpPr>
              <a:cxnSpLocks/>
            </p:cNvCxnSpPr>
            <p:nvPr/>
          </p:nvCxnSpPr>
          <p:spPr>
            <a:xfrm>
              <a:off x="3495675" y="3014662"/>
              <a:ext cx="511175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E40151-9732-4DAF-C203-16EA427428B8}"/>
                </a:ext>
              </a:extLst>
            </p:cNvPr>
            <p:cNvCxnSpPr>
              <a:cxnSpLocks/>
            </p:cNvCxnSpPr>
            <p:nvPr/>
          </p:nvCxnSpPr>
          <p:spPr>
            <a:xfrm>
              <a:off x="2654299" y="3476625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8AC108-6354-5741-AE38-0F9C658C9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1" y="3346450"/>
              <a:ext cx="328614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E082609-7D6E-7316-321E-2B811191D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0850" y="3006725"/>
              <a:ext cx="511175" cy="212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5CDAB81-7174-972B-85A4-B4278D5F3602}"/>
                </a:ext>
              </a:extLst>
            </p:cNvPr>
            <p:cNvCxnSpPr>
              <a:cxnSpLocks/>
            </p:cNvCxnSpPr>
            <p:nvPr/>
          </p:nvCxnSpPr>
          <p:spPr>
            <a:xfrm>
              <a:off x="2987674" y="3200400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1CD2351-A3CD-7886-B739-202291660EB8}"/>
                </a:ext>
              </a:extLst>
            </p:cNvPr>
            <p:cNvCxnSpPr>
              <a:cxnSpLocks/>
            </p:cNvCxnSpPr>
            <p:nvPr/>
          </p:nvCxnSpPr>
          <p:spPr>
            <a:xfrm>
              <a:off x="4511674" y="4332288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 flipV="1">
            <a:off x="5348288" y="3221037"/>
            <a:ext cx="182562" cy="7143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01481" y="346870"/>
            <a:ext cx="3886200" cy="3923505"/>
            <a:chOff x="5501481" y="346870"/>
            <a:chExt cx="3886200" cy="3923505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1844" y="3282950"/>
              <a:ext cx="18970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3238" y="3810000"/>
              <a:ext cx="166687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095625"/>
              <a:ext cx="0" cy="370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810000"/>
              <a:ext cx="164306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7300" y="3150394"/>
              <a:ext cx="0" cy="6564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9163" y="3150394"/>
              <a:ext cx="3532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432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1356" y="628650"/>
              <a:ext cx="2255044" cy="6175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D4379F4-EE3A-2B5B-141D-A0DEB4DE5D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3393" y="346870"/>
              <a:ext cx="0" cy="1452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F55045D-41CB-1112-72FB-2D14ACC5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86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08A79F5-9EB0-4DBF-E050-327542499CD7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6" y="1273970"/>
              <a:ext cx="0" cy="243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63970F6-80EB-EF8A-DA8F-F680D3738E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8850" y="3289300"/>
              <a:ext cx="139700" cy="730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AFB1ED9-3862-5546-5E58-CE2645B8D0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5570" y="10263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F466E0E9-F15B-AE6C-C725-2EA25C754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481" y="1395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6D4019F-34CC-2328-81A9-9FE619C28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0719" y="1804987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8806" y="2558777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2516452" y="66052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7590261" y="292050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443808">
            <a:off x="609758" y="1602420"/>
            <a:ext cx="456881" cy="456881"/>
          </a:xfrm>
          <a:prstGeom prst="rect">
            <a:avLst/>
          </a:prstGeom>
        </p:spPr>
      </p:pic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462338"/>
            <a:ext cx="1302068" cy="55340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12298" y="4395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4C3638-E846-F44D-3D38-4758CC942D18}"/>
              </a:ext>
            </a:extLst>
          </p:cNvPr>
          <p:cNvGrpSpPr/>
          <p:nvPr/>
        </p:nvGrpSpPr>
        <p:grpSpPr>
          <a:xfrm>
            <a:off x="2321719" y="525462"/>
            <a:ext cx="4553744" cy="2052637"/>
            <a:chOff x="2321719" y="525462"/>
            <a:chExt cx="4553744" cy="2052637"/>
          </a:xfrm>
          <a:effectLst/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DFD10BE-6559-74CC-DC37-FA169C41294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3138"/>
              <a:ext cx="0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4F01EC-9EA2-EC15-0191-2C56545AF4A5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69FEC5-DE63-0B7C-95FF-D09595E37F9F}"/>
                </a:ext>
              </a:extLst>
            </p:cNvPr>
            <p:cNvCxnSpPr>
              <a:cxnSpLocks/>
            </p:cNvCxnSpPr>
            <p:nvPr/>
          </p:nvCxnSpPr>
          <p:spPr>
            <a:xfrm>
              <a:off x="6535737" y="1060450"/>
              <a:ext cx="0" cy="511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D7ED90-C458-73C2-9A8F-E39E9433F607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3" y="2043113"/>
              <a:ext cx="182562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2F6CEB-4DB3-77AD-F1D3-746BF13A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788" y="1978025"/>
              <a:ext cx="328612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9863F1-ECFE-8D40-25E1-D072C3CC5731}"/>
                </a:ext>
              </a:extLst>
            </p:cNvPr>
            <p:cNvCxnSpPr>
              <a:cxnSpLocks/>
            </p:cNvCxnSpPr>
            <p:nvPr/>
          </p:nvCxnSpPr>
          <p:spPr>
            <a:xfrm>
              <a:off x="4008438" y="2047876"/>
              <a:ext cx="173037" cy="730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51210A8-5E2D-EB22-E8BD-7FEC3330F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238" y="20399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EAAA98-36FF-96E2-9E67-9224679C5AD5}"/>
                </a:ext>
              </a:extLst>
            </p:cNvPr>
            <p:cNvCxnSpPr>
              <a:cxnSpLocks/>
            </p:cNvCxnSpPr>
            <p:nvPr/>
          </p:nvCxnSpPr>
          <p:spPr>
            <a:xfrm>
              <a:off x="2330450" y="2413000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7638DE-C23B-5F46-E188-062AE5D011BE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2414588"/>
              <a:ext cx="350044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BF12A2-17A0-66F9-E715-9678459B639C}"/>
                </a:ext>
              </a:extLst>
            </p:cNvPr>
            <p:cNvCxnSpPr>
              <a:cxnSpLocks/>
            </p:cNvCxnSpPr>
            <p:nvPr/>
          </p:nvCxnSpPr>
          <p:spPr>
            <a:xfrm>
              <a:off x="4837113" y="1973263"/>
              <a:ext cx="33813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B01335-76F4-7065-C48B-4F571F016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1565275"/>
              <a:ext cx="1344612" cy="5445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ACB49-A74F-DE3C-6008-6D0C970A0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9388" y="9858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292D827-3882-0CDF-5E5C-A59F37AC50E3}"/>
                </a:ext>
              </a:extLst>
            </p:cNvPr>
            <p:cNvCxnSpPr>
              <a:cxnSpLocks/>
            </p:cNvCxnSpPr>
            <p:nvPr/>
          </p:nvCxnSpPr>
          <p:spPr>
            <a:xfrm>
              <a:off x="6704012" y="876300"/>
              <a:ext cx="0" cy="1023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7D643E-0885-EBF5-659C-153BE67D0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838" y="8048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979A12-F599-84BE-1E6A-E946470D55C7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730250"/>
              <a:ext cx="169863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9364F8-7119-B473-F133-1EBB2F53A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138" y="5254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946C31-B923-7933-66C0-6BE18F9E7590}"/>
                </a:ext>
              </a:extLst>
            </p:cNvPr>
            <p:cNvCxnSpPr>
              <a:cxnSpLocks/>
            </p:cNvCxnSpPr>
            <p:nvPr/>
          </p:nvCxnSpPr>
          <p:spPr>
            <a:xfrm>
              <a:off x="6697662" y="6096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512249-C87C-54D0-EDA4-9E8F5D653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2100" y="2181225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C263022-BD0F-C8FC-6C12-0174D6D9E0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0650" y="2495550"/>
              <a:ext cx="170656" cy="825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333171C-6EE9-F7F4-E50A-8867B8932C73}"/>
              </a:ext>
            </a:extLst>
          </p:cNvPr>
          <p:cNvGrpSpPr/>
          <p:nvPr/>
        </p:nvGrpSpPr>
        <p:grpSpPr>
          <a:xfrm>
            <a:off x="822325" y="4724400"/>
            <a:ext cx="4018756" cy="2413002"/>
            <a:chOff x="822325" y="4743448"/>
            <a:chExt cx="4018756" cy="2413002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3EA3A4F-764E-8074-4C2C-74E903FE2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F3E5AF6-A5B5-D2AA-3607-A527C3D36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209EA0D-B1E1-0804-CE8E-3F81C0664781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2CFA176-4B8F-D490-713B-2AD11A45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CD63719D-25EF-FB1D-5951-BE778EFE9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13DBEE5-DFC1-A3EF-DD83-1E64ACB2BD46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E43C6327-B5D4-EB63-5C30-05C0B6B20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A1EF98-7921-FDBF-EDFD-13A986977DC7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50A3F9B-0D46-B0C1-30D3-05AC2B51B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5C3F089-9C1D-30BE-0204-18F194799433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23A10E0B-4E8D-B5C4-0EFB-B7AB0F409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8ACBA84-81CC-E801-1B60-4D2A2AAFE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D5EFD884-456B-0180-B0C7-341C73486086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31BDBFF-31F3-EAA6-D16E-3E867841AB2A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5B31E-5777-5BDF-D4AE-D31F425BB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35E69B8-EF55-2B1F-3F7C-46097EC9FD4C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DD7C350-D8D6-3151-64E2-AAB74384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194AF3E-7D4D-A121-4DA0-4A998EE19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012" y="5377657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3EF039D-207D-839B-6696-F0EB85976A06}"/>
                </a:ext>
              </a:extLst>
            </p:cNvPr>
            <p:cNvCxnSpPr>
              <a:cxnSpLocks/>
            </p:cNvCxnSpPr>
            <p:nvPr/>
          </p:nvCxnSpPr>
          <p:spPr>
            <a:xfrm>
              <a:off x="4839494" y="5138738"/>
              <a:ext cx="0" cy="2198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482EE02A-A288-9CFC-6503-9C7934DDFDF2}"/>
                </a:ext>
              </a:extLst>
            </p:cNvPr>
            <p:cNvCxnSpPr>
              <a:cxnSpLocks/>
            </p:cNvCxnSpPr>
            <p:nvPr/>
          </p:nvCxnSpPr>
          <p:spPr>
            <a:xfrm>
              <a:off x="822325" y="4864098"/>
              <a:ext cx="173038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6441C89-B38A-FA6E-F98E-BECEE98F9C1E}"/>
                </a:ext>
              </a:extLst>
            </p:cNvPr>
            <p:cNvCxnSpPr>
              <a:cxnSpLocks/>
            </p:cNvCxnSpPr>
            <p:nvPr/>
          </p:nvCxnSpPr>
          <p:spPr>
            <a:xfrm>
              <a:off x="1481138" y="4743448"/>
              <a:ext cx="190500" cy="714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72AE91A-1BED-6DE6-CFBD-EC524F30A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425" y="4858544"/>
              <a:ext cx="167481" cy="8810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DD28C5E-68F3-A4F8-1852-10F1A38EB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631" y="4937123"/>
              <a:ext cx="0" cy="15875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AAB4720-F242-7477-1437-DECD97966BD6}"/>
              </a:ext>
            </a:extLst>
          </p:cNvPr>
          <p:cNvSpPr/>
          <p:nvPr/>
        </p:nvSpPr>
        <p:spPr>
          <a:xfrm>
            <a:off x="5031210" y="1025349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B0689408-8029-BEE0-456C-0BA2B28919DD}"/>
              </a:ext>
            </a:extLst>
          </p:cNvPr>
          <p:cNvSpPr/>
          <p:nvPr/>
        </p:nvSpPr>
        <p:spPr>
          <a:xfrm>
            <a:off x="5664623" y="1877837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9A548AA0-12A6-AED1-AE9D-B7E58E34199D}"/>
              </a:ext>
            </a:extLst>
          </p:cNvPr>
          <p:cNvSpPr/>
          <p:nvPr/>
        </p:nvSpPr>
        <p:spPr>
          <a:xfrm>
            <a:off x="1969082" y="51560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4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7A69247-E77F-7B01-A74C-966823A24EE3}"/>
              </a:ext>
            </a:extLst>
          </p:cNvPr>
          <p:cNvSpPr/>
          <p:nvPr/>
        </p:nvSpPr>
        <p:spPr>
          <a:xfrm>
            <a:off x="4901512" y="50050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1754A-32AD-69BD-BD44-463977514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4681" y="5828306"/>
            <a:ext cx="730854" cy="14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6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19.13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57638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350043" cy="1476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5988CE1-2F7A-5DD4-C8D1-E459CB4C3C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1075" y="1524000"/>
              <a:ext cx="169069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66770A5-AD87-90F5-522C-44029B646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600" y="1000125"/>
              <a:ext cx="0" cy="508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021013"/>
            <a:ext cx="7560469" cy="3541712"/>
            <a:chOff x="997744" y="3021013"/>
            <a:chExt cx="7560469" cy="354171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182" y="6235700"/>
              <a:ext cx="0" cy="121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246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825" y="3543300"/>
              <a:ext cx="343694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8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0700" y="3276600"/>
              <a:ext cx="1555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E690DDC-A804-F38F-64BF-48DFA2E35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2887" y="3021013"/>
              <a:ext cx="695326" cy="274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C64B32A-E980-C82D-284F-C0163FC37212}"/>
                </a:ext>
              </a:extLst>
            </p:cNvPr>
            <p:cNvCxnSpPr>
              <a:cxnSpLocks/>
            </p:cNvCxnSpPr>
            <p:nvPr/>
          </p:nvCxnSpPr>
          <p:spPr>
            <a:xfrm>
              <a:off x="6183312" y="32877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8F7F366-DD5F-7E40-9165-654E3547B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5532" y="6159500"/>
              <a:ext cx="162718" cy="740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19819A3-1A7A-D2E6-4F62-EEDB3B9417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4757" y="5956300"/>
              <a:ext cx="169068" cy="803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CEA8985-7A5A-4374-41BC-5668DD82F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282" y="6026150"/>
              <a:ext cx="0" cy="121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1021556" cy="1689895"/>
            <a:chOff x="3159919" y="476250"/>
            <a:chExt cx="1021556" cy="168989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C2381CC-295B-CC45-B4B8-14E923B3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1888" y="2054225"/>
              <a:ext cx="322262" cy="1119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2327274" y="3014662"/>
            <a:ext cx="2184400" cy="3621088"/>
            <a:chOff x="2327274" y="3014662"/>
            <a:chExt cx="2184400" cy="3621088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8450" y="3943350"/>
              <a:ext cx="511175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832099" y="3690938"/>
              <a:ext cx="0" cy="2587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A656CB-FB97-F37C-7FAD-2573AE006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0036" y="3619500"/>
              <a:ext cx="155577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14B61-9DCA-0821-7430-B498566555FF}"/>
                </a:ext>
              </a:extLst>
            </p:cNvPr>
            <p:cNvCxnSpPr>
              <a:cxnSpLocks/>
            </p:cNvCxnSpPr>
            <p:nvPr/>
          </p:nvCxnSpPr>
          <p:spPr>
            <a:xfrm>
              <a:off x="3495675" y="3014662"/>
              <a:ext cx="511175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1CD2351-A3CD-7886-B739-202291660EB8}"/>
                </a:ext>
              </a:extLst>
            </p:cNvPr>
            <p:cNvCxnSpPr>
              <a:cxnSpLocks/>
            </p:cNvCxnSpPr>
            <p:nvPr/>
          </p:nvCxnSpPr>
          <p:spPr>
            <a:xfrm>
              <a:off x="4511674" y="4332288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 flipV="1">
            <a:off x="5348288" y="3221037"/>
            <a:ext cx="182562" cy="7143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01481" y="346870"/>
            <a:ext cx="3886200" cy="3923505"/>
            <a:chOff x="5501481" y="346870"/>
            <a:chExt cx="3886200" cy="3923505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1844" y="3282950"/>
              <a:ext cx="18970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095625"/>
              <a:ext cx="0" cy="370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810000"/>
              <a:ext cx="164306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7300" y="3150394"/>
              <a:ext cx="0" cy="6564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9163" y="3150394"/>
              <a:ext cx="3532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432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1356" y="628650"/>
              <a:ext cx="2255044" cy="6175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D4379F4-EE3A-2B5B-141D-A0DEB4DE5D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3393" y="346870"/>
              <a:ext cx="0" cy="1452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F55045D-41CB-1112-72FB-2D14ACC5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86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08A79F5-9EB0-4DBF-E050-327542499CD7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6" y="1273970"/>
              <a:ext cx="0" cy="243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63970F6-80EB-EF8A-DA8F-F680D3738E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8850" y="3289300"/>
              <a:ext cx="139700" cy="730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AFB1ED9-3862-5546-5E58-CE2645B8D0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5570" y="10263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F466E0E9-F15B-AE6C-C725-2EA25C754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481" y="1395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6D4019F-34CC-2328-81A9-9FE619C28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0719" y="1804987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903581">
            <a:off x="1921669" y="2058714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2516452" y="66052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7590261" y="292050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462338"/>
            <a:ext cx="1302068" cy="55340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12298" y="4395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4C3638-E846-F44D-3D38-4758CC942D18}"/>
              </a:ext>
            </a:extLst>
          </p:cNvPr>
          <p:cNvGrpSpPr/>
          <p:nvPr/>
        </p:nvGrpSpPr>
        <p:grpSpPr>
          <a:xfrm>
            <a:off x="1962150" y="525462"/>
            <a:ext cx="4913313" cy="2435226"/>
            <a:chOff x="1962150" y="525462"/>
            <a:chExt cx="4913313" cy="2435226"/>
          </a:xfrm>
          <a:effectLst/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DFD10BE-6559-74CC-DC37-FA169C41294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3138"/>
              <a:ext cx="0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4F01EC-9EA2-EC15-0191-2C56545AF4A5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D225BD5-A899-4EA0-1827-23179F79A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125" y="2509838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69FEC5-DE63-0B7C-95FF-D09595E37F9F}"/>
                </a:ext>
              </a:extLst>
            </p:cNvPr>
            <p:cNvCxnSpPr>
              <a:cxnSpLocks/>
            </p:cNvCxnSpPr>
            <p:nvPr/>
          </p:nvCxnSpPr>
          <p:spPr>
            <a:xfrm>
              <a:off x="6535737" y="1060450"/>
              <a:ext cx="0" cy="511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D7ED90-C458-73C2-9A8F-E39E9433F607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3" y="2043113"/>
              <a:ext cx="182562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2F6CEB-4DB3-77AD-F1D3-746BF13A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788" y="1978025"/>
              <a:ext cx="328612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9863F1-ECFE-8D40-25E1-D072C3CC5731}"/>
                </a:ext>
              </a:extLst>
            </p:cNvPr>
            <p:cNvCxnSpPr>
              <a:cxnSpLocks/>
            </p:cNvCxnSpPr>
            <p:nvPr/>
          </p:nvCxnSpPr>
          <p:spPr>
            <a:xfrm>
              <a:off x="4008438" y="2047876"/>
              <a:ext cx="173037" cy="730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51210A8-5E2D-EB22-E8BD-7FEC3330F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238" y="20399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EAAA98-36FF-96E2-9E67-9224679C5AD5}"/>
                </a:ext>
              </a:extLst>
            </p:cNvPr>
            <p:cNvCxnSpPr>
              <a:cxnSpLocks/>
            </p:cNvCxnSpPr>
            <p:nvPr/>
          </p:nvCxnSpPr>
          <p:spPr>
            <a:xfrm>
              <a:off x="2330450" y="2413000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7638DE-C23B-5F46-E188-062AE5D011BE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2414588"/>
              <a:ext cx="345281" cy="1666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BF12A2-17A0-66F9-E715-9678459B639C}"/>
                </a:ext>
              </a:extLst>
            </p:cNvPr>
            <p:cNvCxnSpPr>
              <a:cxnSpLocks/>
            </p:cNvCxnSpPr>
            <p:nvPr/>
          </p:nvCxnSpPr>
          <p:spPr>
            <a:xfrm>
              <a:off x="4837113" y="1973263"/>
              <a:ext cx="33813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B01335-76F4-7065-C48B-4F571F016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1565275"/>
              <a:ext cx="1344612" cy="5445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ACB49-A74F-DE3C-6008-6D0C970A0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9388" y="9858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292D827-3882-0CDF-5E5C-A59F37AC50E3}"/>
                </a:ext>
              </a:extLst>
            </p:cNvPr>
            <p:cNvCxnSpPr>
              <a:cxnSpLocks/>
            </p:cNvCxnSpPr>
            <p:nvPr/>
          </p:nvCxnSpPr>
          <p:spPr>
            <a:xfrm>
              <a:off x="6704012" y="876300"/>
              <a:ext cx="0" cy="1023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7D643E-0885-EBF5-659C-153BE67D0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838" y="8048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979A12-F599-84BE-1E6A-E946470D55C7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730250"/>
              <a:ext cx="169863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9364F8-7119-B473-F133-1EBB2F53A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138" y="5254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946C31-B923-7933-66C0-6BE18F9E7590}"/>
                </a:ext>
              </a:extLst>
            </p:cNvPr>
            <p:cNvCxnSpPr>
              <a:cxnSpLocks/>
            </p:cNvCxnSpPr>
            <p:nvPr/>
          </p:nvCxnSpPr>
          <p:spPr>
            <a:xfrm>
              <a:off x="6697662" y="6096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512249-C87C-54D0-EDA4-9E8F5D653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2100" y="2181225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2A8939D-B2E5-4E4F-46DE-BA2570B62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8225" y="2627313"/>
              <a:ext cx="523875" cy="198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F913DE5-F2D9-CEAC-0898-5019BCCAAED0}"/>
                </a:ext>
              </a:extLst>
            </p:cNvPr>
            <p:cNvCxnSpPr>
              <a:cxnSpLocks/>
            </p:cNvCxnSpPr>
            <p:nvPr/>
          </p:nvCxnSpPr>
          <p:spPr>
            <a:xfrm>
              <a:off x="1962150" y="2960688"/>
              <a:ext cx="508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333171C-6EE9-F7F4-E50A-8867B8932C73}"/>
              </a:ext>
            </a:extLst>
          </p:cNvPr>
          <p:cNvGrpSpPr/>
          <p:nvPr/>
        </p:nvGrpSpPr>
        <p:grpSpPr>
          <a:xfrm>
            <a:off x="825500" y="4724400"/>
            <a:ext cx="4015581" cy="2413002"/>
            <a:chOff x="825500" y="4743448"/>
            <a:chExt cx="4015581" cy="2413002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3EA3A4F-764E-8074-4C2C-74E903FE2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F3E5AF6-A5B5-D2AA-3607-A527C3D36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209EA0D-B1E1-0804-CE8E-3F81C0664781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2CFA176-4B8F-D490-713B-2AD11A45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CD63719D-25EF-FB1D-5951-BE778EFE9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13DBEE5-DFC1-A3EF-DD83-1E64ACB2BD46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E43C6327-B5D4-EB63-5C30-05C0B6B20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A1EF98-7921-FDBF-EDFD-13A986977DC7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50A3F9B-0D46-B0C1-30D3-05AC2B51B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5C3F089-9C1D-30BE-0204-18F194799433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23A10E0B-4E8D-B5C4-0EFB-B7AB0F409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8ACBA84-81CC-E801-1B60-4D2A2AAFE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D5EFD884-456B-0180-B0C7-341C73486086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31BDBFF-31F3-EAA6-D16E-3E867841AB2A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5B31E-5777-5BDF-D4AE-D31F425BB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35E69B8-EF55-2B1F-3F7C-46097EC9FD4C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DD7C350-D8D6-3151-64E2-AAB74384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194AF3E-7D4D-A121-4DA0-4A998EE19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012" y="5377657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3EF039D-207D-839B-6696-F0EB85976A06}"/>
                </a:ext>
              </a:extLst>
            </p:cNvPr>
            <p:cNvCxnSpPr>
              <a:cxnSpLocks/>
            </p:cNvCxnSpPr>
            <p:nvPr/>
          </p:nvCxnSpPr>
          <p:spPr>
            <a:xfrm>
              <a:off x="4839494" y="5138738"/>
              <a:ext cx="0" cy="2198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104C43F6-733A-FA38-805B-936F66C754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806" y="49061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482EE02A-A288-9CFC-6503-9C7934DDFDF2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" y="4844256"/>
              <a:ext cx="169863" cy="8969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6441C89-B38A-FA6E-F98E-BECEE98F9C1E}"/>
                </a:ext>
              </a:extLst>
            </p:cNvPr>
            <p:cNvCxnSpPr>
              <a:cxnSpLocks/>
            </p:cNvCxnSpPr>
            <p:nvPr/>
          </p:nvCxnSpPr>
          <p:spPr>
            <a:xfrm>
              <a:off x="1481138" y="4743448"/>
              <a:ext cx="190500" cy="714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72AE91A-1BED-6DE6-CFBD-EC524F30A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5043" y="4855369"/>
              <a:ext cx="169863" cy="76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AAB4720-F242-7477-1437-DECD97966BD6}"/>
              </a:ext>
            </a:extLst>
          </p:cNvPr>
          <p:cNvSpPr/>
          <p:nvPr/>
        </p:nvSpPr>
        <p:spPr>
          <a:xfrm>
            <a:off x="5031210" y="1025349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B0689408-8029-BEE0-456C-0BA2B28919DD}"/>
              </a:ext>
            </a:extLst>
          </p:cNvPr>
          <p:cNvSpPr/>
          <p:nvPr/>
        </p:nvSpPr>
        <p:spPr>
          <a:xfrm>
            <a:off x="5664623" y="1877837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7A69247-E77F-7B01-A74C-966823A24EE3}"/>
              </a:ext>
            </a:extLst>
          </p:cNvPr>
          <p:cNvSpPr/>
          <p:nvPr/>
        </p:nvSpPr>
        <p:spPr>
          <a:xfrm>
            <a:off x="4901512" y="50050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C64CB4-9411-163B-28F4-A99DBBC8F205}"/>
              </a:ext>
            </a:extLst>
          </p:cNvPr>
          <p:cNvCxnSpPr>
            <a:cxnSpLocks/>
          </p:cNvCxnSpPr>
          <p:nvPr/>
        </p:nvCxnSpPr>
        <p:spPr>
          <a:xfrm>
            <a:off x="1633538" y="4876800"/>
            <a:ext cx="190500" cy="7143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F8E580-6C0D-05E2-E8B7-C31E6B887B7E}"/>
              </a:ext>
            </a:extLst>
          </p:cNvPr>
          <p:cNvCxnSpPr>
            <a:cxnSpLocks/>
          </p:cNvCxnSpPr>
          <p:nvPr/>
        </p:nvCxnSpPr>
        <p:spPr>
          <a:xfrm>
            <a:off x="1785938" y="5029200"/>
            <a:ext cx="190500" cy="7143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21F77-6B57-98E1-AC84-EE619281F86B}"/>
              </a:ext>
            </a:extLst>
          </p:cNvPr>
          <p:cNvSpPr/>
          <p:nvPr/>
        </p:nvSpPr>
        <p:spPr>
          <a:xfrm>
            <a:off x="1656662" y="287843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75796A-5CE9-9002-340F-EA4435C9046D}"/>
              </a:ext>
            </a:extLst>
          </p:cNvPr>
          <p:cNvSpPr/>
          <p:nvPr/>
        </p:nvSpPr>
        <p:spPr>
          <a:xfrm>
            <a:off x="1224862" y="26847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654EA1-81AF-55C7-3622-6CF9852C3FBC}"/>
              </a:ext>
            </a:extLst>
          </p:cNvPr>
          <p:cNvSpPr/>
          <p:nvPr/>
        </p:nvSpPr>
        <p:spPr>
          <a:xfrm>
            <a:off x="1134375" y="1679873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521B1AA-E373-9C9E-142D-AEA9C0950224}"/>
              </a:ext>
            </a:extLst>
          </p:cNvPr>
          <p:cNvSpPr/>
          <p:nvPr/>
        </p:nvSpPr>
        <p:spPr>
          <a:xfrm>
            <a:off x="2044012" y="5368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  <p:pic>
        <p:nvPicPr>
          <p:cNvPr id="58" name="Graphic 57" descr="Send with solid fill">
            <a:extLst>
              <a:ext uri="{FF2B5EF4-FFF2-40B4-BE49-F238E27FC236}">
                <a16:creationId xmlns:a16="http://schemas.microsoft.com/office/drawing/2014/main" id="{6DAA451D-D4DB-4246-446D-7229880A2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6543418">
            <a:off x="1197770" y="4217714"/>
            <a:ext cx="418781" cy="4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1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19.10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2954338"/>
            <a:ext cx="7723981" cy="3608387"/>
            <a:chOff x="997744" y="2954338"/>
            <a:chExt cx="7723981" cy="36083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825" y="3543300"/>
              <a:ext cx="343694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8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0700" y="3276600"/>
              <a:ext cx="1555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E690DDC-A804-F38F-64BF-48DFA2E35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2887" y="3021013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B21F395-51B2-FDC6-B09E-D802F19F5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7987" y="2954338"/>
              <a:ext cx="693738" cy="265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C64B32A-E980-C82D-284F-C0163FC37212}"/>
                </a:ext>
              </a:extLst>
            </p:cNvPr>
            <p:cNvCxnSpPr>
              <a:cxnSpLocks/>
            </p:cNvCxnSpPr>
            <p:nvPr/>
          </p:nvCxnSpPr>
          <p:spPr>
            <a:xfrm>
              <a:off x="6183312" y="32877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1021556" cy="1689895"/>
            <a:chOff x="3159919" y="476250"/>
            <a:chExt cx="1021556" cy="168989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C2381CC-295B-CC45-B4B8-14E923B3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1888" y="2054225"/>
              <a:ext cx="322262" cy="1119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2327274" y="3606800"/>
            <a:ext cx="1355726" cy="3028950"/>
            <a:chOff x="2327274" y="3606800"/>
            <a:chExt cx="1355726" cy="3028950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006850"/>
              <a:ext cx="355600" cy="1301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990849" y="3606800"/>
              <a:ext cx="0" cy="4032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 flipV="1">
            <a:off x="5348288" y="3221037"/>
            <a:ext cx="182562" cy="7143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01481" y="346870"/>
            <a:ext cx="3886200" cy="3923505"/>
            <a:chOff x="5501481" y="346870"/>
            <a:chExt cx="3886200" cy="3923505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1844" y="3282950"/>
              <a:ext cx="18970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095625"/>
              <a:ext cx="0" cy="370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810000"/>
              <a:ext cx="164306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7300" y="3150394"/>
              <a:ext cx="0" cy="6564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0931" y="31503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432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1356" y="628650"/>
              <a:ext cx="2255044" cy="6175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D4379F4-EE3A-2B5B-141D-A0DEB4DE5D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3393" y="346870"/>
              <a:ext cx="0" cy="1452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F55045D-41CB-1112-72FB-2D14ACC5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86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08A79F5-9EB0-4DBF-E050-327542499CD7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6" y="1273970"/>
              <a:ext cx="0" cy="243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3268B93-640D-EB16-C8AF-AAB3D6ED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4475" y="295513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63970F6-80EB-EF8A-DA8F-F680D3738E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8850" y="3289300"/>
              <a:ext cx="139700" cy="730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AFB1ED9-3862-5546-5E58-CE2645B8D0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5570" y="10263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F466E0E9-F15B-AE6C-C725-2EA25C754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481" y="1395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6D4019F-34CC-2328-81A9-9FE619C28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0719" y="1804987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1606" y="4805363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2516452" y="66052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7590261" y="292050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43808">
            <a:off x="609758" y="1602420"/>
            <a:ext cx="456881" cy="456881"/>
          </a:xfrm>
          <a:prstGeom prst="rect">
            <a:avLst/>
          </a:prstGeom>
        </p:spPr>
      </p:pic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627120"/>
            <a:ext cx="876300" cy="38862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12298" y="4395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4C3638-E846-F44D-3D38-4758CC942D18}"/>
              </a:ext>
            </a:extLst>
          </p:cNvPr>
          <p:cNvGrpSpPr/>
          <p:nvPr/>
        </p:nvGrpSpPr>
        <p:grpSpPr>
          <a:xfrm>
            <a:off x="1135380" y="525462"/>
            <a:ext cx="5740083" cy="4722813"/>
            <a:chOff x="1135380" y="525462"/>
            <a:chExt cx="5740083" cy="4722813"/>
          </a:xfrm>
          <a:effectLst/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DFD10BE-6559-74CC-DC37-FA169C41294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109788"/>
              <a:ext cx="0" cy="390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4F01EC-9EA2-EC15-0191-2C56545AF4A5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E71B738-0939-B648-F609-E3EEAA939801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6" y="2762250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7849659-0904-499C-7568-BC8CE6853E50}"/>
                </a:ext>
              </a:extLst>
            </p:cNvPr>
            <p:cNvCxnSpPr>
              <a:cxnSpLocks/>
            </p:cNvCxnSpPr>
            <p:nvPr/>
          </p:nvCxnSpPr>
          <p:spPr>
            <a:xfrm>
              <a:off x="3005138" y="2950370"/>
              <a:ext cx="0" cy="1523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D225BD5-A899-4EA0-1827-23179F79A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125" y="2509838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441FDEA-8986-1DEB-517B-7D786B6C4690}"/>
                </a:ext>
              </a:extLst>
            </p:cNvPr>
            <p:cNvCxnSpPr>
              <a:cxnSpLocks/>
            </p:cNvCxnSpPr>
            <p:nvPr/>
          </p:nvCxnSpPr>
          <p:spPr>
            <a:xfrm>
              <a:off x="2674937" y="2708275"/>
              <a:ext cx="17383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69FEC5-DE63-0B7C-95FF-D09595E37F9F}"/>
                </a:ext>
              </a:extLst>
            </p:cNvPr>
            <p:cNvCxnSpPr>
              <a:cxnSpLocks/>
            </p:cNvCxnSpPr>
            <p:nvPr/>
          </p:nvCxnSpPr>
          <p:spPr>
            <a:xfrm>
              <a:off x="6535737" y="1060450"/>
              <a:ext cx="0" cy="511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D7ED90-C458-73C2-9A8F-E39E9433F607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3" y="2043113"/>
              <a:ext cx="182562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2F6CEB-4DB3-77AD-F1D3-746BF13A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788" y="1978025"/>
              <a:ext cx="328612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9863F1-ECFE-8D40-25E1-D072C3CC5731}"/>
                </a:ext>
              </a:extLst>
            </p:cNvPr>
            <p:cNvCxnSpPr>
              <a:cxnSpLocks/>
            </p:cNvCxnSpPr>
            <p:nvPr/>
          </p:nvCxnSpPr>
          <p:spPr>
            <a:xfrm>
              <a:off x="4008438" y="2047876"/>
              <a:ext cx="173037" cy="730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51210A8-5E2D-EB22-E8BD-7FEC3330F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238" y="20399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2796A73-E303-6A4A-0880-9A2447E817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380" y="1836420"/>
              <a:ext cx="1534795" cy="173355"/>
            </a:xfrm>
            <a:prstGeom prst="line">
              <a:avLst/>
            </a:prstGeom>
            <a:ln w="6350">
              <a:solidFill>
                <a:schemeClr val="bg1"/>
              </a:solidFill>
              <a:prstDash val="sysDash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241680-2C4C-1FBF-EEFD-0148EE7A6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63" y="2705100"/>
              <a:ext cx="350837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EAAA98-36FF-96E2-9E67-9224679C5AD5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5" y="24288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7638DE-C23B-5F46-E188-062AE5D011BE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2414588"/>
              <a:ext cx="188119" cy="95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BF12A2-17A0-66F9-E715-9678459B639C}"/>
                </a:ext>
              </a:extLst>
            </p:cNvPr>
            <p:cNvCxnSpPr>
              <a:cxnSpLocks/>
            </p:cNvCxnSpPr>
            <p:nvPr/>
          </p:nvCxnSpPr>
          <p:spPr>
            <a:xfrm>
              <a:off x="4837113" y="1973263"/>
              <a:ext cx="33813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B01335-76F4-7065-C48B-4F571F016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1565275"/>
              <a:ext cx="1344612" cy="5445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ACB49-A74F-DE3C-6008-6D0C970A0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9388" y="9858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292D827-3882-0CDF-5E5C-A59F37AC50E3}"/>
                </a:ext>
              </a:extLst>
            </p:cNvPr>
            <p:cNvCxnSpPr>
              <a:cxnSpLocks/>
            </p:cNvCxnSpPr>
            <p:nvPr/>
          </p:nvCxnSpPr>
          <p:spPr>
            <a:xfrm>
              <a:off x="6704012" y="876300"/>
              <a:ext cx="0" cy="1023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993272D-BD29-E9DC-4FA9-4E34C291AB7D}"/>
                </a:ext>
              </a:extLst>
            </p:cNvPr>
            <p:cNvCxnSpPr>
              <a:cxnSpLocks/>
            </p:cNvCxnSpPr>
            <p:nvPr/>
          </p:nvCxnSpPr>
          <p:spPr>
            <a:xfrm>
              <a:off x="6530975" y="803275"/>
              <a:ext cx="169863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7D643E-0885-EBF5-659C-153BE67D0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838" y="8048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979A12-F599-84BE-1E6A-E946470D55C7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730250"/>
              <a:ext cx="169863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9364F8-7119-B473-F133-1EBB2F53A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138" y="5254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946C31-B923-7933-66C0-6BE18F9E7590}"/>
                </a:ext>
              </a:extLst>
            </p:cNvPr>
            <p:cNvCxnSpPr>
              <a:cxnSpLocks/>
            </p:cNvCxnSpPr>
            <p:nvPr/>
          </p:nvCxnSpPr>
          <p:spPr>
            <a:xfrm>
              <a:off x="6697662" y="6096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56B5C1D-88A1-7730-B99C-7DC79EC804FF}"/>
                </a:ext>
              </a:extLst>
            </p:cNvPr>
            <p:cNvCxnSpPr>
              <a:cxnSpLocks/>
            </p:cNvCxnSpPr>
            <p:nvPr/>
          </p:nvCxnSpPr>
          <p:spPr>
            <a:xfrm>
              <a:off x="3005137" y="3093244"/>
              <a:ext cx="17383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9418DCC-C344-00D2-EEE2-E2A7C5700B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3" y="3024188"/>
              <a:ext cx="341312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E1BB99B-60EA-1B60-1FDE-5ED97DFF2C10}"/>
                </a:ext>
              </a:extLst>
            </p:cNvPr>
            <p:cNvCxnSpPr>
              <a:cxnSpLocks/>
            </p:cNvCxnSpPr>
            <p:nvPr/>
          </p:nvCxnSpPr>
          <p:spPr>
            <a:xfrm>
              <a:off x="3517106" y="3024187"/>
              <a:ext cx="495300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49C35E99-E283-1084-4782-722C146D6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6438" y="4470400"/>
              <a:ext cx="0" cy="777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EF6A07-EDD2-CAC2-3973-DC671A047091}"/>
                </a:ext>
              </a:extLst>
            </p:cNvPr>
            <p:cNvCxnSpPr>
              <a:cxnSpLocks/>
            </p:cNvCxnSpPr>
            <p:nvPr/>
          </p:nvCxnSpPr>
          <p:spPr>
            <a:xfrm>
              <a:off x="2843212" y="2898775"/>
              <a:ext cx="17383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333171C-6EE9-F7F4-E50A-8867B8932C73}"/>
              </a:ext>
            </a:extLst>
          </p:cNvPr>
          <p:cNvGrpSpPr/>
          <p:nvPr/>
        </p:nvGrpSpPr>
        <p:grpSpPr>
          <a:xfrm>
            <a:off x="825500" y="4779169"/>
            <a:ext cx="4015581" cy="2377281"/>
            <a:chOff x="825500" y="4779169"/>
            <a:chExt cx="4015581" cy="2377281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3EA3A4F-764E-8074-4C2C-74E903FE2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F3E5AF6-A5B5-D2AA-3607-A527C3D36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209EA0D-B1E1-0804-CE8E-3F81C0664781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2CFA176-4B8F-D490-713B-2AD11A45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CD63719D-25EF-FB1D-5951-BE778EFE9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13DBEE5-DFC1-A3EF-DD83-1E64ACB2BD46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E43C6327-B5D4-EB63-5C30-05C0B6B20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A1EF98-7921-FDBF-EDFD-13A986977DC7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50A3F9B-0D46-B0C1-30D3-05AC2B51B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5C3F089-9C1D-30BE-0204-18F194799433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23A10E0B-4E8D-B5C4-0EFB-B7AB0F409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8ACBA84-81CC-E801-1B60-4D2A2AAFE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D5EFD884-456B-0180-B0C7-341C73486086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31BDBFF-31F3-EAA6-D16E-3E867841AB2A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5B31E-5777-5BDF-D4AE-D31F425BB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35E69B8-EF55-2B1F-3F7C-46097EC9FD4C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DD7C350-D8D6-3151-64E2-AAB74384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194AF3E-7D4D-A121-4DA0-4A998EE19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012" y="5377657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3EF039D-207D-839B-6696-F0EB85976A06}"/>
                </a:ext>
              </a:extLst>
            </p:cNvPr>
            <p:cNvCxnSpPr>
              <a:cxnSpLocks/>
            </p:cNvCxnSpPr>
            <p:nvPr/>
          </p:nvCxnSpPr>
          <p:spPr>
            <a:xfrm>
              <a:off x="4839494" y="5138738"/>
              <a:ext cx="0" cy="2198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104C43F6-733A-FA38-805B-936F66C754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806" y="4906169"/>
              <a:ext cx="0" cy="1643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482EE02A-A288-9CFC-6503-9C7934DDFDF2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" y="4844256"/>
              <a:ext cx="343694" cy="1325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6441C89-B38A-FA6E-F98E-BECEE98F9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5106" y="4779169"/>
              <a:ext cx="169863" cy="769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AAB4720-F242-7477-1437-DECD97966BD6}"/>
              </a:ext>
            </a:extLst>
          </p:cNvPr>
          <p:cNvSpPr/>
          <p:nvPr/>
        </p:nvSpPr>
        <p:spPr>
          <a:xfrm>
            <a:off x="5031210" y="1025349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B0689408-8029-BEE0-456C-0BA2B28919DD}"/>
              </a:ext>
            </a:extLst>
          </p:cNvPr>
          <p:cNvSpPr/>
          <p:nvPr/>
        </p:nvSpPr>
        <p:spPr>
          <a:xfrm>
            <a:off x="5664623" y="1877837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9A548AA0-12A6-AED1-AE9D-B7E58E34199D}"/>
              </a:ext>
            </a:extLst>
          </p:cNvPr>
          <p:cNvSpPr/>
          <p:nvPr/>
        </p:nvSpPr>
        <p:spPr>
          <a:xfrm>
            <a:off x="1969082" y="51560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4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7A69247-E77F-7B01-A74C-966823A24EE3}"/>
              </a:ext>
            </a:extLst>
          </p:cNvPr>
          <p:cNvSpPr/>
          <p:nvPr/>
        </p:nvSpPr>
        <p:spPr>
          <a:xfrm>
            <a:off x="4901512" y="50050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1300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19.11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2954338"/>
            <a:ext cx="7723981" cy="3608387"/>
            <a:chOff x="997744" y="2954338"/>
            <a:chExt cx="7723981" cy="36083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825" y="3543300"/>
              <a:ext cx="343694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8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0700" y="3276600"/>
              <a:ext cx="1555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E690DDC-A804-F38F-64BF-48DFA2E35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2887" y="3021013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B21F395-51B2-FDC6-B09E-D802F19F5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7987" y="2954338"/>
              <a:ext cx="693738" cy="265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C64B32A-E980-C82D-284F-C0163FC37212}"/>
                </a:ext>
              </a:extLst>
            </p:cNvPr>
            <p:cNvCxnSpPr>
              <a:cxnSpLocks/>
            </p:cNvCxnSpPr>
            <p:nvPr/>
          </p:nvCxnSpPr>
          <p:spPr>
            <a:xfrm>
              <a:off x="6183312" y="32877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1021556" cy="1689895"/>
            <a:chOff x="3159919" y="476250"/>
            <a:chExt cx="1021556" cy="168989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C2381CC-295B-CC45-B4B8-14E923B3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1888" y="2054225"/>
              <a:ext cx="322262" cy="1119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2327274" y="3609975"/>
            <a:ext cx="1355726" cy="3025775"/>
            <a:chOff x="2327274" y="3609975"/>
            <a:chExt cx="1355726" cy="302577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5" y="3940175"/>
              <a:ext cx="514350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832099" y="3686175"/>
              <a:ext cx="0" cy="254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D967DEA-5B56-1287-0944-3D934CDAB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3609975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 flipV="1">
            <a:off x="5348288" y="3221037"/>
            <a:ext cx="182562" cy="7143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01481" y="346870"/>
            <a:ext cx="3886200" cy="3923505"/>
            <a:chOff x="5501481" y="346870"/>
            <a:chExt cx="3886200" cy="3923505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1844" y="3282950"/>
              <a:ext cx="18970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095625"/>
              <a:ext cx="0" cy="370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810000"/>
              <a:ext cx="164306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7300" y="3150394"/>
              <a:ext cx="0" cy="6564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0931" y="31503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432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1356" y="628650"/>
              <a:ext cx="2255044" cy="6175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D4379F4-EE3A-2B5B-141D-A0DEB4DE5D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3393" y="346870"/>
              <a:ext cx="0" cy="1452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F55045D-41CB-1112-72FB-2D14ACC5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869" y="118903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08A79F5-9EB0-4DBF-E050-327542499CD7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6" y="1273970"/>
              <a:ext cx="0" cy="243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3268B93-640D-EB16-C8AF-AAB3D6ED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4475" y="295513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63970F6-80EB-EF8A-DA8F-F680D3738E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8850" y="3289300"/>
              <a:ext cx="139700" cy="730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AFB1ED9-3862-5546-5E58-CE2645B8D0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5570" y="10263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F466E0E9-F15B-AE6C-C725-2EA25C754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481" y="1395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6D4019F-34CC-2328-81A9-9FE619C28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0719" y="1804987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1606" y="4805363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2516452" y="66052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7590261" y="292050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43808">
            <a:off x="609758" y="1602420"/>
            <a:ext cx="456881" cy="456881"/>
          </a:xfrm>
          <a:prstGeom prst="rect">
            <a:avLst/>
          </a:prstGeom>
        </p:spPr>
      </p:pic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627120"/>
            <a:ext cx="876300" cy="38862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12298" y="4395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4C3638-E846-F44D-3D38-4758CC942D18}"/>
              </a:ext>
            </a:extLst>
          </p:cNvPr>
          <p:cNvGrpSpPr/>
          <p:nvPr/>
        </p:nvGrpSpPr>
        <p:grpSpPr>
          <a:xfrm>
            <a:off x="814388" y="525462"/>
            <a:ext cx="6061075" cy="4722813"/>
            <a:chOff x="814388" y="525462"/>
            <a:chExt cx="6061075" cy="4722813"/>
          </a:xfrm>
          <a:effectLst/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DFD10BE-6559-74CC-DC37-FA169C41294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109788"/>
              <a:ext cx="0" cy="390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4F01EC-9EA2-EC15-0191-2C56545AF4A5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E71B738-0939-B648-F609-E3EEAA939801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6" y="2641600"/>
              <a:ext cx="0" cy="254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7849659-0904-499C-7568-BC8CE6853E50}"/>
                </a:ext>
              </a:extLst>
            </p:cNvPr>
            <p:cNvCxnSpPr>
              <a:cxnSpLocks/>
            </p:cNvCxnSpPr>
            <p:nvPr/>
          </p:nvCxnSpPr>
          <p:spPr>
            <a:xfrm>
              <a:off x="3005138" y="2950370"/>
              <a:ext cx="0" cy="1523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D225BD5-A899-4EA0-1827-23179F79A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125" y="2509838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441FDEA-8986-1DEB-517B-7D786B6C4690}"/>
                </a:ext>
              </a:extLst>
            </p:cNvPr>
            <p:cNvCxnSpPr>
              <a:cxnSpLocks/>
            </p:cNvCxnSpPr>
            <p:nvPr/>
          </p:nvCxnSpPr>
          <p:spPr>
            <a:xfrm>
              <a:off x="2833687" y="2886075"/>
              <a:ext cx="17383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69FEC5-DE63-0B7C-95FF-D09595E37F9F}"/>
                </a:ext>
              </a:extLst>
            </p:cNvPr>
            <p:cNvCxnSpPr>
              <a:cxnSpLocks/>
            </p:cNvCxnSpPr>
            <p:nvPr/>
          </p:nvCxnSpPr>
          <p:spPr>
            <a:xfrm>
              <a:off x="6535737" y="1060450"/>
              <a:ext cx="0" cy="511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D7ED90-C458-73C2-9A8F-E39E9433F607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3" y="2043113"/>
              <a:ext cx="182562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2F6CEB-4DB3-77AD-F1D3-746BF13A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788" y="1978025"/>
              <a:ext cx="328612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9863F1-ECFE-8D40-25E1-D072C3CC5731}"/>
                </a:ext>
              </a:extLst>
            </p:cNvPr>
            <p:cNvCxnSpPr>
              <a:cxnSpLocks/>
            </p:cNvCxnSpPr>
            <p:nvPr/>
          </p:nvCxnSpPr>
          <p:spPr>
            <a:xfrm>
              <a:off x="4008438" y="2047876"/>
              <a:ext cx="173037" cy="730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51210A8-5E2D-EB22-E8BD-7FEC3330F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238" y="20399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2796A73-E303-6A4A-0880-9A2447E817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380" y="1836420"/>
              <a:ext cx="1534795" cy="173355"/>
            </a:xfrm>
            <a:prstGeom prst="line">
              <a:avLst/>
            </a:prstGeom>
            <a:ln w="6350">
              <a:solidFill>
                <a:schemeClr val="bg1"/>
              </a:solidFill>
              <a:prstDash val="sysDash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EAAA98-36FF-96E2-9E67-9224679C5AD5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5" y="24288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7638DE-C23B-5F46-E188-062AE5D011BE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2414588"/>
              <a:ext cx="340519" cy="16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BF12A2-17A0-66F9-E715-9678459B639C}"/>
                </a:ext>
              </a:extLst>
            </p:cNvPr>
            <p:cNvCxnSpPr>
              <a:cxnSpLocks/>
            </p:cNvCxnSpPr>
            <p:nvPr/>
          </p:nvCxnSpPr>
          <p:spPr>
            <a:xfrm>
              <a:off x="4837113" y="1973263"/>
              <a:ext cx="33813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B01335-76F4-7065-C48B-4F571F016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1565275"/>
              <a:ext cx="1344612" cy="5445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ACB49-A74F-DE3C-6008-6D0C970A0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9388" y="9858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292D827-3882-0CDF-5E5C-A59F37AC50E3}"/>
                </a:ext>
              </a:extLst>
            </p:cNvPr>
            <p:cNvCxnSpPr>
              <a:cxnSpLocks/>
            </p:cNvCxnSpPr>
            <p:nvPr/>
          </p:nvCxnSpPr>
          <p:spPr>
            <a:xfrm>
              <a:off x="6704012" y="876300"/>
              <a:ext cx="0" cy="1023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7D643E-0885-EBF5-659C-153BE67D0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838" y="8048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979A12-F599-84BE-1E6A-E946470D55C7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730250"/>
              <a:ext cx="169863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9364F8-7119-B473-F133-1EBB2F53A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138" y="5254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946C31-B923-7933-66C0-6BE18F9E7590}"/>
                </a:ext>
              </a:extLst>
            </p:cNvPr>
            <p:cNvCxnSpPr>
              <a:cxnSpLocks/>
            </p:cNvCxnSpPr>
            <p:nvPr/>
          </p:nvCxnSpPr>
          <p:spPr>
            <a:xfrm>
              <a:off x="6697662" y="6096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56B5C1D-88A1-7730-B99C-7DC79EC804FF}"/>
                </a:ext>
              </a:extLst>
            </p:cNvPr>
            <p:cNvCxnSpPr>
              <a:cxnSpLocks/>
            </p:cNvCxnSpPr>
            <p:nvPr/>
          </p:nvCxnSpPr>
          <p:spPr>
            <a:xfrm>
              <a:off x="3005137" y="3093244"/>
              <a:ext cx="17383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9418DCC-C344-00D2-EEE2-E2A7C5700B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3" y="3024188"/>
              <a:ext cx="341312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E1BB99B-60EA-1B60-1FDE-5ED97DFF2C10}"/>
                </a:ext>
              </a:extLst>
            </p:cNvPr>
            <p:cNvCxnSpPr>
              <a:cxnSpLocks/>
            </p:cNvCxnSpPr>
            <p:nvPr/>
          </p:nvCxnSpPr>
          <p:spPr>
            <a:xfrm>
              <a:off x="3517106" y="3024187"/>
              <a:ext cx="495300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49C35E99-E283-1084-4782-722C146D6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6438" y="4470400"/>
              <a:ext cx="0" cy="777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FCF3AE2A-5765-BA14-F141-C73E4BC44F0F}"/>
                </a:ext>
              </a:extLst>
            </p:cNvPr>
            <p:cNvCxnSpPr>
              <a:cxnSpLocks/>
            </p:cNvCxnSpPr>
            <p:nvPr/>
          </p:nvCxnSpPr>
          <p:spPr>
            <a:xfrm>
              <a:off x="814388" y="4841083"/>
              <a:ext cx="0" cy="1523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333171C-6EE9-F7F4-E50A-8867B8932C73}"/>
              </a:ext>
            </a:extLst>
          </p:cNvPr>
          <p:cNvGrpSpPr/>
          <p:nvPr/>
        </p:nvGrpSpPr>
        <p:grpSpPr>
          <a:xfrm>
            <a:off x="814388" y="4779169"/>
            <a:ext cx="4026693" cy="2377281"/>
            <a:chOff x="814388" y="4779169"/>
            <a:chExt cx="4026693" cy="2377281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3EA3A4F-764E-8074-4C2C-74E903FE2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F3E5AF6-A5B5-D2AA-3607-A527C3D36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209EA0D-B1E1-0804-CE8E-3F81C0664781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2CFA176-4B8F-D490-713B-2AD11A45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CD63719D-25EF-FB1D-5951-BE778EFE9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13DBEE5-DFC1-A3EF-DD83-1E64ACB2BD46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E43C6327-B5D4-EB63-5C30-05C0B6B20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A1EF98-7921-FDBF-EDFD-13A986977DC7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50A3F9B-0D46-B0C1-30D3-05AC2B51B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5C3F089-9C1D-30BE-0204-18F194799433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23A10E0B-4E8D-B5C4-0EFB-B7AB0F409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8ACBA84-81CC-E801-1B60-4D2A2AAFE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D5EFD884-456B-0180-B0C7-341C73486086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31BDBFF-31F3-EAA6-D16E-3E867841AB2A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5B31E-5777-5BDF-D4AE-D31F425BB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35E69B8-EF55-2B1F-3F7C-46097EC9FD4C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DD7C350-D8D6-3151-64E2-AAB74384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194AF3E-7D4D-A121-4DA0-4A998EE19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012" y="5377657"/>
              <a:ext cx="169069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3EF039D-207D-839B-6696-F0EB85976A06}"/>
                </a:ext>
              </a:extLst>
            </p:cNvPr>
            <p:cNvCxnSpPr>
              <a:cxnSpLocks/>
            </p:cNvCxnSpPr>
            <p:nvPr/>
          </p:nvCxnSpPr>
          <p:spPr>
            <a:xfrm>
              <a:off x="4839494" y="5138738"/>
              <a:ext cx="0" cy="2198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104C43F6-733A-FA38-805B-936F66C75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388" y="4981576"/>
              <a:ext cx="175418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482EE02A-A288-9CFC-6503-9C7934DDFDF2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" y="4844256"/>
              <a:ext cx="343694" cy="1325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16441C89-B38A-FA6E-F98E-BECEE98F9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5106" y="4779169"/>
              <a:ext cx="169863" cy="769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AAB4720-F242-7477-1437-DECD97966BD6}"/>
              </a:ext>
            </a:extLst>
          </p:cNvPr>
          <p:cNvSpPr/>
          <p:nvPr/>
        </p:nvSpPr>
        <p:spPr>
          <a:xfrm>
            <a:off x="5031210" y="1025349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B0689408-8029-BEE0-456C-0BA2B28919DD}"/>
              </a:ext>
            </a:extLst>
          </p:cNvPr>
          <p:cNvSpPr/>
          <p:nvPr/>
        </p:nvSpPr>
        <p:spPr>
          <a:xfrm>
            <a:off x="5664623" y="1877837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9A548AA0-12A6-AED1-AE9D-B7E58E34199D}"/>
              </a:ext>
            </a:extLst>
          </p:cNvPr>
          <p:cNvSpPr/>
          <p:nvPr/>
        </p:nvSpPr>
        <p:spPr>
          <a:xfrm>
            <a:off x="1969082" y="51560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4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7A69247-E77F-7B01-A74C-966823A24EE3}"/>
              </a:ext>
            </a:extLst>
          </p:cNvPr>
          <p:cNvSpPr/>
          <p:nvPr/>
        </p:nvSpPr>
        <p:spPr>
          <a:xfrm>
            <a:off x="4901512" y="500505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4594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19.09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157538"/>
            <a:ext cx="7212806" cy="3405187"/>
            <a:chOff x="997744" y="3157538"/>
            <a:chExt cx="7212806" cy="34051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1769" y="3417094"/>
              <a:ext cx="666750" cy="2666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2763" y="3349625"/>
              <a:ext cx="163512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E5AB4B2-3608-2954-C8A5-4027544347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26212" y="3278188"/>
              <a:ext cx="176213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1021556" cy="1757364"/>
            <a:chOff x="3159919" y="476250"/>
            <a:chExt cx="1021556" cy="1757364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C2381CC-295B-CC45-B4B8-14E923B30340}"/>
                </a:ext>
              </a:extLst>
            </p:cNvPr>
            <p:cNvCxnSpPr>
              <a:cxnSpLocks/>
            </p:cNvCxnSpPr>
            <p:nvPr/>
          </p:nvCxnSpPr>
          <p:spPr>
            <a:xfrm>
              <a:off x="3671888" y="2150270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808037" y="3025775"/>
            <a:ext cx="3701257" cy="4130675"/>
            <a:chOff x="808037" y="3025775"/>
            <a:chExt cx="3701257" cy="413067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5" y="3940175"/>
              <a:ext cx="514350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832099" y="3686175"/>
              <a:ext cx="0" cy="254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D967DEA-5B56-1287-0944-3D934CDAB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3609975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81A04DE-905F-D584-B88E-9D7D7FDE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489075" y="4727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3193B4-A7D8-DF6E-7E73-E9E36C41FEC1}"/>
                </a:ext>
              </a:extLst>
            </p:cNvPr>
            <p:cNvCxnSpPr>
              <a:cxnSpLocks/>
            </p:cNvCxnSpPr>
            <p:nvPr/>
          </p:nvCxnSpPr>
          <p:spPr>
            <a:xfrm>
              <a:off x="815975" y="4854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E363785-0A7E-7F11-F868-1E9C6501E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775" y="4721225"/>
              <a:ext cx="495300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DDB37EC-F929-80A8-2CF3-C371BA01A5CC}"/>
                </a:ext>
              </a:extLst>
            </p:cNvPr>
            <p:cNvCxnSpPr>
              <a:cxnSpLocks/>
            </p:cNvCxnSpPr>
            <p:nvPr/>
          </p:nvCxnSpPr>
          <p:spPr>
            <a:xfrm>
              <a:off x="987425" y="5043488"/>
              <a:ext cx="0" cy="1444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F6773B1-B0F1-EEBC-05E7-E6ADDEFE8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EC26684-30F0-8352-C54A-1940EA35F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6474C3-1879-0766-D5E2-4FEDDEDCAC86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B8BE3F6-E07F-E4A7-43E7-600616807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B47198-F4EB-5ABF-DF77-ED31ABCE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7D2164A-768F-6BA3-3F34-A86B169FD5E1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1C879A0-A5C3-CD3D-65D8-3A563ED7F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903E622-3013-3A78-1FC7-D8EBB84133DD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644E6B-1124-BDD9-00B9-B7392BCE4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6EBAFA0-F146-BF04-5D6D-097D93166ACA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1E145B-8486-0D21-F45F-09D77308E3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3524D13-77E7-CCDA-120D-B0CE54589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1CD741F-750A-BD18-6A31-DB9591C78677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9BAB7C-B978-F3B7-565C-66CDA623F030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970080B-54FC-8CDA-97A5-9C16EA3E2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BAB5244-CAD4-A2D7-AAD9-589948E2FA4A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1850A0-2271-0376-0748-2ACB33EE1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BD89B3-C766-1891-B200-D47DB5DFB830}"/>
                </a:ext>
              </a:extLst>
            </p:cNvPr>
            <p:cNvCxnSpPr>
              <a:cxnSpLocks/>
            </p:cNvCxnSpPr>
            <p:nvPr/>
          </p:nvCxnSpPr>
          <p:spPr>
            <a:xfrm>
              <a:off x="3506788" y="3025775"/>
              <a:ext cx="514350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0ABBB62-DCC5-1775-6BD4-0D0291EDF6FE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7" y="4984750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BD387A-CBC9-197B-0A26-E47C0176F996}"/>
                </a:ext>
              </a:extLst>
            </p:cNvPr>
            <p:cNvCxnSpPr>
              <a:cxnSpLocks/>
            </p:cNvCxnSpPr>
            <p:nvPr/>
          </p:nvCxnSpPr>
          <p:spPr>
            <a:xfrm>
              <a:off x="815975" y="4862513"/>
              <a:ext cx="0" cy="1444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>
            <a:off x="5348288" y="3086100"/>
            <a:ext cx="338137" cy="1349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693569" y="346870"/>
            <a:ext cx="3700462" cy="3923505"/>
            <a:chOff x="5693569" y="346870"/>
            <a:chExt cx="3700462" cy="3923505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3569" y="3082925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AB9E7FF-B025-90D2-7422-484A2B23F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8" y="3083719"/>
              <a:ext cx="180975" cy="75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66EB06E-E66C-E772-DFEB-1A182E2F1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038" y="3078163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4DB0830B-8C69-9874-BA67-5A27F7D3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24563" y="3218656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FE205F4-265B-0FF2-C226-7969038D2E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4107" y="3290094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345656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FDEEA386-4D2C-37F7-7BC9-51F464E266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5269" y="3281363"/>
              <a:ext cx="171449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CE2C764-5FDA-DAB6-F80D-5C373239C112}"/>
                </a:ext>
              </a:extLst>
            </p:cNvPr>
            <p:cNvCxnSpPr>
              <a:cxnSpLocks/>
            </p:cNvCxnSpPr>
            <p:nvPr/>
          </p:nvCxnSpPr>
          <p:spPr>
            <a:xfrm>
              <a:off x="7865269" y="315991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61BDF86-5CDA-49B7-C145-3FB0DADB52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1438" y="308133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477470B5-5507-1D02-3995-4C1DAA8FB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5725" y="3026569"/>
              <a:ext cx="159544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C7EC7E75-A915-97F9-476C-D9703A4D1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8125" y="302418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E7432DD7-7001-593A-A655-BD741FF42B7D}"/>
                </a:ext>
              </a:extLst>
            </p:cNvPr>
            <p:cNvCxnSpPr>
              <a:cxnSpLocks/>
            </p:cNvCxnSpPr>
            <p:nvPr/>
          </p:nvCxnSpPr>
          <p:spPr>
            <a:xfrm>
              <a:off x="8029575" y="308848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A36FD8D1-925B-8E46-2DCA-16BD2DE9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4813" y="3217069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D8E3457-32E3-9877-B813-4785A74397C0}"/>
                </a:ext>
              </a:extLst>
            </p:cNvPr>
            <p:cNvCxnSpPr>
              <a:cxnSpLocks/>
            </p:cNvCxnSpPr>
            <p:nvPr/>
          </p:nvCxnSpPr>
          <p:spPr>
            <a:xfrm>
              <a:off x="8198644" y="3295650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644" y="3548063"/>
              <a:ext cx="842962" cy="316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150394"/>
              <a:ext cx="49291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9681" y="30837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0EE1B3B-3658-C96C-483D-E74337090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9225" y="3086100"/>
              <a:ext cx="354806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3160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342F38E-AEB1-2B96-6270-2E54D5640ADF}"/>
                </a:ext>
              </a:extLst>
            </p:cNvPr>
            <p:cNvCxnSpPr>
              <a:cxnSpLocks/>
            </p:cNvCxnSpPr>
            <p:nvPr/>
          </p:nvCxnSpPr>
          <p:spPr>
            <a:xfrm>
              <a:off x="6692106" y="866775"/>
              <a:ext cx="0" cy="644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A78497E5-02E9-25DF-2F0C-BFAD037091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8275" y="7183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F54BAB6D-43DA-A633-F02D-B49DAC0B3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1926" y="803275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1BF9690-BF13-A583-8AA0-6E2DD51FC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8794" y="790575"/>
              <a:ext cx="691356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FB5197B2-A2C0-206E-707D-8F5DBE356B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9832" y="7874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7631" y="347663"/>
              <a:ext cx="1326357" cy="517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D536F6A5-0A65-D9C1-1F13-005CC6DFC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051" y="349251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8C8BF162-4D49-1334-4DFB-6676FB3A0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075" y="5278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9F6D487-910D-DF83-2900-D1E6D6E2E494}"/>
                </a:ext>
              </a:extLst>
            </p:cNvPr>
            <p:cNvCxnSpPr>
              <a:cxnSpLocks/>
            </p:cNvCxnSpPr>
            <p:nvPr/>
          </p:nvCxnSpPr>
          <p:spPr>
            <a:xfrm>
              <a:off x="6691311" y="60642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72041DB6-3713-F020-45A1-422E2DB2208C}"/>
                </a:ext>
              </a:extLst>
            </p:cNvPr>
            <p:cNvCxnSpPr>
              <a:cxnSpLocks/>
            </p:cNvCxnSpPr>
            <p:nvPr/>
          </p:nvCxnSpPr>
          <p:spPr>
            <a:xfrm>
              <a:off x="6862761" y="73977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D4379F4-EE3A-2B5B-141D-A0DEB4DE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1943" y="34687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F55045D-41CB-1112-72FB-2D14ACC5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4794" y="122396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16768F-45AA-55AF-6E29-79E699F8BB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4150" y="3343275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CEE75D-D2C7-5948-BEB4-2E31A3802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4625" y="3155156"/>
              <a:ext cx="340519" cy="125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1606" y="4805363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1807792" y="5702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8099848" y="345866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A90897B-60A6-D9D4-506B-CED8542E1DB6}"/>
              </a:ext>
            </a:extLst>
          </p:cNvPr>
          <p:cNvSpPr/>
          <p:nvPr/>
        </p:nvSpPr>
        <p:spPr>
          <a:xfrm>
            <a:off x="2658692" y="65709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53BDF36-2F14-1832-5B7A-35F122680650}"/>
              </a:ext>
            </a:extLst>
          </p:cNvPr>
          <p:cNvSpPr/>
          <p:nvPr/>
        </p:nvSpPr>
        <p:spPr>
          <a:xfrm>
            <a:off x="4125542" y="51485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43808">
            <a:off x="609758" y="1602420"/>
            <a:ext cx="456881" cy="456881"/>
          </a:xfrm>
          <a:prstGeom prst="rect">
            <a:avLst/>
          </a:prstGeom>
        </p:spPr>
      </p:pic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FE93DD9-57D3-6F20-E937-6D3A309BA256}"/>
              </a:ext>
            </a:extLst>
          </p:cNvPr>
          <p:cNvCxnSpPr>
            <a:cxnSpLocks/>
          </p:cNvCxnSpPr>
          <p:nvPr/>
        </p:nvCxnSpPr>
        <p:spPr>
          <a:xfrm flipV="1">
            <a:off x="4673600" y="6223000"/>
            <a:ext cx="0" cy="42068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627120"/>
            <a:ext cx="876300" cy="38862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685386" y="108408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4C3638-E846-F44D-3D38-4758CC942D18}"/>
              </a:ext>
            </a:extLst>
          </p:cNvPr>
          <p:cNvGrpSpPr/>
          <p:nvPr/>
        </p:nvGrpSpPr>
        <p:grpSpPr>
          <a:xfrm>
            <a:off x="1135380" y="1836420"/>
            <a:ext cx="3384233" cy="1008380"/>
            <a:chOff x="1135380" y="1836420"/>
            <a:chExt cx="3384233" cy="1008380"/>
          </a:xfrm>
          <a:effectLst/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DFD10BE-6559-74CC-DC37-FA169C412942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1550"/>
              <a:ext cx="0" cy="2587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4F01EC-9EA2-EC15-0191-2C56545AF4A5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E71B738-0939-B648-F609-E3EEAA939801}"/>
                </a:ext>
              </a:extLst>
            </p:cNvPr>
            <p:cNvCxnSpPr>
              <a:cxnSpLocks/>
            </p:cNvCxnSpPr>
            <p:nvPr/>
          </p:nvCxnSpPr>
          <p:spPr>
            <a:xfrm>
              <a:off x="2844800" y="2641600"/>
              <a:ext cx="49847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400A7C1-CE9A-4702-F416-2139844C87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2171700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7849659-0904-499C-7568-BC8CE6853E50}"/>
                </a:ext>
              </a:extLst>
            </p:cNvPr>
            <p:cNvCxnSpPr>
              <a:cxnSpLocks/>
            </p:cNvCxnSpPr>
            <p:nvPr/>
          </p:nvCxnSpPr>
          <p:spPr>
            <a:xfrm>
              <a:off x="3521869" y="2757488"/>
              <a:ext cx="151606" cy="873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D225BD5-A899-4EA0-1827-23179F79A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125" y="2509838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441FDEA-8986-1DEB-517B-7D786B6C46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6131" y="2761456"/>
              <a:ext cx="186532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F4E6AFA4-6AE0-4591-7AAA-C946B4AD8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3950" y="2490788"/>
              <a:ext cx="855663" cy="3428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69FEC5-DE63-0B7C-95FF-D09595E37F9F}"/>
                </a:ext>
              </a:extLst>
            </p:cNvPr>
            <p:cNvCxnSpPr>
              <a:cxnSpLocks/>
            </p:cNvCxnSpPr>
            <p:nvPr/>
          </p:nvCxnSpPr>
          <p:spPr>
            <a:xfrm>
              <a:off x="4516437" y="2375695"/>
              <a:ext cx="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D7ED90-C458-73C2-9A8F-E39E9433F607}"/>
                </a:ext>
              </a:extLst>
            </p:cNvPr>
            <p:cNvCxnSpPr>
              <a:cxnSpLocks/>
            </p:cNvCxnSpPr>
            <p:nvPr/>
          </p:nvCxnSpPr>
          <p:spPr>
            <a:xfrm>
              <a:off x="4357688" y="2290763"/>
              <a:ext cx="142874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F2F6CEB-4DB3-77AD-F1D3-746BF13A6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888" y="2290762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9863F1-ECFE-8D40-25E1-D072C3CC5731}"/>
                </a:ext>
              </a:extLst>
            </p:cNvPr>
            <p:cNvCxnSpPr>
              <a:cxnSpLocks/>
            </p:cNvCxnSpPr>
            <p:nvPr/>
          </p:nvCxnSpPr>
          <p:spPr>
            <a:xfrm>
              <a:off x="4014788" y="2295526"/>
              <a:ext cx="142874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51210A8-5E2D-EB22-E8BD-7FEC3330F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6513" y="2281237"/>
              <a:ext cx="17462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18358F8A-CE2A-21C8-89C7-5085E16EFBB0}"/>
                </a:ext>
              </a:extLst>
            </p:cNvPr>
            <p:cNvCxnSpPr>
              <a:cxnSpLocks/>
            </p:cNvCxnSpPr>
            <p:nvPr/>
          </p:nvCxnSpPr>
          <p:spPr>
            <a:xfrm>
              <a:off x="3844924" y="2232820"/>
              <a:ext cx="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2796A73-E303-6A4A-0880-9A2447E817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380" y="1836420"/>
              <a:ext cx="1534795" cy="173355"/>
            </a:xfrm>
            <a:prstGeom prst="line">
              <a:avLst/>
            </a:prstGeom>
            <a:ln w="6350">
              <a:solidFill>
                <a:schemeClr val="bg1"/>
              </a:solidFill>
              <a:prstDash val="sysDash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241680-2C4C-1FBF-EEFD-0148EE7A6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3825" y="2633663"/>
              <a:ext cx="187325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EAAA98-36FF-96E2-9E67-9224679C5AD5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5" y="24288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7638DE-C23B-5F46-E188-062AE5D011BE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2414588"/>
              <a:ext cx="335756" cy="1730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919DA307-8190-3FBC-5E42-BC7648AD25EF}"/>
              </a:ext>
            </a:extLst>
          </p:cNvPr>
          <p:cNvGrpSpPr/>
          <p:nvPr/>
        </p:nvGrpSpPr>
        <p:grpSpPr>
          <a:xfrm>
            <a:off x="4457700" y="1397795"/>
            <a:ext cx="1216819" cy="4045742"/>
            <a:chOff x="4457700" y="1397795"/>
            <a:chExt cx="1216819" cy="4045742"/>
          </a:xfrm>
        </p:grpSpPr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7314AF0-51EB-13A9-9B5F-0FF64CBC1E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5844" y="4977606"/>
              <a:ext cx="342106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BC2F0C44-DD65-E8A8-A7DD-F69926C3B5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775" y="5369719"/>
              <a:ext cx="178594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59CB49FB-7D1B-5B6B-95B1-5B11428D3E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1081" y="5126831"/>
              <a:ext cx="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0C2913E9-3574-C32D-0792-2DCE44946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925" y="1397795"/>
              <a:ext cx="178594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1BBA11F3-AADD-CEF0-F962-E20446BEC7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57700" y="2736850"/>
              <a:ext cx="738981" cy="2262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E77B1F6-D211-671A-32C8-D0CEBAA9F39E}"/>
              </a:ext>
            </a:extLst>
          </p:cNvPr>
          <p:cNvSpPr/>
          <p:nvPr/>
        </p:nvSpPr>
        <p:spPr>
          <a:xfrm>
            <a:off x="5078042" y="11861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1267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2600"/>
              <a:ext cx="0" cy="143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80181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527D84-0027-C605-4212-F1B374D81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3027362"/>
              <a:ext cx="171450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19.08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157538"/>
            <a:ext cx="7212806" cy="3405187"/>
            <a:chOff x="997744" y="3157538"/>
            <a:chExt cx="7212806" cy="34051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0" y="3545681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4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062" y="3278188"/>
              <a:ext cx="176213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3702844" cy="1695450"/>
            <a:chOff x="3159919" y="476250"/>
            <a:chExt cx="3702844" cy="1695450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2E0C518F-38CA-5F59-CF78-9EB5DF4E8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4270" y="2043113"/>
              <a:ext cx="328611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03AEDEB-F981-AB2B-0A58-72DF59ECF2A2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81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438AD90-B100-B27B-E458-ACC220002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4332" y="2045494"/>
              <a:ext cx="169068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B628AC08-E2FC-B35E-B989-010BC13C17F2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A2867D70-9B67-8D85-6322-408C27284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5326" y="1976438"/>
              <a:ext cx="338137" cy="140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442057A-1039-5B10-273B-B42D97543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2" y="871538"/>
              <a:ext cx="0" cy="141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69FD70C-5916-9F19-8380-CD1115B37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982" y="1581150"/>
              <a:ext cx="1350168" cy="526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8FDB6DC7-9066-BA73-F45B-A231FBCDAB1D}"/>
                </a:ext>
              </a:extLst>
            </p:cNvPr>
            <p:cNvCxnSpPr>
              <a:cxnSpLocks/>
            </p:cNvCxnSpPr>
            <p:nvPr/>
          </p:nvCxnSpPr>
          <p:spPr>
            <a:xfrm>
              <a:off x="4845844" y="1981200"/>
              <a:ext cx="33575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09A35C91-A464-812F-24E9-286F7DF28240}"/>
                </a:ext>
              </a:extLst>
            </p:cNvPr>
            <p:cNvCxnSpPr>
              <a:cxnSpLocks/>
            </p:cNvCxnSpPr>
            <p:nvPr/>
          </p:nvCxnSpPr>
          <p:spPr>
            <a:xfrm>
              <a:off x="6522243" y="79771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33CD09C0-E6D9-1029-B7A6-26F4F21B1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770" y="73818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D36E4-D144-BC5B-CA70-633743FF3023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7" y="602456"/>
              <a:ext cx="0" cy="130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75C40FB-F860-DCF4-70AE-BA35ED7E78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077" y="52863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8106E50E-B5C7-038C-918C-2FB30AB80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313" y="802482"/>
              <a:ext cx="170655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84692455-BC4E-55D2-BAA1-920F69929C58}"/>
                </a:ext>
              </a:extLst>
            </p:cNvPr>
            <p:cNvCxnSpPr>
              <a:cxnSpLocks/>
            </p:cNvCxnSpPr>
            <p:nvPr/>
          </p:nvCxnSpPr>
          <p:spPr>
            <a:xfrm>
              <a:off x="6520657" y="1087438"/>
              <a:ext cx="0" cy="493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F04C724C-F6A7-9FF6-4B44-425BCBB907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9070" y="1008063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815975" y="2047875"/>
            <a:ext cx="4544219" cy="5108575"/>
            <a:chOff x="815975" y="2047875"/>
            <a:chExt cx="4544219" cy="510857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5" y="3940175"/>
              <a:ext cx="514350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832099" y="3686175"/>
              <a:ext cx="0" cy="254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23E4FAA8-EF45-F5F1-2140-1A34FAC68C33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1550"/>
              <a:ext cx="0" cy="6223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10B8DE82-BE42-6D15-6BFD-ED684D49E22B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E73FBD2-57A5-A2B9-D612-14EFD65327D8}"/>
                </a:ext>
              </a:extLst>
            </p:cNvPr>
            <p:cNvCxnSpPr>
              <a:cxnSpLocks/>
            </p:cNvCxnSpPr>
            <p:nvPr/>
          </p:nvCxnSpPr>
          <p:spPr>
            <a:xfrm>
              <a:off x="2324099" y="2447925"/>
              <a:ext cx="342901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D967DEA-5B56-1287-0944-3D934CDAB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3609975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81A04DE-905F-D584-B88E-9D7D7FDE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489075" y="4727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3193B4-A7D8-DF6E-7E73-E9E36C41FEC1}"/>
                </a:ext>
              </a:extLst>
            </p:cNvPr>
            <p:cNvCxnSpPr>
              <a:cxnSpLocks/>
            </p:cNvCxnSpPr>
            <p:nvPr/>
          </p:nvCxnSpPr>
          <p:spPr>
            <a:xfrm>
              <a:off x="815975" y="4854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E363785-0A7E-7F11-F868-1E9C6501E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775" y="4721225"/>
              <a:ext cx="495300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DDB37EC-F929-80A8-2CF3-C371BA01A5CC}"/>
                </a:ext>
              </a:extLst>
            </p:cNvPr>
            <p:cNvCxnSpPr>
              <a:cxnSpLocks/>
            </p:cNvCxnSpPr>
            <p:nvPr/>
          </p:nvCxnSpPr>
          <p:spPr>
            <a:xfrm>
              <a:off x="987425" y="4927600"/>
              <a:ext cx="0" cy="260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866515-5578-9339-ED24-0BD9F5B06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0194" y="4914900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FCD4F1-5422-2A15-301A-5104CB492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775" y="5369719"/>
              <a:ext cx="178594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8026F3-8096-59F5-E460-1DC7CE61B1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1081" y="5126831"/>
              <a:ext cx="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F6773B1-B0F1-EEBC-05E7-E6ADDEFE8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EC26684-30F0-8352-C54A-1940EA35F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6474C3-1879-0766-D5E2-4FEDDEDCAC86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B8BE3F6-E07F-E4A7-43E7-600616807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B47198-F4EB-5ABF-DF77-ED31ABCE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7D2164A-768F-6BA3-3F34-A86B169FD5E1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1C879A0-A5C3-CD3D-65D8-3A563ED7F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903E622-3013-3A78-1FC7-D8EBB84133DD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644E6B-1124-BDD9-00B9-B7392BCE4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6EBAFA0-F146-BF04-5D6D-097D93166ACA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1E145B-8486-0D21-F45F-09D77308E3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3524D13-77E7-CCDA-120D-B0CE54589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1CD741F-750A-BD18-6A31-DB9591C78677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9BAB7C-B978-F3B7-565C-66CDA623F030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970080B-54FC-8CDA-97A5-9C16EA3E2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BAB5244-CAD4-A2D7-AAD9-589948E2FA4A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1850A0-2271-0376-0748-2ACB33EE1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63F9BD-0FD8-F005-A75E-31EFB6CD0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2171700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DC8F686-5FD3-0EAB-E4A6-A708CFFDE640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3013075"/>
              <a:ext cx="682625" cy="2778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174E26-D6FD-4A22-C73E-24010CB0A9BB}"/>
                </a:ext>
              </a:extLst>
            </p:cNvPr>
            <p:cNvCxnSpPr>
              <a:cxnSpLocks/>
            </p:cNvCxnSpPr>
            <p:nvPr/>
          </p:nvCxnSpPr>
          <p:spPr>
            <a:xfrm>
              <a:off x="2325687" y="2447132"/>
              <a:ext cx="0" cy="120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3E7A798-4EF2-B71C-A031-378DF7630C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4056" y="4448175"/>
              <a:ext cx="0" cy="7929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51963DD-5A12-1320-C678-4165613CB17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299" y="3289300"/>
              <a:ext cx="0" cy="2587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034B232-F260-D61B-B333-9E3BBAA4747E}"/>
                </a:ext>
              </a:extLst>
            </p:cNvPr>
            <p:cNvCxnSpPr>
              <a:cxnSpLocks/>
            </p:cNvCxnSpPr>
            <p:nvPr/>
          </p:nvCxnSpPr>
          <p:spPr>
            <a:xfrm>
              <a:off x="4165599" y="3557587"/>
              <a:ext cx="17780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4E4756-71BC-27B9-82D3-6845B580694B}"/>
                </a:ext>
              </a:extLst>
            </p:cNvPr>
            <p:cNvCxnSpPr>
              <a:cxnSpLocks/>
            </p:cNvCxnSpPr>
            <p:nvPr/>
          </p:nvCxnSpPr>
          <p:spPr>
            <a:xfrm>
              <a:off x="4340224" y="3617912"/>
              <a:ext cx="0" cy="75882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C46A38F-13E4-3936-320F-DD348B717006}"/>
                </a:ext>
              </a:extLst>
            </p:cNvPr>
            <p:cNvCxnSpPr>
              <a:cxnSpLocks/>
            </p:cNvCxnSpPr>
            <p:nvPr/>
          </p:nvCxnSpPr>
          <p:spPr>
            <a:xfrm>
              <a:off x="4360862" y="4386262"/>
              <a:ext cx="17780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6438BA7-9E4A-317E-36A1-B857F02C59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125" y="2501900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8FF22EC-93A2-C866-16C0-E624822FF146}"/>
                </a:ext>
              </a:extLst>
            </p:cNvPr>
            <p:cNvCxnSpPr>
              <a:cxnSpLocks/>
            </p:cNvCxnSpPr>
            <p:nvPr/>
          </p:nvCxnSpPr>
          <p:spPr>
            <a:xfrm>
              <a:off x="2841624" y="2889250"/>
              <a:ext cx="174626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0072CE-D760-C5EE-D541-F9AF835F28FD}"/>
                </a:ext>
              </a:extLst>
            </p:cNvPr>
            <p:cNvCxnSpPr>
              <a:cxnSpLocks/>
            </p:cNvCxnSpPr>
            <p:nvPr/>
          </p:nvCxnSpPr>
          <p:spPr>
            <a:xfrm>
              <a:off x="3008312" y="2958307"/>
              <a:ext cx="0" cy="120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05A20E8-E67E-F0B7-3E3D-2B397470981C}"/>
                </a:ext>
              </a:extLst>
            </p:cNvPr>
            <p:cNvCxnSpPr>
              <a:cxnSpLocks/>
            </p:cNvCxnSpPr>
            <p:nvPr/>
          </p:nvCxnSpPr>
          <p:spPr>
            <a:xfrm>
              <a:off x="3000374" y="3089275"/>
              <a:ext cx="174626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1C2569E-E8C3-4B20-3DE9-9BDD47FC5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650" y="3016250"/>
              <a:ext cx="339725" cy="155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>
            <a:off x="5348288" y="3086100"/>
            <a:ext cx="338137" cy="1349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11006" y="338139"/>
            <a:ext cx="3883025" cy="3932236"/>
            <a:chOff x="5511006" y="338139"/>
            <a:chExt cx="3883025" cy="3932236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3569" y="3082925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AB9E7FF-B025-90D2-7422-484A2B23F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8" y="3083719"/>
              <a:ext cx="180975" cy="75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66EB06E-E66C-E772-DFEB-1A182E2F1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038" y="3078163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4DB0830B-8C69-9874-BA67-5A27F7D3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24563" y="3218656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FE205F4-265B-0FF2-C226-7969038D2E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4107" y="3290094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345656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FDEEA386-4D2C-37F7-7BC9-51F464E266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5269" y="3281363"/>
              <a:ext cx="171449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CE2C764-5FDA-DAB6-F80D-5C373239C112}"/>
                </a:ext>
              </a:extLst>
            </p:cNvPr>
            <p:cNvCxnSpPr>
              <a:cxnSpLocks/>
            </p:cNvCxnSpPr>
            <p:nvPr/>
          </p:nvCxnSpPr>
          <p:spPr>
            <a:xfrm>
              <a:off x="7865269" y="315991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61BDF86-5CDA-49B7-C145-3FB0DADB52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1438" y="308133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477470B5-5507-1D02-3995-4C1DAA8FB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5725" y="3026569"/>
              <a:ext cx="159544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C7EC7E75-A915-97F9-476C-D9703A4D1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8125" y="302418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E7432DD7-7001-593A-A655-BD741FF42B7D}"/>
                </a:ext>
              </a:extLst>
            </p:cNvPr>
            <p:cNvCxnSpPr>
              <a:cxnSpLocks/>
            </p:cNvCxnSpPr>
            <p:nvPr/>
          </p:nvCxnSpPr>
          <p:spPr>
            <a:xfrm>
              <a:off x="8029575" y="308848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A36FD8D1-925B-8E46-2DCA-16BD2DE9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4813" y="3217069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D8E3457-32E3-9877-B813-4785A74397C0}"/>
                </a:ext>
              </a:extLst>
            </p:cNvPr>
            <p:cNvCxnSpPr>
              <a:cxnSpLocks/>
            </p:cNvCxnSpPr>
            <p:nvPr/>
          </p:nvCxnSpPr>
          <p:spPr>
            <a:xfrm>
              <a:off x="8198644" y="3295650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644" y="3548063"/>
              <a:ext cx="842962" cy="316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150394"/>
              <a:ext cx="49291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9681" y="30837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0EE1B3B-3658-C96C-483D-E74337090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9225" y="3086100"/>
              <a:ext cx="354806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3160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342F38E-AEB1-2B96-6270-2E54D5640ADF}"/>
                </a:ext>
              </a:extLst>
            </p:cNvPr>
            <p:cNvCxnSpPr>
              <a:cxnSpLocks/>
            </p:cNvCxnSpPr>
            <p:nvPr/>
          </p:nvCxnSpPr>
          <p:spPr>
            <a:xfrm>
              <a:off x="6692106" y="1259681"/>
              <a:ext cx="0" cy="2516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A78497E5-02E9-25DF-2F0C-BFAD037091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0200" y="11882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F54BAB6D-43DA-A633-F02D-B49DAC0B3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8476" y="1190625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1BF9690-BF13-A583-8AA0-6E2DD51FC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0719" y="11906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FB5197B2-A2C0-206E-707D-8F5DBE356B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3757" y="1190625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8381" y="1181101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D536F6A5-0A65-D9C1-1F13-005CC6DFC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6657" y="1188244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E1AEB014-EC32-B332-B57F-BE4CBBDBC9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3663" y="1126331"/>
              <a:ext cx="320675" cy="134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0F538EC0-CF40-9E6E-F428-40118274AF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31957" y="1131094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AB2B9C69-3C09-64B1-422C-EA0B51E55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6581" y="11191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5F957F5F-E3E3-E5A8-79F8-16800FEC19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2476" y="112633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5C8AEB64-D493-3548-0C96-731F2A6FE6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9956" y="11191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C0207D5D-E19F-12E3-9328-F289E2A660AE}"/>
                </a:ext>
              </a:extLst>
            </p:cNvPr>
            <p:cNvCxnSpPr>
              <a:cxnSpLocks/>
            </p:cNvCxnSpPr>
            <p:nvPr/>
          </p:nvCxnSpPr>
          <p:spPr>
            <a:xfrm>
              <a:off x="8709024" y="990602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FFA68C06-08F8-D5A8-B041-902F52BC8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854869"/>
              <a:ext cx="346869" cy="1420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01430768-6793-D250-852D-9D80E3976F03}"/>
                </a:ext>
              </a:extLst>
            </p:cNvPr>
            <p:cNvCxnSpPr>
              <a:cxnSpLocks/>
            </p:cNvCxnSpPr>
            <p:nvPr/>
          </p:nvCxnSpPr>
          <p:spPr>
            <a:xfrm>
              <a:off x="9047161" y="73342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E5563BC6-8053-04DE-E228-B72689111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1925" y="6548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DA2B9A5B-A225-8B75-D9D1-1EAF95B3428B}"/>
                </a:ext>
              </a:extLst>
            </p:cNvPr>
            <p:cNvCxnSpPr>
              <a:cxnSpLocks/>
            </p:cNvCxnSpPr>
            <p:nvPr/>
          </p:nvCxnSpPr>
          <p:spPr>
            <a:xfrm>
              <a:off x="9220992" y="52625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5D92539C-BDE0-2CFE-A0E9-6B9C93CBF4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9" y="45243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DA6D859E-813E-704E-5FCB-C628EBC3FBF5}"/>
                </a:ext>
              </a:extLst>
            </p:cNvPr>
            <p:cNvCxnSpPr>
              <a:cxnSpLocks/>
            </p:cNvCxnSpPr>
            <p:nvPr/>
          </p:nvCxnSpPr>
          <p:spPr>
            <a:xfrm>
              <a:off x="9385298" y="33813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772E4545-85A8-C8D4-C1CD-6C41D1967E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1006" y="13858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CBA4E4E-47D8-9663-4060-2C5B4D760516}"/>
                </a:ext>
              </a:extLst>
            </p:cNvPr>
            <p:cNvCxnSpPr>
              <a:cxnSpLocks/>
            </p:cNvCxnSpPr>
            <p:nvPr/>
          </p:nvCxnSpPr>
          <p:spPr>
            <a:xfrm>
              <a:off x="5679281" y="18740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3BAB5100-F45A-C28C-6E09-6D5F66CBD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1750" y="1014413"/>
              <a:ext cx="239713" cy="130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706" y="2490788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1807792" y="5702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8099848" y="345866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A90897B-60A6-D9D4-506B-CED8542E1DB6}"/>
              </a:ext>
            </a:extLst>
          </p:cNvPr>
          <p:cNvSpPr/>
          <p:nvPr/>
        </p:nvSpPr>
        <p:spPr>
          <a:xfrm>
            <a:off x="2658692" y="65709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53BDF36-2F14-1832-5B7A-35F122680650}"/>
              </a:ext>
            </a:extLst>
          </p:cNvPr>
          <p:cNvSpPr/>
          <p:nvPr/>
        </p:nvSpPr>
        <p:spPr>
          <a:xfrm>
            <a:off x="4779592" y="52692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43808">
            <a:off x="2470308" y="992820"/>
            <a:ext cx="456881" cy="456881"/>
          </a:xfrm>
          <a:prstGeom prst="rect">
            <a:avLst/>
          </a:prstGeom>
        </p:spPr>
      </p:pic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FE93DD9-57D3-6F20-E937-6D3A309BA256}"/>
              </a:ext>
            </a:extLst>
          </p:cNvPr>
          <p:cNvCxnSpPr>
            <a:cxnSpLocks/>
          </p:cNvCxnSpPr>
          <p:nvPr/>
        </p:nvCxnSpPr>
        <p:spPr>
          <a:xfrm flipV="1">
            <a:off x="4673600" y="6223000"/>
            <a:ext cx="0" cy="42068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627120"/>
            <a:ext cx="876300" cy="38862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9B732C6-5555-B430-9BE1-84A25534A9B8}"/>
              </a:ext>
            </a:extLst>
          </p:cNvPr>
          <p:cNvCxnSpPr>
            <a:cxnSpLocks/>
          </p:cNvCxnSpPr>
          <p:nvPr/>
        </p:nvCxnSpPr>
        <p:spPr>
          <a:xfrm flipH="1">
            <a:off x="3014663" y="509588"/>
            <a:ext cx="3795712" cy="747712"/>
          </a:xfrm>
          <a:prstGeom prst="line">
            <a:avLst/>
          </a:prstGeom>
          <a:ln w="6350">
            <a:solidFill>
              <a:schemeClr val="bg1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13886" y="2744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A604843E-03E6-CD2E-4D80-B84EB66E5517}"/>
              </a:ext>
            </a:extLst>
          </p:cNvPr>
          <p:cNvSpPr/>
          <p:nvPr/>
        </p:nvSpPr>
        <p:spPr>
          <a:xfrm>
            <a:off x="5028988" y="111932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5A7A123-560C-2897-E9EE-A29F5BFFFFAE}"/>
              </a:ext>
            </a:extLst>
          </p:cNvPr>
          <p:cNvSpPr/>
          <p:nvPr/>
        </p:nvSpPr>
        <p:spPr>
          <a:xfrm>
            <a:off x="5679863" y="190037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8C4854-03AA-7E72-EA00-3C679B75EB63}"/>
              </a:ext>
            </a:extLst>
          </p:cNvPr>
          <p:cNvSpPr/>
          <p:nvPr/>
        </p:nvSpPr>
        <p:spPr>
          <a:xfrm>
            <a:off x="5243142" y="50342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C6D74A-0538-D51E-16ED-CEB5D6E57DCB}"/>
              </a:ext>
            </a:extLst>
          </p:cNvPr>
          <p:cNvSpPr/>
          <p:nvPr/>
        </p:nvSpPr>
        <p:spPr>
          <a:xfrm>
            <a:off x="252042" y="47104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29CFE4-93D6-2A26-6531-8CD144C324C1}"/>
              </a:ext>
            </a:extLst>
          </p:cNvPr>
          <p:cNvSpPr/>
          <p:nvPr/>
        </p:nvSpPr>
        <p:spPr>
          <a:xfrm>
            <a:off x="931492" y="41516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7187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159125"/>
              <a:ext cx="0" cy="12954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335756" cy="139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19.07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157538"/>
            <a:ext cx="7212806" cy="3405187"/>
            <a:chOff x="997744" y="3157538"/>
            <a:chExt cx="7212806" cy="34051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0" y="3545681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4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062" y="3278188"/>
              <a:ext cx="176213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3702844" cy="1695450"/>
            <a:chOff x="3159919" y="476250"/>
            <a:chExt cx="3702844" cy="1695450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2E0C518F-38CA-5F59-CF78-9EB5DF4E8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4270" y="2043113"/>
              <a:ext cx="328611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03AEDEB-F981-AB2B-0A58-72DF59ECF2A2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81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438AD90-B100-B27B-E458-ACC220002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4332" y="2045494"/>
              <a:ext cx="169068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B628AC08-E2FC-B35E-B989-010BC13C17F2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A2867D70-9B67-8D85-6322-408C27284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5326" y="1976438"/>
              <a:ext cx="338137" cy="140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442057A-1039-5B10-273B-B42D97543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2" y="871538"/>
              <a:ext cx="0" cy="141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69FD70C-5916-9F19-8380-CD1115B37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982" y="1581150"/>
              <a:ext cx="1350168" cy="526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8FDB6DC7-9066-BA73-F45B-A231FBCDAB1D}"/>
                </a:ext>
              </a:extLst>
            </p:cNvPr>
            <p:cNvCxnSpPr>
              <a:cxnSpLocks/>
            </p:cNvCxnSpPr>
            <p:nvPr/>
          </p:nvCxnSpPr>
          <p:spPr>
            <a:xfrm>
              <a:off x="4845844" y="1981200"/>
              <a:ext cx="33575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09A35C91-A464-812F-24E9-286F7DF28240}"/>
                </a:ext>
              </a:extLst>
            </p:cNvPr>
            <p:cNvCxnSpPr>
              <a:cxnSpLocks/>
            </p:cNvCxnSpPr>
            <p:nvPr/>
          </p:nvCxnSpPr>
          <p:spPr>
            <a:xfrm>
              <a:off x="6522243" y="79771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33CD09C0-E6D9-1029-B7A6-26F4F21B1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770" y="73818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D36E4-D144-BC5B-CA70-633743FF3023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7" y="602456"/>
              <a:ext cx="0" cy="130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75C40FB-F860-DCF4-70AE-BA35ED7E78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077" y="52863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8106E50E-B5C7-038C-918C-2FB30AB80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313" y="802482"/>
              <a:ext cx="170655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84692455-BC4E-55D2-BAA1-920F69929C58}"/>
                </a:ext>
              </a:extLst>
            </p:cNvPr>
            <p:cNvCxnSpPr>
              <a:cxnSpLocks/>
            </p:cNvCxnSpPr>
            <p:nvPr/>
          </p:nvCxnSpPr>
          <p:spPr>
            <a:xfrm>
              <a:off x="6520657" y="1087438"/>
              <a:ext cx="0" cy="493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F04C724C-F6A7-9FF6-4B44-425BCBB907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9070" y="1008063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815975" y="2047875"/>
            <a:ext cx="4371975" cy="5108575"/>
            <a:chOff x="815975" y="2047875"/>
            <a:chExt cx="4371975" cy="510857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5" y="3940175"/>
              <a:ext cx="514350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832099" y="3686175"/>
              <a:ext cx="0" cy="254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23E4FAA8-EF45-F5F1-2140-1A34FAC68C33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1550"/>
              <a:ext cx="0" cy="377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10B8DE82-BE42-6D15-6BFD-ED684D49E22B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E73FBD2-57A5-A2B9-D612-14EFD65327D8}"/>
                </a:ext>
              </a:extLst>
            </p:cNvPr>
            <p:cNvCxnSpPr>
              <a:cxnSpLocks/>
            </p:cNvCxnSpPr>
            <p:nvPr/>
          </p:nvCxnSpPr>
          <p:spPr>
            <a:xfrm>
              <a:off x="2324099" y="2447925"/>
              <a:ext cx="508001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D967DEA-5B56-1287-0944-3D934CDAB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3609975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81A04DE-905F-D584-B88E-9D7D7FDE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489075" y="4727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3193B4-A7D8-DF6E-7E73-E9E36C41FEC1}"/>
                </a:ext>
              </a:extLst>
            </p:cNvPr>
            <p:cNvCxnSpPr>
              <a:cxnSpLocks/>
            </p:cNvCxnSpPr>
            <p:nvPr/>
          </p:nvCxnSpPr>
          <p:spPr>
            <a:xfrm>
              <a:off x="815975" y="4854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E363785-0A7E-7F11-F868-1E9C6501E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775" y="4721225"/>
              <a:ext cx="495300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DDB37EC-F929-80A8-2CF3-C371BA01A5CC}"/>
                </a:ext>
              </a:extLst>
            </p:cNvPr>
            <p:cNvCxnSpPr>
              <a:cxnSpLocks/>
            </p:cNvCxnSpPr>
            <p:nvPr/>
          </p:nvCxnSpPr>
          <p:spPr>
            <a:xfrm>
              <a:off x="987425" y="4927600"/>
              <a:ext cx="0" cy="260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866515-5578-9339-ED24-0BD9F5B06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5844" y="4977606"/>
              <a:ext cx="342106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FCD4F1-5422-2A15-301A-5104CB492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775" y="5369719"/>
              <a:ext cx="178594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8026F3-8096-59F5-E460-1DC7CE61B1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1081" y="5126831"/>
              <a:ext cx="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F6773B1-B0F1-EEBC-05E7-E6ADDEFE8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EC26684-30F0-8352-C54A-1940EA35F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6474C3-1879-0766-D5E2-4FEDDEDCAC86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B8BE3F6-E07F-E4A7-43E7-600616807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B47198-F4EB-5ABF-DF77-ED31ABCE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7D2164A-768F-6BA3-3F34-A86B169FD5E1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1C879A0-A5C3-CD3D-65D8-3A563ED7F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903E622-3013-3A78-1FC7-D8EBB84133DD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644E6B-1124-BDD9-00B9-B7392BCE4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6EBAFA0-F146-BF04-5D6D-097D93166ACA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1E145B-8486-0D21-F45F-09D77308E3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3524D13-77E7-CCDA-120D-B0CE54589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1CD741F-750A-BD18-6A31-DB9591C78677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9BAB7C-B978-F3B7-565C-66CDA623F030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970080B-54FC-8CDA-97A5-9C16EA3E2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BAB5244-CAD4-A2D7-AAD9-589948E2FA4A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1850A0-2271-0376-0748-2ACB33EE1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667D7E4-D42C-8457-27A5-79D26665CC3B}"/>
                </a:ext>
              </a:extLst>
            </p:cNvPr>
            <p:cNvCxnSpPr>
              <a:cxnSpLocks/>
            </p:cNvCxnSpPr>
            <p:nvPr/>
          </p:nvCxnSpPr>
          <p:spPr>
            <a:xfrm>
              <a:off x="2654300" y="3613150"/>
              <a:ext cx="177800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1808C6-F916-A013-1BAC-325677E4BF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5825" y="2441575"/>
              <a:ext cx="15874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63F9BD-0FD8-F005-A75E-31EFB6CD0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2171700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DC8F686-5FD3-0EAB-E4A6-A708CFFDE640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3013075"/>
              <a:ext cx="517525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CC755F2-482B-6DC0-87DA-08F8241B6DD4}"/>
                </a:ext>
              </a:extLst>
            </p:cNvPr>
            <p:cNvCxnSpPr>
              <a:cxnSpLocks/>
            </p:cNvCxnSpPr>
            <p:nvPr/>
          </p:nvCxnSpPr>
          <p:spPr>
            <a:xfrm>
              <a:off x="2657474" y="3473450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ABDEE6E-C9D7-7167-585C-79F5CAC722E7}"/>
                </a:ext>
              </a:extLst>
            </p:cNvPr>
            <p:cNvCxnSpPr>
              <a:cxnSpLocks/>
            </p:cNvCxnSpPr>
            <p:nvPr/>
          </p:nvCxnSpPr>
          <p:spPr>
            <a:xfrm>
              <a:off x="2493963" y="2997200"/>
              <a:ext cx="0" cy="650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174E26-D6FD-4A22-C73E-24010CB0A9BB}"/>
                </a:ext>
              </a:extLst>
            </p:cNvPr>
            <p:cNvCxnSpPr>
              <a:cxnSpLocks/>
            </p:cNvCxnSpPr>
            <p:nvPr/>
          </p:nvCxnSpPr>
          <p:spPr>
            <a:xfrm>
              <a:off x="2163762" y="2518569"/>
              <a:ext cx="0" cy="120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>
            <a:off x="5348288" y="3086100"/>
            <a:ext cx="338137" cy="1349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11006" y="338139"/>
            <a:ext cx="3883025" cy="3932236"/>
            <a:chOff x="5511006" y="338139"/>
            <a:chExt cx="3883025" cy="3932236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3569" y="3082925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AB9E7FF-B025-90D2-7422-484A2B23F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8" y="3083719"/>
              <a:ext cx="180975" cy="75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66EB06E-E66C-E772-DFEB-1A182E2F1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038" y="3078163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4DB0830B-8C69-9874-BA67-5A27F7D3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24563" y="3218656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FE205F4-265B-0FF2-C226-7969038D2E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4107" y="3290094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345656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FDEEA386-4D2C-37F7-7BC9-51F464E266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5269" y="3281363"/>
              <a:ext cx="171449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CE2C764-5FDA-DAB6-F80D-5C373239C112}"/>
                </a:ext>
              </a:extLst>
            </p:cNvPr>
            <p:cNvCxnSpPr>
              <a:cxnSpLocks/>
            </p:cNvCxnSpPr>
            <p:nvPr/>
          </p:nvCxnSpPr>
          <p:spPr>
            <a:xfrm>
              <a:off x="7865269" y="315991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61BDF86-5CDA-49B7-C145-3FB0DADB52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1438" y="308133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477470B5-5507-1D02-3995-4C1DAA8FB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5725" y="3026569"/>
              <a:ext cx="159544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C7EC7E75-A915-97F9-476C-D9703A4D1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8125" y="302418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E7432DD7-7001-593A-A655-BD741FF42B7D}"/>
                </a:ext>
              </a:extLst>
            </p:cNvPr>
            <p:cNvCxnSpPr>
              <a:cxnSpLocks/>
            </p:cNvCxnSpPr>
            <p:nvPr/>
          </p:nvCxnSpPr>
          <p:spPr>
            <a:xfrm>
              <a:off x="8029575" y="308848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A36FD8D1-925B-8E46-2DCA-16BD2DE9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4813" y="3217069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D8E3457-32E3-9877-B813-4785A74397C0}"/>
                </a:ext>
              </a:extLst>
            </p:cNvPr>
            <p:cNvCxnSpPr>
              <a:cxnSpLocks/>
            </p:cNvCxnSpPr>
            <p:nvPr/>
          </p:nvCxnSpPr>
          <p:spPr>
            <a:xfrm>
              <a:off x="8198644" y="3295650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644" y="3548063"/>
              <a:ext cx="842962" cy="316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150394"/>
              <a:ext cx="49291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9681" y="30837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0EE1B3B-3658-C96C-483D-E74337090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9225" y="3086100"/>
              <a:ext cx="354806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3160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342F38E-AEB1-2B96-6270-2E54D5640ADF}"/>
                </a:ext>
              </a:extLst>
            </p:cNvPr>
            <p:cNvCxnSpPr>
              <a:cxnSpLocks/>
            </p:cNvCxnSpPr>
            <p:nvPr/>
          </p:nvCxnSpPr>
          <p:spPr>
            <a:xfrm>
              <a:off x="6692106" y="1259681"/>
              <a:ext cx="0" cy="2516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A78497E5-02E9-25DF-2F0C-BFAD037091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0200" y="11882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F54BAB6D-43DA-A633-F02D-B49DAC0B3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8476" y="1190625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1BF9690-BF13-A583-8AA0-6E2DD51FC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0719" y="11906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FB5197B2-A2C0-206E-707D-8F5DBE356B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3757" y="1190625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8381" y="1181101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D536F6A5-0A65-D9C1-1F13-005CC6DFC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6657" y="1188244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E1AEB014-EC32-B332-B57F-BE4CBBDBC9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3663" y="1126331"/>
              <a:ext cx="320675" cy="134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0F538EC0-CF40-9E6E-F428-40118274AF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31957" y="1131094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AB2B9C69-3C09-64B1-422C-EA0B51E55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6581" y="11191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5F957F5F-E3E3-E5A8-79F8-16800FEC19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2476" y="112633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5C8AEB64-D493-3548-0C96-731F2A6FE6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9956" y="11191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C0207D5D-E19F-12E3-9328-F289E2A660AE}"/>
                </a:ext>
              </a:extLst>
            </p:cNvPr>
            <p:cNvCxnSpPr>
              <a:cxnSpLocks/>
            </p:cNvCxnSpPr>
            <p:nvPr/>
          </p:nvCxnSpPr>
          <p:spPr>
            <a:xfrm>
              <a:off x="8709024" y="990602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FFA68C06-08F8-D5A8-B041-902F52BC8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854869"/>
              <a:ext cx="346869" cy="1420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01430768-6793-D250-852D-9D80E3976F03}"/>
                </a:ext>
              </a:extLst>
            </p:cNvPr>
            <p:cNvCxnSpPr>
              <a:cxnSpLocks/>
            </p:cNvCxnSpPr>
            <p:nvPr/>
          </p:nvCxnSpPr>
          <p:spPr>
            <a:xfrm>
              <a:off x="9047161" y="73342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E5563BC6-8053-04DE-E228-B72689111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1925" y="6548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DA2B9A5B-A225-8B75-D9D1-1EAF95B3428B}"/>
                </a:ext>
              </a:extLst>
            </p:cNvPr>
            <p:cNvCxnSpPr>
              <a:cxnSpLocks/>
            </p:cNvCxnSpPr>
            <p:nvPr/>
          </p:nvCxnSpPr>
          <p:spPr>
            <a:xfrm>
              <a:off x="9220992" y="52625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5D92539C-BDE0-2CFE-A0E9-6B9C93CBF4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9" y="45243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DA6D859E-813E-704E-5FCB-C628EBC3FBF5}"/>
                </a:ext>
              </a:extLst>
            </p:cNvPr>
            <p:cNvCxnSpPr>
              <a:cxnSpLocks/>
            </p:cNvCxnSpPr>
            <p:nvPr/>
          </p:nvCxnSpPr>
          <p:spPr>
            <a:xfrm>
              <a:off x="9385298" y="33813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772E4545-85A8-C8D4-C1CD-6C41D1967E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1006" y="13858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CBA4E4E-47D8-9663-4060-2C5B4D760516}"/>
                </a:ext>
              </a:extLst>
            </p:cNvPr>
            <p:cNvCxnSpPr>
              <a:cxnSpLocks/>
            </p:cNvCxnSpPr>
            <p:nvPr/>
          </p:nvCxnSpPr>
          <p:spPr>
            <a:xfrm>
              <a:off x="5679281" y="18740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3BAB5100-F45A-C28C-6E09-6D5F66CBD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1750" y="1014413"/>
              <a:ext cx="239713" cy="130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026" y="4822508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1807792" y="5702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8099848" y="345866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A90897B-60A6-D9D4-506B-CED8542E1DB6}"/>
              </a:ext>
            </a:extLst>
          </p:cNvPr>
          <p:cNvSpPr/>
          <p:nvPr/>
        </p:nvSpPr>
        <p:spPr>
          <a:xfrm>
            <a:off x="2658692" y="65709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53BDF36-2F14-1832-5B7A-35F122680650}"/>
              </a:ext>
            </a:extLst>
          </p:cNvPr>
          <p:cNvSpPr/>
          <p:nvPr/>
        </p:nvSpPr>
        <p:spPr>
          <a:xfrm>
            <a:off x="4004892" y="53771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43808">
            <a:off x="2470308" y="992820"/>
            <a:ext cx="456881" cy="456881"/>
          </a:xfrm>
          <a:prstGeom prst="rect">
            <a:avLst/>
          </a:prstGeom>
        </p:spPr>
      </p:pic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FE93DD9-57D3-6F20-E937-6D3A309BA256}"/>
              </a:ext>
            </a:extLst>
          </p:cNvPr>
          <p:cNvCxnSpPr>
            <a:cxnSpLocks/>
          </p:cNvCxnSpPr>
          <p:nvPr/>
        </p:nvCxnSpPr>
        <p:spPr>
          <a:xfrm flipH="1" flipV="1">
            <a:off x="4616450" y="6203950"/>
            <a:ext cx="102394" cy="91122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627120"/>
            <a:ext cx="876300" cy="38862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9B732C6-5555-B430-9BE1-84A25534A9B8}"/>
              </a:ext>
            </a:extLst>
          </p:cNvPr>
          <p:cNvCxnSpPr>
            <a:cxnSpLocks/>
          </p:cNvCxnSpPr>
          <p:nvPr/>
        </p:nvCxnSpPr>
        <p:spPr>
          <a:xfrm flipH="1">
            <a:off x="3014663" y="509588"/>
            <a:ext cx="3795712" cy="747712"/>
          </a:xfrm>
          <a:prstGeom prst="line">
            <a:avLst/>
          </a:prstGeom>
          <a:ln w="6350">
            <a:solidFill>
              <a:schemeClr val="bg1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6F8C358-4A98-E126-113F-B3B6FCCE31D3}"/>
              </a:ext>
            </a:extLst>
          </p:cNvPr>
          <p:cNvSpPr/>
          <p:nvPr/>
        </p:nvSpPr>
        <p:spPr>
          <a:xfrm>
            <a:off x="1779217" y="294034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4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13886" y="2744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A604843E-03E6-CD2E-4D80-B84EB66E5517}"/>
              </a:ext>
            </a:extLst>
          </p:cNvPr>
          <p:cNvSpPr/>
          <p:nvPr/>
        </p:nvSpPr>
        <p:spPr>
          <a:xfrm>
            <a:off x="5028988" y="111932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5A7A123-560C-2897-E9EE-A29F5BFFFFAE}"/>
              </a:ext>
            </a:extLst>
          </p:cNvPr>
          <p:cNvSpPr/>
          <p:nvPr/>
        </p:nvSpPr>
        <p:spPr>
          <a:xfrm>
            <a:off x="5679863" y="190037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0156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0496" y="27495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159125"/>
              <a:ext cx="0" cy="12954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335756" cy="139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19.07_2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33375"/>
            <a:ext cx="3186113" cy="2559844"/>
            <a:chOff x="488156" y="333375"/>
            <a:chExt cx="3186113" cy="2559844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349250"/>
              <a:ext cx="1505744" cy="572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3150" y="342900"/>
              <a:ext cx="821531" cy="3024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78103A84-6886-9F6E-A716-F3B760E46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3107" y="342900"/>
              <a:ext cx="169068" cy="57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FDC1711F-266E-78C2-1993-AD11EBEA1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333375"/>
              <a:ext cx="174625" cy="603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157538"/>
            <a:ext cx="7212806" cy="3405187"/>
            <a:chOff x="997744" y="3157538"/>
            <a:chExt cx="7212806" cy="34051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0" y="3545681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4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062" y="32781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476250"/>
            <a:ext cx="3702844" cy="1695450"/>
            <a:chOff x="3159919" y="476250"/>
            <a:chExt cx="3702844" cy="1695450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2E0C518F-38CA-5F59-CF78-9EB5DF4E8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4270" y="2043113"/>
              <a:ext cx="328611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03AEDEB-F981-AB2B-0A58-72DF59ECF2A2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81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438AD90-B100-B27B-E458-ACC220002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4332" y="2045494"/>
              <a:ext cx="169068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B628AC08-E2FC-B35E-B989-010BC13C17F2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A2867D70-9B67-8D85-6322-408C27284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5326" y="1976438"/>
              <a:ext cx="338137" cy="140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442057A-1039-5B10-273B-B42D97543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2" y="871538"/>
              <a:ext cx="0" cy="141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69FD70C-5916-9F19-8380-CD1115B37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982" y="1581150"/>
              <a:ext cx="1350168" cy="526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8FDB6DC7-9066-BA73-F45B-A231FBCDAB1D}"/>
                </a:ext>
              </a:extLst>
            </p:cNvPr>
            <p:cNvCxnSpPr>
              <a:cxnSpLocks/>
            </p:cNvCxnSpPr>
            <p:nvPr/>
          </p:nvCxnSpPr>
          <p:spPr>
            <a:xfrm>
              <a:off x="4845844" y="1981200"/>
              <a:ext cx="33575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09A35C91-A464-812F-24E9-286F7DF28240}"/>
                </a:ext>
              </a:extLst>
            </p:cNvPr>
            <p:cNvCxnSpPr>
              <a:cxnSpLocks/>
            </p:cNvCxnSpPr>
            <p:nvPr/>
          </p:nvCxnSpPr>
          <p:spPr>
            <a:xfrm>
              <a:off x="6522243" y="79771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33CD09C0-E6D9-1029-B7A6-26F4F21B1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770" y="73818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D36E4-D144-BC5B-CA70-633743FF3023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7" y="602456"/>
              <a:ext cx="0" cy="130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75C40FB-F860-DCF4-70AE-BA35ED7E78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077" y="52863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8106E50E-B5C7-038C-918C-2FB30AB80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313" y="802482"/>
              <a:ext cx="170655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84692455-BC4E-55D2-BAA1-920F69929C58}"/>
                </a:ext>
              </a:extLst>
            </p:cNvPr>
            <p:cNvCxnSpPr>
              <a:cxnSpLocks/>
            </p:cNvCxnSpPr>
            <p:nvPr/>
          </p:nvCxnSpPr>
          <p:spPr>
            <a:xfrm>
              <a:off x="6520657" y="1087438"/>
              <a:ext cx="0" cy="493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F04C724C-F6A7-9FF6-4B44-425BCBB907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9070" y="1008063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815975" y="2047875"/>
            <a:ext cx="4371975" cy="5108575"/>
            <a:chOff x="815975" y="2047875"/>
            <a:chExt cx="4371975" cy="510857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5" y="3940175"/>
              <a:ext cx="514350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832099" y="3686175"/>
              <a:ext cx="0" cy="254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23E4FAA8-EF45-F5F1-2140-1A34FAC68C33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1550"/>
              <a:ext cx="0" cy="377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10B8DE82-BE42-6D15-6BFD-ED684D49E22B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E73FBD2-57A5-A2B9-D612-14EFD65327D8}"/>
                </a:ext>
              </a:extLst>
            </p:cNvPr>
            <p:cNvCxnSpPr>
              <a:cxnSpLocks/>
            </p:cNvCxnSpPr>
            <p:nvPr/>
          </p:nvCxnSpPr>
          <p:spPr>
            <a:xfrm>
              <a:off x="2324099" y="2447925"/>
              <a:ext cx="508001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D967DEA-5B56-1287-0944-3D934CDAB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3609975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81A04DE-905F-D584-B88E-9D7D7FDE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489075" y="4727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3193B4-A7D8-DF6E-7E73-E9E36C41FEC1}"/>
                </a:ext>
              </a:extLst>
            </p:cNvPr>
            <p:cNvCxnSpPr>
              <a:cxnSpLocks/>
            </p:cNvCxnSpPr>
            <p:nvPr/>
          </p:nvCxnSpPr>
          <p:spPr>
            <a:xfrm>
              <a:off x="815975" y="4854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E363785-0A7E-7F11-F868-1E9C6501E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775" y="4721225"/>
              <a:ext cx="495300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DDB37EC-F929-80A8-2CF3-C371BA01A5CC}"/>
                </a:ext>
              </a:extLst>
            </p:cNvPr>
            <p:cNvCxnSpPr>
              <a:cxnSpLocks/>
            </p:cNvCxnSpPr>
            <p:nvPr/>
          </p:nvCxnSpPr>
          <p:spPr>
            <a:xfrm>
              <a:off x="987425" y="4927600"/>
              <a:ext cx="0" cy="260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866515-5578-9339-ED24-0BD9F5B06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5844" y="4977606"/>
              <a:ext cx="342106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FCD4F1-5422-2A15-301A-5104CB492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775" y="5369719"/>
              <a:ext cx="178594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8026F3-8096-59F5-E460-1DC7CE61B1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1081" y="5126831"/>
              <a:ext cx="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F6773B1-B0F1-EEBC-05E7-E6ADDEFE8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EC26684-30F0-8352-C54A-1940EA35F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6474C3-1879-0766-D5E2-4FEDDEDCAC86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B8BE3F6-E07F-E4A7-43E7-600616807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B47198-F4EB-5ABF-DF77-ED31ABCE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7D2164A-768F-6BA3-3F34-A86B169FD5E1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1C879A0-A5C3-CD3D-65D8-3A563ED7F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903E622-3013-3A78-1FC7-D8EBB84133DD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644E6B-1124-BDD9-00B9-B7392BCE4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6EBAFA0-F146-BF04-5D6D-097D93166ACA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1E145B-8486-0D21-F45F-09D77308E3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3524D13-77E7-CCDA-120D-B0CE54589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1CD741F-750A-BD18-6A31-DB9591C78677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9BAB7C-B978-F3B7-565C-66CDA623F030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970080B-54FC-8CDA-97A5-9C16EA3E2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BAB5244-CAD4-A2D7-AAD9-589948E2FA4A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1850A0-2271-0376-0748-2ACB33EE1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667D7E4-D42C-8457-27A5-79D26665CC3B}"/>
                </a:ext>
              </a:extLst>
            </p:cNvPr>
            <p:cNvCxnSpPr>
              <a:cxnSpLocks/>
            </p:cNvCxnSpPr>
            <p:nvPr/>
          </p:nvCxnSpPr>
          <p:spPr>
            <a:xfrm>
              <a:off x="2654300" y="3613150"/>
              <a:ext cx="177800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1808C6-F916-A013-1BAC-325677E4BF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5825" y="2441575"/>
              <a:ext cx="15874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63F9BD-0FD8-F005-A75E-31EFB6CD0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2171700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DC8F686-5FD3-0EAB-E4A6-A708CFFDE640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3013075"/>
              <a:ext cx="517525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CC755F2-482B-6DC0-87DA-08F8241B6DD4}"/>
                </a:ext>
              </a:extLst>
            </p:cNvPr>
            <p:cNvCxnSpPr>
              <a:cxnSpLocks/>
            </p:cNvCxnSpPr>
            <p:nvPr/>
          </p:nvCxnSpPr>
          <p:spPr>
            <a:xfrm>
              <a:off x="2657474" y="3473450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ABDEE6E-C9D7-7167-585C-79F5CAC722E7}"/>
                </a:ext>
              </a:extLst>
            </p:cNvPr>
            <p:cNvCxnSpPr>
              <a:cxnSpLocks/>
            </p:cNvCxnSpPr>
            <p:nvPr/>
          </p:nvCxnSpPr>
          <p:spPr>
            <a:xfrm>
              <a:off x="2493963" y="2997200"/>
              <a:ext cx="0" cy="650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174E26-D6FD-4A22-C73E-24010CB0A9BB}"/>
                </a:ext>
              </a:extLst>
            </p:cNvPr>
            <p:cNvCxnSpPr>
              <a:cxnSpLocks/>
            </p:cNvCxnSpPr>
            <p:nvPr/>
          </p:nvCxnSpPr>
          <p:spPr>
            <a:xfrm>
              <a:off x="2163762" y="2518569"/>
              <a:ext cx="0" cy="120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>
            <a:off x="5348288" y="3086100"/>
            <a:ext cx="338137" cy="1349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511006" y="338139"/>
            <a:ext cx="3883025" cy="3932236"/>
            <a:chOff x="5511006" y="338139"/>
            <a:chExt cx="3883025" cy="3932236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3569" y="3082925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AB9E7FF-B025-90D2-7422-484A2B23F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8" y="3083719"/>
              <a:ext cx="180975" cy="75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66EB06E-E66C-E772-DFEB-1A182E2F1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038" y="3078163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4DB0830B-8C69-9874-BA67-5A27F7D3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24563" y="3218656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FE205F4-265B-0FF2-C226-7969038D2E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4107" y="3290094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345656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FDEEA386-4D2C-37F7-7BC9-51F464E266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5269" y="3281363"/>
              <a:ext cx="171449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CE2C764-5FDA-DAB6-F80D-5C373239C112}"/>
                </a:ext>
              </a:extLst>
            </p:cNvPr>
            <p:cNvCxnSpPr>
              <a:cxnSpLocks/>
            </p:cNvCxnSpPr>
            <p:nvPr/>
          </p:nvCxnSpPr>
          <p:spPr>
            <a:xfrm>
              <a:off x="7865269" y="315991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61BDF86-5CDA-49B7-C145-3FB0DADB52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1438" y="308133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477470B5-5507-1D02-3995-4C1DAA8FB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5725" y="3026569"/>
              <a:ext cx="159544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C7EC7E75-A915-97F9-476C-D9703A4D1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8125" y="302418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E7432DD7-7001-593A-A655-BD741FF42B7D}"/>
                </a:ext>
              </a:extLst>
            </p:cNvPr>
            <p:cNvCxnSpPr>
              <a:cxnSpLocks/>
            </p:cNvCxnSpPr>
            <p:nvPr/>
          </p:nvCxnSpPr>
          <p:spPr>
            <a:xfrm>
              <a:off x="8029575" y="308848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A36FD8D1-925B-8E46-2DCA-16BD2DE9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4813" y="3217069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D8E3457-32E3-9877-B813-4785A74397C0}"/>
                </a:ext>
              </a:extLst>
            </p:cNvPr>
            <p:cNvCxnSpPr>
              <a:cxnSpLocks/>
            </p:cNvCxnSpPr>
            <p:nvPr/>
          </p:nvCxnSpPr>
          <p:spPr>
            <a:xfrm>
              <a:off x="8198644" y="3295650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644" y="3548063"/>
              <a:ext cx="842962" cy="316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150394"/>
              <a:ext cx="49291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9681" y="30837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0EE1B3B-3658-C96C-483D-E74337090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9225" y="3086100"/>
              <a:ext cx="354806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916906"/>
              <a:ext cx="0" cy="13160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FD22D61-AEEA-CAE5-2286-7D82BFD95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8" y="17692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97A13B9-3D1D-C7DA-382B-87819ED47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8294" y="184070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8DFD2F-CB5F-1585-9A76-C5C221FA2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7681" y="1262063"/>
              <a:ext cx="0" cy="504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AC3EF3C-947D-F60B-190D-ABB65F5E7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087" y="1331119"/>
              <a:ext cx="0" cy="3643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12CA150-794F-F011-6AC6-E25A773D03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844" y="1638300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51790E3-7DD8-7E31-BE6A-F6DD1FB13C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0018" y="151923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44D6F43-978E-79E5-46E5-3932BD8A0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950" y="151209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E0EDD93-D120-70E4-671F-C404E37360D7}"/>
                </a:ext>
              </a:extLst>
            </p:cNvPr>
            <p:cNvCxnSpPr>
              <a:cxnSpLocks/>
            </p:cNvCxnSpPr>
            <p:nvPr/>
          </p:nvCxnSpPr>
          <p:spPr>
            <a:xfrm>
              <a:off x="8870949" y="15978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781C16D-0D0A-651A-9346-F0F5050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1714500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6B8E1C6-C44A-F3CC-D49D-4A2FC652A86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262" y="1516856"/>
              <a:ext cx="0" cy="277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CF7687-E9B3-17FE-D1E5-0CB162A2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5193" y="151447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44F265-0A50-50F4-F99E-E6BB9038A2E7}"/>
                </a:ext>
              </a:extLst>
            </p:cNvPr>
            <p:cNvCxnSpPr>
              <a:cxnSpLocks/>
            </p:cNvCxnSpPr>
            <p:nvPr/>
          </p:nvCxnSpPr>
          <p:spPr>
            <a:xfrm>
              <a:off x="8539955" y="1595437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EEAF2F4-2A97-8B00-E510-4354859AF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6124" y="1833563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AAAF6AD-4266-8E38-C499-7DB2DFCAD70A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6" y="1657349"/>
              <a:ext cx="0" cy="2286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0DDBA547-719A-489F-E742-63666B620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7056" y="16525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0E76F66-7D98-5A79-22D7-188212231E5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199" y="1712120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1500B67-EAD9-3F16-4E66-00A6CE1E5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750" y="183594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0BB15CB-1120-598D-48AB-52BA0BD0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511" y="1654969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EF5C72-3416-61B9-5917-C39A4C36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6063" y="16478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E852D29-5B36-EC28-09A7-E2EF358C0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70823" y="1726406"/>
              <a:ext cx="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073D9329-4ADF-1366-E46A-6AB5938A9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3819" y="1897856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BFA802A9-E3BF-0254-9F3E-C3C16DC0FC11}"/>
                </a:ext>
              </a:extLst>
            </p:cNvPr>
            <p:cNvCxnSpPr>
              <a:cxnSpLocks/>
            </p:cNvCxnSpPr>
            <p:nvPr/>
          </p:nvCxnSpPr>
          <p:spPr>
            <a:xfrm>
              <a:off x="7699374" y="177879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92991-E4F8-4085-4AB9-10C1FB364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2" y="1712118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D09DAA0-824D-1CA6-1792-71233F2035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9830" y="171926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806A5D0-FC63-1D5E-5762-DB8A9BB5B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3" y="18430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ED7D3414-73F1-44EF-D3E1-4A0ED37BC7BB}"/>
                </a:ext>
              </a:extLst>
            </p:cNvPr>
            <p:cNvCxnSpPr>
              <a:cxnSpLocks/>
            </p:cNvCxnSpPr>
            <p:nvPr/>
          </p:nvCxnSpPr>
          <p:spPr>
            <a:xfrm>
              <a:off x="7368381" y="17978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D59690B-AD43-B4AF-92FB-FBBE053E3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1694" y="1776414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B3623F0-28C6-5555-32D6-D1405CD549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069" y="177641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05FE0C6-BB21-DA46-7D53-D744D1580D4D}"/>
                </a:ext>
              </a:extLst>
            </p:cNvPr>
            <p:cNvCxnSpPr>
              <a:cxnSpLocks/>
            </p:cNvCxnSpPr>
            <p:nvPr/>
          </p:nvCxnSpPr>
          <p:spPr>
            <a:xfrm>
              <a:off x="7025481" y="1647826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D331E0-BF41-7F5F-4660-764A2F79F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6075" y="1512094"/>
              <a:ext cx="336549" cy="14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342F38E-AEB1-2B96-6270-2E54D5640ADF}"/>
                </a:ext>
              </a:extLst>
            </p:cNvPr>
            <p:cNvCxnSpPr>
              <a:cxnSpLocks/>
            </p:cNvCxnSpPr>
            <p:nvPr/>
          </p:nvCxnSpPr>
          <p:spPr>
            <a:xfrm>
              <a:off x="6692106" y="1259681"/>
              <a:ext cx="0" cy="2516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A78497E5-02E9-25DF-2F0C-BFAD037091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0200" y="11882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F54BAB6D-43DA-A633-F02D-B49DAC0B3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8476" y="1190625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1BF9690-BF13-A583-8AA0-6E2DD51FC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0719" y="1190626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FB5197B2-A2C0-206E-707D-8F5DBE356B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3757" y="1190625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54965B8-FF8D-CA26-61DC-8DED081CC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8381" y="1181101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D536F6A5-0A65-D9C1-1F13-005CC6DFC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6657" y="1188244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E1AEB014-EC32-B332-B57F-BE4CBBDBC9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3663" y="1126331"/>
              <a:ext cx="320675" cy="134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0F538EC0-CF40-9E6E-F428-40118274AF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31957" y="1131094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AB2B9C69-3C09-64B1-422C-EA0B51E55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6581" y="11191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5F957F5F-E3E3-E5A8-79F8-16800FEC19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2476" y="1126332"/>
              <a:ext cx="17700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5C8AEB64-D493-3548-0C96-731F2A6FE6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9956" y="11191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C0207D5D-E19F-12E3-9328-F289E2A660AE}"/>
                </a:ext>
              </a:extLst>
            </p:cNvPr>
            <p:cNvCxnSpPr>
              <a:cxnSpLocks/>
            </p:cNvCxnSpPr>
            <p:nvPr/>
          </p:nvCxnSpPr>
          <p:spPr>
            <a:xfrm>
              <a:off x="8709024" y="990602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FFA68C06-08F8-D5A8-B041-902F52BC8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6644" y="854869"/>
              <a:ext cx="346869" cy="1420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01430768-6793-D250-852D-9D80E3976F03}"/>
                </a:ext>
              </a:extLst>
            </p:cNvPr>
            <p:cNvCxnSpPr>
              <a:cxnSpLocks/>
            </p:cNvCxnSpPr>
            <p:nvPr/>
          </p:nvCxnSpPr>
          <p:spPr>
            <a:xfrm>
              <a:off x="9047161" y="733427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E5563BC6-8053-04DE-E228-B72689111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1925" y="654845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DA2B9A5B-A225-8B75-D9D1-1EAF95B3428B}"/>
                </a:ext>
              </a:extLst>
            </p:cNvPr>
            <p:cNvCxnSpPr>
              <a:cxnSpLocks/>
            </p:cNvCxnSpPr>
            <p:nvPr/>
          </p:nvCxnSpPr>
          <p:spPr>
            <a:xfrm>
              <a:off x="9220992" y="526258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5D92539C-BDE0-2CFE-A0E9-6B9C93CBF4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1469" y="45243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DA6D859E-813E-704E-5FCB-C628EBC3FBF5}"/>
                </a:ext>
              </a:extLst>
            </p:cNvPr>
            <p:cNvCxnSpPr>
              <a:cxnSpLocks/>
            </p:cNvCxnSpPr>
            <p:nvPr/>
          </p:nvCxnSpPr>
          <p:spPr>
            <a:xfrm>
              <a:off x="9385298" y="33813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772E4545-85A8-C8D4-C1CD-6C41D1967E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1006" y="1385888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CBA4E4E-47D8-9663-4060-2C5B4D760516}"/>
                </a:ext>
              </a:extLst>
            </p:cNvPr>
            <p:cNvCxnSpPr>
              <a:cxnSpLocks/>
            </p:cNvCxnSpPr>
            <p:nvPr/>
          </p:nvCxnSpPr>
          <p:spPr>
            <a:xfrm>
              <a:off x="5679281" y="1874045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3BAB5100-F45A-C28C-6E09-6D5F66CBD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0013" y="114458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026" y="4822508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1807792" y="5702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8099848" y="345866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A90897B-60A6-D9D4-506B-CED8542E1DB6}"/>
              </a:ext>
            </a:extLst>
          </p:cNvPr>
          <p:cNvSpPr/>
          <p:nvPr/>
        </p:nvSpPr>
        <p:spPr>
          <a:xfrm>
            <a:off x="2658692" y="65709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53BDF36-2F14-1832-5B7A-35F122680650}"/>
              </a:ext>
            </a:extLst>
          </p:cNvPr>
          <p:cNvSpPr/>
          <p:nvPr/>
        </p:nvSpPr>
        <p:spPr>
          <a:xfrm>
            <a:off x="4004892" y="53771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43808">
            <a:off x="2470308" y="992820"/>
            <a:ext cx="456881" cy="456881"/>
          </a:xfrm>
          <a:prstGeom prst="rect">
            <a:avLst/>
          </a:prstGeom>
        </p:spPr>
      </p:pic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25962999-EE1E-B3E1-C6CB-38CEEDDE6458}"/>
              </a:ext>
            </a:extLst>
          </p:cNvPr>
          <p:cNvCxnSpPr>
            <a:cxnSpLocks/>
          </p:cNvCxnSpPr>
          <p:nvPr/>
        </p:nvCxnSpPr>
        <p:spPr>
          <a:xfrm>
            <a:off x="750094" y="7165975"/>
            <a:ext cx="4075906" cy="4762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FE93DD9-57D3-6F20-E937-6D3A309BA256}"/>
              </a:ext>
            </a:extLst>
          </p:cNvPr>
          <p:cNvCxnSpPr>
            <a:cxnSpLocks/>
          </p:cNvCxnSpPr>
          <p:nvPr/>
        </p:nvCxnSpPr>
        <p:spPr>
          <a:xfrm flipH="1" flipV="1">
            <a:off x="4616450" y="6203950"/>
            <a:ext cx="102394" cy="91122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627120"/>
            <a:ext cx="876300" cy="38862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9B732C6-5555-B430-9BE1-84A25534A9B8}"/>
              </a:ext>
            </a:extLst>
          </p:cNvPr>
          <p:cNvCxnSpPr>
            <a:cxnSpLocks/>
          </p:cNvCxnSpPr>
          <p:nvPr/>
        </p:nvCxnSpPr>
        <p:spPr>
          <a:xfrm flipH="1">
            <a:off x="3014663" y="509588"/>
            <a:ext cx="3795712" cy="747712"/>
          </a:xfrm>
          <a:prstGeom prst="line">
            <a:avLst/>
          </a:prstGeom>
          <a:ln w="6350">
            <a:solidFill>
              <a:schemeClr val="bg1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6F8C358-4A98-E126-113F-B3B6FCCE31D3}"/>
              </a:ext>
            </a:extLst>
          </p:cNvPr>
          <p:cNvSpPr/>
          <p:nvPr/>
        </p:nvSpPr>
        <p:spPr>
          <a:xfrm>
            <a:off x="1788742" y="229264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4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4B8AF59-5E7D-121B-D7D8-9B8AE177ABD7}"/>
              </a:ext>
            </a:extLst>
          </p:cNvPr>
          <p:cNvSpPr/>
          <p:nvPr/>
        </p:nvSpPr>
        <p:spPr>
          <a:xfrm>
            <a:off x="6156748" y="78404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A604843E-03E6-CD2E-4D80-B84EB66E5517}"/>
              </a:ext>
            </a:extLst>
          </p:cNvPr>
          <p:cNvSpPr/>
          <p:nvPr/>
        </p:nvSpPr>
        <p:spPr>
          <a:xfrm>
            <a:off x="5028988" y="111932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5A7A123-560C-2897-E9EE-A29F5BFFFFAE}"/>
              </a:ext>
            </a:extLst>
          </p:cNvPr>
          <p:cNvSpPr/>
          <p:nvPr/>
        </p:nvSpPr>
        <p:spPr>
          <a:xfrm>
            <a:off x="5670338" y="176702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594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6846" y="2762250"/>
            <a:ext cx="510154" cy="2807494"/>
            <a:chOff x="2156846" y="2762250"/>
            <a:chExt cx="510154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1807"/>
              <a:ext cx="0" cy="14327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4" y="445293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8E3FD61-946C-3301-D0FB-F8B000303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625" y="3031331"/>
              <a:ext cx="164306" cy="59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70884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4521200"/>
              <a:ext cx="0" cy="1048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19.06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5318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157538"/>
            <a:ext cx="7212806" cy="3405187"/>
            <a:chOff x="997744" y="3157538"/>
            <a:chExt cx="7212806" cy="34051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514850"/>
              <a:ext cx="173037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0" y="3545681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4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58BEF7-C901-F486-C24B-B4CD8B2C6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062" y="32781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333375"/>
            <a:ext cx="6224587" cy="1838325"/>
            <a:chOff x="3159919" y="333375"/>
            <a:chExt cx="6224587" cy="183832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2E0C518F-38CA-5F59-CF78-9EB5DF4E8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4270" y="2043113"/>
              <a:ext cx="328611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03AEDEB-F981-AB2B-0A58-72DF59ECF2A2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81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438AD90-B100-B27B-E458-ACC220002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4332" y="2045494"/>
              <a:ext cx="169068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B628AC08-E2FC-B35E-B989-010BC13C17F2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A2867D70-9B67-8D85-6322-408C27284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5326" y="1976438"/>
              <a:ext cx="338137" cy="140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442057A-1039-5B10-273B-B42D97543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2" y="871538"/>
              <a:ext cx="0" cy="141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69FD70C-5916-9F19-8380-CD1115B37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982" y="1657350"/>
              <a:ext cx="1185068" cy="450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8FDB6DC7-9066-BA73-F45B-A231FBCDAB1D}"/>
                </a:ext>
              </a:extLst>
            </p:cNvPr>
            <p:cNvCxnSpPr>
              <a:cxnSpLocks/>
            </p:cNvCxnSpPr>
            <p:nvPr/>
          </p:nvCxnSpPr>
          <p:spPr>
            <a:xfrm>
              <a:off x="4845844" y="1981200"/>
              <a:ext cx="33575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09A35C91-A464-812F-24E9-286F7DF28240}"/>
                </a:ext>
              </a:extLst>
            </p:cNvPr>
            <p:cNvCxnSpPr>
              <a:cxnSpLocks/>
            </p:cNvCxnSpPr>
            <p:nvPr/>
          </p:nvCxnSpPr>
          <p:spPr>
            <a:xfrm>
              <a:off x="6522243" y="79771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33CD09C0-E6D9-1029-B7A6-26F4F21B1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770" y="73818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D36E4-D144-BC5B-CA70-633743FF3023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7" y="602456"/>
              <a:ext cx="0" cy="130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75C40FB-F860-DCF4-70AE-BA35ED7E78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077" y="52863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8106E50E-B5C7-038C-918C-2FB30AB801A1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778669"/>
              <a:ext cx="0" cy="404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A2B889DD-6AC2-D48E-EA3B-6084732F9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6095" y="796925"/>
              <a:ext cx="694530" cy="2714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E09B07F4-1C6A-D2BB-1484-F01C73177B4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593" y="80406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4FF22CD1-0900-51D9-8D92-463F478DBD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0170" y="333375"/>
              <a:ext cx="1354930" cy="538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06180907-950B-0C43-C751-ED579AE62A76}"/>
                </a:ext>
              </a:extLst>
            </p:cNvPr>
            <p:cNvCxnSpPr>
              <a:cxnSpLocks/>
            </p:cNvCxnSpPr>
            <p:nvPr/>
          </p:nvCxnSpPr>
          <p:spPr>
            <a:xfrm>
              <a:off x="9052718" y="33416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BE0125F3-AF17-368B-65D5-AE7C20CFA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7820" y="341313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84692455-BC4E-55D2-BAA1-920F69929C58}"/>
                </a:ext>
              </a:extLst>
            </p:cNvPr>
            <p:cNvCxnSpPr>
              <a:cxnSpLocks/>
            </p:cNvCxnSpPr>
            <p:nvPr/>
          </p:nvCxnSpPr>
          <p:spPr>
            <a:xfrm>
              <a:off x="6358732" y="1263650"/>
              <a:ext cx="0" cy="3936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79B0089B-6289-A77E-54DE-CAC806C119FE}"/>
                </a:ext>
              </a:extLst>
            </p:cNvPr>
            <p:cNvCxnSpPr>
              <a:cxnSpLocks/>
            </p:cNvCxnSpPr>
            <p:nvPr/>
          </p:nvCxnSpPr>
          <p:spPr>
            <a:xfrm>
              <a:off x="6200775" y="1195388"/>
              <a:ext cx="156370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51F3B4B4-39E0-16BF-B72E-E5625DD3BD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59525" y="993775"/>
              <a:ext cx="16430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F04C724C-F6A7-9FF6-4B44-425BCBB907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9070" y="1008063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97CB7487-69FD-867C-D9AD-86DD3F8C93EB}"/>
                </a:ext>
              </a:extLst>
            </p:cNvPr>
            <p:cNvCxnSpPr>
              <a:cxnSpLocks/>
            </p:cNvCxnSpPr>
            <p:nvPr/>
          </p:nvCxnSpPr>
          <p:spPr>
            <a:xfrm>
              <a:off x="6199982" y="1075531"/>
              <a:ext cx="0" cy="130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4B9F108-2B72-1EA4-3D6B-9AC590CEEF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8395" y="1001713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2ABE6D-E88E-C2DD-3EAB-7CF153E0067C}"/>
              </a:ext>
            </a:extLst>
          </p:cNvPr>
          <p:cNvGrpSpPr/>
          <p:nvPr/>
        </p:nvGrpSpPr>
        <p:grpSpPr>
          <a:xfrm>
            <a:off x="815975" y="2047875"/>
            <a:ext cx="4371975" cy="5108575"/>
            <a:chOff x="815975" y="2047875"/>
            <a:chExt cx="4371975" cy="5108575"/>
          </a:xfrm>
          <a:effectLst/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1CB85C-C5EA-59F9-ABC9-6E22D9A1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274" y="6362700"/>
              <a:ext cx="673101" cy="266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9922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6346825"/>
              <a:ext cx="171451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5" y="3940175"/>
              <a:ext cx="514350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2832099" y="3686175"/>
              <a:ext cx="0" cy="254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23E4FAA8-EF45-F5F1-2140-1A34FAC68C33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41550"/>
              <a:ext cx="0" cy="377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10B8DE82-BE42-6D15-6BFD-ED684D49E22B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E73FBD2-57A5-A2B9-D612-14EFD65327D8}"/>
                </a:ext>
              </a:extLst>
            </p:cNvPr>
            <p:cNvCxnSpPr>
              <a:cxnSpLocks/>
            </p:cNvCxnSpPr>
            <p:nvPr/>
          </p:nvCxnSpPr>
          <p:spPr>
            <a:xfrm>
              <a:off x="2324099" y="2447925"/>
              <a:ext cx="508001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D967DEA-5B56-1287-0944-3D934CDAB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3609975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49548B-B060-5957-5921-AC5E81D9B5C8}"/>
                </a:ext>
              </a:extLst>
            </p:cNvPr>
            <p:cNvCxnSpPr>
              <a:cxnSpLocks/>
            </p:cNvCxnSpPr>
            <p:nvPr/>
          </p:nvCxnSpPr>
          <p:spPr>
            <a:xfrm>
              <a:off x="3009899" y="2946400"/>
              <a:ext cx="0" cy="400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81A04DE-905F-D584-B88E-9D7D7FDE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489075" y="4727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3193B4-A7D8-DF6E-7E73-E9E36C41FEC1}"/>
                </a:ext>
              </a:extLst>
            </p:cNvPr>
            <p:cNvCxnSpPr>
              <a:cxnSpLocks/>
            </p:cNvCxnSpPr>
            <p:nvPr/>
          </p:nvCxnSpPr>
          <p:spPr>
            <a:xfrm>
              <a:off x="815975" y="4854575"/>
              <a:ext cx="1714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E363785-0A7E-7F11-F868-1E9C6501E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775" y="4721225"/>
              <a:ext cx="495300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DDB37EC-F929-80A8-2CF3-C371BA01A5CC}"/>
                </a:ext>
              </a:extLst>
            </p:cNvPr>
            <p:cNvCxnSpPr>
              <a:cxnSpLocks/>
            </p:cNvCxnSpPr>
            <p:nvPr/>
          </p:nvCxnSpPr>
          <p:spPr>
            <a:xfrm>
              <a:off x="987425" y="4927600"/>
              <a:ext cx="0" cy="260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866515-5578-9339-ED24-0BD9F5B06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5844" y="4977606"/>
              <a:ext cx="342106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FCD4F1-5422-2A15-301A-5104CB492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775" y="5369719"/>
              <a:ext cx="178594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8026F3-8096-59F5-E460-1DC7CE61B1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1081" y="5126831"/>
              <a:ext cx="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F6773B1-B0F1-EEBC-05E7-E6ADDEFE8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294" y="6277769"/>
              <a:ext cx="0" cy="1643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EC26684-30F0-8352-C54A-1940EA35F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300" y="6426994"/>
              <a:ext cx="327819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6474C3-1879-0766-D5E2-4FEDDEDCAC86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6556375"/>
              <a:ext cx="15954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B8BE3F6-E07F-E4A7-43E7-600616807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369" y="6633369"/>
              <a:ext cx="0" cy="237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B47198-F4EB-5ABF-DF77-ED31ABCE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100" y="6874669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7D2164A-768F-6BA3-3F34-A86B169FD5E1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6950075"/>
              <a:ext cx="340519" cy="137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1C879A0-A5C3-CD3D-65D8-3A563ED7F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200" y="6947694"/>
              <a:ext cx="505619" cy="208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903E622-3013-3A78-1FC7-D8EBB84133DD}"/>
                </a:ext>
              </a:extLst>
            </p:cNvPr>
            <p:cNvCxnSpPr>
              <a:cxnSpLocks/>
            </p:cNvCxnSpPr>
            <p:nvPr/>
          </p:nvCxnSpPr>
          <p:spPr>
            <a:xfrm>
              <a:off x="2825750" y="70739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644E6B-1124-BDD9-00B9-B7392BCE4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70778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6EBAFA0-F146-BF04-5D6D-097D93166ACA}"/>
                </a:ext>
              </a:extLst>
            </p:cNvPr>
            <p:cNvCxnSpPr>
              <a:cxnSpLocks/>
            </p:cNvCxnSpPr>
            <p:nvPr/>
          </p:nvCxnSpPr>
          <p:spPr>
            <a:xfrm>
              <a:off x="2320925" y="7019925"/>
              <a:ext cx="35004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1E145B-8486-0D21-F45F-09D77308E3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2175" y="7020719"/>
              <a:ext cx="162719" cy="658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3524D13-77E7-CCDA-120D-B0CE54589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5625" y="7004844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1CD741F-750A-BD18-6A31-DB9591C78677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7010400"/>
              <a:ext cx="175419" cy="80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9BAB7C-B978-F3B7-565C-66CDA623F030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9" y="6959600"/>
              <a:ext cx="0" cy="108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970080B-54FC-8CDA-97A5-9C16EA3E2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1000" y="6963569"/>
              <a:ext cx="169069" cy="72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BAB5244-CAD4-A2D7-AAD9-589948E2FA4A}"/>
                </a:ext>
              </a:extLst>
            </p:cNvPr>
            <p:cNvCxnSpPr>
              <a:cxnSpLocks/>
            </p:cNvCxnSpPr>
            <p:nvPr/>
          </p:nvCxnSpPr>
          <p:spPr>
            <a:xfrm>
              <a:off x="1320800" y="6892925"/>
              <a:ext cx="337344" cy="1404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1850A0-2271-0376-0748-2ACB33EE1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900" y="6884194"/>
              <a:ext cx="343694" cy="132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667D7E4-D42C-8457-27A5-79D26665CC3B}"/>
                </a:ext>
              </a:extLst>
            </p:cNvPr>
            <p:cNvCxnSpPr>
              <a:cxnSpLocks/>
            </p:cNvCxnSpPr>
            <p:nvPr/>
          </p:nvCxnSpPr>
          <p:spPr>
            <a:xfrm>
              <a:off x="2663825" y="3606800"/>
              <a:ext cx="168275" cy="73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CD3B10-9741-C08E-ABAC-D031C637D6CA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3473450"/>
              <a:ext cx="0" cy="120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2D28ACE-BD9C-FE09-BB43-6AF2B17182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3343275"/>
              <a:ext cx="33655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9BA7E3-C84F-CDF1-82B6-D43CF21E7D23}"/>
                </a:ext>
              </a:extLst>
            </p:cNvPr>
            <p:cNvCxnSpPr>
              <a:cxnSpLocks/>
            </p:cNvCxnSpPr>
            <p:nvPr/>
          </p:nvCxnSpPr>
          <p:spPr>
            <a:xfrm>
              <a:off x="2339975" y="2705100"/>
              <a:ext cx="679450" cy="254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1808C6-F916-A013-1BAC-325677E4BFB2}"/>
                </a:ext>
              </a:extLst>
            </p:cNvPr>
            <p:cNvCxnSpPr>
              <a:cxnSpLocks/>
            </p:cNvCxnSpPr>
            <p:nvPr/>
          </p:nvCxnSpPr>
          <p:spPr>
            <a:xfrm>
              <a:off x="2330449" y="2454275"/>
              <a:ext cx="0" cy="120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63F9BD-0FD8-F005-A75E-31EFB6CD0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050" y="2171700"/>
              <a:ext cx="174625" cy="76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DC8F686-5FD3-0EAB-E4A6-A708CFFDE640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50" y="3013075"/>
              <a:ext cx="517525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>
            <a:off x="5348288" y="3086100"/>
            <a:ext cx="338137" cy="1349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693569" y="1254919"/>
            <a:ext cx="3700462" cy="3015456"/>
            <a:chOff x="5693569" y="1254919"/>
            <a:chExt cx="3700462" cy="3015456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3569" y="3082925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AB9E7FF-B025-90D2-7422-484A2B23F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8" y="3083719"/>
              <a:ext cx="180975" cy="75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66EB06E-E66C-E772-DFEB-1A182E2F1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038" y="3078163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4DB0830B-8C69-9874-BA67-5A27F7D3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24563" y="3218656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FE205F4-265B-0FF2-C226-7969038D2E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4107" y="3290094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345656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FDEEA386-4D2C-37F7-7BC9-51F464E266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5269" y="3281363"/>
              <a:ext cx="171449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CE2C764-5FDA-DAB6-F80D-5C373239C112}"/>
                </a:ext>
              </a:extLst>
            </p:cNvPr>
            <p:cNvCxnSpPr>
              <a:cxnSpLocks/>
            </p:cNvCxnSpPr>
            <p:nvPr/>
          </p:nvCxnSpPr>
          <p:spPr>
            <a:xfrm>
              <a:off x="7865269" y="315991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61BDF86-5CDA-49B7-C145-3FB0DADB52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1438" y="308133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477470B5-5507-1D02-3995-4C1DAA8FB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5725" y="3026569"/>
              <a:ext cx="159544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C7EC7E75-A915-97F9-476C-D9703A4D1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8125" y="302418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E7432DD7-7001-593A-A655-BD741FF42B7D}"/>
                </a:ext>
              </a:extLst>
            </p:cNvPr>
            <p:cNvCxnSpPr>
              <a:cxnSpLocks/>
            </p:cNvCxnSpPr>
            <p:nvPr/>
          </p:nvCxnSpPr>
          <p:spPr>
            <a:xfrm>
              <a:off x="8029575" y="308848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A36FD8D1-925B-8E46-2DCA-16BD2DE9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4813" y="3217069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D8E3457-32E3-9877-B813-4785A74397C0}"/>
                </a:ext>
              </a:extLst>
            </p:cNvPr>
            <p:cNvCxnSpPr>
              <a:cxnSpLocks/>
            </p:cNvCxnSpPr>
            <p:nvPr/>
          </p:nvCxnSpPr>
          <p:spPr>
            <a:xfrm>
              <a:off x="8198644" y="3295650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644" y="3548063"/>
              <a:ext cx="842962" cy="316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150394"/>
              <a:ext cx="49291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9681" y="30837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0EE1B3B-3658-C96C-483D-E74337090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9225" y="3086100"/>
              <a:ext cx="354806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254919"/>
              <a:ext cx="0" cy="1978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026" y="4822508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ACF67039-A7BF-5C64-8B96-3E53B0980720}"/>
              </a:ext>
            </a:extLst>
          </p:cNvPr>
          <p:cNvCxnSpPr>
            <a:cxnSpLocks/>
          </p:cNvCxnSpPr>
          <p:nvPr/>
        </p:nvCxnSpPr>
        <p:spPr>
          <a:xfrm>
            <a:off x="5702300" y="1797050"/>
            <a:ext cx="304800" cy="1016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1EE9EE0-51F0-7409-E861-151D6BC2C0FD}"/>
              </a:ext>
            </a:extLst>
          </p:cNvPr>
          <p:cNvSpPr/>
          <p:nvPr/>
        </p:nvSpPr>
        <p:spPr>
          <a:xfrm>
            <a:off x="5662242" y="15100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E528F0E-AD02-9AEB-4460-2BE0AEE5D34B}"/>
              </a:ext>
            </a:extLst>
          </p:cNvPr>
          <p:cNvSpPr/>
          <p:nvPr/>
        </p:nvSpPr>
        <p:spPr>
          <a:xfrm>
            <a:off x="1807792" y="5702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221A2A0-B2E5-5A0A-7A3D-E51841097038}"/>
              </a:ext>
            </a:extLst>
          </p:cNvPr>
          <p:cNvSpPr/>
          <p:nvPr/>
        </p:nvSpPr>
        <p:spPr>
          <a:xfrm>
            <a:off x="6744123" y="40547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CADB4B-AC52-95DE-DE16-01989C4CCBED}"/>
              </a:ext>
            </a:extLst>
          </p:cNvPr>
          <p:cNvSpPr/>
          <p:nvPr/>
        </p:nvSpPr>
        <p:spPr>
          <a:xfrm>
            <a:off x="8099848" y="3458668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A90897B-60A6-D9D4-506B-CED8542E1DB6}"/>
              </a:ext>
            </a:extLst>
          </p:cNvPr>
          <p:cNvSpPr/>
          <p:nvPr/>
        </p:nvSpPr>
        <p:spPr>
          <a:xfrm>
            <a:off x="2658692" y="65709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53BDF36-2F14-1832-5B7A-35F122680650}"/>
              </a:ext>
            </a:extLst>
          </p:cNvPr>
          <p:cNvSpPr/>
          <p:nvPr/>
        </p:nvSpPr>
        <p:spPr>
          <a:xfrm>
            <a:off x="4004892" y="53771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pic>
        <p:nvPicPr>
          <p:cNvPr id="201" name="Graphic 200" descr="Send with solid fill">
            <a:extLst>
              <a:ext uri="{FF2B5EF4-FFF2-40B4-BE49-F238E27FC236}">
                <a16:creationId xmlns:a16="http://schemas.microsoft.com/office/drawing/2014/main" id="{67594CA9-619A-9D0D-5EF7-99F7CD9D8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757896">
            <a:off x="2551271" y="835658"/>
            <a:ext cx="456881" cy="456881"/>
          </a:xfrm>
          <a:prstGeom prst="rect">
            <a:avLst/>
          </a:prstGeom>
        </p:spPr>
      </p:pic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F626202-0FF5-7716-EF3C-7AE62ECED934}"/>
              </a:ext>
            </a:extLst>
          </p:cNvPr>
          <p:cNvCxnSpPr>
            <a:cxnSpLocks/>
          </p:cNvCxnSpPr>
          <p:nvPr/>
        </p:nvCxnSpPr>
        <p:spPr>
          <a:xfrm flipH="1">
            <a:off x="6616700" y="501650"/>
            <a:ext cx="2527300" cy="8509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96E5409-9486-1F4D-A637-4563D252CF80}"/>
              </a:ext>
            </a:extLst>
          </p:cNvPr>
          <p:cNvCxnSpPr>
            <a:cxnSpLocks/>
          </p:cNvCxnSpPr>
          <p:nvPr/>
        </p:nvCxnSpPr>
        <p:spPr>
          <a:xfrm flipH="1">
            <a:off x="6032500" y="1587500"/>
            <a:ext cx="723900" cy="31115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81E2A500-7359-1B04-1AA0-DDA70357B59C}"/>
              </a:ext>
            </a:extLst>
          </p:cNvPr>
          <p:cNvCxnSpPr>
            <a:cxnSpLocks/>
          </p:cNvCxnSpPr>
          <p:nvPr/>
        </p:nvCxnSpPr>
        <p:spPr>
          <a:xfrm flipV="1">
            <a:off x="6673850" y="1371600"/>
            <a:ext cx="0" cy="24765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F1D3479B-9EE6-FFCE-5A6B-0E9B1ED9F3CD}"/>
              </a:ext>
            </a:extLst>
          </p:cNvPr>
          <p:cNvCxnSpPr>
            <a:cxnSpLocks/>
          </p:cNvCxnSpPr>
          <p:nvPr/>
        </p:nvCxnSpPr>
        <p:spPr>
          <a:xfrm flipH="1">
            <a:off x="5503863" y="1378744"/>
            <a:ext cx="192087" cy="77788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25962999-EE1E-B3E1-C6CB-38CEEDDE6458}"/>
              </a:ext>
            </a:extLst>
          </p:cNvPr>
          <p:cNvCxnSpPr>
            <a:cxnSpLocks/>
          </p:cNvCxnSpPr>
          <p:nvPr/>
        </p:nvCxnSpPr>
        <p:spPr>
          <a:xfrm>
            <a:off x="750094" y="7165975"/>
            <a:ext cx="4075906" cy="4762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FE93DD9-57D3-6F20-E937-6D3A309BA256}"/>
              </a:ext>
            </a:extLst>
          </p:cNvPr>
          <p:cNvCxnSpPr>
            <a:cxnSpLocks/>
          </p:cNvCxnSpPr>
          <p:nvPr/>
        </p:nvCxnSpPr>
        <p:spPr>
          <a:xfrm flipH="1" flipV="1">
            <a:off x="4616450" y="6203950"/>
            <a:ext cx="102394" cy="91122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541F0E45-BDEE-607E-46D2-4FB398A13B37}"/>
              </a:ext>
            </a:extLst>
          </p:cNvPr>
          <p:cNvCxnSpPr>
            <a:cxnSpLocks/>
          </p:cNvCxnSpPr>
          <p:nvPr/>
        </p:nvCxnSpPr>
        <p:spPr>
          <a:xfrm flipH="1">
            <a:off x="8305800" y="1613059"/>
            <a:ext cx="592296" cy="179308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04EB216E-91A6-91B4-12BF-C54390202346}"/>
              </a:ext>
            </a:extLst>
          </p:cNvPr>
          <p:cNvCxnSpPr>
            <a:cxnSpLocks/>
          </p:cNvCxnSpPr>
          <p:nvPr/>
        </p:nvCxnSpPr>
        <p:spPr>
          <a:xfrm flipH="1">
            <a:off x="7094220" y="3627120"/>
            <a:ext cx="876300" cy="38862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C49A91C-9243-5EE7-4981-623D1EB109DB}"/>
              </a:ext>
            </a:extLst>
          </p:cNvPr>
          <p:cNvCxnSpPr>
            <a:cxnSpLocks/>
          </p:cNvCxnSpPr>
          <p:nvPr/>
        </p:nvCxnSpPr>
        <p:spPr>
          <a:xfrm flipH="1">
            <a:off x="7345680" y="3933825"/>
            <a:ext cx="521970" cy="2343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9B732C6-5555-B430-9BE1-84A25534A9B8}"/>
              </a:ext>
            </a:extLst>
          </p:cNvPr>
          <p:cNvCxnSpPr>
            <a:cxnSpLocks/>
          </p:cNvCxnSpPr>
          <p:nvPr/>
        </p:nvCxnSpPr>
        <p:spPr>
          <a:xfrm flipH="1" flipV="1">
            <a:off x="3017520" y="1310640"/>
            <a:ext cx="2465070" cy="159544"/>
          </a:xfrm>
          <a:prstGeom prst="line">
            <a:avLst/>
          </a:prstGeom>
          <a:ln w="6350">
            <a:solidFill>
              <a:schemeClr val="bg1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08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65081"/>
            <a:ext cx="839782" cy="202406"/>
            <a:chOff x="1486699" y="6365081"/>
            <a:chExt cx="839782" cy="2024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6699" y="6481763"/>
              <a:ext cx="168270" cy="716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665292" y="6493896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799" y="6365081"/>
              <a:ext cx="497682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2156846" y="2762250"/>
            <a:ext cx="513329" cy="2807494"/>
            <a:chOff x="2156846" y="2762250"/>
            <a:chExt cx="513329" cy="280749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47" y="3021807"/>
              <a:ext cx="0" cy="3833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93169" y="3405188"/>
              <a:ext cx="177006" cy="70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846" y="2762250"/>
              <a:ext cx="0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8E3FD61-946C-3301-D0FB-F8B000303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625" y="3031331"/>
              <a:ext cx="164306" cy="59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94" y="3019425"/>
              <a:ext cx="170884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E176D58-25F5-BF15-13F1-C19BBC442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3476625"/>
              <a:ext cx="0" cy="20931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19.05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88156" y="397669"/>
            <a:ext cx="3186113" cy="2495550"/>
            <a:chOff x="488156" y="397669"/>
            <a:chExt cx="3186113" cy="2495550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313" y="235823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56" y="850106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9363" y="402431"/>
              <a:ext cx="647700" cy="264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0ADB547-ABB6-2078-5112-2A1AA1EF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506" y="397669"/>
              <a:ext cx="1512094" cy="585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C6D3BD-FD7A-ECDE-D347-5F4F3786257F}"/>
              </a:ext>
            </a:extLst>
          </p:cNvPr>
          <p:cNvGrpSpPr/>
          <p:nvPr/>
        </p:nvGrpSpPr>
        <p:grpSpPr>
          <a:xfrm>
            <a:off x="968534" y="6615113"/>
            <a:ext cx="4372609" cy="617537"/>
            <a:chOff x="978059" y="6611938"/>
            <a:chExt cx="4372609" cy="61753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DD2CC95-60D1-D399-7A9A-990B6A3265E6}"/>
                </a:ext>
              </a:extLst>
            </p:cNvPr>
            <p:cNvCxnSpPr>
              <a:cxnSpLocks/>
            </p:cNvCxnSpPr>
            <p:nvPr/>
          </p:nvCxnSpPr>
          <p:spPr>
            <a:xfrm>
              <a:off x="5016659" y="6752431"/>
              <a:ext cx="0" cy="127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ACE0C3-2799-38A7-5BED-15A205FD5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0700" y="6881495"/>
              <a:ext cx="688340" cy="2686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849A647-3F54-51B7-0CAE-B2E88EEC1DD0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7070725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3C45C6-460D-CA2A-E465-CF99DB74D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4925" y="7077075"/>
              <a:ext cx="330359" cy="136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8949F17-87A3-8880-84EE-FF555C35789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71374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8883BB-8531-7A53-CB94-7C8847BA0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2025" y="7140575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4B2DC50-2827-C612-1148-A11B6C6B7026}"/>
                </a:ext>
              </a:extLst>
            </p:cNvPr>
            <p:cNvCxnSpPr>
              <a:cxnSpLocks/>
            </p:cNvCxnSpPr>
            <p:nvPr/>
          </p:nvCxnSpPr>
          <p:spPr>
            <a:xfrm>
              <a:off x="3346450" y="71501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0618EC-26E0-35D8-2489-9B57BEAEE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825" y="7137400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D4C865C-6A5A-10D4-627A-56CE6DB929EE}"/>
                </a:ext>
              </a:extLst>
            </p:cNvPr>
            <p:cNvCxnSpPr>
              <a:cxnSpLocks/>
            </p:cNvCxnSpPr>
            <p:nvPr/>
          </p:nvCxnSpPr>
          <p:spPr>
            <a:xfrm>
              <a:off x="3016250" y="714375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2CD2202-0947-82F2-44D3-50215EEC11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8450" y="7140575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0DF80C0-540C-2200-6D75-ECF0A9A3C32B}"/>
                </a:ext>
              </a:extLst>
            </p:cNvPr>
            <p:cNvCxnSpPr>
              <a:cxnSpLocks/>
            </p:cNvCxnSpPr>
            <p:nvPr/>
          </p:nvCxnSpPr>
          <p:spPr>
            <a:xfrm>
              <a:off x="2676525" y="714375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248E64F-6448-9C34-29FE-E6F1872F3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8250" y="7150100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91EBCE8-E6E4-5379-C8B8-5CDD7B393D10}"/>
                </a:ext>
              </a:extLst>
            </p:cNvPr>
            <p:cNvCxnSpPr>
              <a:cxnSpLocks/>
            </p:cNvCxnSpPr>
            <p:nvPr/>
          </p:nvCxnSpPr>
          <p:spPr>
            <a:xfrm>
              <a:off x="2355850" y="71501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2020D49-FD3C-CC60-A1E2-85347600F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2650" y="7150100"/>
              <a:ext cx="200184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740953E-E53B-19D7-98A3-8273D53F2201}"/>
                </a:ext>
              </a:extLst>
            </p:cNvPr>
            <p:cNvCxnSpPr>
              <a:cxnSpLocks/>
            </p:cNvCxnSpPr>
            <p:nvPr/>
          </p:nvCxnSpPr>
          <p:spPr>
            <a:xfrm>
              <a:off x="1831975" y="7092950"/>
              <a:ext cx="327184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E9CB374-FB97-455A-4A1F-0BFFB1DB5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959" y="70993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465D909-DC88-E692-1373-C46BC25111F0}"/>
                </a:ext>
              </a:extLst>
            </p:cNvPr>
            <p:cNvCxnSpPr>
              <a:cxnSpLocks/>
            </p:cNvCxnSpPr>
            <p:nvPr/>
          </p:nvCxnSpPr>
          <p:spPr>
            <a:xfrm>
              <a:off x="1501775" y="7086600"/>
              <a:ext cx="327184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3C3C2F2-B19E-B2CC-6DB5-6363434E8B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5109" y="70739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CFC8B93-5706-2208-BDBF-ACA1D0E2B182}"/>
                </a:ext>
              </a:extLst>
            </p:cNvPr>
            <p:cNvCxnSpPr>
              <a:cxnSpLocks/>
            </p:cNvCxnSpPr>
            <p:nvPr/>
          </p:nvCxnSpPr>
          <p:spPr>
            <a:xfrm>
              <a:off x="1317625" y="7140575"/>
              <a:ext cx="174784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409FCBF-CC19-4A8D-200F-D214AF4C2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125" y="7134225"/>
              <a:ext cx="200184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B1E13CE-ABAF-B940-2D1F-D6685E5637CB}"/>
                </a:ext>
              </a:extLst>
            </p:cNvPr>
            <p:cNvCxnSpPr>
              <a:cxnSpLocks/>
            </p:cNvCxnSpPr>
            <p:nvPr/>
          </p:nvCxnSpPr>
          <p:spPr>
            <a:xfrm>
              <a:off x="984250" y="7153275"/>
              <a:ext cx="149384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10A5035-AC19-84B5-7700-6AE7CEBFDE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059" y="70231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24D88AFB-4705-CDF9-1B0A-19C572813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056" y="6611938"/>
              <a:ext cx="328612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D9434E85-B124-8111-6785-E71D0C61B768}"/>
                </a:ext>
              </a:extLst>
            </p:cNvPr>
            <p:cNvCxnSpPr>
              <a:cxnSpLocks/>
            </p:cNvCxnSpPr>
            <p:nvPr/>
          </p:nvCxnSpPr>
          <p:spPr>
            <a:xfrm>
              <a:off x="2511424" y="7079457"/>
              <a:ext cx="310357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B911082B-2F5D-5197-0076-92DB3D0FB968}"/>
                </a:ext>
              </a:extLst>
            </p:cNvPr>
            <p:cNvCxnSpPr>
              <a:cxnSpLocks/>
            </p:cNvCxnSpPr>
            <p:nvPr/>
          </p:nvCxnSpPr>
          <p:spPr>
            <a:xfrm>
              <a:off x="2868611" y="7079457"/>
              <a:ext cx="310357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90B55FB-1EAE-2023-E65F-8E1221D69D02}"/>
              </a:ext>
            </a:extLst>
          </p:cNvPr>
          <p:cNvGrpSpPr/>
          <p:nvPr/>
        </p:nvGrpSpPr>
        <p:grpSpPr>
          <a:xfrm>
            <a:off x="997744" y="3157538"/>
            <a:ext cx="7212806" cy="3405187"/>
            <a:chOff x="997744" y="3157538"/>
            <a:chExt cx="7212806" cy="340518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585EB-5B23-2C7B-1398-62C777965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407" y="6210300"/>
              <a:ext cx="190499" cy="772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6817FBF-EA9E-F3AA-13A5-E889DCD4A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1" y="5710238"/>
              <a:ext cx="0" cy="4987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3FD86F-B660-A426-C066-901637FEC3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4441031"/>
              <a:ext cx="36195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540FEFD-9EFC-1124-C6FE-94EFC2FD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794" y="4593431"/>
              <a:ext cx="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142AA86-46DE-3CB9-ADC6-C6B47367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4331494"/>
              <a:ext cx="666749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EC74272-418F-C3B1-7483-E93EE5ACC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324350"/>
              <a:ext cx="173831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5216559-1124-1217-DD73-883C338FA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213" y="4405313"/>
              <a:ext cx="0" cy="912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7BEA8A8-FE21-66BA-C363-F24E93042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7744" y="5181600"/>
              <a:ext cx="492918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97B992E-742C-0660-66CC-8789817A9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1675" y="5051425"/>
              <a:ext cx="838359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6B204FE-104F-A4D1-970A-3EA430FB6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659" y="5381625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4A6FEEF-F69E-1E73-0F81-791866364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834" y="6032500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145A13D3-11CD-1BB1-368D-C20FF8840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8384" y="6042025"/>
              <a:ext cx="669766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7DE461E-5161-2177-AFB0-5D9B86773253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0" y="6305550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E818E27-A04C-D463-BB40-53719D8CE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484" y="6423025"/>
              <a:ext cx="330041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9924BF4-0A78-3D6D-7E80-44F0CCD82A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684" y="6419850"/>
              <a:ext cx="342741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BEE006A-90EB-E03B-9450-2C512D7780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5059" y="6483350"/>
              <a:ext cx="174466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2190B0B-F275-32B3-051C-D070F7C338F9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5" y="5581650"/>
              <a:ext cx="0" cy="908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82E4D4A-32DC-B841-095D-0B2310620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2859" y="5378450"/>
              <a:ext cx="495141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BC61681-CEC8-6AE1-BDE0-D6715ED3BC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75" y="524192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D852D6E-AF3E-08CF-3472-6DF53780C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4509" y="5248275"/>
              <a:ext cx="669766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C735DE5C-2956-6C3E-86F8-3AB907C78122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5251450"/>
              <a:ext cx="0" cy="53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FA7CB034-8D64-3347-C554-D67B750B5F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7134" y="4978400"/>
              <a:ext cx="650716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0215A13-E0D7-5B98-B26D-91482E3F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0" y="48545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868CDB0C-CC57-894C-9CA9-08BC190497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6200" y="4645025"/>
              <a:ext cx="51435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3DB2A1FF-35D3-CEB2-7DFC-69B7AA17A80F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87850"/>
              <a:ext cx="0" cy="260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66D668C4-3133-F12E-17EB-96664E323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175" y="4067175"/>
              <a:ext cx="847725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FD94A1E-1C5B-E432-5FCE-59CFEEF4A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39274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68A9C6A-6759-1783-E436-C8452BD4E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91313" y="3881438"/>
              <a:ext cx="176212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BCC2055-9481-52DF-E9DE-D4EA482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6692900" y="3749675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D1F2091-C152-82E3-3DCA-65D343FAF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5950" y="3352800"/>
              <a:ext cx="1000125" cy="393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A74746C-5236-F966-85CD-B26CEE082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3343275"/>
              <a:ext cx="18097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E6DC4E-1B09-2596-BAEA-CB23858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775" y="3286125"/>
              <a:ext cx="34607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404BBE8-0A47-02F2-D77E-140BF397ADF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2" y="3681413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607E44C2-3A6D-5194-63AA-6B4197F851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0" y="3545681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C34CD09-FC46-B44E-D894-DFEC04FE0C0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3157538"/>
              <a:ext cx="0" cy="384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D70885E4-CAB1-3F76-48FA-FE2C756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925" y="3357563"/>
              <a:ext cx="0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578862F6-F948-D664-28EB-5CA270E219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3481388"/>
              <a:ext cx="19288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21E9294-9D7F-17D5-E4D7-852842580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9512" y="3409950"/>
              <a:ext cx="34290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E17398B-6361-1D95-464E-3AEA98EC9188}"/>
              </a:ext>
            </a:extLst>
          </p:cNvPr>
          <p:cNvGrpSpPr/>
          <p:nvPr/>
        </p:nvGrpSpPr>
        <p:grpSpPr>
          <a:xfrm>
            <a:off x="3159919" y="333375"/>
            <a:ext cx="6224587" cy="1838325"/>
            <a:chOff x="3159919" y="333375"/>
            <a:chExt cx="6224587" cy="1838325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FB850E5-E0C6-EA51-D0FF-8EDD84E02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919" y="1057275"/>
              <a:ext cx="692378" cy="259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E7528EB-A740-2C27-0802-F15EDB68C357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82" y="1059656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053FA47-5ACF-7A20-99EB-E2893BD4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1073944"/>
              <a:ext cx="0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BAD3F0E-0B6A-9323-87E6-014757653ADB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866775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0800CDE-1FEB-7745-21BD-6E2F0B63619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322" y="476250"/>
              <a:ext cx="0" cy="3929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B288FF-A47C-B7BD-8842-EC8CC42DF279}"/>
                </a:ext>
              </a:extLst>
            </p:cNvPr>
            <p:cNvCxnSpPr>
              <a:cxnSpLocks/>
            </p:cNvCxnSpPr>
            <p:nvPr/>
          </p:nvCxnSpPr>
          <p:spPr>
            <a:xfrm>
              <a:off x="3164115" y="13192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0AE97E1-5F16-9DF0-640C-2B13BE5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19" y="1438275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EA55E34A-3926-4772-199F-A137D36250AF}"/>
                </a:ext>
              </a:extLst>
            </p:cNvPr>
            <p:cNvCxnSpPr>
              <a:cxnSpLocks/>
            </p:cNvCxnSpPr>
            <p:nvPr/>
          </p:nvCxnSpPr>
          <p:spPr>
            <a:xfrm>
              <a:off x="3330802" y="1523999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DAB11B1-8198-3675-4DA2-4851D57E9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36132" y="163591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4ABDDE2-077A-FDC8-BC83-936032F1810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633" y="1724024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038D23E-A284-B4E5-2C83-3B432C9A4DA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438" y="1840707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E5BBC14-2B48-FFC7-C100-51B2FE5975F5}"/>
                </a:ext>
              </a:extLst>
            </p:cNvPr>
            <p:cNvCxnSpPr>
              <a:cxnSpLocks/>
            </p:cNvCxnSpPr>
            <p:nvPr/>
          </p:nvCxnSpPr>
          <p:spPr>
            <a:xfrm>
              <a:off x="3668939" y="191690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2E0C518F-38CA-5F59-CF78-9EB5DF4E8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4270" y="2043113"/>
              <a:ext cx="328611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03AEDEB-F981-AB2B-0A58-72DF59ECF2A2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81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438AD90-B100-B27B-E458-ACC220002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4332" y="2045494"/>
              <a:ext cx="169068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B628AC08-E2FC-B35E-B989-010BC13C17F2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6" y="2035969"/>
              <a:ext cx="173831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A2867D70-9B67-8D85-6322-408C27284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5326" y="1976438"/>
              <a:ext cx="338137" cy="140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442057A-1039-5B10-273B-B42D97543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2" y="871538"/>
              <a:ext cx="0" cy="2714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69FD70C-5916-9F19-8380-CD1115B37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982" y="1657350"/>
              <a:ext cx="1185068" cy="450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8FDB6DC7-9066-BA73-F45B-A231FBCDAB1D}"/>
                </a:ext>
              </a:extLst>
            </p:cNvPr>
            <p:cNvCxnSpPr>
              <a:cxnSpLocks/>
            </p:cNvCxnSpPr>
            <p:nvPr/>
          </p:nvCxnSpPr>
          <p:spPr>
            <a:xfrm>
              <a:off x="4845844" y="1981200"/>
              <a:ext cx="335757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09A35C91-A464-812F-24E9-286F7DF28240}"/>
                </a:ext>
              </a:extLst>
            </p:cNvPr>
            <p:cNvCxnSpPr>
              <a:cxnSpLocks/>
            </p:cNvCxnSpPr>
            <p:nvPr/>
          </p:nvCxnSpPr>
          <p:spPr>
            <a:xfrm>
              <a:off x="6522243" y="79771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33CD09C0-E6D9-1029-B7A6-26F4F21B1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770" y="73818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D36E4-D144-BC5B-CA70-633743FF3023}"/>
                </a:ext>
              </a:extLst>
            </p:cNvPr>
            <p:cNvCxnSpPr>
              <a:cxnSpLocks/>
            </p:cNvCxnSpPr>
            <p:nvPr/>
          </p:nvCxnSpPr>
          <p:spPr>
            <a:xfrm>
              <a:off x="6698457" y="602456"/>
              <a:ext cx="0" cy="130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75C40FB-F860-DCF4-70AE-BA35ED7E78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077" y="528638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8106E50E-B5C7-038C-918C-2FB30AB801A1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8" y="778669"/>
              <a:ext cx="0" cy="404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A2B889DD-6AC2-D48E-EA3B-6084732F9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6095" y="796925"/>
              <a:ext cx="694530" cy="2714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E09B07F4-1C6A-D2BB-1484-F01C73177B4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593" y="80406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4FF22CD1-0900-51D9-8D92-463F478DBD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0170" y="333375"/>
              <a:ext cx="1354930" cy="538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06180907-950B-0C43-C751-ED579AE62A76}"/>
                </a:ext>
              </a:extLst>
            </p:cNvPr>
            <p:cNvCxnSpPr>
              <a:cxnSpLocks/>
            </p:cNvCxnSpPr>
            <p:nvPr/>
          </p:nvCxnSpPr>
          <p:spPr>
            <a:xfrm>
              <a:off x="9052718" y="334169"/>
              <a:ext cx="169070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BE0125F3-AF17-368B-65D5-AE7C20CFA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7820" y="341313"/>
              <a:ext cx="166686" cy="66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84692455-BC4E-55D2-BAA1-920F69929C58}"/>
                </a:ext>
              </a:extLst>
            </p:cNvPr>
            <p:cNvCxnSpPr>
              <a:cxnSpLocks/>
            </p:cNvCxnSpPr>
            <p:nvPr/>
          </p:nvCxnSpPr>
          <p:spPr>
            <a:xfrm>
              <a:off x="6358732" y="1263650"/>
              <a:ext cx="0" cy="3936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79B0089B-6289-A77E-54DE-CAC806C11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7145" y="1136650"/>
              <a:ext cx="335755" cy="125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12C0C86F-37B9-6BC3-E40E-F76B544CC7F5}"/>
              </a:ext>
            </a:extLst>
          </p:cNvPr>
          <p:cNvGrpSpPr/>
          <p:nvPr/>
        </p:nvGrpSpPr>
        <p:grpSpPr>
          <a:xfrm>
            <a:off x="2324099" y="2047875"/>
            <a:ext cx="1358901" cy="4648200"/>
            <a:chOff x="2324099" y="2047875"/>
            <a:chExt cx="1358901" cy="464820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027A17C-B952-07D2-6FB9-A26F124B0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24" y="6400800"/>
              <a:ext cx="0" cy="234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CC05664-887C-89C3-DEEA-25CB28420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5550" y="6432550"/>
              <a:ext cx="682625" cy="2587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60FF8F8-10FA-29C7-CB8E-A556B7B2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174999" y="6149975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34EEBA-42BA-5F74-281B-C5EAF0FE8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474" y="5959475"/>
              <a:ext cx="517526" cy="2032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5202F76-6F7E-853D-CE12-1816F77692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74" y="5051425"/>
              <a:ext cx="0" cy="917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6000C62-9BD5-E0E3-0CE3-48135F31FD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24425"/>
              <a:ext cx="31750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FDE3D03-A3E3-FF8D-E77B-D2D0EF583D5A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64185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BB7E3AA-57DB-D80D-C75B-85D3A451C8E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25" y="4533900"/>
              <a:ext cx="3492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5D9B1A3-C453-962A-C07E-B125700C38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674" y="4387850"/>
              <a:ext cx="361951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4C97BC1-A1C9-4BBB-ED85-91E91FE997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4" y="4127500"/>
              <a:ext cx="0" cy="279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339BB04-B0C8-C485-4D13-BE6EB39ED5FE}"/>
                </a:ext>
              </a:extLst>
            </p:cNvPr>
            <p:cNvCxnSpPr>
              <a:cxnSpLocks/>
            </p:cNvCxnSpPr>
            <p:nvPr/>
          </p:nvCxnSpPr>
          <p:spPr>
            <a:xfrm>
              <a:off x="3014663" y="4014788"/>
              <a:ext cx="334962" cy="1222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A423B4-6010-EAD1-C133-24D06F99498C}"/>
                </a:ext>
              </a:extLst>
            </p:cNvPr>
            <p:cNvCxnSpPr>
              <a:cxnSpLocks/>
            </p:cNvCxnSpPr>
            <p:nvPr/>
          </p:nvCxnSpPr>
          <p:spPr>
            <a:xfrm>
              <a:off x="3006724" y="3609975"/>
              <a:ext cx="0" cy="3952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23E4FAA8-EF45-F5F1-2140-1A34FAC68C33}"/>
                </a:ext>
              </a:extLst>
            </p:cNvPr>
            <p:cNvCxnSpPr>
              <a:cxnSpLocks/>
            </p:cNvCxnSpPr>
            <p:nvPr/>
          </p:nvCxnSpPr>
          <p:spPr>
            <a:xfrm>
              <a:off x="2835274" y="2233613"/>
              <a:ext cx="0" cy="4024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2C3C7CC-58F5-4B3B-EEEA-3470E093B36D}"/>
                </a:ext>
              </a:extLst>
            </p:cNvPr>
            <p:cNvCxnSpPr>
              <a:cxnSpLocks/>
            </p:cNvCxnSpPr>
            <p:nvPr/>
          </p:nvCxnSpPr>
          <p:spPr>
            <a:xfrm>
              <a:off x="2653504" y="2564606"/>
              <a:ext cx="173039" cy="595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10B8DE82-BE42-6D15-6BFD-ED684D49E22B}"/>
                </a:ext>
              </a:extLst>
            </p:cNvPr>
            <p:cNvCxnSpPr>
              <a:cxnSpLocks/>
            </p:cNvCxnSpPr>
            <p:nvPr/>
          </p:nvCxnSpPr>
          <p:spPr>
            <a:xfrm>
              <a:off x="2660649" y="2047875"/>
              <a:ext cx="339726" cy="1174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E73FBD2-57A5-A2B9-D612-14EFD65327D8}"/>
                </a:ext>
              </a:extLst>
            </p:cNvPr>
            <p:cNvCxnSpPr>
              <a:cxnSpLocks/>
            </p:cNvCxnSpPr>
            <p:nvPr/>
          </p:nvCxnSpPr>
          <p:spPr>
            <a:xfrm>
              <a:off x="2324099" y="2447925"/>
              <a:ext cx="339726" cy="1174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58565D84-2785-206E-C338-056BDDA597C7}"/>
                </a:ext>
              </a:extLst>
            </p:cNvPr>
            <p:cNvCxnSpPr>
              <a:cxnSpLocks/>
            </p:cNvCxnSpPr>
            <p:nvPr/>
          </p:nvCxnSpPr>
          <p:spPr>
            <a:xfrm>
              <a:off x="2327274" y="2444750"/>
              <a:ext cx="0" cy="1301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9BB03E94-746D-CA10-46B7-6D062B3A56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0036" y="2171700"/>
              <a:ext cx="169864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34F148CE-D8FC-13D7-BAFC-7EDD48F0FBB0}"/>
                </a:ext>
              </a:extLst>
            </p:cNvPr>
            <p:cNvCxnSpPr>
              <a:cxnSpLocks/>
            </p:cNvCxnSpPr>
            <p:nvPr/>
          </p:nvCxnSpPr>
          <p:spPr>
            <a:xfrm>
              <a:off x="2332036" y="6624638"/>
              <a:ext cx="168277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286893D0-3910-27ED-32FB-AA702BED7137}"/>
              </a:ext>
            </a:extLst>
          </p:cNvPr>
          <p:cNvCxnSpPr>
            <a:cxnSpLocks/>
          </p:cNvCxnSpPr>
          <p:nvPr/>
        </p:nvCxnSpPr>
        <p:spPr>
          <a:xfrm flipH="1">
            <a:off x="5348288" y="3086100"/>
            <a:ext cx="338137" cy="1349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02CC474-DC37-883B-A59F-0818A31739D4}"/>
              </a:ext>
            </a:extLst>
          </p:cNvPr>
          <p:cNvGrpSpPr/>
          <p:nvPr/>
        </p:nvGrpSpPr>
        <p:grpSpPr>
          <a:xfrm>
            <a:off x="5693569" y="1254919"/>
            <a:ext cx="3700462" cy="3015456"/>
            <a:chOff x="5693569" y="1254919"/>
            <a:chExt cx="3700462" cy="3015456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77ADEA4-C51C-057D-0D0C-6B5A256E5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3569" y="3082925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AB9E7FF-B025-90D2-7422-484A2B23F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8" y="3083719"/>
              <a:ext cx="180975" cy="75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66EB06E-E66C-E772-DFEB-1A182E2F1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038" y="3078163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4DB0830B-8C69-9874-BA67-5A27F7D3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24563" y="3218656"/>
              <a:ext cx="157162" cy="65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FE205F4-265B-0FF2-C226-7969038D2E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4107" y="3290094"/>
              <a:ext cx="0" cy="141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ECDB6B6C-DC2D-4246-E3E0-0049CD2B6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857" y="3811587"/>
              <a:ext cx="169068" cy="627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FFF6A5D6-CD90-24FB-CB8A-E359E8118A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0" y="3802857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2FCBB2C-BCBB-BE16-4565-F09A711E8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3281" y="3414713"/>
              <a:ext cx="328613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7EF185C7-1E2C-22E3-61A8-A69325871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0031" y="3471862"/>
              <a:ext cx="169069" cy="801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668BE75-3388-9D46-B0A2-3E4E56BF45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19" y="3345656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FDEEA386-4D2C-37F7-7BC9-51F464E266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5269" y="3281363"/>
              <a:ext cx="171449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CE2C764-5FDA-DAB6-F80D-5C373239C112}"/>
                </a:ext>
              </a:extLst>
            </p:cNvPr>
            <p:cNvCxnSpPr>
              <a:cxnSpLocks/>
            </p:cNvCxnSpPr>
            <p:nvPr/>
          </p:nvCxnSpPr>
          <p:spPr>
            <a:xfrm>
              <a:off x="7865269" y="3159919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61BDF86-5CDA-49B7-C145-3FB0DADB52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1438" y="308133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477470B5-5507-1D02-3995-4C1DAA8FB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5725" y="3026569"/>
              <a:ext cx="159544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C7EC7E75-A915-97F9-476C-D9703A4D1D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8125" y="3024188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E7432DD7-7001-593A-A655-BD741FF42B7D}"/>
                </a:ext>
              </a:extLst>
            </p:cNvPr>
            <p:cNvCxnSpPr>
              <a:cxnSpLocks/>
            </p:cNvCxnSpPr>
            <p:nvPr/>
          </p:nvCxnSpPr>
          <p:spPr>
            <a:xfrm>
              <a:off x="8029575" y="3088481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A36FD8D1-925B-8E46-2DCA-16BD2DE9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4813" y="3217069"/>
              <a:ext cx="176211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D8E3457-32E3-9877-B813-4785A74397C0}"/>
                </a:ext>
              </a:extLst>
            </p:cNvPr>
            <p:cNvCxnSpPr>
              <a:cxnSpLocks/>
            </p:cNvCxnSpPr>
            <p:nvPr/>
          </p:nvCxnSpPr>
          <p:spPr>
            <a:xfrm>
              <a:off x="8198644" y="3295650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116C93B-34EC-B44C-4617-5A0F7E551D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644" y="3548063"/>
              <a:ext cx="842962" cy="316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4CBFE2C-051E-56AA-EA57-37661A993288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6" y="3874294"/>
              <a:ext cx="0" cy="125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84E2108-9B45-AA15-D203-0DF46B1D40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4463" y="3988594"/>
              <a:ext cx="342900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DACAA94-54E1-5F23-BC18-89815AB67A28}"/>
                </a:ext>
              </a:extLst>
            </p:cNvPr>
            <p:cNvCxnSpPr>
              <a:cxnSpLocks/>
            </p:cNvCxnSpPr>
            <p:nvPr/>
          </p:nvCxnSpPr>
          <p:spPr>
            <a:xfrm>
              <a:off x="9379744" y="4019550"/>
              <a:ext cx="0" cy="250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BFE89A1-6979-4E7B-EDDA-6FC97BE094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300" y="3150394"/>
              <a:ext cx="49291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C95653A-593F-80CF-1A7E-FB52AC4DB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9681" y="30837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0EE1B3B-3658-C96C-483D-E74337090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9225" y="3086100"/>
              <a:ext cx="354806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5A22D5A-E29A-6917-3677-BFC18FC0E875}"/>
                </a:ext>
              </a:extLst>
            </p:cNvPr>
            <p:cNvCxnSpPr>
              <a:cxnSpLocks/>
            </p:cNvCxnSpPr>
            <p:nvPr/>
          </p:nvCxnSpPr>
          <p:spPr>
            <a:xfrm>
              <a:off x="9384507" y="1254919"/>
              <a:ext cx="0" cy="1978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09B88497-D5A1-F39C-6DCA-BF3BE0FB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386476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6DB03F87-9F94-BA07-053B-9A16CA588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500" y="3943350"/>
              <a:ext cx="1714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5544803F-824A-CEF8-8D5D-79BE19FFB4CF}"/>
                </a:ext>
              </a:extLst>
            </p:cNvPr>
            <p:cNvCxnSpPr>
              <a:cxnSpLocks/>
            </p:cNvCxnSpPr>
            <p:nvPr/>
          </p:nvCxnSpPr>
          <p:spPr>
            <a:xfrm>
              <a:off x="9382919" y="3352800"/>
              <a:ext cx="0" cy="511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48D50B8-E4B3-C82C-22B8-EC439BDB0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706" y="1254919"/>
              <a:ext cx="171450" cy="77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0" name="Graphic 519" descr="Send with solid fill">
            <a:extLst>
              <a:ext uri="{FF2B5EF4-FFF2-40B4-BE49-F238E27FC236}">
                <a16:creationId xmlns:a16="http://schemas.microsoft.com/office/drawing/2014/main" id="{BDEF93CA-7788-E34F-BCDE-DA5FEAC7C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6741" y="2423795"/>
            <a:ext cx="418781" cy="418781"/>
          </a:xfrm>
          <a:prstGeom prst="rect">
            <a:avLst/>
          </a:prstGeom>
        </p:spPr>
      </p:pic>
      <p:pic>
        <p:nvPicPr>
          <p:cNvPr id="521" name="Graphic 520" descr="Send with solid fill">
            <a:extLst>
              <a:ext uri="{FF2B5EF4-FFF2-40B4-BE49-F238E27FC236}">
                <a16:creationId xmlns:a16="http://schemas.microsoft.com/office/drawing/2014/main" id="{4B6D8E8B-EBF9-99A8-8CAC-B46A3ABAD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401" y="4472940"/>
            <a:ext cx="456881" cy="456881"/>
          </a:xfrm>
          <a:prstGeom prst="rect">
            <a:avLst/>
          </a:prstGeom>
        </p:spPr>
      </p:pic>
      <p:pic>
        <p:nvPicPr>
          <p:cNvPr id="522" name="Graphic 521" descr="Send with solid fill">
            <a:extLst>
              <a:ext uri="{FF2B5EF4-FFF2-40B4-BE49-F238E27FC236}">
                <a16:creationId xmlns:a16="http://schemas.microsoft.com/office/drawing/2014/main" id="{19FBE67B-F5C3-738F-439D-37DE61CF1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7621" y="6667500"/>
            <a:ext cx="456881" cy="456881"/>
          </a:xfrm>
          <a:prstGeom prst="rect">
            <a:avLst/>
          </a:prstGeom>
        </p:spPr>
      </p:pic>
      <p:grpSp>
        <p:nvGrpSpPr>
          <p:cNvPr id="530" name="Group 529">
            <a:extLst>
              <a:ext uri="{FF2B5EF4-FFF2-40B4-BE49-F238E27FC236}">
                <a16:creationId xmlns:a16="http://schemas.microsoft.com/office/drawing/2014/main" id="{14B40021-C4E6-23DB-C5FC-92D67E5BE9A3}"/>
              </a:ext>
            </a:extLst>
          </p:cNvPr>
          <p:cNvGrpSpPr/>
          <p:nvPr/>
        </p:nvGrpSpPr>
        <p:grpSpPr>
          <a:xfrm>
            <a:off x="826294" y="1909763"/>
            <a:ext cx="7555705" cy="3448050"/>
            <a:chOff x="826294" y="1909763"/>
            <a:chExt cx="7555705" cy="3448050"/>
          </a:xfrm>
        </p:grpSpPr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9CFAA199-C5DC-829F-8092-5534C52BD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5844" y="5118100"/>
              <a:ext cx="0" cy="2397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19C8DA3A-5FBA-6607-2849-4555925A5BE7}"/>
                </a:ext>
              </a:extLst>
            </p:cNvPr>
            <p:cNvCxnSpPr>
              <a:cxnSpLocks/>
            </p:cNvCxnSpPr>
            <p:nvPr/>
          </p:nvCxnSpPr>
          <p:spPr>
            <a:xfrm>
              <a:off x="3509963" y="3028950"/>
              <a:ext cx="492919" cy="1904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B2BC26F0-163E-FDFE-9DBE-DE31C866D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482" y="3081337"/>
              <a:ext cx="159544" cy="809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7E3FB34C-80D9-A89F-BDF1-D1362049E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219" y="4919663"/>
              <a:ext cx="0" cy="2119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E3DC7003-95FC-8908-4A42-517E6ADC0E25}"/>
                </a:ext>
              </a:extLst>
            </p:cNvPr>
            <p:cNvCxnSpPr>
              <a:cxnSpLocks/>
            </p:cNvCxnSpPr>
            <p:nvPr/>
          </p:nvCxnSpPr>
          <p:spPr>
            <a:xfrm>
              <a:off x="826294" y="4852986"/>
              <a:ext cx="314325" cy="1285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7085DB40-8067-FB4C-FA8B-B7405B29B3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3000" y="4788695"/>
              <a:ext cx="504825" cy="2000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789">
              <a:extLst>
                <a:ext uri="{FF2B5EF4-FFF2-40B4-BE49-F238E27FC236}">
                  <a16:creationId xmlns:a16="http://schemas.microsoft.com/office/drawing/2014/main" id="{3CF0F063-F692-47BC-A5EF-17D47BC54A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700" y="4979194"/>
              <a:ext cx="354806" cy="145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CD6AFE8C-65DC-4D23-C106-F5CBBEF54E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19563" y="3224213"/>
              <a:ext cx="1233487" cy="17002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56DD8F1F-7C9D-51A5-0744-C5ECFF68EA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2909888"/>
              <a:ext cx="16573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820">
              <a:extLst>
                <a:ext uri="{FF2B5EF4-FFF2-40B4-BE49-F238E27FC236}">
                  <a16:creationId xmlns:a16="http://schemas.microsoft.com/office/drawing/2014/main" id="{5B8BDB8C-3FC6-AF98-463E-6CAEE5A9E9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713" y="2257425"/>
              <a:ext cx="1285874" cy="571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6FFB7085-5F20-9A8A-F113-F919625A24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57813" y="2257425"/>
              <a:ext cx="1343024" cy="885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825">
              <a:extLst>
                <a:ext uri="{FF2B5EF4-FFF2-40B4-BE49-F238E27FC236}">
                  <a16:creationId xmlns:a16="http://schemas.microsoft.com/office/drawing/2014/main" id="{F5433ECF-C74D-522B-0037-8897D7CA05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0701" y="1909763"/>
              <a:ext cx="442912" cy="2047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6DFC35C7-5EF2-B436-2E86-FB41B996AF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8851" y="1971675"/>
              <a:ext cx="2338387" cy="10048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832">
              <a:extLst>
                <a:ext uri="{FF2B5EF4-FFF2-40B4-BE49-F238E27FC236}">
                  <a16:creationId xmlns:a16="http://schemas.microsoft.com/office/drawing/2014/main" id="{2ECBAB2D-B941-9447-F3DB-66ED22F21E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6750" y="3474244"/>
              <a:ext cx="1353344" cy="526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D51B4B6E-7684-FCC8-6B96-20CF104D0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5162" y="4000500"/>
              <a:ext cx="345282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838">
              <a:extLst>
                <a:ext uri="{FF2B5EF4-FFF2-40B4-BE49-F238E27FC236}">
                  <a16:creationId xmlns:a16="http://schemas.microsoft.com/office/drawing/2014/main" id="{553320E8-77E9-8245-BE68-6BDD76A29B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444" y="3940969"/>
              <a:ext cx="511969" cy="197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841">
              <a:extLst>
                <a:ext uri="{FF2B5EF4-FFF2-40B4-BE49-F238E27FC236}">
                  <a16:creationId xmlns:a16="http://schemas.microsoft.com/office/drawing/2014/main" id="{4909DCC4-1038-AC0F-B9DB-33C5A3F46922}"/>
                </a:ext>
              </a:extLst>
            </p:cNvPr>
            <p:cNvCxnSpPr>
              <a:cxnSpLocks/>
            </p:cNvCxnSpPr>
            <p:nvPr/>
          </p:nvCxnSpPr>
          <p:spPr>
            <a:xfrm>
              <a:off x="8381999" y="2986088"/>
              <a:ext cx="0" cy="4952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ACF67039-A7BF-5C64-8B96-3E53B0980720}"/>
              </a:ext>
            </a:extLst>
          </p:cNvPr>
          <p:cNvCxnSpPr>
            <a:cxnSpLocks/>
          </p:cNvCxnSpPr>
          <p:nvPr/>
        </p:nvCxnSpPr>
        <p:spPr>
          <a:xfrm flipV="1">
            <a:off x="5514975" y="1245394"/>
            <a:ext cx="497681" cy="224631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341E6BBC-DC1C-3DC8-111A-540BF74AF485}"/>
              </a:ext>
            </a:extLst>
          </p:cNvPr>
          <p:cNvCxnSpPr>
            <a:cxnSpLocks/>
          </p:cNvCxnSpPr>
          <p:nvPr/>
        </p:nvCxnSpPr>
        <p:spPr>
          <a:xfrm flipV="1">
            <a:off x="1647825" y="658813"/>
            <a:ext cx="0" cy="16986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305AD4CC-3A5C-22A2-A991-5C6566A993F6}"/>
              </a:ext>
            </a:extLst>
          </p:cNvPr>
          <p:cNvCxnSpPr>
            <a:cxnSpLocks/>
          </p:cNvCxnSpPr>
          <p:nvPr/>
        </p:nvCxnSpPr>
        <p:spPr>
          <a:xfrm flipV="1">
            <a:off x="981075" y="885826"/>
            <a:ext cx="0" cy="24050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C8B1DB4F-7955-8062-20F9-3C9ACD7404D4}"/>
              </a:ext>
            </a:extLst>
          </p:cNvPr>
          <p:cNvCxnSpPr>
            <a:cxnSpLocks/>
          </p:cNvCxnSpPr>
          <p:nvPr/>
        </p:nvCxnSpPr>
        <p:spPr>
          <a:xfrm flipV="1">
            <a:off x="968376" y="1119188"/>
            <a:ext cx="336549" cy="16192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990C6244-AE2D-986F-96AA-D87BAC0A4803}"/>
              </a:ext>
            </a:extLst>
          </p:cNvPr>
          <p:cNvCxnSpPr>
            <a:cxnSpLocks/>
          </p:cNvCxnSpPr>
          <p:nvPr/>
        </p:nvCxnSpPr>
        <p:spPr>
          <a:xfrm flipV="1">
            <a:off x="6523038" y="1145381"/>
            <a:ext cx="0" cy="11668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Rectangle 568">
            <a:extLst>
              <a:ext uri="{FF2B5EF4-FFF2-40B4-BE49-F238E27FC236}">
                <a16:creationId xmlns:a16="http://schemas.microsoft.com/office/drawing/2014/main" id="{D0A073CB-300F-9090-D777-08202ECE33FA}"/>
              </a:ext>
            </a:extLst>
          </p:cNvPr>
          <p:cNvSpPr/>
          <p:nvPr/>
        </p:nvSpPr>
        <p:spPr>
          <a:xfrm>
            <a:off x="2661868" y="6612235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116BB7A4-E370-035A-C4A5-5582BBECABE7}"/>
              </a:ext>
            </a:extLst>
          </p:cNvPr>
          <p:cNvSpPr/>
          <p:nvPr/>
        </p:nvSpPr>
        <p:spPr>
          <a:xfrm>
            <a:off x="4114430" y="5974060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B550BC5F-9E04-CDAD-822A-3584C4949EF0}"/>
              </a:ext>
            </a:extLst>
          </p:cNvPr>
          <p:cNvSpPr/>
          <p:nvPr/>
        </p:nvSpPr>
        <p:spPr>
          <a:xfrm>
            <a:off x="4752605" y="5197773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DC51C41B-AC7D-64C0-A9ED-27852F289C9F}"/>
              </a:ext>
            </a:extLst>
          </p:cNvPr>
          <p:cNvSpPr/>
          <p:nvPr/>
        </p:nvSpPr>
        <p:spPr>
          <a:xfrm>
            <a:off x="5276480" y="49644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787D08B-EFD2-2E05-74E4-82F58FC710F2}"/>
              </a:ext>
            </a:extLst>
          </p:cNvPr>
          <p:cNvSpPr/>
          <p:nvPr/>
        </p:nvSpPr>
        <p:spPr>
          <a:xfrm>
            <a:off x="528268" y="4931074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7</a:t>
            </a: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BE8161E6-DD7A-B0FF-9E11-48ABF33207C3}"/>
              </a:ext>
            </a:extLst>
          </p:cNvPr>
          <p:cNvSpPr/>
          <p:nvPr/>
        </p:nvSpPr>
        <p:spPr>
          <a:xfrm>
            <a:off x="3738192" y="31165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E1A2D40A-134B-B220-C68D-68510F56A5DE}"/>
              </a:ext>
            </a:extLst>
          </p:cNvPr>
          <p:cNvSpPr/>
          <p:nvPr/>
        </p:nvSpPr>
        <p:spPr>
          <a:xfrm>
            <a:off x="6856042" y="410716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998FEAA7-20AF-6A46-2C86-62FC3EE56557}"/>
              </a:ext>
            </a:extLst>
          </p:cNvPr>
          <p:cNvSpPr/>
          <p:nvPr/>
        </p:nvSpPr>
        <p:spPr>
          <a:xfrm>
            <a:off x="8068892" y="35420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F5DAD04-A1C2-33A2-53E7-5867DFB463EF}"/>
              </a:ext>
            </a:extLst>
          </p:cNvPr>
          <p:cNvSpPr/>
          <p:nvPr/>
        </p:nvSpPr>
        <p:spPr>
          <a:xfrm>
            <a:off x="6162305" y="466230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1C830E5E-8063-310D-81BC-0977E9ABB3DE}"/>
              </a:ext>
            </a:extLst>
          </p:cNvPr>
          <p:cNvSpPr/>
          <p:nvPr/>
        </p:nvSpPr>
        <p:spPr>
          <a:xfrm>
            <a:off x="5049467" y="1163936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52185255-7970-C993-E853-499C0A600C5D}"/>
              </a:ext>
            </a:extLst>
          </p:cNvPr>
          <p:cNvSpPr/>
          <p:nvPr/>
        </p:nvSpPr>
        <p:spPr>
          <a:xfrm>
            <a:off x="4627192" y="12814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5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DEA785F8-6676-A46F-3056-B105E65E956C}"/>
              </a:ext>
            </a:extLst>
          </p:cNvPr>
          <p:cNvSpPr/>
          <p:nvPr/>
        </p:nvSpPr>
        <p:spPr>
          <a:xfrm>
            <a:off x="1807792" y="570211"/>
            <a:ext cx="3956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  <p:pic>
        <p:nvPicPr>
          <p:cNvPr id="585" name="Picture 584">
            <a:extLst>
              <a:ext uri="{FF2B5EF4-FFF2-40B4-BE49-F238E27FC236}">
                <a16:creationId xmlns:a16="http://schemas.microsoft.com/office/drawing/2014/main" id="{17C9C32B-F9E9-25EB-5A8C-6CD860183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980" y="7550785"/>
            <a:ext cx="1472085" cy="1105017"/>
          </a:xfrm>
          <a:prstGeom prst="rect">
            <a:avLst/>
          </a:prstGeom>
        </p:spPr>
      </p:pic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207FBA45-7010-D437-25F5-A040C37EDA6C}"/>
              </a:ext>
            </a:extLst>
          </p:cNvPr>
          <p:cNvCxnSpPr>
            <a:cxnSpLocks/>
          </p:cNvCxnSpPr>
          <p:nvPr/>
        </p:nvCxnSpPr>
        <p:spPr>
          <a:xfrm flipV="1">
            <a:off x="2328862" y="377826"/>
            <a:ext cx="0" cy="16986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078034DF-FA7E-B4C2-113C-6D3937B7AA5F}"/>
              </a:ext>
            </a:extLst>
          </p:cNvPr>
          <p:cNvGrpSpPr/>
          <p:nvPr/>
        </p:nvGrpSpPr>
        <p:grpSpPr>
          <a:xfrm>
            <a:off x="483395" y="145257"/>
            <a:ext cx="9074942" cy="2102643"/>
            <a:chOff x="483395" y="145257"/>
            <a:chExt cx="9074942" cy="2102643"/>
          </a:xfrm>
        </p:grpSpPr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6D35B9A6-604D-51BD-1343-F5F778206A85}"/>
                </a:ext>
              </a:extLst>
            </p:cNvPr>
            <p:cNvCxnSpPr>
              <a:cxnSpLocks/>
            </p:cNvCxnSpPr>
            <p:nvPr/>
          </p:nvCxnSpPr>
          <p:spPr>
            <a:xfrm>
              <a:off x="9046369" y="214313"/>
              <a:ext cx="335757" cy="1198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1482EAB8-F67B-6038-9267-5E630251A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6370" y="145257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15E98A8F-7FFC-0B5A-D461-98BA4A050021}"/>
                </a:ext>
              </a:extLst>
            </p:cNvPr>
            <p:cNvCxnSpPr>
              <a:cxnSpLocks/>
            </p:cNvCxnSpPr>
            <p:nvPr/>
          </p:nvCxnSpPr>
          <p:spPr>
            <a:xfrm>
              <a:off x="9210675" y="150019"/>
              <a:ext cx="335757" cy="1198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1CEB4B79-DD7D-EA3B-4E07-9DA2F4E639D5}"/>
                </a:ext>
              </a:extLst>
            </p:cNvPr>
            <p:cNvCxnSpPr>
              <a:cxnSpLocks/>
            </p:cNvCxnSpPr>
            <p:nvPr/>
          </p:nvCxnSpPr>
          <p:spPr>
            <a:xfrm>
              <a:off x="9548813" y="269083"/>
              <a:ext cx="0" cy="1500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94A255D1-3350-40D2-E47B-865450904F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0675" y="404813"/>
              <a:ext cx="347662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B093CBDA-B495-92DC-C371-B557916E00B9}"/>
                </a:ext>
              </a:extLst>
            </p:cNvPr>
            <p:cNvCxnSpPr>
              <a:cxnSpLocks/>
            </p:cNvCxnSpPr>
            <p:nvPr/>
          </p:nvCxnSpPr>
          <p:spPr>
            <a:xfrm>
              <a:off x="9041607" y="471488"/>
              <a:ext cx="180974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48D1C060-5DA7-CF37-4B94-8C619E6148FE}"/>
                </a:ext>
              </a:extLst>
            </p:cNvPr>
            <p:cNvCxnSpPr>
              <a:cxnSpLocks/>
            </p:cNvCxnSpPr>
            <p:nvPr/>
          </p:nvCxnSpPr>
          <p:spPr>
            <a:xfrm>
              <a:off x="9046370" y="457202"/>
              <a:ext cx="0" cy="1500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083B5FD8-F9E5-A5B2-A7D5-C2D287EBE297}"/>
                </a:ext>
              </a:extLst>
            </p:cNvPr>
            <p:cNvCxnSpPr>
              <a:cxnSpLocks/>
            </p:cNvCxnSpPr>
            <p:nvPr/>
          </p:nvCxnSpPr>
          <p:spPr>
            <a:xfrm>
              <a:off x="9039226" y="604838"/>
              <a:ext cx="180974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92B200C9-E924-6A8B-7353-4B165302BE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9701" y="681038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90C3F9D5-3B0D-47C7-6800-6A50E3EE5B8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989" y="754856"/>
              <a:ext cx="0" cy="1190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0776BFB0-8636-C469-5A68-54BA018856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0157" y="869157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551FB36E-A7B9-31EC-EBA6-1F765146EDD2}"/>
                </a:ext>
              </a:extLst>
            </p:cNvPr>
            <p:cNvCxnSpPr>
              <a:cxnSpLocks/>
            </p:cNvCxnSpPr>
            <p:nvPr/>
          </p:nvCxnSpPr>
          <p:spPr>
            <a:xfrm>
              <a:off x="8877301" y="531019"/>
              <a:ext cx="0" cy="4143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89709F66-A9F2-2A8A-CA40-C2F85CE723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5851" y="533401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EF2925FA-FAE8-C0FB-BEDB-9A7233052221}"/>
                </a:ext>
              </a:extLst>
            </p:cNvPr>
            <p:cNvCxnSpPr>
              <a:cxnSpLocks/>
            </p:cNvCxnSpPr>
            <p:nvPr/>
          </p:nvCxnSpPr>
          <p:spPr>
            <a:xfrm>
              <a:off x="8705851" y="602457"/>
              <a:ext cx="0" cy="5286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7DA96372-2B76-160B-FFD5-6FDA1F338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2020" y="1128714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D8FF4054-EF4A-4A49-5A7B-EC2EB929124F}"/>
                </a:ext>
              </a:extLst>
            </p:cNvPr>
            <p:cNvCxnSpPr>
              <a:cxnSpLocks/>
            </p:cNvCxnSpPr>
            <p:nvPr/>
          </p:nvCxnSpPr>
          <p:spPr>
            <a:xfrm>
              <a:off x="8536783" y="671513"/>
              <a:ext cx="0" cy="5286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9619FB14-AA8A-5720-FB4A-12556FA667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2951" y="666751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F5195698-EDD3-5C9B-D52D-0B5CB601E12D}"/>
                </a:ext>
              </a:extLst>
            </p:cNvPr>
            <p:cNvCxnSpPr>
              <a:cxnSpLocks/>
            </p:cNvCxnSpPr>
            <p:nvPr/>
          </p:nvCxnSpPr>
          <p:spPr>
            <a:xfrm>
              <a:off x="8377239" y="721519"/>
              <a:ext cx="0" cy="4143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BE4D3EA2-F509-AEB3-BBF9-6CB2018F33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8645" y="1131095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622">
              <a:extLst>
                <a:ext uri="{FF2B5EF4-FFF2-40B4-BE49-F238E27FC236}">
                  <a16:creationId xmlns:a16="http://schemas.microsoft.com/office/drawing/2014/main" id="{290F6880-C6A7-82E2-2F55-D7C9779047F0}"/>
                </a:ext>
              </a:extLst>
            </p:cNvPr>
            <p:cNvCxnSpPr>
              <a:cxnSpLocks/>
            </p:cNvCxnSpPr>
            <p:nvPr/>
          </p:nvCxnSpPr>
          <p:spPr>
            <a:xfrm>
              <a:off x="8210551" y="792957"/>
              <a:ext cx="0" cy="4143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F41E3DFC-F468-50A7-4F02-F6FCA6D894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1957" y="792957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247AFDFB-E0E5-BD0B-6C85-C24864036CB5}"/>
                </a:ext>
              </a:extLst>
            </p:cNvPr>
            <p:cNvCxnSpPr>
              <a:cxnSpLocks/>
            </p:cNvCxnSpPr>
            <p:nvPr/>
          </p:nvCxnSpPr>
          <p:spPr>
            <a:xfrm>
              <a:off x="8036720" y="864394"/>
              <a:ext cx="0" cy="264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B3B9D17E-1FCA-66E7-AB83-F7B753A7AE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5269" y="1123950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88CD6803-94EE-A1D7-7A27-C8629EAAA34B}"/>
                </a:ext>
              </a:extLst>
            </p:cNvPr>
            <p:cNvCxnSpPr>
              <a:cxnSpLocks/>
            </p:cNvCxnSpPr>
            <p:nvPr/>
          </p:nvCxnSpPr>
          <p:spPr>
            <a:xfrm>
              <a:off x="7867651" y="940594"/>
              <a:ext cx="0" cy="264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F403657D-BE8E-62E3-21C5-B9FE41D94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438" y="933450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CBCD2CEE-8189-828A-4A85-735E9286ADEE}"/>
                </a:ext>
              </a:extLst>
            </p:cNvPr>
            <p:cNvCxnSpPr>
              <a:cxnSpLocks/>
            </p:cNvCxnSpPr>
            <p:nvPr/>
          </p:nvCxnSpPr>
          <p:spPr>
            <a:xfrm>
              <a:off x="7698582" y="1004887"/>
              <a:ext cx="0" cy="264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EC003B65-9728-9CBA-AD24-6F4EC20331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7131" y="1197769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A75F49DF-E527-FFD7-E8B2-14FB06A692A6}"/>
                </a:ext>
              </a:extLst>
            </p:cNvPr>
            <p:cNvCxnSpPr>
              <a:cxnSpLocks/>
            </p:cNvCxnSpPr>
            <p:nvPr/>
          </p:nvCxnSpPr>
          <p:spPr>
            <a:xfrm>
              <a:off x="7534276" y="928687"/>
              <a:ext cx="0" cy="264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1C969A5F-CEBD-8F61-0C81-76EA7240E3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5681" y="931068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06C4354A-06E1-3762-4D9B-358C24D8B41E}"/>
                </a:ext>
              </a:extLst>
            </p:cNvPr>
            <p:cNvCxnSpPr>
              <a:cxnSpLocks/>
            </p:cNvCxnSpPr>
            <p:nvPr/>
          </p:nvCxnSpPr>
          <p:spPr>
            <a:xfrm>
              <a:off x="7360445" y="992981"/>
              <a:ext cx="0" cy="264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26B19026-0322-BC96-C412-ED1EE3474F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6612" y="1195388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3F3DFDA3-CED3-C668-7660-32F1E672E480}"/>
                </a:ext>
              </a:extLst>
            </p:cNvPr>
            <p:cNvCxnSpPr>
              <a:cxnSpLocks/>
            </p:cNvCxnSpPr>
            <p:nvPr/>
          </p:nvCxnSpPr>
          <p:spPr>
            <a:xfrm>
              <a:off x="7200901" y="1052513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844B63C3-D56F-45B4-7E13-6422CF5F4E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1831" y="1052512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20AF4F01-05EB-2739-C607-AAB50FA1D720}"/>
                </a:ext>
              </a:extLst>
            </p:cNvPr>
            <p:cNvCxnSpPr>
              <a:cxnSpLocks/>
            </p:cNvCxnSpPr>
            <p:nvPr/>
          </p:nvCxnSpPr>
          <p:spPr>
            <a:xfrm>
              <a:off x="7031833" y="1123950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5E4D2E9E-6093-0646-FB4C-7103554E63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1" y="1190626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430856F5-B48E-7F23-E837-E4D05E08D0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4644" y="1190624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1F40A0DF-4DD5-638A-2B3D-55BED4B0225D}"/>
                </a:ext>
              </a:extLst>
            </p:cNvPr>
            <p:cNvCxnSpPr>
              <a:cxnSpLocks/>
            </p:cNvCxnSpPr>
            <p:nvPr/>
          </p:nvCxnSpPr>
          <p:spPr>
            <a:xfrm>
              <a:off x="6691314" y="1257300"/>
              <a:ext cx="0" cy="3952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E73F134E-9A4E-C855-DA1F-8F9E6230BD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9406" y="1585911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BADC500E-2EFA-D6FA-FC79-91D6DCAF82D1}"/>
                </a:ext>
              </a:extLst>
            </p:cNvPr>
            <p:cNvCxnSpPr>
              <a:cxnSpLocks/>
            </p:cNvCxnSpPr>
            <p:nvPr/>
          </p:nvCxnSpPr>
          <p:spPr>
            <a:xfrm>
              <a:off x="6853239" y="1588294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648">
              <a:extLst>
                <a:ext uri="{FF2B5EF4-FFF2-40B4-BE49-F238E27FC236}">
                  <a16:creationId xmlns:a16="http://schemas.microsoft.com/office/drawing/2014/main" id="{EAA6A986-2756-419A-D903-E34B3C744E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8474" y="1652586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3834A4FD-CE18-5DF3-01FE-8E11C92E384F}"/>
                </a:ext>
              </a:extLst>
            </p:cNvPr>
            <p:cNvCxnSpPr>
              <a:cxnSpLocks/>
            </p:cNvCxnSpPr>
            <p:nvPr/>
          </p:nvCxnSpPr>
          <p:spPr>
            <a:xfrm>
              <a:off x="7027070" y="165020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0408A8D5-E251-B83F-FB7C-AD54BD03A6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2305" y="1793872"/>
              <a:ext cx="357189" cy="12065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0356FC48-4944-F83E-2CA8-97999C363E53}"/>
                </a:ext>
              </a:extLst>
            </p:cNvPr>
            <p:cNvCxnSpPr>
              <a:cxnSpLocks/>
            </p:cNvCxnSpPr>
            <p:nvPr/>
          </p:nvCxnSpPr>
          <p:spPr>
            <a:xfrm>
              <a:off x="7367589" y="1774031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FCFE8968-A149-8558-7541-B0E0771A5A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7588" y="1788320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AE95F502-A849-2C0A-4122-84EB9EAC09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6658" y="170735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B564C3F9-F7BC-227D-D517-A4A73F4F1D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1894" y="1719264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AC24DBCD-E2E1-7927-E6FE-9371FB4E8527}"/>
                </a:ext>
              </a:extLst>
            </p:cNvPr>
            <p:cNvCxnSpPr>
              <a:cxnSpLocks/>
            </p:cNvCxnSpPr>
            <p:nvPr/>
          </p:nvCxnSpPr>
          <p:spPr>
            <a:xfrm>
              <a:off x="7696201" y="1781176"/>
              <a:ext cx="0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6FEB5462-E849-C854-4D07-54A9B8DDDB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1438" y="1907383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94A16D54-4C62-1FEB-DAC1-7F895629BD68}"/>
                </a:ext>
              </a:extLst>
            </p:cNvPr>
            <p:cNvCxnSpPr>
              <a:cxnSpLocks/>
            </p:cNvCxnSpPr>
            <p:nvPr/>
          </p:nvCxnSpPr>
          <p:spPr>
            <a:xfrm>
              <a:off x="7865270" y="1726406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2EF87B4F-270D-2A41-681D-A11BC22C9E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7649" y="1652586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8ECF5371-2A46-39B3-5A5A-EADBCE09CB80}"/>
                </a:ext>
              </a:extLst>
            </p:cNvPr>
            <p:cNvCxnSpPr>
              <a:cxnSpLocks/>
            </p:cNvCxnSpPr>
            <p:nvPr/>
          </p:nvCxnSpPr>
          <p:spPr>
            <a:xfrm>
              <a:off x="8043864" y="1652588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62B3367D-691E-CF12-54DA-9A5B67ED8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099" y="1838323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B33769AB-5C09-38A1-2387-354A83F72DD4}"/>
                </a:ext>
              </a:extLst>
            </p:cNvPr>
            <p:cNvCxnSpPr>
              <a:cxnSpLocks/>
            </p:cNvCxnSpPr>
            <p:nvPr/>
          </p:nvCxnSpPr>
          <p:spPr>
            <a:xfrm>
              <a:off x="8205789" y="1716882"/>
              <a:ext cx="0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31589F5D-BE5E-1FA9-138F-559CB49365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6262" y="1521619"/>
              <a:ext cx="511969" cy="2031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D9B80D8D-E1C1-E41B-095B-3108E0E9A4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1088" y="1516857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D0C0213A-1F41-D63E-4ECC-F579D8D031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0569" y="1590675"/>
              <a:ext cx="511969" cy="2031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813CAA27-51CE-C201-A048-E1F881630799}"/>
                </a:ext>
              </a:extLst>
            </p:cNvPr>
            <p:cNvCxnSpPr>
              <a:cxnSpLocks/>
            </p:cNvCxnSpPr>
            <p:nvPr/>
          </p:nvCxnSpPr>
          <p:spPr>
            <a:xfrm>
              <a:off x="8367714" y="1793082"/>
              <a:ext cx="0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91010D27-A258-247E-BF42-88EEA541E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7712" y="1645444"/>
              <a:ext cx="683419" cy="26034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29CDD2D2-653C-EDEE-6BDD-ADD3BB6D10BF}"/>
                </a:ext>
              </a:extLst>
            </p:cNvPr>
            <p:cNvCxnSpPr>
              <a:cxnSpLocks/>
            </p:cNvCxnSpPr>
            <p:nvPr/>
          </p:nvCxnSpPr>
          <p:spPr>
            <a:xfrm>
              <a:off x="9048751" y="1524001"/>
              <a:ext cx="0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CEF9CF23-7327-EEC5-E609-8C8974AA9C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3511" y="1447798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AAD83B2A-0BE6-79EE-E3F4-D848BBE9BBD9}"/>
                </a:ext>
              </a:extLst>
            </p:cNvPr>
            <p:cNvCxnSpPr>
              <a:cxnSpLocks/>
            </p:cNvCxnSpPr>
            <p:nvPr/>
          </p:nvCxnSpPr>
          <p:spPr>
            <a:xfrm>
              <a:off x="9213059" y="1457326"/>
              <a:ext cx="0" cy="5333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677">
              <a:extLst>
                <a:ext uri="{FF2B5EF4-FFF2-40B4-BE49-F238E27FC236}">
                  <a16:creationId xmlns:a16="http://schemas.microsoft.com/office/drawing/2014/main" id="{2D49F185-51D0-6B5E-7895-D5804A0E1552}"/>
                </a:ext>
              </a:extLst>
            </p:cNvPr>
            <p:cNvCxnSpPr>
              <a:cxnSpLocks/>
            </p:cNvCxnSpPr>
            <p:nvPr/>
          </p:nvCxnSpPr>
          <p:spPr>
            <a:xfrm>
              <a:off x="6522247" y="1304926"/>
              <a:ext cx="0" cy="5333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679">
              <a:extLst>
                <a:ext uri="{FF2B5EF4-FFF2-40B4-BE49-F238E27FC236}">
                  <a16:creationId xmlns:a16="http://schemas.microsoft.com/office/drawing/2014/main" id="{11703FF2-E55F-EAA5-9807-8343FB1FF7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2700" y="1000126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680">
              <a:extLst>
                <a:ext uri="{FF2B5EF4-FFF2-40B4-BE49-F238E27FC236}">
                  <a16:creationId xmlns:a16="http://schemas.microsoft.com/office/drawing/2014/main" id="{93864D3A-E562-ED42-E6C6-505CF09A0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724" y="997743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0ABE543D-CC5F-D873-B646-A82FEEA25E3C}"/>
                </a:ext>
              </a:extLst>
            </p:cNvPr>
            <p:cNvCxnSpPr>
              <a:cxnSpLocks/>
            </p:cNvCxnSpPr>
            <p:nvPr/>
          </p:nvCxnSpPr>
          <p:spPr>
            <a:xfrm>
              <a:off x="6188870" y="1054894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682">
              <a:extLst>
                <a:ext uri="{FF2B5EF4-FFF2-40B4-BE49-F238E27FC236}">
                  <a16:creationId xmlns:a16="http://schemas.microsoft.com/office/drawing/2014/main" id="{0314BF94-65D2-4B74-E526-2E5E5FD68B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1206" y="1057275"/>
              <a:ext cx="340519" cy="13811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61E2961A-1273-910C-4750-730B3728BF3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2" y="931069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366677BC-270C-2834-E990-9624198933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9737" y="795338"/>
              <a:ext cx="340519" cy="13811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8A34B349-4CB8-B594-AD9B-B7E7F202A4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0668" y="797717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2C4D24D5-7948-8992-5CBA-6D909270B5C1}"/>
                </a:ext>
              </a:extLst>
            </p:cNvPr>
            <p:cNvCxnSpPr>
              <a:cxnSpLocks/>
            </p:cNvCxnSpPr>
            <p:nvPr/>
          </p:nvCxnSpPr>
          <p:spPr>
            <a:xfrm>
              <a:off x="5350669" y="859631"/>
              <a:ext cx="0" cy="2619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20A4CC2F-26C1-2254-7B35-B10D9AC8E5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53050" y="1128713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690">
              <a:extLst>
                <a:ext uri="{FF2B5EF4-FFF2-40B4-BE49-F238E27FC236}">
                  <a16:creationId xmlns:a16="http://schemas.microsoft.com/office/drawing/2014/main" id="{BED6C7F4-E592-BEC0-B189-59F519E48653}"/>
                </a:ext>
              </a:extLst>
            </p:cNvPr>
            <p:cNvCxnSpPr>
              <a:cxnSpLocks/>
            </p:cNvCxnSpPr>
            <p:nvPr/>
          </p:nvCxnSpPr>
          <p:spPr>
            <a:xfrm>
              <a:off x="5514976" y="926306"/>
              <a:ext cx="0" cy="2762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692">
              <a:extLst>
                <a:ext uri="{FF2B5EF4-FFF2-40B4-BE49-F238E27FC236}">
                  <a16:creationId xmlns:a16="http://schemas.microsoft.com/office/drawing/2014/main" id="{C03AE4D6-9E01-FEFF-0177-87B0C2BD8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9738" y="923926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693">
              <a:extLst>
                <a:ext uri="{FF2B5EF4-FFF2-40B4-BE49-F238E27FC236}">
                  <a16:creationId xmlns:a16="http://schemas.microsoft.com/office/drawing/2014/main" id="{5C071E8E-2FB3-11A6-3116-2C999A54783B}"/>
                </a:ext>
              </a:extLst>
            </p:cNvPr>
            <p:cNvCxnSpPr>
              <a:cxnSpLocks/>
            </p:cNvCxnSpPr>
            <p:nvPr/>
          </p:nvCxnSpPr>
          <p:spPr>
            <a:xfrm>
              <a:off x="5686427" y="1259681"/>
              <a:ext cx="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BCE884AB-8BDB-DDFD-098A-2ADBD149F024}"/>
                </a:ext>
              </a:extLst>
            </p:cNvPr>
            <p:cNvCxnSpPr>
              <a:cxnSpLocks/>
            </p:cNvCxnSpPr>
            <p:nvPr/>
          </p:nvCxnSpPr>
          <p:spPr>
            <a:xfrm>
              <a:off x="5684046" y="1004887"/>
              <a:ext cx="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C5B0C413-4A34-F817-AAEB-137CA12A0B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1663" y="1119189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6065B4BC-6D2D-B094-1374-80D8E2BA0C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4043" y="1185861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DC239201-37ED-9576-3FFE-DD26ECEEF3EC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2" y="1247775"/>
              <a:ext cx="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005D7A03-2D38-7423-21B8-252230F19A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3586" y="1369217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1DCA86D3-2F59-EFDA-B319-A6C73211C0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731" y="1447801"/>
              <a:ext cx="335757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604BC58D-7512-4C8D-1897-C4CFE9410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8806" y="1590673"/>
              <a:ext cx="495297" cy="2000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F2F7DD76-AFDC-EA31-0AE7-B0338A4DC25B}"/>
                </a:ext>
              </a:extLst>
            </p:cNvPr>
            <p:cNvCxnSpPr>
              <a:cxnSpLocks/>
            </p:cNvCxnSpPr>
            <p:nvPr/>
          </p:nvCxnSpPr>
          <p:spPr>
            <a:xfrm>
              <a:off x="5688807" y="1664494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01843A4D-BCF2-CD2E-9E5A-D7A5B5B78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2592" y="1650205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76514488-6B85-1548-4443-14BAED466862}"/>
                </a:ext>
              </a:extLst>
            </p:cNvPr>
            <p:cNvCxnSpPr>
              <a:cxnSpLocks/>
            </p:cNvCxnSpPr>
            <p:nvPr/>
          </p:nvCxnSpPr>
          <p:spPr>
            <a:xfrm>
              <a:off x="5524501" y="1724026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3ADD51A4-EE5D-5370-B13B-0CDAF86DC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1142" y="1847848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78781694-F999-96D5-8AD5-B16807BBE580}"/>
                </a:ext>
              </a:extLst>
            </p:cNvPr>
            <p:cNvCxnSpPr>
              <a:cxnSpLocks/>
            </p:cNvCxnSpPr>
            <p:nvPr/>
          </p:nvCxnSpPr>
          <p:spPr>
            <a:xfrm>
              <a:off x="5348288" y="1797844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713">
              <a:extLst>
                <a:ext uri="{FF2B5EF4-FFF2-40B4-BE49-F238E27FC236}">
                  <a16:creationId xmlns:a16="http://schemas.microsoft.com/office/drawing/2014/main" id="{251F91B5-8C5B-30BE-9071-32FB40A9B0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9217" y="1778792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0978D2F4-7E2C-6C08-1E1F-CEC468530A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3675" y="1390650"/>
              <a:ext cx="529432" cy="19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53641525-DF0D-12C8-32C8-B0AC36D6B9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6192" y="1389855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A2DD5CE3-2B2B-748A-F450-5CC0084AB8C1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1" y="1327151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54728FA0-6B10-46AD-A126-CF646A7EF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0954" y="1251743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ADC17DB4-2BAB-4862-4431-B6DD596ED9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7963" y="1250156"/>
              <a:ext cx="337343" cy="138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A361E459-70E6-F70E-C8DA-17819C0D3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8636" y="1318418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75A7F6F5-7966-4501-0DB3-22169861C889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9" y="942975"/>
              <a:ext cx="0" cy="381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334EF3C2-AAA1-EBD6-1ACC-79923FB6CD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41020" y="864395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CD928141-06E9-99EC-ADB9-7BAAB9CD3456}"/>
                </a:ext>
              </a:extLst>
            </p:cNvPr>
            <p:cNvCxnSpPr>
              <a:cxnSpLocks/>
            </p:cNvCxnSpPr>
            <p:nvPr/>
          </p:nvCxnSpPr>
          <p:spPr>
            <a:xfrm>
              <a:off x="4348165" y="602456"/>
              <a:ext cx="0" cy="2643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2E86B1BC-FED1-308D-48D6-F76A7408D8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67125" y="342900"/>
              <a:ext cx="683420" cy="2619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729">
              <a:extLst>
                <a:ext uri="{FF2B5EF4-FFF2-40B4-BE49-F238E27FC236}">
                  <a16:creationId xmlns:a16="http://schemas.microsoft.com/office/drawing/2014/main" id="{B0584EF2-85DD-C2A3-0BEC-3EBF881B4C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8013" y="337343"/>
              <a:ext cx="511966" cy="196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E0DEAD75-24D5-7E59-CBC5-4566C3C0F3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5094" y="347663"/>
              <a:ext cx="504826" cy="1857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94947F37-C553-50ED-C5AA-5D4359EB5598}"/>
                </a:ext>
              </a:extLst>
            </p:cNvPr>
            <p:cNvCxnSpPr>
              <a:cxnSpLocks/>
            </p:cNvCxnSpPr>
            <p:nvPr/>
          </p:nvCxnSpPr>
          <p:spPr>
            <a:xfrm>
              <a:off x="2659857" y="212726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734">
              <a:extLst>
                <a:ext uri="{FF2B5EF4-FFF2-40B4-BE49-F238E27FC236}">
                  <a16:creationId xmlns:a16="http://schemas.microsoft.com/office/drawing/2014/main" id="{B3A60A1E-822E-E88C-ADEA-E1A646A825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3642" y="203993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735">
              <a:extLst>
                <a:ext uri="{FF2B5EF4-FFF2-40B4-BE49-F238E27FC236}">
                  <a16:creationId xmlns:a16="http://schemas.microsoft.com/office/drawing/2014/main" id="{E81AA142-5017-CB4D-C168-DEEC72A896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20" y="209551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575D6246-9E8A-6782-2636-57AC76BCF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0267" y="213518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737">
              <a:extLst>
                <a:ext uri="{FF2B5EF4-FFF2-40B4-BE49-F238E27FC236}">
                  <a16:creationId xmlns:a16="http://schemas.microsoft.com/office/drawing/2014/main" id="{98E3BF41-74A3-D0B4-E0A4-3D38988EB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0726" y="207169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1CE175B8-DBC2-F988-FCCC-BA94CEB77A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273" y="206374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53BAE79D-C882-3399-6589-D98CCAE679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7351" y="209551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>
              <a:extLst>
                <a:ext uri="{FF2B5EF4-FFF2-40B4-BE49-F238E27FC236}">
                  <a16:creationId xmlns:a16="http://schemas.microsoft.com/office/drawing/2014/main" id="{E574B096-5F7C-D59D-9208-586CCCC936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4450" y="203993"/>
              <a:ext cx="347659" cy="1317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EB641FAB-6C48-A5F1-DAD2-FDECAB95B844}"/>
                </a:ext>
              </a:extLst>
            </p:cNvPr>
            <p:cNvCxnSpPr>
              <a:cxnSpLocks/>
            </p:cNvCxnSpPr>
            <p:nvPr/>
          </p:nvCxnSpPr>
          <p:spPr>
            <a:xfrm>
              <a:off x="1326357" y="322263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0749869A-0713-296E-9372-7A2A7D098C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0142" y="451642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B3DFD1BC-6E1E-8B51-135A-A9970B2C92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220" y="464345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A390501B-7367-3B69-AB26-E8B9415369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6" y="458786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C2663594-4A76-1152-154F-64DF94448874}"/>
                </a:ext>
              </a:extLst>
            </p:cNvPr>
            <p:cNvCxnSpPr>
              <a:cxnSpLocks/>
            </p:cNvCxnSpPr>
            <p:nvPr/>
          </p:nvCxnSpPr>
          <p:spPr>
            <a:xfrm>
              <a:off x="814388" y="546100"/>
              <a:ext cx="0" cy="2563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>
              <a:extLst>
                <a:ext uri="{FF2B5EF4-FFF2-40B4-BE49-F238E27FC236}">
                  <a16:creationId xmlns:a16="http://schemas.microsoft.com/office/drawing/2014/main" id="{A4A7FD49-C503-0C0E-9688-51B568970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152" y="807245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B908B0ED-549B-05E7-9C28-6D2CBCE107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156" y="1125535"/>
              <a:ext cx="492916" cy="1984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A030F442-DE62-D77D-2917-D3D38101D89C}"/>
                </a:ext>
              </a:extLst>
            </p:cNvPr>
            <p:cNvCxnSpPr>
              <a:cxnSpLocks/>
            </p:cNvCxnSpPr>
            <p:nvPr/>
          </p:nvCxnSpPr>
          <p:spPr>
            <a:xfrm>
              <a:off x="483395" y="1322387"/>
              <a:ext cx="0" cy="382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754">
              <a:extLst>
                <a:ext uri="{FF2B5EF4-FFF2-40B4-BE49-F238E27FC236}">
                  <a16:creationId xmlns:a16="http://schemas.microsoft.com/office/drawing/2014/main" id="{D9C57163-95C6-B933-20E0-9CD3259024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536" y="1583531"/>
              <a:ext cx="333377" cy="12382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4BD775BF-F301-6E83-A1E2-0171558E74D7}"/>
                </a:ext>
              </a:extLst>
            </p:cNvPr>
            <p:cNvCxnSpPr>
              <a:cxnSpLocks/>
            </p:cNvCxnSpPr>
            <p:nvPr/>
          </p:nvCxnSpPr>
          <p:spPr>
            <a:xfrm>
              <a:off x="819150" y="1462882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>
              <a:extLst>
                <a:ext uri="{FF2B5EF4-FFF2-40B4-BE49-F238E27FC236}">
                  <a16:creationId xmlns:a16="http://schemas.microsoft.com/office/drawing/2014/main" id="{5425F84B-E0E3-C0DD-B0F9-DA1A0D76030E}"/>
                </a:ext>
              </a:extLst>
            </p:cNvPr>
            <p:cNvCxnSpPr>
              <a:cxnSpLocks/>
            </p:cNvCxnSpPr>
            <p:nvPr/>
          </p:nvCxnSpPr>
          <p:spPr>
            <a:xfrm>
              <a:off x="978694" y="1274763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>
              <a:extLst>
                <a:ext uri="{FF2B5EF4-FFF2-40B4-BE49-F238E27FC236}">
                  <a16:creationId xmlns:a16="http://schemas.microsoft.com/office/drawing/2014/main" id="{79124C7B-FA13-F0DF-24FD-44B0DC816D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242" y="1394617"/>
              <a:ext cx="176211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804AB6DF-E721-36FB-B055-C6A4ABF9397E}"/>
                </a:ext>
              </a:extLst>
            </p:cNvPr>
            <p:cNvCxnSpPr>
              <a:cxnSpLocks/>
            </p:cNvCxnSpPr>
            <p:nvPr/>
          </p:nvCxnSpPr>
          <p:spPr>
            <a:xfrm>
              <a:off x="1307307" y="996157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761">
              <a:extLst>
                <a:ext uri="{FF2B5EF4-FFF2-40B4-BE49-F238E27FC236}">
                  <a16:creationId xmlns:a16="http://schemas.microsoft.com/office/drawing/2014/main" id="{C8641476-7229-5C42-FC7E-823A823D66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6482" y="528638"/>
              <a:ext cx="176212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4E68DD46-E2A2-0872-82D6-8863A11F92ED}"/>
                </a:ext>
              </a:extLst>
            </p:cNvPr>
            <p:cNvCxnSpPr>
              <a:cxnSpLocks/>
            </p:cNvCxnSpPr>
            <p:nvPr/>
          </p:nvCxnSpPr>
          <p:spPr>
            <a:xfrm>
              <a:off x="2505076" y="527051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857E4BA5-A8C2-1056-C18F-49CF7C5B7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2695" y="661988"/>
              <a:ext cx="166686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766">
              <a:extLst>
                <a:ext uri="{FF2B5EF4-FFF2-40B4-BE49-F238E27FC236}">
                  <a16:creationId xmlns:a16="http://schemas.microsoft.com/office/drawing/2014/main" id="{D0A46405-3CD7-AFE8-988F-554CDE3E34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6526" y="862013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767">
              <a:extLst>
                <a:ext uri="{FF2B5EF4-FFF2-40B4-BE49-F238E27FC236}">
                  <a16:creationId xmlns:a16="http://schemas.microsoft.com/office/drawing/2014/main" id="{48003B34-2CC5-17B7-DFE8-85BCB86731CA}"/>
                </a:ext>
              </a:extLst>
            </p:cNvPr>
            <p:cNvCxnSpPr>
              <a:cxnSpLocks/>
            </p:cNvCxnSpPr>
            <p:nvPr/>
          </p:nvCxnSpPr>
          <p:spPr>
            <a:xfrm>
              <a:off x="2836070" y="927101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>
              <a:extLst>
                <a:ext uri="{FF2B5EF4-FFF2-40B4-BE49-F238E27FC236}">
                  <a16:creationId xmlns:a16="http://schemas.microsoft.com/office/drawing/2014/main" id="{A39E95D1-6023-8405-A03B-3EDBD948EDC3}"/>
                </a:ext>
              </a:extLst>
            </p:cNvPr>
            <p:cNvCxnSpPr>
              <a:cxnSpLocks/>
            </p:cNvCxnSpPr>
            <p:nvPr/>
          </p:nvCxnSpPr>
          <p:spPr>
            <a:xfrm>
              <a:off x="2997995" y="1129507"/>
              <a:ext cx="0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769">
              <a:extLst>
                <a:ext uri="{FF2B5EF4-FFF2-40B4-BE49-F238E27FC236}">
                  <a16:creationId xmlns:a16="http://schemas.microsoft.com/office/drawing/2014/main" id="{5E998895-F84B-0B26-9851-BC0218191A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36070" y="1057276"/>
              <a:ext cx="169069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771">
              <a:extLst>
                <a:ext uri="{FF2B5EF4-FFF2-40B4-BE49-F238E27FC236}">
                  <a16:creationId xmlns:a16="http://schemas.microsoft.com/office/drawing/2014/main" id="{C9CE88A5-38B6-8515-505F-5688D4A5D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4620" y="661988"/>
              <a:ext cx="176212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772">
              <a:extLst>
                <a:ext uri="{FF2B5EF4-FFF2-40B4-BE49-F238E27FC236}">
                  <a16:creationId xmlns:a16="http://schemas.microsoft.com/office/drawing/2014/main" id="{8EFDCC82-DDBD-0535-F947-D5C27971AB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36069" y="659607"/>
              <a:ext cx="840581" cy="3333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774">
              <a:extLst>
                <a:ext uri="{FF2B5EF4-FFF2-40B4-BE49-F238E27FC236}">
                  <a16:creationId xmlns:a16="http://schemas.microsoft.com/office/drawing/2014/main" id="{765E9981-FFF8-1D51-A8A0-07D5C228FC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9964" y="988219"/>
              <a:ext cx="176212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775">
              <a:extLst>
                <a:ext uri="{FF2B5EF4-FFF2-40B4-BE49-F238E27FC236}">
                  <a16:creationId xmlns:a16="http://schemas.microsoft.com/office/drawing/2014/main" id="{2BE35879-B0B7-3AFB-EB17-C2191A5F61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31306" y="797719"/>
              <a:ext cx="688182" cy="2595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4F8A143F-E50B-D610-D4FE-EA4E91E0D9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1" y="797720"/>
              <a:ext cx="176212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81DE3D60-D368-8FE7-6BE3-DBD87E18244E}"/>
                </a:ext>
              </a:extLst>
            </p:cNvPr>
            <p:cNvCxnSpPr>
              <a:cxnSpLocks/>
            </p:cNvCxnSpPr>
            <p:nvPr/>
          </p:nvCxnSpPr>
          <p:spPr>
            <a:xfrm>
              <a:off x="6529388" y="1843088"/>
              <a:ext cx="1009650" cy="4048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1" name="Straight Connector 760">
            <a:extLst>
              <a:ext uri="{FF2B5EF4-FFF2-40B4-BE49-F238E27FC236}">
                <a16:creationId xmlns:a16="http://schemas.microsoft.com/office/drawing/2014/main" id="{4D56CA54-02B4-5726-9A71-64355760B614}"/>
              </a:ext>
            </a:extLst>
          </p:cNvPr>
          <p:cNvCxnSpPr>
            <a:cxnSpLocks/>
          </p:cNvCxnSpPr>
          <p:nvPr/>
        </p:nvCxnSpPr>
        <p:spPr>
          <a:xfrm flipV="1">
            <a:off x="1313657" y="831057"/>
            <a:ext cx="336549" cy="16192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1B672EF1-3F8B-ED5D-9383-C59EB4FF78CC}"/>
              </a:ext>
            </a:extLst>
          </p:cNvPr>
          <p:cNvCxnSpPr>
            <a:cxnSpLocks/>
          </p:cNvCxnSpPr>
          <p:nvPr/>
        </p:nvCxnSpPr>
        <p:spPr>
          <a:xfrm flipV="1">
            <a:off x="4681536" y="5368925"/>
            <a:ext cx="163514" cy="6588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782">
            <a:extLst>
              <a:ext uri="{FF2B5EF4-FFF2-40B4-BE49-F238E27FC236}">
                <a16:creationId xmlns:a16="http://schemas.microsoft.com/office/drawing/2014/main" id="{8F53A4BC-33F9-80EE-8DE6-DEB4261135C5}"/>
              </a:ext>
            </a:extLst>
          </p:cNvPr>
          <p:cNvCxnSpPr>
            <a:cxnSpLocks/>
          </p:cNvCxnSpPr>
          <p:nvPr/>
        </p:nvCxnSpPr>
        <p:spPr>
          <a:xfrm>
            <a:off x="5195886" y="4977607"/>
            <a:ext cx="160339" cy="64293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6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1871C407-9406-5505-C492-9EA93E3ABAE3}"/>
              </a:ext>
            </a:extLst>
          </p:cNvPr>
          <p:cNvSpPr/>
          <p:nvPr/>
        </p:nvSpPr>
        <p:spPr>
          <a:xfrm>
            <a:off x="406400" y="860426"/>
            <a:ext cx="1778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870175-EB97-CA07-C2EA-68EADE8E425A}"/>
              </a:ext>
            </a:extLst>
          </p:cNvPr>
          <p:cNvSpPr/>
          <p:nvPr/>
        </p:nvSpPr>
        <p:spPr>
          <a:xfrm>
            <a:off x="3587750" y="396876"/>
            <a:ext cx="1778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23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57938"/>
            <a:ext cx="839783" cy="333375"/>
            <a:chOff x="1486699" y="6357938"/>
            <a:chExt cx="839783" cy="33337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>
              <a:off x="1486699" y="6553428"/>
              <a:ext cx="325432" cy="1355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991523" y="6612959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656" y="6617494"/>
              <a:ext cx="169069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DAAC238-E642-03FB-7AC4-EA9C624A9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2" y="6612732"/>
              <a:ext cx="169069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469198F-C8BF-C622-DFAB-6D218095CF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6482" y="6357938"/>
              <a:ext cx="0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0D585EB-5B23-2C7B-1398-62C77796524D}"/>
              </a:ext>
            </a:extLst>
          </p:cNvPr>
          <p:cNvCxnSpPr>
            <a:cxnSpLocks/>
          </p:cNvCxnSpPr>
          <p:nvPr/>
        </p:nvCxnSpPr>
        <p:spPr>
          <a:xfrm flipV="1">
            <a:off x="2490788" y="6341269"/>
            <a:ext cx="500062" cy="21057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3030765" y="461962"/>
            <a:ext cx="2157413" cy="5982722"/>
            <a:chOff x="3030765" y="461962"/>
            <a:chExt cx="2157413" cy="5982722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689B52-B316-8C90-7D39-4E4175878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1825" y="5936456"/>
              <a:ext cx="490538" cy="226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3664178" y="5048250"/>
              <a:ext cx="0" cy="88922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CB6A419-3A3C-9B5D-694E-973909BFC4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0765" y="6378009"/>
              <a:ext cx="136298" cy="5612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EEEB7FB3-2D18-CD8F-2943-9C77A447AA91}"/>
                </a:ext>
              </a:extLst>
            </p:cNvPr>
            <p:cNvCxnSpPr>
              <a:cxnSpLocks/>
            </p:cNvCxnSpPr>
            <p:nvPr/>
          </p:nvCxnSpPr>
          <p:spPr>
            <a:xfrm>
              <a:off x="3178403" y="6172200"/>
              <a:ext cx="0" cy="27248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3333750" y="4914900"/>
              <a:ext cx="341312" cy="1539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3340328" y="3757613"/>
              <a:ext cx="0" cy="115116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8E3FD61-946C-3301-D0FB-F8B000303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513" y="3595688"/>
              <a:ext cx="338137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3673703" y="3214688"/>
              <a:ext cx="0" cy="395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B607253-CC73-D9B9-8DAC-751F29CAA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2363" y="2895600"/>
              <a:ext cx="842962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885BCFF-18A4-AEA0-45F7-AD6329EA30A5}"/>
                </a:ext>
              </a:extLst>
            </p:cNvPr>
            <p:cNvCxnSpPr>
              <a:cxnSpLocks/>
            </p:cNvCxnSpPr>
            <p:nvPr/>
          </p:nvCxnSpPr>
          <p:spPr>
            <a:xfrm>
              <a:off x="4507141" y="2752725"/>
              <a:ext cx="0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A0FEAE8-8843-C66D-8765-F3D1B1778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0088" y="2619375"/>
              <a:ext cx="347662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5D5769-DE77-9A2B-EC11-8494657D0D0F}"/>
                </a:ext>
              </a:extLst>
            </p:cNvPr>
            <p:cNvCxnSpPr>
              <a:cxnSpLocks/>
            </p:cNvCxnSpPr>
            <p:nvPr/>
          </p:nvCxnSpPr>
          <p:spPr>
            <a:xfrm>
              <a:off x="4850041" y="2495550"/>
              <a:ext cx="0" cy="16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4C89339-0070-414A-38B1-291D3EAB5C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3463" y="2424113"/>
              <a:ext cx="176212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51BA40-0870-D3DC-CD7A-17D0A31CB1A3}"/>
                </a:ext>
              </a:extLst>
            </p:cNvPr>
            <p:cNvCxnSpPr>
              <a:cxnSpLocks/>
            </p:cNvCxnSpPr>
            <p:nvPr/>
          </p:nvCxnSpPr>
          <p:spPr>
            <a:xfrm>
              <a:off x="5016728" y="2295525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E12D87-513A-7D3D-67FA-C744A4AA6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0150" y="2219326"/>
              <a:ext cx="176212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08BBFCE-3E03-4C42-75A7-FC946A865025}"/>
                </a:ext>
              </a:extLst>
            </p:cNvPr>
            <p:cNvCxnSpPr>
              <a:cxnSpLocks/>
            </p:cNvCxnSpPr>
            <p:nvPr/>
          </p:nvCxnSpPr>
          <p:spPr>
            <a:xfrm>
              <a:off x="5188178" y="1976437"/>
              <a:ext cx="0" cy="252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E091E37-0889-F5FB-D45C-EC5394D25C66}"/>
                </a:ext>
              </a:extLst>
            </p:cNvPr>
            <p:cNvCxnSpPr>
              <a:cxnSpLocks/>
            </p:cNvCxnSpPr>
            <p:nvPr/>
          </p:nvCxnSpPr>
          <p:spPr>
            <a:xfrm>
              <a:off x="4511903" y="1590675"/>
              <a:ext cx="0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6BFFEE-5A5A-15E5-7D3A-697DEF212909}"/>
                </a:ext>
              </a:extLst>
            </p:cNvPr>
            <p:cNvCxnSpPr>
              <a:cxnSpLocks/>
            </p:cNvCxnSpPr>
            <p:nvPr/>
          </p:nvCxnSpPr>
          <p:spPr>
            <a:xfrm>
              <a:off x="4176713" y="1457325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8F7A9C-CF26-71AE-7B7B-96F8B17E3E95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666750"/>
              <a:ext cx="0" cy="8000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7AA28B-8AE1-BFDB-2EEA-BBA936C7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3" y="461962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19.03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76251" y="247650"/>
            <a:ext cx="3198018" cy="2645569"/>
            <a:chOff x="476251" y="247650"/>
            <a:chExt cx="3198018" cy="2645569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1613" y="236458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251" y="261938"/>
              <a:ext cx="1681162" cy="658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0745" y="247650"/>
              <a:ext cx="1023936" cy="397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2556EF6-7DC1-D616-EECD-2C9FA8A7D448}"/>
              </a:ext>
            </a:extLst>
          </p:cNvPr>
          <p:cNvGrpSpPr/>
          <p:nvPr/>
        </p:nvGrpSpPr>
        <p:grpSpPr>
          <a:xfrm>
            <a:off x="5007769" y="2676525"/>
            <a:ext cx="3209925" cy="3857626"/>
            <a:chOff x="5007769" y="2676525"/>
            <a:chExt cx="3209925" cy="3857626"/>
          </a:xfrm>
        </p:grpSpPr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E7DCCCE-CD37-BF1D-DA0A-36DB5059BEF7}"/>
                </a:ext>
              </a:extLst>
            </p:cNvPr>
            <p:cNvCxnSpPr>
              <a:cxnSpLocks/>
            </p:cNvCxnSpPr>
            <p:nvPr/>
          </p:nvCxnSpPr>
          <p:spPr>
            <a:xfrm>
              <a:off x="5016500" y="2676525"/>
              <a:ext cx="682625" cy="2825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03CC3853-E29C-0796-93BB-708CE28AFF0C}"/>
                </a:ext>
              </a:extLst>
            </p:cNvPr>
            <p:cNvCxnSpPr>
              <a:cxnSpLocks/>
            </p:cNvCxnSpPr>
            <p:nvPr/>
          </p:nvCxnSpPr>
          <p:spPr>
            <a:xfrm>
              <a:off x="5688014" y="2955131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676AAD4-76DB-8547-AC57-D6D776C1C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6838" y="3071813"/>
              <a:ext cx="507206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42C89ED6-0DD1-492E-8417-654526FDD7E9}"/>
                </a:ext>
              </a:extLst>
            </p:cNvPr>
            <p:cNvCxnSpPr>
              <a:cxnSpLocks/>
            </p:cNvCxnSpPr>
            <p:nvPr/>
          </p:nvCxnSpPr>
          <p:spPr>
            <a:xfrm>
              <a:off x="5511800" y="3267075"/>
              <a:ext cx="1360488" cy="540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F291D59A-AFFB-199F-6194-579E2AFC8C85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70" y="38004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EB031A3-8BB2-D8FF-8C97-125A3BC18EBD}"/>
                </a:ext>
              </a:extLst>
            </p:cNvPr>
            <p:cNvCxnSpPr>
              <a:cxnSpLocks/>
            </p:cNvCxnSpPr>
            <p:nvPr/>
          </p:nvCxnSpPr>
          <p:spPr>
            <a:xfrm>
              <a:off x="7035800" y="4130675"/>
              <a:ext cx="662781" cy="265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2EE2822-6CD9-9749-366C-854F60E0C349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98169"/>
              <a:ext cx="0" cy="250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40C6BB57-0156-BBCA-907D-6893D88ED205}"/>
                </a:ext>
              </a:extLst>
            </p:cNvPr>
            <p:cNvCxnSpPr>
              <a:cxnSpLocks/>
            </p:cNvCxnSpPr>
            <p:nvPr/>
          </p:nvCxnSpPr>
          <p:spPr>
            <a:xfrm>
              <a:off x="7693026" y="4643438"/>
              <a:ext cx="519905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B6FB02AC-C6D8-BF25-B4B7-4591AC4B95FA}"/>
                </a:ext>
              </a:extLst>
            </p:cNvPr>
            <p:cNvCxnSpPr>
              <a:cxnSpLocks/>
            </p:cNvCxnSpPr>
            <p:nvPr/>
          </p:nvCxnSpPr>
          <p:spPr>
            <a:xfrm>
              <a:off x="8212138" y="4836319"/>
              <a:ext cx="0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1753144-BE69-5F76-DE42-B902C30F8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481" y="4960144"/>
              <a:ext cx="684213" cy="2690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1A2D20A-8C7E-F60E-9703-1863BDDA0367}"/>
                </a:ext>
              </a:extLst>
            </p:cNvPr>
            <p:cNvCxnSpPr>
              <a:cxnSpLocks/>
            </p:cNvCxnSpPr>
            <p:nvPr/>
          </p:nvCxnSpPr>
          <p:spPr>
            <a:xfrm>
              <a:off x="7533482" y="5231607"/>
              <a:ext cx="0" cy="516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F49B6D7-9000-6970-33D2-93F5399642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857" y="5248276"/>
              <a:ext cx="0" cy="1476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73C37B14-25BD-D4B5-CD8F-1261ECFB8057}"/>
                </a:ext>
              </a:extLst>
            </p:cNvPr>
            <p:cNvCxnSpPr>
              <a:cxnSpLocks/>
            </p:cNvCxnSpPr>
            <p:nvPr/>
          </p:nvCxnSpPr>
          <p:spPr>
            <a:xfrm>
              <a:off x="6853238" y="5253038"/>
              <a:ext cx="531018" cy="1881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51DBFBD1-3F8D-B994-7CC9-515C3806A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9369" y="5376863"/>
              <a:ext cx="469106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952B8CB-B818-E32A-FDF4-83ED23A5941A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6" y="5576889"/>
              <a:ext cx="0" cy="881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83E3A11-497E-4F8B-4D69-E047F219F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6963" y="6453189"/>
              <a:ext cx="185738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9F91E19-71DA-BF0F-65B6-A227E406090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769" y="6093619"/>
              <a:ext cx="1157287" cy="440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D80B689-4DD6-23DE-CE54-CCE1F0C984D0}"/>
                </a:ext>
              </a:extLst>
            </p:cNvPr>
            <p:cNvCxnSpPr>
              <a:cxnSpLocks/>
            </p:cNvCxnSpPr>
            <p:nvPr/>
          </p:nvCxnSpPr>
          <p:spPr>
            <a:xfrm>
              <a:off x="7030245" y="40036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8E6066A-4594-F4C2-B5D9-8D5DC287CC78}"/>
                </a:ext>
              </a:extLst>
            </p:cNvPr>
            <p:cNvCxnSpPr>
              <a:cxnSpLocks/>
            </p:cNvCxnSpPr>
            <p:nvPr/>
          </p:nvCxnSpPr>
          <p:spPr>
            <a:xfrm>
              <a:off x="6868320" y="3930650"/>
              <a:ext cx="170655" cy="85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5256A75-AB76-AC96-3804-414792CDD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150" y="213343"/>
            <a:ext cx="308465" cy="1041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438EA61-036F-27B3-AB1D-10AD9EEB8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3394693"/>
            <a:ext cx="270854" cy="914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A543B2-56CE-274F-6E0C-3C463939B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5731493"/>
            <a:ext cx="407194" cy="13749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FC6D3BD-FD7A-ECDE-D347-5F4F3786257F}"/>
              </a:ext>
            </a:extLst>
          </p:cNvPr>
          <p:cNvGrpSpPr/>
          <p:nvPr/>
        </p:nvGrpSpPr>
        <p:grpSpPr>
          <a:xfrm>
            <a:off x="978059" y="6107906"/>
            <a:ext cx="4561681" cy="1121569"/>
            <a:chOff x="978059" y="6107906"/>
            <a:chExt cx="4561681" cy="112156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2B31A7-B962-882C-1DE5-1B87AEFD2121}"/>
                </a:ext>
              </a:extLst>
            </p:cNvPr>
            <p:cNvCxnSpPr>
              <a:cxnSpLocks/>
            </p:cNvCxnSpPr>
            <p:nvPr/>
          </p:nvCxnSpPr>
          <p:spPr>
            <a:xfrm>
              <a:off x="5023009" y="6367939"/>
              <a:ext cx="516731" cy="192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46933BE-613E-A88C-1563-AE95817C7A9C}"/>
                </a:ext>
              </a:extLst>
            </p:cNvPr>
            <p:cNvCxnSpPr>
              <a:cxnSpLocks/>
            </p:cNvCxnSpPr>
            <p:nvPr/>
          </p:nvCxnSpPr>
          <p:spPr>
            <a:xfrm>
              <a:off x="5013484" y="6107906"/>
              <a:ext cx="0" cy="2528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E66275-2D58-7893-DE82-9C3E8D5F8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675" y="6560820"/>
              <a:ext cx="494665" cy="1987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DD2CC95-60D1-D399-7A9A-990B6A3265E6}"/>
                </a:ext>
              </a:extLst>
            </p:cNvPr>
            <p:cNvCxnSpPr>
              <a:cxnSpLocks/>
            </p:cNvCxnSpPr>
            <p:nvPr/>
          </p:nvCxnSpPr>
          <p:spPr>
            <a:xfrm>
              <a:off x="5016659" y="6752431"/>
              <a:ext cx="0" cy="127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ACE0C3-2799-38A7-5BED-15A205FD5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0700" y="6881495"/>
              <a:ext cx="688340" cy="2686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849A647-3F54-51B7-0CAE-B2E88EEC1DD0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7070725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3C45C6-460D-CA2A-E465-CF99DB74D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4925" y="7077075"/>
              <a:ext cx="330359" cy="136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8949F17-87A3-8880-84EE-FF555C35789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71374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8883BB-8531-7A53-CB94-7C8847BA0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2025" y="7140575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4B2DC50-2827-C612-1148-A11B6C6B7026}"/>
                </a:ext>
              </a:extLst>
            </p:cNvPr>
            <p:cNvCxnSpPr>
              <a:cxnSpLocks/>
            </p:cNvCxnSpPr>
            <p:nvPr/>
          </p:nvCxnSpPr>
          <p:spPr>
            <a:xfrm>
              <a:off x="3346450" y="71501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0618EC-26E0-35D8-2489-9B57BEAEE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825" y="7137400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D4C865C-6A5A-10D4-627A-56CE6DB929EE}"/>
                </a:ext>
              </a:extLst>
            </p:cNvPr>
            <p:cNvCxnSpPr>
              <a:cxnSpLocks/>
            </p:cNvCxnSpPr>
            <p:nvPr/>
          </p:nvCxnSpPr>
          <p:spPr>
            <a:xfrm>
              <a:off x="3016250" y="714375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2CD2202-0947-82F2-44D3-50215EEC11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8450" y="7140575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0DF80C0-540C-2200-6D75-ECF0A9A3C32B}"/>
                </a:ext>
              </a:extLst>
            </p:cNvPr>
            <p:cNvCxnSpPr>
              <a:cxnSpLocks/>
            </p:cNvCxnSpPr>
            <p:nvPr/>
          </p:nvCxnSpPr>
          <p:spPr>
            <a:xfrm>
              <a:off x="2676525" y="714375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248E64F-6448-9C34-29FE-E6F1872F3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8250" y="7150100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91EBCE8-E6E4-5379-C8B8-5CDD7B393D10}"/>
                </a:ext>
              </a:extLst>
            </p:cNvPr>
            <p:cNvCxnSpPr>
              <a:cxnSpLocks/>
            </p:cNvCxnSpPr>
            <p:nvPr/>
          </p:nvCxnSpPr>
          <p:spPr>
            <a:xfrm>
              <a:off x="2355850" y="71501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2020D49-FD3C-CC60-A1E2-85347600F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2650" y="7150100"/>
              <a:ext cx="200184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740953E-E53B-19D7-98A3-8273D53F2201}"/>
                </a:ext>
              </a:extLst>
            </p:cNvPr>
            <p:cNvCxnSpPr>
              <a:cxnSpLocks/>
            </p:cNvCxnSpPr>
            <p:nvPr/>
          </p:nvCxnSpPr>
          <p:spPr>
            <a:xfrm>
              <a:off x="1831975" y="7092950"/>
              <a:ext cx="327184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E9CB374-FB97-455A-4A1F-0BFFB1DB5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959" y="70993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465D909-DC88-E692-1373-C46BC25111F0}"/>
                </a:ext>
              </a:extLst>
            </p:cNvPr>
            <p:cNvCxnSpPr>
              <a:cxnSpLocks/>
            </p:cNvCxnSpPr>
            <p:nvPr/>
          </p:nvCxnSpPr>
          <p:spPr>
            <a:xfrm>
              <a:off x="1501775" y="7086600"/>
              <a:ext cx="327184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3C3C2F2-B19E-B2CC-6DB5-6363434E8B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5109" y="70739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CFC8B93-5706-2208-BDBF-ACA1D0E2B182}"/>
                </a:ext>
              </a:extLst>
            </p:cNvPr>
            <p:cNvCxnSpPr>
              <a:cxnSpLocks/>
            </p:cNvCxnSpPr>
            <p:nvPr/>
          </p:nvCxnSpPr>
          <p:spPr>
            <a:xfrm>
              <a:off x="1317625" y="7140575"/>
              <a:ext cx="174784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409FCBF-CC19-4A8D-200F-D214AF4C2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125" y="7134225"/>
              <a:ext cx="200184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B1E13CE-ABAF-B940-2D1F-D6685E5637CB}"/>
                </a:ext>
              </a:extLst>
            </p:cNvPr>
            <p:cNvCxnSpPr>
              <a:cxnSpLocks/>
            </p:cNvCxnSpPr>
            <p:nvPr/>
          </p:nvCxnSpPr>
          <p:spPr>
            <a:xfrm>
              <a:off x="984250" y="7153275"/>
              <a:ext cx="149384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10A5035-AC19-84B5-7700-6AE7CEBFDE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059" y="70231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E5066BF-4EBC-5778-68EA-FCB834ED1CC4}"/>
              </a:ext>
            </a:extLst>
          </p:cNvPr>
          <p:cNvGrpSpPr/>
          <p:nvPr/>
        </p:nvGrpSpPr>
        <p:grpSpPr>
          <a:xfrm>
            <a:off x="2650331" y="2043113"/>
            <a:ext cx="345282" cy="516730"/>
            <a:chOff x="2650331" y="2043113"/>
            <a:chExt cx="345282" cy="51673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F346903-C414-26B8-5593-D04E005AA8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0331" y="2490788"/>
              <a:ext cx="188119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9EDB38E-1E0C-A31D-8F10-C1A72B2757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544" y="2109788"/>
              <a:ext cx="0" cy="3881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BAA04A3-61E7-5151-FFA4-D5A7DF135118}"/>
                </a:ext>
              </a:extLst>
            </p:cNvPr>
            <p:cNvCxnSpPr>
              <a:cxnSpLocks/>
            </p:cNvCxnSpPr>
            <p:nvPr/>
          </p:nvCxnSpPr>
          <p:spPr>
            <a:xfrm>
              <a:off x="2676525" y="2043113"/>
              <a:ext cx="319088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 descr="A yellow and red symbol&#10;&#10;AI-generated content may be incorrect.">
            <a:extLst>
              <a:ext uri="{FF2B5EF4-FFF2-40B4-BE49-F238E27FC236}">
                <a16:creationId xmlns:a16="http://schemas.microsoft.com/office/drawing/2014/main" id="{9A38EB55-C26D-49EF-B9A8-22B5E866FD6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61" t="10306" r="14567" b="11389"/>
          <a:stretch/>
        </p:blipFill>
        <p:spPr>
          <a:xfrm>
            <a:off x="-893445" y="1064036"/>
            <a:ext cx="9532619" cy="75211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481CAA-19A2-CD57-DAC8-528AAA166524}"/>
              </a:ext>
            </a:extLst>
          </p:cNvPr>
          <p:cNvSpPr/>
          <p:nvPr/>
        </p:nvSpPr>
        <p:spPr>
          <a:xfrm>
            <a:off x="8689182" y="64295"/>
            <a:ext cx="1002506" cy="12239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2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357938"/>
            <a:ext cx="839783" cy="333375"/>
            <a:chOff x="1486699" y="6357938"/>
            <a:chExt cx="839783" cy="33337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>
              <a:off x="1486699" y="6553428"/>
              <a:ext cx="325432" cy="1355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991523" y="6612959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656" y="6617494"/>
              <a:ext cx="169069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DAAC238-E642-03FB-7AC4-EA9C624A9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2" y="6612732"/>
              <a:ext cx="169069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469198F-C8BF-C622-DFAB-6D218095CF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6482" y="6357938"/>
              <a:ext cx="0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0D585EB-5B23-2C7B-1398-62C77796524D}"/>
              </a:ext>
            </a:extLst>
          </p:cNvPr>
          <p:cNvCxnSpPr>
            <a:cxnSpLocks/>
          </p:cNvCxnSpPr>
          <p:nvPr/>
        </p:nvCxnSpPr>
        <p:spPr>
          <a:xfrm flipV="1">
            <a:off x="2490788" y="6341269"/>
            <a:ext cx="500062" cy="21057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3030765" y="461962"/>
            <a:ext cx="2157413" cy="5982722"/>
            <a:chOff x="3030765" y="461962"/>
            <a:chExt cx="2157413" cy="5982722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689B52-B316-8C90-7D39-4E4175878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1825" y="5936456"/>
              <a:ext cx="490538" cy="226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3664178" y="5048250"/>
              <a:ext cx="0" cy="88922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CB6A419-3A3C-9B5D-694E-973909BFC4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0765" y="6378009"/>
              <a:ext cx="136298" cy="5612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EEEB7FB3-2D18-CD8F-2943-9C77A447AA91}"/>
                </a:ext>
              </a:extLst>
            </p:cNvPr>
            <p:cNvCxnSpPr>
              <a:cxnSpLocks/>
            </p:cNvCxnSpPr>
            <p:nvPr/>
          </p:nvCxnSpPr>
          <p:spPr>
            <a:xfrm>
              <a:off x="3178403" y="6172200"/>
              <a:ext cx="0" cy="27248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3333750" y="4914900"/>
              <a:ext cx="341312" cy="1539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3340328" y="3757613"/>
              <a:ext cx="0" cy="115116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8E3FD61-946C-3301-D0FB-F8B000303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513" y="3595688"/>
              <a:ext cx="338137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3673703" y="3214688"/>
              <a:ext cx="0" cy="395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B607253-CC73-D9B9-8DAC-751F29CAA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2363" y="2895600"/>
              <a:ext cx="842962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885BCFF-18A4-AEA0-45F7-AD6329EA30A5}"/>
                </a:ext>
              </a:extLst>
            </p:cNvPr>
            <p:cNvCxnSpPr>
              <a:cxnSpLocks/>
            </p:cNvCxnSpPr>
            <p:nvPr/>
          </p:nvCxnSpPr>
          <p:spPr>
            <a:xfrm>
              <a:off x="4507141" y="2752725"/>
              <a:ext cx="0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A0FEAE8-8843-C66D-8765-F3D1B1778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0088" y="2619375"/>
              <a:ext cx="347662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5D5769-DE77-9A2B-EC11-8494657D0D0F}"/>
                </a:ext>
              </a:extLst>
            </p:cNvPr>
            <p:cNvCxnSpPr>
              <a:cxnSpLocks/>
            </p:cNvCxnSpPr>
            <p:nvPr/>
          </p:nvCxnSpPr>
          <p:spPr>
            <a:xfrm>
              <a:off x="4850041" y="2495550"/>
              <a:ext cx="0" cy="1619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4C89339-0070-414A-38B1-291D3EAB5C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3463" y="2424113"/>
              <a:ext cx="176212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51BA40-0870-D3DC-CD7A-17D0A31CB1A3}"/>
                </a:ext>
              </a:extLst>
            </p:cNvPr>
            <p:cNvCxnSpPr>
              <a:cxnSpLocks/>
            </p:cNvCxnSpPr>
            <p:nvPr/>
          </p:nvCxnSpPr>
          <p:spPr>
            <a:xfrm>
              <a:off x="5016728" y="2295525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E12D87-513A-7D3D-67FA-C744A4AA6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0150" y="2219326"/>
              <a:ext cx="176212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08BBFCE-3E03-4C42-75A7-FC946A865025}"/>
                </a:ext>
              </a:extLst>
            </p:cNvPr>
            <p:cNvCxnSpPr>
              <a:cxnSpLocks/>
            </p:cNvCxnSpPr>
            <p:nvPr/>
          </p:nvCxnSpPr>
          <p:spPr>
            <a:xfrm>
              <a:off x="5188178" y="1976437"/>
              <a:ext cx="0" cy="252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E091E37-0889-F5FB-D45C-EC5394D25C66}"/>
                </a:ext>
              </a:extLst>
            </p:cNvPr>
            <p:cNvCxnSpPr>
              <a:cxnSpLocks/>
            </p:cNvCxnSpPr>
            <p:nvPr/>
          </p:nvCxnSpPr>
          <p:spPr>
            <a:xfrm>
              <a:off x="4511903" y="1590675"/>
              <a:ext cx="0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6BFFEE-5A5A-15E5-7D3A-697DEF212909}"/>
                </a:ext>
              </a:extLst>
            </p:cNvPr>
            <p:cNvCxnSpPr>
              <a:cxnSpLocks/>
            </p:cNvCxnSpPr>
            <p:nvPr/>
          </p:nvCxnSpPr>
          <p:spPr>
            <a:xfrm>
              <a:off x="4176713" y="1457325"/>
              <a:ext cx="323849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8F7A9C-CF26-71AE-7B7B-96F8B17E3E95}"/>
                </a:ext>
              </a:extLst>
            </p:cNvPr>
            <p:cNvCxnSpPr>
              <a:cxnSpLocks/>
            </p:cNvCxnSpPr>
            <p:nvPr/>
          </p:nvCxnSpPr>
          <p:spPr>
            <a:xfrm>
              <a:off x="4178528" y="666750"/>
              <a:ext cx="0" cy="8000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7AA28B-8AE1-BFDB-2EEA-BBA936C7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3" y="461962"/>
              <a:ext cx="504825" cy="19050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19.02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76251" y="247650"/>
            <a:ext cx="3198018" cy="2645569"/>
            <a:chOff x="476251" y="247650"/>
            <a:chExt cx="3198018" cy="2645569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1613" y="236458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251" y="261938"/>
              <a:ext cx="1681162" cy="658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0745" y="247650"/>
              <a:ext cx="1023936" cy="397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2556EF6-7DC1-D616-EECD-2C9FA8A7D448}"/>
              </a:ext>
            </a:extLst>
          </p:cNvPr>
          <p:cNvGrpSpPr/>
          <p:nvPr/>
        </p:nvGrpSpPr>
        <p:grpSpPr>
          <a:xfrm>
            <a:off x="5007769" y="2676525"/>
            <a:ext cx="3209925" cy="3857626"/>
            <a:chOff x="5007769" y="2676525"/>
            <a:chExt cx="3209925" cy="3857626"/>
          </a:xfrm>
        </p:grpSpPr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E7DCCCE-CD37-BF1D-DA0A-36DB5059BEF7}"/>
                </a:ext>
              </a:extLst>
            </p:cNvPr>
            <p:cNvCxnSpPr>
              <a:cxnSpLocks/>
            </p:cNvCxnSpPr>
            <p:nvPr/>
          </p:nvCxnSpPr>
          <p:spPr>
            <a:xfrm>
              <a:off x="5016500" y="2676525"/>
              <a:ext cx="682625" cy="2825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03CC3853-E29C-0796-93BB-708CE28AFF0C}"/>
                </a:ext>
              </a:extLst>
            </p:cNvPr>
            <p:cNvCxnSpPr>
              <a:cxnSpLocks/>
            </p:cNvCxnSpPr>
            <p:nvPr/>
          </p:nvCxnSpPr>
          <p:spPr>
            <a:xfrm>
              <a:off x="5688014" y="2955131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676AAD4-76DB-8547-AC57-D6D776C1C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6838" y="3071813"/>
              <a:ext cx="507206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42C89ED6-0DD1-492E-8417-654526FDD7E9}"/>
                </a:ext>
              </a:extLst>
            </p:cNvPr>
            <p:cNvCxnSpPr>
              <a:cxnSpLocks/>
            </p:cNvCxnSpPr>
            <p:nvPr/>
          </p:nvCxnSpPr>
          <p:spPr>
            <a:xfrm>
              <a:off x="5511800" y="3267075"/>
              <a:ext cx="1360488" cy="540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F291D59A-AFFB-199F-6194-579E2AFC8C85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70" y="38004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EB031A3-8BB2-D8FF-8C97-125A3BC18EBD}"/>
                </a:ext>
              </a:extLst>
            </p:cNvPr>
            <p:cNvCxnSpPr>
              <a:cxnSpLocks/>
            </p:cNvCxnSpPr>
            <p:nvPr/>
          </p:nvCxnSpPr>
          <p:spPr>
            <a:xfrm>
              <a:off x="7035800" y="4130675"/>
              <a:ext cx="662781" cy="265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2EE2822-6CD9-9749-366C-854F60E0C349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98169"/>
              <a:ext cx="0" cy="250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40C6BB57-0156-BBCA-907D-6893D88ED205}"/>
                </a:ext>
              </a:extLst>
            </p:cNvPr>
            <p:cNvCxnSpPr>
              <a:cxnSpLocks/>
            </p:cNvCxnSpPr>
            <p:nvPr/>
          </p:nvCxnSpPr>
          <p:spPr>
            <a:xfrm>
              <a:off x="7693026" y="4643438"/>
              <a:ext cx="519905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B6FB02AC-C6D8-BF25-B4B7-4591AC4B95FA}"/>
                </a:ext>
              </a:extLst>
            </p:cNvPr>
            <p:cNvCxnSpPr>
              <a:cxnSpLocks/>
            </p:cNvCxnSpPr>
            <p:nvPr/>
          </p:nvCxnSpPr>
          <p:spPr>
            <a:xfrm>
              <a:off x="8212138" y="4836319"/>
              <a:ext cx="0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1753144-BE69-5F76-DE42-B902C30F8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481" y="4960144"/>
              <a:ext cx="684213" cy="2690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1A2D20A-8C7E-F60E-9703-1863BDDA0367}"/>
                </a:ext>
              </a:extLst>
            </p:cNvPr>
            <p:cNvCxnSpPr>
              <a:cxnSpLocks/>
            </p:cNvCxnSpPr>
            <p:nvPr/>
          </p:nvCxnSpPr>
          <p:spPr>
            <a:xfrm>
              <a:off x="7533482" y="5231607"/>
              <a:ext cx="0" cy="516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F49B6D7-9000-6970-33D2-93F5399642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857" y="5248276"/>
              <a:ext cx="0" cy="1476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73C37B14-25BD-D4B5-CD8F-1261ECFB8057}"/>
                </a:ext>
              </a:extLst>
            </p:cNvPr>
            <p:cNvCxnSpPr>
              <a:cxnSpLocks/>
            </p:cNvCxnSpPr>
            <p:nvPr/>
          </p:nvCxnSpPr>
          <p:spPr>
            <a:xfrm>
              <a:off x="6853238" y="5253038"/>
              <a:ext cx="531018" cy="1881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51DBFBD1-3F8D-B994-7CC9-515C3806A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9369" y="5376863"/>
              <a:ext cx="469106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952B8CB-B818-E32A-FDF4-83ED23A5941A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6" y="5576889"/>
              <a:ext cx="0" cy="881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83E3A11-497E-4F8B-4D69-E047F219F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6963" y="6453189"/>
              <a:ext cx="185738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9F91E19-71DA-BF0F-65B6-A227E406090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769" y="6093619"/>
              <a:ext cx="1157287" cy="440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D80B689-4DD6-23DE-CE54-CCE1F0C984D0}"/>
                </a:ext>
              </a:extLst>
            </p:cNvPr>
            <p:cNvCxnSpPr>
              <a:cxnSpLocks/>
            </p:cNvCxnSpPr>
            <p:nvPr/>
          </p:nvCxnSpPr>
          <p:spPr>
            <a:xfrm>
              <a:off x="7030245" y="40036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8E6066A-4594-F4C2-B5D9-8D5DC287CC78}"/>
                </a:ext>
              </a:extLst>
            </p:cNvPr>
            <p:cNvCxnSpPr>
              <a:cxnSpLocks/>
            </p:cNvCxnSpPr>
            <p:nvPr/>
          </p:nvCxnSpPr>
          <p:spPr>
            <a:xfrm>
              <a:off x="6868320" y="3930650"/>
              <a:ext cx="170655" cy="85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5256A75-AB76-AC96-3804-414792CDD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150" y="213343"/>
            <a:ext cx="308465" cy="1041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438EA61-036F-27B3-AB1D-10AD9EEB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3394693"/>
            <a:ext cx="270854" cy="914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A543B2-56CE-274F-6E0C-3C463939B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0" y="5731493"/>
            <a:ext cx="407194" cy="13749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FC6D3BD-FD7A-ECDE-D347-5F4F3786257F}"/>
              </a:ext>
            </a:extLst>
          </p:cNvPr>
          <p:cNvGrpSpPr/>
          <p:nvPr/>
        </p:nvGrpSpPr>
        <p:grpSpPr>
          <a:xfrm>
            <a:off x="978059" y="6107906"/>
            <a:ext cx="4561681" cy="1121569"/>
            <a:chOff x="978059" y="6107906"/>
            <a:chExt cx="4561681" cy="112156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2B31A7-B962-882C-1DE5-1B87AEFD2121}"/>
                </a:ext>
              </a:extLst>
            </p:cNvPr>
            <p:cNvCxnSpPr>
              <a:cxnSpLocks/>
            </p:cNvCxnSpPr>
            <p:nvPr/>
          </p:nvCxnSpPr>
          <p:spPr>
            <a:xfrm>
              <a:off x="5023009" y="6367939"/>
              <a:ext cx="516731" cy="192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46933BE-613E-A88C-1563-AE95817C7A9C}"/>
                </a:ext>
              </a:extLst>
            </p:cNvPr>
            <p:cNvCxnSpPr>
              <a:cxnSpLocks/>
            </p:cNvCxnSpPr>
            <p:nvPr/>
          </p:nvCxnSpPr>
          <p:spPr>
            <a:xfrm>
              <a:off x="5013484" y="6107906"/>
              <a:ext cx="0" cy="2528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E66275-2D58-7893-DE82-9C3E8D5F8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675" y="6560820"/>
              <a:ext cx="494665" cy="1987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DD2CC95-60D1-D399-7A9A-990B6A3265E6}"/>
                </a:ext>
              </a:extLst>
            </p:cNvPr>
            <p:cNvCxnSpPr>
              <a:cxnSpLocks/>
            </p:cNvCxnSpPr>
            <p:nvPr/>
          </p:nvCxnSpPr>
          <p:spPr>
            <a:xfrm>
              <a:off x="5016659" y="6752431"/>
              <a:ext cx="0" cy="127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ACE0C3-2799-38A7-5BED-15A205FD5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0700" y="6881495"/>
              <a:ext cx="688340" cy="2686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849A647-3F54-51B7-0CAE-B2E88EEC1DD0}"/>
                </a:ext>
              </a:extLst>
            </p:cNvPr>
            <p:cNvCxnSpPr>
              <a:cxnSpLocks/>
            </p:cNvCxnSpPr>
            <p:nvPr/>
          </p:nvCxnSpPr>
          <p:spPr>
            <a:xfrm>
              <a:off x="4181475" y="7070725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3C45C6-460D-CA2A-E465-CF99DB74D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4925" y="7077075"/>
              <a:ext cx="330359" cy="136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8949F17-87A3-8880-84EE-FF555C35789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71374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8883BB-8531-7A53-CB94-7C8847BA0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2025" y="7140575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4B2DC50-2827-C612-1148-A11B6C6B7026}"/>
                </a:ext>
              </a:extLst>
            </p:cNvPr>
            <p:cNvCxnSpPr>
              <a:cxnSpLocks/>
            </p:cNvCxnSpPr>
            <p:nvPr/>
          </p:nvCxnSpPr>
          <p:spPr>
            <a:xfrm>
              <a:off x="3346450" y="71501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0618EC-26E0-35D8-2489-9B57BEAEE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825" y="7137400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D4C865C-6A5A-10D4-627A-56CE6DB929EE}"/>
                </a:ext>
              </a:extLst>
            </p:cNvPr>
            <p:cNvCxnSpPr>
              <a:cxnSpLocks/>
            </p:cNvCxnSpPr>
            <p:nvPr/>
          </p:nvCxnSpPr>
          <p:spPr>
            <a:xfrm>
              <a:off x="3016250" y="714375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2CD2202-0947-82F2-44D3-50215EEC11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8450" y="7140575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0DF80C0-540C-2200-6D75-ECF0A9A3C32B}"/>
                </a:ext>
              </a:extLst>
            </p:cNvPr>
            <p:cNvCxnSpPr>
              <a:cxnSpLocks/>
            </p:cNvCxnSpPr>
            <p:nvPr/>
          </p:nvCxnSpPr>
          <p:spPr>
            <a:xfrm>
              <a:off x="2676525" y="714375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248E64F-6448-9C34-29FE-E6F1872F3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8250" y="7150100"/>
              <a:ext cx="1684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91EBCE8-E6E4-5379-C8B8-5CDD7B393D10}"/>
                </a:ext>
              </a:extLst>
            </p:cNvPr>
            <p:cNvCxnSpPr>
              <a:cxnSpLocks/>
            </p:cNvCxnSpPr>
            <p:nvPr/>
          </p:nvCxnSpPr>
          <p:spPr>
            <a:xfrm>
              <a:off x="2355850" y="7150100"/>
              <a:ext cx="155734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2020D49-FD3C-CC60-A1E2-85347600F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2650" y="7150100"/>
              <a:ext cx="200184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740953E-E53B-19D7-98A3-8273D53F2201}"/>
                </a:ext>
              </a:extLst>
            </p:cNvPr>
            <p:cNvCxnSpPr>
              <a:cxnSpLocks/>
            </p:cNvCxnSpPr>
            <p:nvPr/>
          </p:nvCxnSpPr>
          <p:spPr>
            <a:xfrm>
              <a:off x="1831975" y="7092950"/>
              <a:ext cx="327184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E9CB374-FB97-455A-4A1F-0BFFB1DB5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8959" y="70993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465D909-DC88-E692-1373-C46BC25111F0}"/>
                </a:ext>
              </a:extLst>
            </p:cNvPr>
            <p:cNvCxnSpPr>
              <a:cxnSpLocks/>
            </p:cNvCxnSpPr>
            <p:nvPr/>
          </p:nvCxnSpPr>
          <p:spPr>
            <a:xfrm>
              <a:off x="1501775" y="7086600"/>
              <a:ext cx="327184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3C3C2F2-B19E-B2CC-6DB5-6363434E8B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5109" y="70739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CFC8B93-5706-2208-BDBF-ACA1D0E2B182}"/>
                </a:ext>
              </a:extLst>
            </p:cNvPr>
            <p:cNvCxnSpPr>
              <a:cxnSpLocks/>
            </p:cNvCxnSpPr>
            <p:nvPr/>
          </p:nvCxnSpPr>
          <p:spPr>
            <a:xfrm>
              <a:off x="1317625" y="7140575"/>
              <a:ext cx="174784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409FCBF-CC19-4A8D-200F-D214AF4C2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125" y="7134225"/>
              <a:ext cx="200184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B1E13CE-ABAF-B940-2D1F-D6685E5637CB}"/>
                </a:ext>
              </a:extLst>
            </p:cNvPr>
            <p:cNvCxnSpPr>
              <a:cxnSpLocks/>
            </p:cNvCxnSpPr>
            <p:nvPr/>
          </p:nvCxnSpPr>
          <p:spPr>
            <a:xfrm>
              <a:off x="984250" y="7153275"/>
              <a:ext cx="149384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10A5035-AC19-84B5-7700-6AE7CEBFDE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059" y="70231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E5066BF-4EBC-5778-68EA-FCB834ED1CC4}"/>
              </a:ext>
            </a:extLst>
          </p:cNvPr>
          <p:cNvGrpSpPr/>
          <p:nvPr/>
        </p:nvGrpSpPr>
        <p:grpSpPr>
          <a:xfrm>
            <a:off x="2650331" y="2043113"/>
            <a:ext cx="345282" cy="516730"/>
            <a:chOff x="2650331" y="2043113"/>
            <a:chExt cx="345282" cy="51673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F346903-C414-26B8-5593-D04E005AA8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0331" y="2490788"/>
              <a:ext cx="188119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9EDB38E-1E0C-A31D-8F10-C1A72B2757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544" y="2109788"/>
              <a:ext cx="0" cy="3881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BAA04A3-61E7-5151-FFA4-D5A7DF135118}"/>
                </a:ext>
              </a:extLst>
            </p:cNvPr>
            <p:cNvCxnSpPr>
              <a:cxnSpLocks/>
            </p:cNvCxnSpPr>
            <p:nvPr/>
          </p:nvCxnSpPr>
          <p:spPr>
            <a:xfrm>
              <a:off x="2676525" y="2043113"/>
              <a:ext cx="319088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6543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3CD522C-A7C1-348E-BD00-7BE87FBFFB79}"/>
              </a:ext>
            </a:extLst>
          </p:cNvPr>
          <p:cNvGrpSpPr/>
          <p:nvPr/>
        </p:nvGrpSpPr>
        <p:grpSpPr>
          <a:xfrm>
            <a:off x="1486699" y="6553428"/>
            <a:ext cx="839782" cy="137885"/>
            <a:chOff x="1486699" y="6553428"/>
            <a:chExt cx="839782" cy="13788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A4E492-034F-D11B-BD4E-E0C238DE4362}"/>
                </a:ext>
              </a:extLst>
            </p:cNvPr>
            <p:cNvCxnSpPr>
              <a:cxnSpLocks/>
            </p:cNvCxnSpPr>
            <p:nvPr/>
          </p:nvCxnSpPr>
          <p:spPr>
            <a:xfrm>
              <a:off x="1486699" y="6553428"/>
              <a:ext cx="325432" cy="1355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A564E2E-6360-425E-3804-79DEEA81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991523" y="6612959"/>
              <a:ext cx="168271" cy="735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9A9719-CD7D-BC3C-403A-B7E3D9B50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656" y="6617494"/>
              <a:ext cx="169069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DAAC238-E642-03FB-7AC4-EA9C624A9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2" y="6612732"/>
              <a:ext cx="169069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0D585EB-5B23-2C7B-1398-62C77796524D}"/>
              </a:ext>
            </a:extLst>
          </p:cNvPr>
          <p:cNvCxnSpPr>
            <a:cxnSpLocks/>
          </p:cNvCxnSpPr>
          <p:nvPr/>
        </p:nvCxnSpPr>
        <p:spPr>
          <a:xfrm flipV="1">
            <a:off x="2490788" y="6341269"/>
            <a:ext cx="500062" cy="21057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E5CCF62-25F0-77AE-EA41-E75F4ACB0DBB}"/>
              </a:ext>
            </a:extLst>
          </p:cNvPr>
          <p:cNvGrpSpPr/>
          <p:nvPr/>
        </p:nvGrpSpPr>
        <p:grpSpPr>
          <a:xfrm>
            <a:off x="3030765" y="3214688"/>
            <a:ext cx="645885" cy="3229996"/>
            <a:chOff x="3030765" y="3214688"/>
            <a:chExt cx="645885" cy="322999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689B52-B316-8C90-7D39-4E4175878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1825" y="5936456"/>
              <a:ext cx="490538" cy="226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8B6F68E-6EC0-738F-7D87-820F42C6313A}"/>
                </a:ext>
              </a:extLst>
            </p:cNvPr>
            <p:cNvCxnSpPr>
              <a:cxnSpLocks/>
            </p:cNvCxnSpPr>
            <p:nvPr/>
          </p:nvCxnSpPr>
          <p:spPr>
            <a:xfrm>
              <a:off x="3664178" y="5048250"/>
              <a:ext cx="0" cy="88922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CB6A419-3A3C-9B5D-694E-973909BFC4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0765" y="6378009"/>
              <a:ext cx="136298" cy="5612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EEEB7FB3-2D18-CD8F-2943-9C77A447AA91}"/>
                </a:ext>
              </a:extLst>
            </p:cNvPr>
            <p:cNvCxnSpPr>
              <a:cxnSpLocks/>
            </p:cNvCxnSpPr>
            <p:nvPr/>
          </p:nvCxnSpPr>
          <p:spPr>
            <a:xfrm>
              <a:off x="3178403" y="6172200"/>
              <a:ext cx="0" cy="27248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0C99FF-5E48-E35F-93BA-533CB0CCBCB0}"/>
                </a:ext>
              </a:extLst>
            </p:cNvPr>
            <p:cNvCxnSpPr>
              <a:cxnSpLocks/>
            </p:cNvCxnSpPr>
            <p:nvPr/>
          </p:nvCxnSpPr>
          <p:spPr>
            <a:xfrm>
              <a:off x="3333750" y="4914900"/>
              <a:ext cx="341312" cy="1539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504730-AF4A-8AE3-B4E9-B6366B8D9103}"/>
                </a:ext>
              </a:extLst>
            </p:cNvPr>
            <p:cNvCxnSpPr>
              <a:cxnSpLocks/>
            </p:cNvCxnSpPr>
            <p:nvPr/>
          </p:nvCxnSpPr>
          <p:spPr>
            <a:xfrm>
              <a:off x="3340328" y="3757613"/>
              <a:ext cx="0" cy="115116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8E3FD61-946C-3301-D0FB-F8B000303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513" y="3595688"/>
              <a:ext cx="338137" cy="157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B9FA4FE-B0C3-3C33-31B6-018FAF4E770B}"/>
                </a:ext>
              </a:extLst>
            </p:cNvPr>
            <p:cNvCxnSpPr>
              <a:cxnSpLocks/>
            </p:cNvCxnSpPr>
            <p:nvPr/>
          </p:nvCxnSpPr>
          <p:spPr>
            <a:xfrm>
              <a:off x="3673703" y="3214688"/>
              <a:ext cx="0" cy="395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C28359B-007E-0465-2319-941E910F620C}"/>
              </a:ext>
            </a:extLst>
          </p:cNvPr>
          <p:cNvSpPr txBox="1"/>
          <p:nvPr/>
        </p:nvSpPr>
        <p:spPr>
          <a:xfrm>
            <a:off x="5710136" y="41439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19.01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BF5E70-E776-E718-D6BD-E2E0B3EAEB3E}"/>
              </a:ext>
            </a:extLst>
          </p:cNvPr>
          <p:cNvGrpSpPr/>
          <p:nvPr/>
        </p:nvGrpSpPr>
        <p:grpSpPr>
          <a:xfrm>
            <a:off x="476251" y="247650"/>
            <a:ext cx="3208336" cy="2982913"/>
            <a:chOff x="476251" y="247650"/>
            <a:chExt cx="3208336" cy="2982913"/>
          </a:xfrm>
        </p:grpSpPr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DF6F2FBB-CB8B-4F53-0206-40459D407A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4025" y="3089275"/>
              <a:ext cx="1905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947FC5E-842E-57C1-FCB2-ACD1BF1D6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2757" y="2962275"/>
              <a:ext cx="0" cy="1272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1F193FB6-CC00-20EF-998A-2FA5080090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5075" y="2750344"/>
              <a:ext cx="500857" cy="2058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020BB45-2308-EF56-4112-171546F72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944" y="2616994"/>
              <a:ext cx="661987" cy="2762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35315A-540E-46D5-27A9-8E2D9012D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663" y="2759869"/>
              <a:ext cx="335756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1418A81-AC6E-599F-0807-FE13A7124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075" y="2616994"/>
              <a:ext cx="0" cy="1272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4CE9108-269B-D22A-5BC6-9258E6C33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1613" y="2364581"/>
              <a:ext cx="0" cy="4010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B813EC-3528-C1BF-EEE7-AB0A9693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313" y="217170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D75D4CB-7A7C-2282-9178-E550164CA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813" y="2014538"/>
              <a:ext cx="478631" cy="208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0CF74A7-BDD3-B57B-60C1-2707A7A2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825" y="1900238"/>
              <a:ext cx="0" cy="117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96EF135-C725-E4ED-A2A8-81605E446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288" y="1695450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07E222-495D-A012-A5CF-AD2956E03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525" y="1045369"/>
              <a:ext cx="0" cy="667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BDD4A92-F69F-09E7-E2D4-774B2BF1CA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607" y="847725"/>
              <a:ext cx="488156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4314C0A-DE5D-229D-F82C-4C03EF8C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251" y="261938"/>
              <a:ext cx="1681162" cy="658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FCA62BB-3FB2-115C-B994-0D622375CF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0745" y="247650"/>
              <a:ext cx="1023936" cy="397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F51A5E1-FBC7-893D-2654-B709B1979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920" y="445294"/>
              <a:ext cx="514349" cy="208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DBC23D11-93ED-F9E3-C33F-BDAA5736A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8375" y="3019425"/>
              <a:ext cx="0" cy="146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515F636-8110-B893-E46B-349353F14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825" y="3013075"/>
              <a:ext cx="327025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BB2666D-B293-78B5-C832-54B3D08605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087" y="3160713"/>
              <a:ext cx="1905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2556EF6-7DC1-D616-EECD-2C9FA8A7D448}"/>
              </a:ext>
            </a:extLst>
          </p:cNvPr>
          <p:cNvGrpSpPr/>
          <p:nvPr/>
        </p:nvGrpSpPr>
        <p:grpSpPr>
          <a:xfrm>
            <a:off x="3848100" y="2676525"/>
            <a:ext cx="4369594" cy="3857626"/>
            <a:chOff x="3848100" y="2676525"/>
            <a:chExt cx="4369594" cy="3857626"/>
          </a:xfrm>
        </p:grpSpPr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2BF1E745-4324-7497-4686-3A9ACB9EF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100" y="2682875"/>
              <a:ext cx="1171575" cy="4699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E7DCCCE-CD37-BF1D-DA0A-36DB5059BEF7}"/>
                </a:ext>
              </a:extLst>
            </p:cNvPr>
            <p:cNvCxnSpPr>
              <a:cxnSpLocks/>
            </p:cNvCxnSpPr>
            <p:nvPr/>
          </p:nvCxnSpPr>
          <p:spPr>
            <a:xfrm>
              <a:off x="5016500" y="2676525"/>
              <a:ext cx="682625" cy="2825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03CC3853-E29C-0796-93BB-708CE28AFF0C}"/>
                </a:ext>
              </a:extLst>
            </p:cNvPr>
            <p:cNvCxnSpPr>
              <a:cxnSpLocks/>
            </p:cNvCxnSpPr>
            <p:nvPr/>
          </p:nvCxnSpPr>
          <p:spPr>
            <a:xfrm>
              <a:off x="5688014" y="2955131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676AAD4-76DB-8547-AC57-D6D776C1C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6838" y="3071813"/>
              <a:ext cx="507206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42C89ED6-0DD1-492E-8417-654526FDD7E9}"/>
                </a:ext>
              </a:extLst>
            </p:cNvPr>
            <p:cNvCxnSpPr>
              <a:cxnSpLocks/>
            </p:cNvCxnSpPr>
            <p:nvPr/>
          </p:nvCxnSpPr>
          <p:spPr>
            <a:xfrm>
              <a:off x="5511800" y="3267075"/>
              <a:ext cx="1360488" cy="5405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F291D59A-AFFB-199F-6194-579E2AFC8C85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70" y="3800475"/>
              <a:ext cx="0" cy="254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EB031A3-8BB2-D8FF-8C97-125A3BC18EBD}"/>
                </a:ext>
              </a:extLst>
            </p:cNvPr>
            <p:cNvCxnSpPr>
              <a:cxnSpLocks/>
            </p:cNvCxnSpPr>
            <p:nvPr/>
          </p:nvCxnSpPr>
          <p:spPr>
            <a:xfrm>
              <a:off x="6861969" y="4052888"/>
              <a:ext cx="836612" cy="3429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2EE2822-6CD9-9749-366C-854F60E0C349}"/>
                </a:ext>
              </a:extLst>
            </p:cNvPr>
            <p:cNvCxnSpPr>
              <a:cxnSpLocks/>
            </p:cNvCxnSpPr>
            <p:nvPr/>
          </p:nvCxnSpPr>
          <p:spPr>
            <a:xfrm>
              <a:off x="7702550" y="4398169"/>
              <a:ext cx="0" cy="250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40C6BB57-0156-BBCA-907D-6893D88ED205}"/>
                </a:ext>
              </a:extLst>
            </p:cNvPr>
            <p:cNvCxnSpPr>
              <a:cxnSpLocks/>
            </p:cNvCxnSpPr>
            <p:nvPr/>
          </p:nvCxnSpPr>
          <p:spPr>
            <a:xfrm>
              <a:off x="7693026" y="4643438"/>
              <a:ext cx="519905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B6FB02AC-C6D8-BF25-B4B7-4591AC4B95FA}"/>
                </a:ext>
              </a:extLst>
            </p:cNvPr>
            <p:cNvCxnSpPr>
              <a:cxnSpLocks/>
            </p:cNvCxnSpPr>
            <p:nvPr/>
          </p:nvCxnSpPr>
          <p:spPr>
            <a:xfrm>
              <a:off x="8212138" y="4836319"/>
              <a:ext cx="0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1753144-BE69-5F76-DE42-B902C30F8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481" y="4960144"/>
              <a:ext cx="684213" cy="2690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1A2D20A-8C7E-F60E-9703-1863BDDA0367}"/>
                </a:ext>
              </a:extLst>
            </p:cNvPr>
            <p:cNvCxnSpPr>
              <a:cxnSpLocks/>
            </p:cNvCxnSpPr>
            <p:nvPr/>
          </p:nvCxnSpPr>
          <p:spPr>
            <a:xfrm>
              <a:off x="7533482" y="5231607"/>
              <a:ext cx="0" cy="516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F49B6D7-9000-6970-33D2-93F5399642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857" y="5248276"/>
              <a:ext cx="0" cy="1476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73C37B14-25BD-D4B5-CD8F-1261ECFB8057}"/>
                </a:ext>
              </a:extLst>
            </p:cNvPr>
            <p:cNvCxnSpPr>
              <a:cxnSpLocks/>
            </p:cNvCxnSpPr>
            <p:nvPr/>
          </p:nvCxnSpPr>
          <p:spPr>
            <a:xfrm>
              <a:off x="6853238" y="5253038"/>
              <a:ext cx="531018" cy="1881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51DBFBD1-3F8D-B994-7CC9-515C3806A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9369" y="5376863"/>
              <a:ext cx="469106" cy="202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952B8CB-B818-E32A-FDF4-83ED23A5941A}"/>
                </a:ext>
              </a:extLst>
            </p:cNvPr>
            <p:cNvCxnSpPr>
              <a:cxnSpLocks/>
            </p:cNvCxnSpPr>
            <p:nvPr/>
          </p:nvCxnSpPr>
          <p:spPr>
            <a:xfrm>
              <a:off x="6359526" y="5576889"/>
              <a:ext cx="0" cy="881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83E3A11-497E-4F8B-4D69-E047F219F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6963" y="6453189"/>
              <a:ext cx="185738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9F91E19-71DA-BF0F-65B6-A227E406090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769" y="6093619"/>
              <a:ext cx="1157287" cy="440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390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452869</TotalTime>
  <Words>120</Words>
  <Application>Microsoft Office PowerPoint</Application>
  <PresentationFormat>Custom</PresentationFormat>
  <Paragraphs>120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1774</cp:revision>
  <cp:lastPrinted>2021-06-19T15:20:22Z</cp:lastPrinted>
  <dcterms:created xsi:type="dcterms:W3CDTF">2021-03-25T22:26:05Z</dcterms:created>
  <dcterms:modified xsi:type="dcterms:W3CDTF">2025-06-10T23:13:37Z</dcterms:modified>
</cp:coreProperties>
</file>