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1"/>
  </p:notesMasterIdLst>
  <p:sldIdLst>
    <p:sldId id="308" r:id="rId2"/>
    <p:sldId id="305" r:id="rId3"/>
    <p:sldId id="306" r:id="rId4"/>
    <p:sldId id="304" r:id="rId5"/>
    <p:sldId id="303" r:id="rId6"/>
    <p:sldId id="299" r:id="rId7"/>
    <p:sldId id="302" r:id="rId8"/>
    <p:sldId id="300" r:id="rId9"/>
    <p:sldId id="301" r:id="rId10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99FFCC"/>
    <a:srgbClr val="D0CFD5"/>
    <a:srgbClr val="1E242D"/>
    <a:srgbClr val="000000"/>
    <a:srgbClr val="FFFF00"/>
    <a:srgbClr val="FFC000"/>
    <a:srgbClr val="41719C"/>
    <a:srgbClr val="5B9BD5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79" autoAdjust="0"/>
    <p:restoredTop sz="96807" autoAdjust="0"/>
  </p:normalViewPr>
  <p:slideViewPr>
    <p:cSldViewPr snapToGrid="0">
      <p:cViewPr>
        <p:scale>
          <a:sx n="150" d="100"/>
          <a:sy n="150" d="100"/>
        </p:scale>
        <p:origin x="-614" y="-168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71081D-38F0-1D6C-1449-9FD53DED933F}"/>
              </a:ext>
            </a:extLst>
          </p:cNvPr>
          <p:cNvGrpSpPr/>
          <p:nvPr/>
        </p:nvGrpSpPr>
        <p:grpSpPr>
          <a:xfrm>
            <a:off x="4941094" y="2795587"/>
            <a:ext cx="2850356" cy="2221707"/>
            <a:chOff x="4941094" y="2795587"/>
            <a:chExt cx="2850356" cy="222170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3593306"/>
              <a:ext cx="15240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94" y="2983706"/>
              <a:ext cx="0" cy="6143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7203FB-03BD-9E5F-6E66-61B73852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6623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83B458-20C5-3FEA-92D2-7BBA82CFE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7781" y="3776662"/>
              <a:ext cx="30480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2D95CE-EBD9-B9BE-4CEE-13EC527DB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63" y="3648075"/>
              <a:ext cx="635793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D2A762-DA9D-4FA6-CDD1-A3EF39095543}"/>
                </a:ext>
              </a:extLst>
            </p:cNvPr>
            <p:cNvCxnSpPr>
              <a:cxnSpLocks/>
            </p:cNvCxnSpPr>
            <p:nvPr/>
          </p:nvCxnSpPr>
          <p:spPr>
            <a:xfrm>
              <a:off x="6048375" y="35480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D0916E9-B4D9-C445-3E58-02A4FF1C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137" y="3467100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0D73E6-335C-1F36-A476-8ACEBE3E4F52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38" y="3355181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1E33A81-213C-4188-6C7C-9EA697EDE1C9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32885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733151F-88F8-02E4-656C-DB7118185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3286125"/>
              <a:ext cx="495300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335D1E5-B237-00CD-D5BD-130A1FEE8C90}"/>
                </a:ext>
              </a:extLst>
            </p:cNvPr>
            <p:cNvCxnSpPr>
              <a:cxnSpLocks/>
            </p:cNvCxnSpPr>
            <p:nvPr/>
          </p:nvCxnSpPr>
          <p:spPr>
            <a:xfrm>
              <a:off x="5422106" y="34051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987D8B0-341C-BA9F-E5AD-45B501B9C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3143" y="3045619"/>
              <a:ext cx="581026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3DF24C1-7289-95E8-C3E8-DDA7C8C11756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1" y="304323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C35571-0FE8-EBAE-AEA4-FC0B94EEE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8" y="2797969"/>
              <a:ext cx="771526" cy="307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A5BD708-5D57-E480-8954-6E923BD07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31906" y="27955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68DCB26-29C6-43B8-C663-939865E294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5519" y="3781424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7ABEF5-37B3-C3D3-4B7E-20AFC0D03244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1" y="3893344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8A31AC7-A4BF-99F6-3C18-25C3DCB3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212682" y="3960019"/>
              <a:ext cx="0" cy="492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15F02E-A362-69D3-5D2D-2A2EE64CB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4776788"/>
              <a:ext cx="32385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08F4A58-EDA6-A7AF-B5B7-602EE1DE8F32}"/>
                </a:ext>
              </a:extLst>
            </p:cNvPr>
            <p:cNvCxnSpPr>
              <a:cxnSpLocks/>
            </p:cNvCxnSpPr>
            <p:nvPr/>
          </p:nvCxnSpPr>
          <p:spPr>
            <a:xfrm>
              <a:off x="6076949" y="4772026"/>
              <a:ext cx="631032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16AFCCB-739F-E89A-D4ED-EFAAC86B9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600" y="4895850"/>
              <a:ext cx="285750" cy="111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9BB9437-334E-8B2E-5A44-8FB83F6DE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03256" y="48887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342000-6BE5-72CF-57C8-FE7C01E72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0893" y="4707731"/>
              <a:ext cx="640557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6BB83C2-C917-D7CA-44A4-A4529C6BD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9650" y="2913062"/>
              <a:ext cx="1625600" cy="858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ABD208B1-E6F5-6ED7-D4B9-608F23DE8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899" y="4441031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C94A5E58-CB1F-459F-3C89-00C94DA2E6DC}"/>
                </a:ext>
              </a:extLst>
            </p:cNvPr>
            <p:cNvCxnSpPr>
              <a:cxnSpLocks/>
            </p:cNvCxnSpPr>
            <p:nvPr/>
          </p:nvCxnSpPr>
          <p:spPr>
            <a:xfrm>
              <a:off x="6050757" y="4519613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4552750" y="26456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16.06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3EE494E-6655-E92F-F62B-4831E10C9E44}"/>
              </a:ext>
            </a:extLst>
          </p:cNvPr>
          <p:cNvGrpSpPr/>
          <p:nvPr/>
        </p:nvGrpSpPr>
        <p:grpSpPr>
          <a:xfrm>
            <a:off x="1938338" y="2481263"/>
            <a:ext cx="3002756" cy="3957637"/>
            <a:chOff x="1938338" y="2481263"/>
            <a:chExt cx="3002756" cy="3957637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93E8EDB-868A-F586-B2A3-44A3DEF1A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583781"/>
              <a:ext cx="157162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3A749A3-2086-B743-DA5A-D38BB2DAA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6576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C7B34D0-6C78-51CB-90C1-64A033718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606" y="3779044"/>
              <a:ext cx="31432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B2A413B-A154-6C31-D45D-BB4E1565D0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31" y="3655219"/>
              <a:ext cx="638175" cy="264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7A323D1-8164-EC80-1BA3-5E5900732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956" y="3531394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B6C7671A-10E0-D825-9F57-01632E19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3471863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BEF4C-1027-2531-3709-14DB97680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2" y="33528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B84DB3E-C3A5-4FB4-091D-80121F240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3" y="3283744"/>
              <a:ext cx="15478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3BBF7D9-2370-450B-C6E2-1674406F2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2938463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81F3AE-E379-B81F-BBA7-39A45481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2864644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643518-0069-C2D0-19A7-2FB57CC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1" y="2490788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5339038-A19E-E6CF-CBA1-B1533BD54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7425" y="2481263"/>
              <a:ext cx="1435894" cy="5643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414B060-0F0D-C77A-3D7B-8860A750F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6949" y="3031332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6DF20E-923B-C50F-18A7-D1FEB327A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8338" y="3148012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C4ED020A-FD43-3489-25C3-973C5D05F7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8893" y="3426619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DC1EDB6-FC03-B574-B2F0-444958E8B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3" y="3293269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A3CFD52-BD00-B7AC-B29E-1DA4A2393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1094" y="5064919"/>
              <a:ext cx="0" cy="137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FE3F6C3-5C76-9296-342A-28AE8E03A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4494" y="2797969"/>
              <a:ext cx="906462" cy="477044"/>
            </a:xfrm>
            <a:prstGeom prst="line">
              <a:avLst/>
            </a:prstGeom>
            <a:ln w="12700">
              <a:solidFill>
                <a:srgbClr val="99FFCC"/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89002C1-117E-FC30-14EE-6A9EACD793E0}"/>
              </a:ext>
            </a:extLst>
          </p:cNvPr>
          <p:cNvGrpSpPr/>
          <p:nvPr/>
        </p:nvGrpSpPr>
        <p:grpSpPr>
          <a:xfrm>
            <a:off x="2090738" y="3836193"/>
            <a:ext cx="2069306" cy="1054895"/>
            <a:chOff x="2090738" y="3836193"/>
            <a:chExt cx="2069306" cy="1054895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A32D1B2-8142-75F8-7EED-11C7C9203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794" y="3836193"/>
              <a:ext cx="307179" cy="13573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9BCB2A2-F9CF-44C4-0248-41CD56D09A95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3981449"/>
              <a:ext cx="0" cy="72009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D75206B-96C3-C51A-0BEB-7FA52B8B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794" y="4707731"/>
              <a:ext cx="476250" cy="18335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0506A18-0379-E36A-2E9E-FFDC46CE9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9469" y="4707731"/>
              <a:ext cx="311944" cy="12144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7212181-46DD-445A-9180-1079F2DA1B5E}"/>
                </a:ext>
              </a:extLst>
            </p:cNvPr>
            <p:cNvCxnSpPr>
              <a:cxnSpLocks/>
            </p:cNvCxnSpPr>
            <p:nvPr/>
          </p:nvCxnSpPr>
          <p:spPr>
            <a:xfrm>
              <a:off x="2738438" y="4586288"/>
              <a:ext cx="635793" cy="24288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A6421541-A001-F007-A720-3EAB79B52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8419" y="4576763"/>
              <a:ext cx="159542" cy="7381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3338AB-ECA8-7F05-30A5-AC5A28E3C410}"/>
                </a:ext>
              </a:extLst>
            </p:cNvPr>
            <p:cNvCxnSpPr>
              <a:cxnSpLocks/>
            </p:cNvCxnSpPr>
            <p:nvPr/>
          </p:nvCxnSpPr>
          <p:spPr>
            <a:xfrm>
              <a:off x="2090738" y="4460081"/>
              <a:ext cx="490537" cy="19526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152DBA7-DE53-0136-7504-C99760FAAED5}"/>
              </a:ext>
            </a:extLst>
          </p:cNvPr>
          <p:cNvGrpSpPr/>
          <p:nvPr/>
        </p:nvGrpSpPr>
        <p:grpSpPr>
          <a:xfrm>
            <a:off x="2576512" y="4019550"/>
            <a:ext cx="623888" cy="381000"/>
            <a:chOff x="2576512" y="4019550"/>
            <a:chExt cx="623888" cy="381000"/>
          </a:xfrm>
        </p:grpSpPr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F2588F1-E15C-7BD4-0A90-E21B8B934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2" y="4152900"/>
              <a:ext cx="623888" cy="247650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0F81CF24-24AB-2F80-3640-125613F22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019" y="4019550"/>
              <a:ext cx="0" cy="13096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67C6D73-3176-45E3-0051-7376E16F074D}"/>
              </a:ext>
            </a:extLst>
          </p:cNvPr>
          <p:cNvGrpSpPr/>
          <p:nvPr/>
        </p:nvGrpSpPr>
        <p:grpSpPr>
          <a:xfrm>
            <a:off x="5743575" y="3295650"/>
            <a:ext cx="2031207" cy="1154906"/>
            <a:chOff x="5743575" y="3295650"/>
            <a:chExt cx="2031207" cy="1154906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8501575-C209-B56F-EA9C-2EE0854D4AF4}"/>
                </a:ext>
              </a:extLst>
            </p:cNvPr>
            <p:cNvCxnSpPr>
              <a:cxnSpLocks/>
            </p:cNvCxnSpPr>
            <p:nvPr/>
          </p:nvCxnSpPr>
          <p:spPr>
            <a:xfrm>
              <a:off x="7350125" y="4279900"/>
              <a:ext cx="424657" cy="1706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4BD47BD-7E45-9637-DF25-DAF513E9567B}"/>
                </a:ext>
              </a:extLst>
            </p:cNvPr>
            <p:cNvCxnSpPr>
              <a:cxnSpLocks/>
            </p:cNvCxnSpPr>
            <p:nvPr/>
          </p:nvCxnSpPr>
          <p:spPr>
            <a:xfrm>
              <a:off x="5743575" y="3295650"/>
              <a:ext cx="1207294" cy="1081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843881F4-ECDA-EA9F-61E3-C9809ADE1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3732" y="4276725"/>
              <a:ext cx="334168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CCB053EB-286C-1785-31AD-86350D6B4DD8}"/>
              </a:ext>
            </a:extLst>
          </p:cNvPr>
          <p:cNvCxnSpPr>
            <a:cxnSpLocks/>
          </p:cNvCxnSpPr>
          <p:nvPr/>
        </p:nvCxnSpPr>
        <p:spPr>
          <a:xfrm flipV="1">
            <a:off x="7153275" y="3648075"/>
            <a:ext cx="164306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73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71081D-38F0-1D6C-1449-9FD53DED933F}"/>
              </a:ext>
            </a:extLst>
          </p:cNvPr>
          <p:cNvGrpSpPr/>
          <p:nvPr/>
        </p:nvGrpSpPr>
        <p:grpSpPr>
          <a:xfrm>
            <a:off x="4941094" y="2795587"/>
            <a:ext cx="2850356" cy="2221707"/>
            <a:chOff x="4941094" y="2795587"/>
            <a:chExt cx="2850356" cy="222170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3593306"/>
              <a:ext cx="15240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94" y="2983706"/>
              <a:ext cx="0" cy="6143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7203FB-03BD-9E5F-6E66-61B73852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6623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83B458-20C5-3FEA-92D2-7BBA82CFE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7781" y="3776662"/>
              <a:ext cx="30480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2D95CE-EBD9-B9BE-4CEE-13EC527DB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63" y="3648075"/>
              <a:ext cx="635793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D2A762-DA9D-4FA6-CDD1-A3EF39095543}"/>
                </a:ext>
              </a:extLst>
            </p:cNvPr>
            <p:cNvCxnSpPr>
              <a:cxnSpLocks/>
            </p:cNvCxnSpPr>
            <p:nvPr/>
          </p:nvCxnSpPr>
          <p:spPr>
            <a:xfrm>
              <a:off x="6048375" y="35480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D0916E9-B4D9-C445-3E58-02A4FF1C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137" y="3467100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0D73E6-335C-1F36-A476-8ACEBE3E4F52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38" y="3355181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1E33A81-213C-4188-6C7C-9EA697EDE1C9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32885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733151F-88F8-02E4-656C-DB7118185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3286125"/>
              <a:ext cx="495300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335D1E5-B237-00CD-D5BD-130A1FEE8C90}"/>
                </a:ext>
              </a:extLst>
            </p:cNvPr>
            <p:cNvCxnSpPr>
              <a:cxnSpLocks/>
            </p:cNvCxnSpPr>
            <p:nvPr/>
          </p:nvCxnSpPr>
          <p:spPr>
            <a:xfrm>
              <a:off x="5422106" y="34051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987D8B0-341C-BA9F-E5AD-45B501B9C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3143" y="3045619"/>
              <a:ext cx="581026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3DF24C1-7289-95E8-C3E8-DDA7C8C11756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1" y="304323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C35571-0FE8-EBAE-AEA4-FC0B94EEE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8" y="2797969"/>
              <a:ext cx="771526" cy="307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A5BD708-5D57-E480-8954-6E923BD07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31906" y="27955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68DCB26-29C6-43B8-C663-939865E294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5519" y="3781424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7ABEF5-37B3-C3D3-4B7E-20AFC0D03244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1" y="3893344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8A31AC7-A4BF-99F6-3C18-25C3DCB3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212682" y="3960019"/>
              <a:ext cx="0" cy="492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15F02E-A362-69D3-5D2D-2A2EE64CB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4776788"/>
              <a:ext cx="32385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08F4A58-EDA6-A7AF-B5B7-602EE1DE8F32}"/>
                </a:ext>
              </a:extLst>
            </p:cNvPr>
            <p:cNvCxnSpPr>
              <a:cxnSpLocks/>
            </p:cNvCxnSpPr>
            <p:nvPr/>
          </p:nvCxnSpPr>
          <p:spPr>
            <a:xfrm>
              <a:off x="6076949" y="4772026"/>
              <a:ext cx="631032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16AFCCB-739F-E89A-D4ED-EFAAC86B9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600" y="4895850"/>
              <a:ext cx="285750" cy="111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9BB9437-334E-8B2E-5A44-8FB83F6DE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03256" y="48887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342000-6BE5-72CF-57C8-FE7C01E72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0893" y="4707731"/>
              <a:ext cx="640557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6BB83C2-C917-D7CA-44A4-A4529C6BD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9650" y="2913062"/>
              <a:ext cx="1625600" cy="858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ABD208B1-E6F5-6ED7-D4B9-608F23DE8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899" y="4441031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C94A5E58-CB1F-459F-3C89-00C94DA2E6DC}"/>
                </a:ext>
              </a:extLst>
            </p:cNvPr>
            <p:cNvCxnSpPr>
              <a:cxnSpLocks/>
            </p:cNvCxnSpPr>
            <p:nvPr/>
          </p:nvCxnSpPr>
          <p:spPr>
            <a:xfrm>
              <a:off x="6050757" y="4519613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4552750" y="26456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16.07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3EE494E-6655-E92F-F62B-4831E10C9E44}"/>
              </a:ext>
            </a:extLst>
          </p:cNvPr>
          <p:cNvGrpSpPr/>
          <p:nvPr/>
        </p:nvGrpSpPr>
        <p:grpSpPr>
          <a:xfrm>
            <a:off x="1938338" y="2481263"/>
            <a:ext cx="3002756" cy="3957637"/>
            <a:chOff x="1938338" y="2481263"/>
            <a:chExt cx="3002756" cy="3957637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93E8EDB-868A-F586-B2A3-44A3DEF1A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583781"/>
              <a:ext cx="157162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3A749A3-2086-B743-DA5A-D38BB2DAA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6576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C7B34D0-6C78-51CB-90C1-64A033718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606" y="3779044"/>
              <a:ext cx="31432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B2A413B-A154-6C31-D45D-BB4E1565D0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31" y="3655219"/>
              <a:ext cx="638175" cy="264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7A323D1-8164-EC80-1BA3-5E5900732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956" y="3531394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B6C7671A-10E0-D825-9F57-01632E19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3471863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BEF4C-1027-2531-3709-14DB97680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2" y="33528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B84DB3E-C3A5-4FB4-091D-80121F240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3" y="3283744"/>
              <a:ext cx="15478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3BBF7D9-2370-450B-C6E2-1674406F2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2938463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81F3AE-E379-B81F-BBA7-39A45481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2864644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643518-0069-C2D0-19A7-2FB57CC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1" y="2490788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5339038-A19E-E6CF-CBA1-B1533BD54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7980" y="2481263"/>
              <a:ext cx="805339" cy="3076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414B060-0F0D-C77A-3D7B-8860A750F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0359" y="2783682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6DF20E-923B-C50F-18A7-D1FEB327A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8338" y="2922270"/>
              <a:ext cx="938212" cy="3519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C4ED020A-FD43-3489-25C3-973C5D05F7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8893" y="3426619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DC1EDB6-FC03-B574-B2F0-444958E8B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3" y="3293269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A3CFD52-BD00-B7AC-B29E-1DA4A2393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1094" y="5064919"/>
              <a:ext cx="0" cy="137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FE3F6C3-5C76-9296-342A-28AE8E03A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4494" y="2797969"/>
              <a:ext cx="906462" cy="477044"/>
            </a:xfrm>
            <a:prstGeom prst="line">
              <a:avLst/>
            </a:prstGeom>
            <a:ln w="12700">
              <a:solidFill>
                <a:srgbClr val="99FFCC"/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89002C1-117E-FC30-14EE-6A9EACD793E0}"/>
              </a:ext>
            </a:extLst>
          </p:cNvPr>
          <p:cNvGrpSpPr/>
          <p:nvPr/>
        </p:nvGrpSpPr>
        <p:grpSpPr>
          <a:xfrm>
            <a:off x="2090738" y="3836193"/>
            <a:ext cx="2069306" cy="1054895"/>
            <a:chOff x="2090738" y="3836193"/>
            <a:chExt cx="2069306" cy="1054895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A32D1B2-8142-75F8-7EED-11C7C9203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794" y="3836193"/>
              <a:ext cx="307179" cy="13573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9BCB2A2-F9CF-44C4-0248-41CD56D09A95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3981449"/>
              <a:ext cx="0" cy="72009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D75206B-96C3-C51A-0BEB-7FA52B8B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794" y="4707731"/>
              <a:ext cx="476250" cy="18335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0506A18-0379-E36A-2E9E-FFDC46CE9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9469" y="4707731"/>
              <a:ext cx="311944" cy="12144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7212181-46DD-445A-9180-1079F2DA1B5E}"/>
                </a:ext>
              </a:extLst>
            </p:cNvPr>
            <p:cNvCxnSpPr>
              <a:cxnSpLocks/>
            </p:cNvCxnSpPr>
            <p:nvPr/>
          </p:nvCxnSpPr>
          <p:spPr>
            <a:xfrm>
              <a:off x="2738438" y="4586288"/>
              <a:ext cx="635793" cy="24288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A6421541-A001-F007-A720-3EAB79B52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8419" y="4576763"/>
              <a:ext cx="159542" cy="7381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3338AB-ECA8-7F05-30A5-AC5A28E3C410}"/>
                </a:ext>
              </a:extLst>
            </p:cNvPr>
            <p:cNvCxnSpPr>
              <a:cxnSpLocks/>
            </p:cNvCxnSpPr>
            <p:nvPr/>
          </p:nvCxnSpPr>
          <p:spPr>
            <a:xfrm>
              <a:off x="2090738" y="4460081"/>
              <a:ext cx="490537" cy="19526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152DBA7-DE53-0136-7504-C99760FAAED5}"/>
              </a:ext>
            </a:extLst>
          </p:cNvPr>
          <p:cNvGrpSpPr/>
          <p:nvPr/>
        </p:nvGrpSpPr>
        <p:grpSpPr>
          <a:xfrm>
            <a:off x="2576512" y="4019550"/>
            <a:ext cx="623888" cy="381000"/>
            <a:chOff x="2576512" y="4019550"/>
            <a:chExt cx="623888" cy="381000"/>
          </a:xfrm>
        </p:grpSpPr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F2588F1-E15C-7BD4-0A90-E21B8B934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2" y="4152900"/>
              <a:ext cx="623888" cy="247650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0F81CF24-24AB-2F80-3640-125613F22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019" y="4019550"/>
              <a:ext cx="0" cy="13096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67C6D73-3176-45E3-0051-7376E16F074D}"/>
              </a:ext>
            </a:extLst>
          </p:cNvPr>
          <p:cNvGrpSpPr/>
          <p:nvPr/>
        </p:nvGrpSpPr>
        <p:grpSpPr>
          <a:xfrm>
            <a:off x="5743575" y="3295650"/>
            <a:ext cx="2031207" cy="1154906"/>
            <a:chOff x="5743575" y="3295650"/>
            <a:chExt cx="2031207" cy="1154906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8501575-C209-B56F-EA9C-2EE0854D4AF4}"/>
                </a:ext>
              </a:extLst>
            </p:cNvPr>
            <p:cNvCxnSpPr>
              <a:cxnSpLocks/>
            </p:cNvCxnSpPr>
            <p:nvPr/>
          </p:nvCxnSpPr>
          <p:spPr>
            <a:xfrm>
              <a:off x="7350125" y="4279900"/>
              <a:ext cx="424657" cy="1706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4BD47BD-7E45-9637-DF25-DAF513E9567B}"/>
                </a:ext>
              </a:extLst>
            </p:cNvPr>
            <p:cNvCxnSpPr>
              <a:cxnSpLocks/>
            </p:cNvCxnSpPr>
            <p:nvPr/>
          </p:nvCxnSpPr>
          <p:spPr>
            <a:xfrm>
              <a:off x="5743575" y="3295650"/>
              <a:ext cx="1207294" cy="1081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843881F4-ECDA-EA9F-61E3-C9809ADE1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3732" y="4276725"/>
              <a:ext cx="334168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CCB053EB-286C-1785-31AD-86350D6B4DD8}"/>
              </a:ext>
            </a:extLst>
          </p:cNvPr>
          <p:cNvCxnSpPr>
            <a:cxnSpLocks/>
          </p:cNvCxnSpPr>
          <p:nvPr/>
        </p:nvCxnSpPr>
        <p:spPr>
          <a:xfrm flipV="1">
            <a:off x="7153275" y="3648075"/>
            <a:ext cx="164306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9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71081D-38F0-1D6C-1449-9FD53DED933F}"/>
              </a:ext>
            </a:extLst>
          </p:cNvPr>
          <p:cNvGrpSpPr/>
          <p:nvPr/>
        </p:nvGrpSpPr>
        <p:grpSpPr>
          <a:xfrm>
            <a:off x="4941094" y="2795587"/>
            <a:ext cx="2850356" cy="2221707"/>
            <a:chOff x="4941094" y="2795587"/>
            <a:chExt cx="2850356" cy="222170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3593306"/>
              <a:ext cx="15240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94" y="2983706"/>
              <a:ext cx="0" cy="6143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7203FB-03BD-9E5F-6E66-61B73852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6623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83B458-20C5-3FEA-92D2-7BBA82CFE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7781" y="3776662"/>
              <a:ext cx="30480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2D95CE-EBD9-B9BE-4CEE-13EC527DB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63" y="3648075"/>
              <a:ext cx="635793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D2A762-DA9D-4FA6-CDD1-A3EF39095543}"/>
                </a:ext>
              </a:extLst>
            </p:cNvPr>
            <p:cNvCxnSpPr>
              <a:cxnSpLocks/>
            </p:cNvCxnSpPr>
            <p:nvPr/>
          </p:nvCxnSpPr>
          <p:spPr>
            <a:xfrm>
              <a:off x="6048375" y="35480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D0916E9-B4D9-C445-3E58-02A4FF1C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137" y="3467100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0D73E6-335C-1F36-A476-8ACEBE3E4F52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38" y="3355181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1E33A81-213C-4188-6C7C-9EA697EDE1C9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32885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733151F-88F8-02E4-656C-DB7118185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3286125"/>
              <a:ext cx="495300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335D1E5-B237-00CD-D5BD-130A1FEE8C90}"/>
                </a:ext>
              </a:extLst>
            </p:cNvPr>
            <p:cNvCxnSpPr>
              <a:cxnSpLocks/>
            </p:cNvCxnSpPr>
            <p:nvPr/>
          </p:nvCxnSpPr>
          <p:spPr>
            <a:xfrm>
              <a:off x="5422106" y="34051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987D8B0-341C-BA9F-E5AD-45B501B9C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3143" y="3045619"/>
              <a:ext cx="581026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3DF24C1-7289-95E8-C3E8-DDA7C8C11756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1" y="304323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C35571-0FE8-EBAE-AEA4-FC0B94EEE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8" y="2797969"/>
              <a:ext cx="771526" cy="307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A5BD708-5D57-E480-8954-6E923BD07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31906" y="27955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68DCB26-29C6-43B8-C663-939865E294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5519" y="3781424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7ABEF5-37B3-C3D3-4B7E-20AFC0D03244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1" y="3893344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8A31AC7-A4BF-99F6-3C18-25C3DCB3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212682" y="3960019"/>
              <a:ext cx="0" cy="492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15F02E-A362-69D3-5D2D-2A2EE64CB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4776788"/>
              <a:ext cx="32385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08F4A58-EDA6-A7AF-B5B7-602EE1DE8F32}"/>
                </a:ext>
              </a:extLst>
            </p:cNvPr>
            <p:cNvCxnSpPr>
              <a:cxnSpLocks/>
            </p:cNvCxnSpPr>
            <p:nvPr/>
          </p:nvCxnSpPr>
          <p:spPr>
            <a:xfrm>
              <a:off x="6076949" y="4772026"/>
              <a:ext cx="631032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16AFCCB-739F-E89A-D4ED-EFAAC86B9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600" y="4895850"/>
              <a:ext cx="285750" cy="111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9BB9437-334E-8B2E-5A44-8FB83F6DE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03256" y="48887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342000-6BE5-72CF-57C8-FE7C01E72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0893" y="4707731"/>
              <a:ext cx="640557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6BB83C2-C917-D7CA-44A4-A4529C6BD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9650" y="2913062"/>
              <a:ext cx="1625600" cy="858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ABD208B1-E6F5-6ED7-D4B9-608F23DE8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899" y="4441031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C94A5E58-CB1F-459F-3C89-00C94DA2E6DC}"/>
                </a:ext>
              </a:extLst>
            </p:cNvPr>
            <p:cNvCxnSpPr>
              <a:cxnSpLocks/>
            </p:cNvCxnSpPr>
            <p:nvPr/>
          </p:nvCxnSpPr>
          <p:spPr>
            <a:xfrm>
              <a:off x="6050757" y="4519613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4552750" y="26456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16.02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3EE494E-6655-E92F-F62B-4831E10C9E44}"/>
              </a:ext>
            </a:extLst>
          </p:cNvPr>
          <p:cNvGrpSpPr/>
          <p:nvPr/>
        </p:nvGrpSpPr>
        <p:grpSpPr>
          <a:xfrm>
            <a:off x="1938338" y="2481263"/>
            <a:ext cx="3002756" cy="3957637"/>
            <a:chOff x="1938338" y="2481263"/>
            <a:chExt cx="3002756" cy="3957637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93E8EDB-868A-F586-B2A3-44A3DEF1A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583781"/>
              <a:ext cx="157162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3A749A3-2086-B743-DA5A-D38BB2DAA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6576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C7B34D0-6C78-51CB-90C1-64A033718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606" y="3779044"/>
              <a:ext cx="31432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B2A413B-A154-6C31-D45D-BB4E1565D0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31" y="3655219"/>
              <a:ext cx="638175" cy="264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7A323D1-8164-EC80-1BA3-5E5900732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956" y="3531394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B6C7671A-10E0-D825-9F57-01632E19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3471863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BEF4C-1027-2531-3709-14DB97680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2" y="33528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B84DB3E-C3A5-4FB4-091D-80121F240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3" y="3283744"/>
              <a:ext cx="15478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3BBF7D9-2370-450B-C6E2-1674406F2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2938463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81F3AE-E379-B81F-BBA7-39A45481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2864644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643518-0069-C2D0-19A7-2FB57CC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1" y="2490788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5339038-A19E-E6CF-CBA1-B1533BD54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7425" y="2481263"/>
              <a:ext cx="1435894" cy="5643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414B060-0F0D-C77A-3D7B-8860A750F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6949" y="3031332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6DF20E-923B-C50F-18A7-D1FEB327A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8338" y="3148012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C4ED020A-FD43-3489-25C3-973C5D05F7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8893" y="3426619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DC1EDB6-FC03-B574-B2F0-444958E8B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3" y="3293269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A3CFD52-BD00-B7AC-B29E-1DA4A2393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1094" y="5064919"/>
              <a:ext cx="0" cy="137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FE3F6C3-5C76-9296-342A-28AE8E03A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4494" y="2797969"/>
              <a:ext cx="906462" cy="477044"/>
            </a:xfrm>
            <a:prstGeom prst="line">
              <a:avLst/>
            </a:prstGeom>
            <a:ln w="12700">
              <a:solidFill>
                <a:srgbClr val="99FFCC"/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89002C1-117E-FC30-14EE-6A9EACD793E0}"/>
              </a:ext>
            </a:extLst>
          </p:cNvPr>
          <p:cNvGrpSpPr/>
          <p:nvPr/>
        </p:nvGrpSpPr>
        <p:grpSpPr>
          <a:xfrm>
            <a:off x="2090738" y="3836193"/>
            <a:ext cx="2069306" cy="1054895"/>
            <a:chOff x="2090738" y="3836193"/>
            <a:chExt cx="2069306" cy="1054895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A32D1B2-8142-75F8-7EED-11C7C9203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794" y="3836193"/>
              <a:ext cx="307179" cy="13573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9BCB2A2-F9CF-44C4-0248-41CD56D09A95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3981449"/>
              <a:ext cx="0" cy="24130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9563A07D-590B-AFE8-B240-49558194DFD7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4216401"/>
              <a:ext cx="323850" cy="121443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F599921-818C-9841-004C-36A68E3C6641}"/>
                </a:ext>
              </a:extLst>
            </p:cNvPr>
            <p:cNvCxnSpPr>
              <a:cxnSpLocks/>
            </p:cNvCxnSpPr>
            <p:nvPr/>
          </p:nvCxnSpPr>
          <p:spPr>
            <a:xfrm>
              <a:off x="3986213" y="4346575"/>
              <a:ext cx="0" cy="46593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D75206B-96C3-C51A-0BEB-7FA52B8B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794" y="4707731"/>
              <a:ext cx="476250" cy="18335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0506A18-0379-E36A-2E9E-FFDC46CE9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9469" y="4707731"/>
              <a:ext cx="311944" cy="12144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7212181-46DD-445A-9180-1079F2DA1B5E}"/>
                </a:ext>
              </a:extLst>
            </p:cNvPr>
            <p:cNvCxnSpPr>
              <a:cxnSpLocks/>
            </p:cNvCxnSpPr>
            <p:nvPr/>
          </p:nvCxnSpPr>
          <p:spPr>
            <a:xfrm>
              <a:off x="2738438" y="4586288"/>
              <a:ext cx="635793" cy="24288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A6421541-A001-F007-A720-3EAB79B52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8419" y="4576763"/>
              <a:ext cx="159542" cy="7381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3338AB-ECA8-7F05-30A5-AC5A28E3C410}"/>
                </a:ext>
              </a:extLst>
            </p:cNvPr>
            <p:cNvCxnSpPr>
              <a:cxnSpLocks/>
            </p:cNvCxnSpPr>
            <p:nvPr/>
          </p:nvCxnSpPr>
          <p:spPr>
            <a:xfrm>
              <a:off x="2090738" y="4460081"/>
              <a:ext cx="490537" cy="19526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152DBA7-DE53-0136-7504-C99760FAAED5}"/>
              </a:ext>
            </a:extLst>
          </p:cNvPr>
          <p:cNvGrpSpPr/>
          <p:nvPr/>
        </p:nvGrpSpPr>
        <p:grpSpPr>
          <a:xfrm>
            <a:off x="2576512" y="4019550"/>
            <a:ext cx="623888" cy="381000"/>
            <a:chOff x="2576512" y="4019550"/>
            <a:chExt cx="623888" cy="381000"/>
          </a:xfrm>
        </p:grpSpPr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F2588F1-E15C-7BD4-0A90-E21B8B934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2" y="4152900"/>
              <a:ext cx="623888" cy="247650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0F81CF24-24AB-2F80-3640-125613F22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019" y="4019550"/>
              <a:ext cx="0" cy="13096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67C6D73-3176-45E3-0051-7376E16F074D}"/>
              </a:ext>
            </a:extLst>
          </p:cNvPr>
          <p:cNvGrpSpPr/>
          <p:nvPr/>
        </p:nvGrpSpPr>
        <p:grpSpPr>
          <a:xfrm>
            <a:off x="5743575" y="3295650"/>
            <a:ext cx="2031207" cy="1154906"/>
            <a:chOff x="5743575" y="3295650"/>
            <a:chExt cx="2031207" cy="1154906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8501575-C209-B56F-EA9C-2EE0854D4AF4}"/>
                </a:ext>
              </a:extLst>
            </p:cNvPr>
            <p:cNvCxnSpPr>
              <a:cxnSpLocks/>
            </p:cNvCxnSpPr>
            <p:nvPr/>
          </p:nvCxnSpPr>
          <p:spPr>
            <a:xfrm>
              <a:off x="7350125" y="4279900"/>
              <a:ext cx="424657" cy="1706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4BD47BD-7E45-9637-DF25-DAF513E9567B}"/>
                </a:ext>
              </a:extLst>
            </p:cNvPr>
            <p:cNvCxnSpPr>
              <a:cxnSpLocks/>
            </p:cNvCxnSpPr>
            <p:nvPr/>
          </p:nvCxnSpPr>
          <p:spPr>
            <a:xfrm>
              <a:off x="5743575" y="3295650"/>
              <a:ext cx="1207294" cy="1081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843881F4-ECDA-EA9F-61E3-C9809ADE1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3732" y="4276725"/>
              <a:ext cx="334168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CCB053EB-286C-1785-31AD-86350D6B4DD8}"/>
              </a:ext>
            </a:extLst>
          </p:cNvPr>
          <p:cNvCxnSpPr>
            <a:cxnSpLocks/>
          </p:cNvCxnSpPr>
          <p:nvPr/>
        </p:nvCxnSpPr>
        <p:spPr>
          <a:xfrm flipV="1">
            <a:off x="7153275" y="3648075"/>
            <a:ext cx="164306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40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71081D-38F0-1D6C-1449-9FD53DED933F}"/>
              </a:ext>
            </a:extLst>
          </p:cNvPr>
          <p:cNvGrpSpPr/>
          <p:nvPr/>
        </p:nvGrpSpPr>
        <p:grpSpPr>
          <a:xfrm>
            <a:off x="4941094" y="2795587"/>
            <a:ext cx="2850356" cy="2221707"/>
            <a:chOff x="4941094" y="2795587"/>
            <a:chExt cx="2850356" cy="222170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3593306"/>
              <a:ext cx="15240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94" y="2983706"/>
              <a:ext cx="0" cy="6143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7203FB-03BD-9E5F-6E66-61B73852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6623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83B458-20C5-3FEA-92D2-7BBA82CFE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7781" y="3776662"/>
              <a:ext cx="30480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2D95CE-EBD9-B9BE-4CEE-13EC527DB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63" y="3648075"/>
              <a:ext cx="635793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D2A762-DA9D-4FA6-CDD1-A3EF39095543}"/>
                </a:ext>
              </a:extLst>
            </p:cNvPr>
            <p:cNvCxnSpPr>
              <a:cxnSpLocks/>
            </p:cNvCxnSpPr>
            <p:nvPr/>
          </p:nvCxnSpPr>
          <p:spPr>
            <a:xfrm>
              <a:off x="6048375" y="35480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D0916E9-B4D9-C445-3E58-02A4FF1C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137" y="3467100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0D73E6-335C-1F36-A476-8ACEBE3E4F52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38" y="3355181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1E33A81-213C-4188-6C7C-9EA697EDE1C9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32885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733151F-88F8-02E4-656C-DB7118185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3286125"/>
              <a:ext cx="495300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335D1E5-B237-00CD-D5BD-130A1FEE8C90}"/>
                </a:ext>
              </a:extLst>
            </p:cNvPr>
            <p:cNvCxnSpPr>
              <a:cxnSpLocks/>
            </p:cNvCxnSpPr>
            <p:nvPr/>
          </p:nvCxnSpPr>
          <p:spPr>
            <a:xfrm>
              <a:off x="5422106" y="34051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987D8B0-341C-BA9F-E5AD-45B501B9C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3143" y="3045619"/>
              <a:ext cx="581026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3DF24C1-7289-95E8-C3E8-DDA7C8C11756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1" y="304323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C35571-0FE8-EBAE-AEA4-FC0B94EEE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8" y="2797969"/>
              <a:ext cx="771526" cy="307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A5BD708-5D57-E480-8954-6E923BD07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31906" y="27955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68DCB26-29C6-43B8-C663-939865E294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5519" y="3781424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7ABEF5-37B3-C3D3-4B7E-20AFC0D03244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1" y="3893344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8A31AC7-A4BF-99F6-3C18-25C3DCB3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212682" y="3960019"/>
              <a:ext cx="0" cy="492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15F02E-A362-69D3-5D2D-2A2EE64CB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4776788"/>
              <a:ext cx="32385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08F4A58-EDA6-A7AF-B5B7-602EE1DE8F32}"/>
                </a:ext>
              </a:extLst>
            </p:cNvPr>
            <p:cNvCxnSpPr>
              <a:cxnSpLocks/>
            </p:cNvCxnSpPr>
            <p:nvPr/>
          </p:nvCxnSpPr>
          <p:spPr>
            <a:xfrm>
              <a:off x="6076949" y="4772026"/>
              <a:ext cx="631032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16AFCCB-739F-E89A-D4ED-EFAAC86B9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600" y="4895850"/>
              <a:ext cx="285750" cy="111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9BB9437-334E-8B2E-5A44-8FB83F6DE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03256" y="48887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342000-6BE5-72CF-57C8-FE7C01E72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0893" y="4707731"/>
              <a:ext cx="640557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6BB83C2-C917-D7CA-44A4-A4529C6BD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9650" y="2913062"/>
              <a:ext cx="1625600" cy="858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ABD208B1-E6F5-6ED7-D4B9-608F23DE8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899" y="4441031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C94A5E58-CB1F-459F-3C89-00C94DA2E6DC}"/>
                </a:ext>
              </a:extLst>
            </p:cNvPr>
            <p:cNvCxnSpPr>
              <a:cxnSpLocks/>
            </p:cNvCxnSpPr>
            <p:nvPr/>
          </p:nvCxnSpPr>
          <p:spPr>
            <a:xfrm>
              <a:off x="6050757" y="4519613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4552750" y="26456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16.05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3EE494E-6655-E92F-F62B-4831E10C9E44}"/>
              </a:ext>
            </a:extLst>
          </p:cNvPr>
          <p:cNvGrpSpPr/>
          <p:nvPr/>
        </p:nvGrpSpPr>
        <p:grpSpPr>
          <a:xfrm>
            <a:off x="1938338" y="2490788"/>
            <a:ext cx="3002756" cy="3948112"/>
            <a:chOff x="1938338" y="2490788"/>
            <a:chExt cx="3002756" cy="3948112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93E8EDB-868A-F586-B2A3-44A3DEF1A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583781"/>
              <a:ext cx="157162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3A749A3-2086-B743-DA5A-D38BB2DAA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6576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C7B34D0-6C78-51CB-90C1-64A033718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606" y="3779044"/>
              <a:ext cx="31432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B2A413B-A154-6C31-D45D-BB4E1565D0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31" y="3655219"/>
              <a:ext cx="638175" cy="264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7A323D1-8164-EC80-1BA3-5E5900732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956" y="3531394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B6C7671A-10E0-D825-9F57-01632E19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3471863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BEF4C-1027-2531-3709-14DB97680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2" y="33528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B84DB3E-C3A5-4FB4-091D-80121F240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3" y="3283744"/>
              <a:ext cx="15478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3BBF7D9-2370-450B-C6E2-1674406F2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2938463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81F3AE-E379-B81F-BBA7-39A45481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2864644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643518-0069-C2D0-19A7-2FB57CC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1" y="2490788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5339038-A19E-E6CF-CBA1-B1533BD54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6075" y="2859088"/>
              <a:ext cx="769144" cy="3032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414B060-0F0D-C77A-3D7B-8860A750F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5599" y="3164682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6DF20E-923B-C50F-18A7-D1FEB327A072}"/>
                </a:ext>
              </a:extLst>
            </p:cNvPr>
            <p:cNvCxnSpPr>
              <a:cxnSpLocks/>
            </p:cNvCxnSpPr>
            <p:nvPr/>
          </p:nvCxnSpPr>
          <p:spPr>
            <a:xfrm>
              <a:off x="1938338" y="3274219"/>
              <a:ext cx="469582" cy="2119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A3CFD52-BD00-B7AC-B29E-1DA4A2393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1094" y="5064919"/>
              <a:ext cx="0" cy="137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FE3F6C3-5C76-9296-342A-28AE8E03A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4494" y="2797969"/>
              <a:ext cx="906462" cy="477044"/>
            </a:xfrm>
            <a:prstGeom prst="line">
              <a:avLst/>
            </a:prstGeom>
            <a:ln w="12700">
              <a:solidFill>
                <a:srgbClr val="99FFCC"/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F91977F-2542-9455-66C4-F106BFC004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5540" y="3275012"/>
              <a:ext cx="468153" cy="2035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89002C1-117E-FC30-14EE-6A9EACD793E0}"/>
              </a:ext>
            </a:extLst>
          </p:cNvPr>
          <p:cNvGrpSpPr/>
          <p:nvPr/>
        </p:nvGrpSpPr>
        <p:grpSpPr>
          <a:xfrm>
            <a:off x="2090738" y="3836193"/>
            <a:ext cx="2069306" cy="1054895"/>
            <a:chOff x="2090738" y="3836193"/>
            <a:chExt cx="2069306" cy="1054895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A32D1B2-8142-75F8-7EED-11C7C9203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794" y="3836193"/>
              <a:ext cx="307179" cy="13573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9BCB2A2-F9CF-44C4-0248-41CD56D09A95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3981449"/>
              <a:ext cx="0" cy="72263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D75206B-96C3-C51A-0BEB-7FA52B8B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794" y="4707731"/>
              <a:ext cx="476250" cy="18335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0506A18-0379-E36A-2E9E-FFDC46CE9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9469" y="4707731"/>
              <a:ext cx="311944" cy="12144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7212181-46DD-445A-9180-1079F2DA1B5E}"/>
                </a:ext>
              </a:extLst>
            </p:cNvPr>
            <p:cNvCxnSpPr>
              <a:cxnSpLocks/>
            </p:cNvCxnSpPr>
            <p:nvPr/>
          </p:nvCxnSpPr>
          <p:spPr>
            <a:xfrm>
              <a:off x="2738438" y="4586288"/>
              <a:ext cx="635793" cy="24288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A6421541-A001-F007-A720-3EAB79B52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8419" y="4576763"/>
              <a:ext cx="159542" cy="7381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3338AB-ECA8-7F05-30A5-AC5A28E3C410}"/>
                </a:ext>
              </a:extLst>
            </p:cNvPr>
            <p:cNvCxnSpPr>
              <a:cxnSpLocks/>
            </p:cNvCxnSpPr>
            <p:nvPr/>
          </p:nvCxnSpPr>
          <p:spPr>
            <a:xfrm>
              <a:off x="2090738" y="4460081"/>
              <a:ext cx="490537" cy="19526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152DBA7-DE53-0136-7504-C99760FAAED5}"/>
              </a:ext>
            </a:extLst>
          </p:cNvPr>
          <p:cNvGrpSpPr/>
          <p:nvPr/>
        </p:nvGrpSpPr>
        <p:grpSpPr>
          <a:xfrm>
            <a:off x="2576512" y="4019550"/>
            <a:ext cx="623888" cy="381000"/>
            <a:chOff x="2576512" y="4019550"/>
            <a:chExt cx="623888" cy="381000"/>
          </a:xfrm>
        </p:grpSpPr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F2588F1-E15C-7BD4-0A90-E21B8B934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2" y="4152900"/>
              <a:ext cx="623888" cy="247650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0F81CF24-24AB-2F80-3640-125613F22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019" y="4019550"/>
              <a:ext cx="0" cy="13096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67C6D73-3176-45E3-0051-7376E16F074D}"/>
              </a:ext>
            </a:extLst>
          </p:cNvPr>
          <p:cNvGrpSpPr/>
          <p:nvPr/>
        </p:nvGrpSpPr>
        <p:grpSpPr>
          <a:xfrm>
            <a:off x="5743575" y="3295650"/>
            <a:ext cx="2031207" cy="1154906"/>
            <a:chOff x="5743575" y="3295650"/>
            <a:chExt cx="2031207" cy="1154906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8501575-C209-B56F-EA9C-2EE0854D4AF4}"/>
                </a:ext>
              </a:extLst>
            </p:cNvPr>
            <p:cNvCxnSpPr>
              <a:cxnSpLocks/>
            </p:cNvCxnSpPr>
            <p:nvPr/>
          </p:nvCxnSpPr>
          <p:spPr>
            <a:xfrm>
              <a:off x="7350125" y="4279900"/>
              <a:ext cx="424657" cy="1706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4BD47BD-7E45-9637-DF25-DAF513E9567B}"/>
                </a:ext>
              </a:extLst>
            </p:cNvPr>
            <p:cNvCxnSpPr>
              <a:cxnSpLocks/>
            </p:cNvCxnSpPr>
            <p:nvPr/>
          </p:nvCxnSpPr>
          <p:spPr>
            <a:xfrm>
              <a:off x="5743575" y="3295650"/>
              <a:ext cx="1207294" cy="1081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843881F4-ECDA-EA9F-61E3-C9809ADE1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3732" y="4276725"/>
              <a:ext cx="334168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CCB053EB-286C-1785-31AD-86350D6B4DD8}"/>
              </a:ext>
            </a:extLst>
          </p:cNvPr>
          <p:cNvCxnSpPr>
            <a:cxnSpLocks/>
          </p:cNvCxnSpPr>
          <p:nvPr/>
        </p:nvCxnSpPr>
        <p:spPr>
          <a:xfrm flipV="1">
            <a:off x="7153275" y="3648075"/>
            <a:ext cx="164306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64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71081D-38F0-1D6C-1449-9FD53DED933F}"/>
              </a:ext>
            </a:extLst>
          </p:cNvPr>
          <p:cNvGrpSpPr/>
          <p:nvPr/>
        </p:nvGrpSpPr>
        <p:grpSpPr>
          <a:xfrm>
            <a:off x="4941094" y="2795587"/>
            <a:ext cx="2850356" cy="2221707"/>
            <a:chOff x="4941094" y="2795587"/>
            <a:chExt cx="2850356" cy="222170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3593306"/>
              <a:ext cx="15240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94" y="2983706"/>
              <a:ext cx="0" cy="6143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7203FB-03BD-9E5F-6E66-61B73852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6623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83B458-20C5-3FEA-92D2-7BBA82CFE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7781" y="3776662"/>
              <a:ext cx="30480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2D95CE-EBD9-B9BE-4CEE-13EC527DB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63" y="3648075"/>
              <a:ext cx="635793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D2A762-DA9D-4FA6-CDD1-A3EF39095543}"/>
                </a:ext>
              </a:extLst>
            </p:cNvPr>
            <p:cNvCxnSpPr>
              <a:cxnSpLocks/>
            </p:cNvCxnSpPr>
            <p:nvPr/>
          </p:nvCxnSpPr>
          <p:spPr>
            <a:xfrm>
              <a:off x="6048375" y="35480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D0916E9-B4D9-C445-3E58-02A4FF1C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137" y="3467100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0D73E6-335C-1F36-A476-8ACEBE3E4F52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38" y="3355181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1E33A81-213C-4188-6C7C-9EA697EDE1C9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32885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733151F-88F8-02E4-656C-DB7118185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3286125"/>
              <a:ext cx="495300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335D1E5-B237-00CD-D5BD-130A1FEE8C90}"/>
                </a:ext>
              </a:extLst>
            </p:cNvPr>
            <p:cNvCxnSpPr>
              <a:cxnSpLocks/>
            </p:cNvCxnSpPr>
            <p:nvPr/>
          </p:nvCxnSpPr>
          <p:spPr>
            <a:xfrm>
              <a:off x="5422106" y="34051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987D8B0-341C-BA9F-E5AD-45B501B9C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3143" y="3045619"/>
              <a:ext cx="581026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3DF24C1-7289-95E8-C3E8-DDA7C8C11756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1" y="304323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C35571-0FE8-EBAE-AEA4-FC0B94EEE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8" y="2797969"/>
              <a:ext cx="771526" cy="307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A5BD708-5D57-E480-8954-6E923BD07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31906" y="27955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68DCB26-29C6-43B8-C663-939865E294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5519" y="3781424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7ABEF5-37B3-C3D3-4B7E-20AFC0D03244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1" y="3893344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8A31AC7-A4BF-99F6-3C18-25C3DCB3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212682" y="3960019"/>
              <a:ext cx="0" cy="492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15F02E-A362-69D3-5D2D-2A2EE64CB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4776788"/>
              <a:ext cx="32385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08F4A58-EDA6-A7AF-B5B7-602EE1DE8F32}"/>
                </a:ext>
              </a:extLst>
            </p:cNvPr>
            <p:cNvCxnSpPr>
              <a:cxnSpLocks/>
            </p:cNvCxnSpPr>
            <p:nvPr/>
          </p:nvCxnSpPr>
          <p:spPr>
            <a:xfrm>
              <a:off x="6076949" y="4772026"/>
              <a:ext cx="631032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16AFCCB-739F-E89A-D4ED-EFAAC86B9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600" y="4895850"/>
              <a:ext cx="285750" cy="111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9BB9437-334E-8B2E-5A44-8FB83F6DE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03256" y="48887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342000-6BE5-72CF-57C8-FE7C01E72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0893" y="4707731"/>
              <a:ext cx="640557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6BB83C2-C917-D7CA-44A4-A4529C6BD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9650" y="2913062"/>
              <a:ext cx="1625600" cy="858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ABD208B1-E6F5-6ED7-D4B9-608F23DE8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899" y="4441031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C94A5E58-CB1F-459F-3C89-00C94DA2E6DC}"/>
                </a:ext>
              </a:extLst>
            </p:cNvPr>
            <p:cNvCxnSpPr>
              <a:cxnSpLocks/>
            </p:cNvCxnSpPr>
            <p:nvPr/>
          </p:nvCxnSpPr>
          <p:spPr>
            <a:xfrm>
              <a:off x="6050757" y="4519613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4552750" y="26456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16.04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3EE494E-6655-E92F-F62B-4831E10C9E44}"/>
              </a:ext>
            </a:extLst>
          </p:cNvPr>
          <p:cNvGrpSpPr/>
          <p:nvPr/>
        </p:nvGrpSpPr>
        <p:grpSpPr>
          <a:xfrm>
            <a:off x="1938338" y="2481263"/>
            <a:ext cx="3002756" cy="3957637"/>
            <a:chOff x="1938338" y="2481263"/>
            <a:chExt cx="3002756" cy="3957637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93E8EDB-868A-F586-B2A3-44A3DEF1A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583781"/>
              <a:ext cx="157162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3A749A3-2086-B743-DA5A-D38BB2DAA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6576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C7B34D0-6C78-51CB-90C1-64A033718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606" y="3779044"/>
              <a:ext cx="31432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B2A413B-A154-6C31-D45D-BB4E1565D0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31" y="3655219"/>
              <a:ext cx="638175" cy="264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7A323D1-8164-EC80-1BA3-5E5900732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956" y="3531394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B6C7671A-10E0-D825-9F57-01632E19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3471863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BEF4C-1027-2531-3709-14DB97680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2" y="33528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B84DB3E-C3A5-4FB4-091D-80121F240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3" y="3283744"/>
              <a:ext cx="15478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3BBF7D9-2370-450B-C6E2-1674406F2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2938463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81F3AE-E379-B81F-BBA7-39A45481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2864644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643518-0069-C2D0-19A7-2FB57CC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1" y="2490788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5339038-A19E-E6CF-CBA1-B1533BD54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9725" y="2481263"/>
              <a:ext cx="813594" cy="325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414B060-0F0D-C77A-3D7B-8860A750F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6074" y="2809082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6DF20E-923B-C50F-18A7-D1FEB327A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8338" y="2921000"/>
              <a:ext cx="944562" cy="3532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C4ED020A-FD43-3489-25C3-973C5D05F7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8893" y="3426619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DC1EDB6-FC03-B574-B2F0-444958E8B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3" y="3293269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A3CFD52-BD00-B7AC-B29E-1DA4A2393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1094" y="5064919"/>
              <a:ext cx="0" cy="137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FE3F6C3-5C76-9296-342A-28AE8E03A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4494" y="2797969"/>
              <a:ext cx="906462" cy="477044"/>
            </a:xfrm>
            <a:prstGeom prst="line">
              <a:avLst/>
            </a:prstGeom>
            <a:ln w="12700">
              <a:solidFill>
                <a:srgbClr val="99FFCC"/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89002C1-117E-FC30-14EE-6A9EACD793E0}"/>
              </a:ext>
            </a:extLst>
          </p:cNvPr>
          <p:cNvGrpSpPr/>
          <p:nvPr/>
        </p:nvGrpSpPr>
        <p:grpSpPr>
          <a:xfrm>
            <a:off x="2090738" y="3836193"/>
            <a:ext cx="2069306" cy="1054895"/>
            <a:chOff x="2090738" y="3836193"/>
            <a:chExt cx="2069306" cy="1054895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A32D1B2-8142-75F8-7EED-11C7C9203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794" y="3836193"/>
              <a:ext cx="307179" cy="13573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9BCB2A2-F9CF-44C4-0248-41CD56D09A95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3981449"/>
              <a:ext cx="0" cy="24130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9563A07D-590B-AFE8-B240-49558194DFD7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4216401"/>
              <a:ext cx="323850" cy="121443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F599921-818C-9841-004C-36A68E3C6641}"/>
                </a:ext>
              </a:extLst>
            </p:cNvPr>
            <p:cNvCxnSpPr>
              <a:cxnSpLocks/>
            </p:cNvCxnSpPr>
            <p:nvPr/>
          </p:nvCxnSpPr>
          <p:spPr>
            <a:xfrm>
              <a:off x="3986213" y="4346575"/>
              <a:ext cx="0" cy="46593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D75206B-96C3-C51A-0BEB-7FA52B8B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794" y="4707731"/>
              <a:ext cx="476250" cy="18335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0506A18-0379-E36A-2E9E-FFDC46CE9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9469" y="4707731"/>
              <a:ext cx="311944" cy="12144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7212181-46DD-445A-9180-1079F2DA1B5E}"/>
                </a:ext>
              </a:extLst>
            </p:cNvPr>
            <p:cNvCxnSpPr>
              <a:cxnSpLocks/>
            </p:cNvCxnSpPr>
            <p:nvPr/>
          </p:nvCxnSpPr>
          <p:spPr>
            <a:xfrm>
              <a:off x="2738438" y="4586288"/>
              <a:ext cx="635793" cy="24288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A6421541-A001-F007-A720-3EAB79B52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8419" y="4576763"/>
              <a:ext cx="159542" cy="7381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3338AB-ECA8-7F05-30A5-AC5A28E3C410}"/>
                </a:ext>
              </a:extLst>
            </p:cNvPr>
            <p:cNvCxnSpPr>
              <a:cxnSpLocks/>
            </p:cNvCxnSpPr>
            <p:nvPr/>
          </p:nvCxnSpPr>
          <p:spPr>
            <a:xfrm>
              <a:off x="2090738" y="4460081"/>
              <a:ext cx="490537" cy="19526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152DBA7-DE53-0136-7504-C99760FAAED5}"/>
              </a:ext>
            </a:extLst>
          </p:cNvPr>
          <p:cNvGrpSpPr/>
          <p:nvPr/>
        </p:nvGrpSpPr>
        <p:grpSpPr>
          <a:xfrm>
            <a:off x="2576512" y="4019550"/>
            <a:ext cx="623888" cy="381000"/>
            <a:chOff x="2576512" y="4019550"/>
            <a:chExt cx="623888" cy="381000"/>
          </a:xfrm>
        </p:grpSpPr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F2588F1-E15C-7BD4-0A90-E21B8B934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2" y="4152900"/>
              <a:ext cx="623888" cy="247650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0F81CF24-24AB-2F80-3640-125613F22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019" y="4019550"/>
              <a:ext cx="0" cy="13096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67C6D73-3176-45E3-0051-7376E16F074D}"/>
              </a:ext>
            </a:extLst>
          </p:cNvPr>
          <p:cNvGrpSpPr/>
          <p:nvPr/>
        </p:nvGrpSpPr>
        <p:grpSpPr>
          <a:xfrm>
            <a:off x="5743575" y="3295650"/>
            <a:ext cx="2031207" cy="1154906"/>
            <a:chOff x="5743575" y="3295650"/>
            <a:chExt cx="2031207" cy="1154906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8501575-C209-B56F-EA9C-2EE0854D4AF4}"/>
                </a:ext>
              </a:extLst>
            </p:cNvPr>
            <p:cNvCxnSpPr>
              <a:cxnSpLocks/>
            </p:cNvCxnSpPr>
            <p:nvPr/>
          </p:nvCxnSpPr>
          <p:spPr>
            <a:xfrm>
              <a:off x="7350125" y="4279900"/>
              <a:ext cx="424657" cy="1706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4BD47BD-7E45-9637-DF25-DAF513E9567B}"/>
                </a:ext>
              </a:extLst>
            </p:cNvPr>
            <p:cNvCxnSpPr>
              <a:cxnSpLocks/>
            </p:cNvCxnSpPr>
            <p:nvPr/>
          </p:nvCxnSpPr>
          <p:spPr>
            <a:xfrm>
              <a:off x="5743575" y="3295650"/>
              <a:ext cx="1207294" cy="1081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843881F4-ECDA-EA9F-61E3-C9809ADE1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3732" y="4276725"/>
              <a:ext cx="334168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CCB053EB-286C-1785-31AD-86350D6B4DD8}"/>
              </a:ext>
            </a:extLst>
          </p:cNvPr>
          <p:cNvCxnSpPr>
            <a:cxnSpLocks/>
          </p:cNvCxnSpPr>
          <p:nvPr/>
        </p:nvCxnSpPr>
        <p:spPr>
          <a:xfrm flipV="1">
            <a:off x="7153275" y="3648075"/>
            <a:ext cx="164306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848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71081D-38F0-1D6C-1449-9FD53DED933F}"/>
              </a:ext>
            </a:extLst>
          </p:cNvPr>
          <p:cNvGrpSpPr/>
          <p:nvPr/>
        </p:nvGrpSpPr>
        <p:grpSpPr>
          <a:xfrm>
            <a:off x="4941094" y="2795587"/>
            <a:ext cx="2850356" cy="2221707"/>
            <a:chOff x="4941094" y="2795587"/>
            <a:chExt cx="2850356" cy="222170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3593306"/>
              <a:ext cx="15240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94" y="2983706"/>
              <a:ext cx="0" cy="6143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7203FB-03BD-9E5F-6E66-61B73852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6623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83B458-20C5-3FEA-92D2-7BBA82CFE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7781" y="3776662"/>
              <a:ext cx="30480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2D95CE-EBD9-B9BE-4CEE-13EC527DB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63" y="3648075"/>
              <a:ext cx="635793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D2A762-DA9D-4FA6-CDD1-A3EF39095543}"/>
                </a:ext>
              </a:extLst>
            </p:cNvPr>
            <p:cNvCxnSpPr>
              <a:cxnSpLocks/>
            </p:cNvCxnSpPr>
            <p:nvPr/>
          </p:nvCxnSpPr>
          <p:spPr>
            <a:xfrm>
              <a:off x="6048375" y="35480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D0916E9-B4D9-C445-3E58-02A4FF1C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137" y="3467100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0D73E6-335C-1F36-A476-8ACEBE3E4F52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38" y="3355181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1E33A81-213C-4188-6C7C-9EA697EDE1C9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32885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733151F-88F8-02E4-656C-DB7118185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3286125"/>
              <a:ext cx="495300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335D1E5-B237-00CD-D5BD-130A1FEE8C90}"/>
                </a:ext>
              </a:extLst>
            </p:cNvPr>
            <p:cNvCxnSpPr>
              <a:cxnSpLocks/>
            </p:cNvCxnSpPr>
            <p:nvPr/>
          </p:nvCxnSpPr>
          <p:spPr>
            <a:xfrm>
              <a:off x="5422106" y="34051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987D8B0-341C-BA9F-E5AD-45B501B9C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3143" y="3045619"/>
              <a:ext cx="581026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3DF24C1-7289-95E8-C3E8-DDA7C8C11756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1" y="304323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C35571-0FE8-EBAE-AEA4-FC0B94EEE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8" y="2797969"/>
              <a:ext cx="771526" cy="307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A5BD708-5D57-E480-8954-6E923BD07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31906" y="27955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68DCB26-29C6-43B8-C663-939865E294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5519" y="3781424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7ABEF5-37B3-C3D3-4B7E-20AFC0D03244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1" y="3893344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8A31AC7-A4BF-99F6-3C18-25C3DCB3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212682" y="3960019"/>
              <a:ext cx="0" cy="2754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15F02E-A362-69D3-5D2D-2A2EE64CB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4776788"/>
              <a:ext cx="323850" cy="111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08F4A58-EDA6-A7AF-B5B7-602EE1DE8F32}"/>
                </a:ext>
              </a:extLst>
            </p:cNvPr>
            <p:cNvCxnSpPr>
              <a:cxnSpLocks/>
            </p:cNvCxnSpPr>
            <p:nvPr/>
          </p:nvCxnSpPr>
          <p:spPr>
            <a:xfrm>
              <a:off x="6076949" y="4772026"/>
              <a:ext cx="631032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16AFCCB-739F-E89A-D4ED-EFAAC86B9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600" y="4895850"/>
              <a:ext cx="285750" cy="111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9BB9437-334E-8B2E-5A44-8FB83F6DE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03256" y="48887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342000-6BE5-72CF-57C8-FE7C01E72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0893" y="4707731"/>
              <a:ext cx="640557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6BB83C2-C917-D7CA-44A4-A4529C6BD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9650" y="2913062"/>
              <a:ext cx="1625600" cy="858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ABD208B1-E6F5-6ED7-D4B9-608F23DE8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6450" y="4215606"/>
              <a:ext cx="306387" cy="127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C94A5E58-CB1F-459F-3C89-00C94DA2E6DC}"/>
                </a:ext>
              </a:extLst>
            </p:cNvPr>
            <p:cNvCxnSpPr>
              <a:cxnSpLocks/>
            </p:cNvCxnSpPr>
            <p:nvPr/>
          </p:nvCxnSpPr>
          <p:spPr>
            <a:xfrm>
              <a:off x="5892007" y="4360863"/>
              <a:ext cx="0" cy="4778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4552750" y="26456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16.03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3EE494E-6655-E92F-F62B-4831E10C9E44}"/>
              </a:ext>
            </a:extLst>
          </p:cNvPr>
          <p:cNvGrpSpPr/>
          <p:nvPr/>
        </p:nvGrpSpPr>
        <p:grpSpPr>
          <a:xfrm>
            <a:off x="1938338" y="2481263"/>
            <a:ext cx="3002756" cy="3957637"/>
            <a:chOff x="1938338" y="2481263"/>
            <a:chExt cx="3002756" cy="3957637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93E8EDB-868A-F586-B2A3-44A3DEF1A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583781"/>
              <a:ext cx="157162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3A749A3-2086-B743-DA5A-D38BB2DAA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6576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C7B34D0-6C78-51CB-90C1-64A033718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606" y="3779044"/>
              <a:ext cx="31432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B2A413B-A154-6C31-D45D-BB4E1565D0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31" y="3655219"/>
              <a:ext cx="638175" cy="264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7A323D1-8164-EC80-1BA3-5E5900732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956" y="3531394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B6C7671A-10E0-D825-9F57-01632E19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3471863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BEF4C-1027-2531-3709-14DB97680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2" y="33528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B84DB3E-C3A5-4FB4-091D-80121F240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3" y="3283744"/>
              <a:ext cx="15478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3BBF7D9-2370-450B-C6E2-1674406F2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2938463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81F3AE-E379-B81F-BBA7-39A45481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2864644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643518-0069-C2D0-19A7-2FB57CC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1" y="2490788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5339038-A19E-E6CF-CBA1-B1533BD54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7425" y="2481263"/>
              <a:ext cx="1435894" cy="5643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414B060-0F0D-C77A-3D7B-8860A750F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6949" y="3031332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6DF20E-923B-C50F-18A7-D1FEB327A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8338" y="3148012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C4ED020A-FD43-3489-25C3-973C5D05F7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8893" y="3426619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DC1EDB6-FC03-B574-B2F0-444958E8B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3" y="3293269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A3CFD52-BD00-B7AC-B29E-1DA4A2393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1094" y="5064919"/>
              <a:ext cx="0" cy="137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FE3F6C3-5C76-9296-342A-28AE8E03A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4494" y="2797969"/>
              <a:ext cx="906462" cy="477044"/>
            </a:xfrm>
            <a:prstGeom prst="line">
              <a:avLst/>
            </a:prstGeom>
            <a:ln w="12700">
              <a:solidFill>
                <a:srgbClr val="99FFCC"/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89002C1-117E-FC30-14EE-6A9EACD793E0}"/>
              </a:ext>
            </a:extLst>
          </p:cNvPr>
          <p:cNvGrpSpPr/>
          <p:nvPr/>
        </p:nvGrpSpPr>
        <p:grpSpPr>
          <a:xfrm>
            <a:off x="2090738" y="3836193"/>
            <a:ext cx="2069306" cy="1054895"/>
            <a:chOff x="2090738" y="3836193"/>
            <a:chExt cx="2069306" cy="1054895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A32D1B2-8142-75F8-7EED-11C7C9203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794" y="3836193"/>
              <a:ext cx="307179" cy="13573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9BCB2A2-F9CF-44C4-0248-41CD56D09A95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3981449"/>
              <a:ext cx="0" cy="24130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9563A07D-590B-AFE8-B240-49558194DFD7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4216401"/>
              <a:ext cx="323850" cy="121443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F599921-818C-9841-004C-36A68E3C6641}"/>
                </a:ext>
              </a:extLst>
            </p:cNvPr>
            <p:cNvCxnSpPr>
              <a:cxnSpLocks/>
            </p:cNvCxnSpPr>
            <p:nvPr/>
          </p:nvCxnSpPr>
          <p:spPr>
            <a:xfrm>
              <a:off x="3986213" y="4346575"/>
              <a:ext cx="0" cy="46593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D75206B-96C3-C51A-0BEB-7FA52B8B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794" y="4707731"/>
              <a:ext cx="476250" cy="18335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0506A18-0379-E36A-2E9E-FFDC46CE9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9469" y="4707731"/>
              <a:ext cx="311944" cy="12144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7212181-46DD-445A-9180-1079F2DA1B5E}"/>
                </a:ext>
              </a:extLst>
            </p:cNvPr>
            <p:cNvCxnSpPr>
              <a:cxnSpLocks/>
            </p:cNvCxnSpPr>
            <p:nvPr/>
          </p:nvCxnSpPr>
          <p:spPr>
            <a:xfrm>
              <a:off x="2738438" y="4586288"/>
              <a:ext cx="635793" cy="24288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A6421541-A001-F007-A720-3EAB79B52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8419" y="4576763"/>
              <a:ext cx="159542" cy="7381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3338AB-ECA8-7F05-30A5-AC5A28E3C410}"/>
                </a:ext>
              </a:extLst>
            </p:cNvPr>
            <p:cNvCxnSpPr>
              <a:cxnSpLocks/>
            </p:cNvCxnSpPr>
            <p:nvPr/>
          </p:nvCxnSpPr>
          <p:spPr>
            <a:xfrm>
              <a:off x="2090738" y="4460081"/>
              <a:ext cx="490537" cy="19526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152DBA7-DE53-0136-7504-C99760FAAED5}"/>
              </a:ext>
            </a:extLst>
          </p:cNvPr>
          <p:cNvGrpSpPr/>
          <p:nvPr/>
        </p:nvGrpSpPr>
        <p:grpSpPr>
          <a:xfrm>
            <a:off x="2576512" y="4019550"/>
            <a:ext cx="623888" cy="381000"/>
            <a:chOff x="2576512" y="4019550"/>
            <a:chExt cx="623888" cy="381000"/>
          </a:xfrm>
        </p:grpSpPr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F2588F1-E15C-7BD4-0A90-E21B8B934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2" y="4152900"/>
              <a:ext cx="623888" cy="247650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0F81CF24-24AB-2F80-3640-125613F22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019" y="4019550"/>
              <a:ext cx="0" cy="13096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67C6D73-3176-45E3-0051-7376E16F074D}"/>
              </a:ext>
            </a:extLst>
          </p:cNvPr>
          <p:cNvGrpSpPr/>
          <p:nvPr/>
        </p:nvGrpSpPr>
        <p:grpSpPr>
          <a:xfrm>
            <a:off x="5743575" y="3295650"/>
            <a:ext cx="2031207" cy="1254919"/>
            <a:chOff x="5743575" y="3295650"/>
            <a:chExt cx="2031207" cy="1254919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8501575-C209-B56F-EA9C-2EE0854D4AF4}"/>
                </a:ext>
              </a:extLst>
            </p:cNvPr>
            <p:cNvCxnSpPr>
              <a:cxnSpLocks/>
            </p:cNvCxnSpPr>
            <p:nvPr/>
          </p:nvCxnSpPr>
          <p:spPr>
            <a:xfrm>
              <a:off x="7477125" y="4341019"/>
              <a:ext cx="297657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CB9BD53F-79B4-578C-CC36-D24F67496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7144" y="4398168"/>
              <a:ext cx="0" cy="1524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4BD47BD-7E45-9637-DF25-DAF513E9567B}"/>
                </a:ext>
              </a:extLst>
            </p:cNvPr>
            <p:cNvCxnSpPr>
              <a:cxnSpLocks/>
            </p:cNvCxnSpPr>
            <p:nvPr/>
          </p:nvCxnSpPr>
          <p:spPr>
            <a:xfrm>
              <a:off x="5743575" y="3295650"/>
              <a:ext cx="1207294" cy="1081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843881F4-ECDA-EA9F-61E3-C9809ADE1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3732" y="4388643"/>
              <a:ext cx="0" cy="1524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CCB053EB-286C-1785-31AD-86350D6B4DD8}"/>
              </a:ext>
            </a:extLst>
          </p:cNvPr>
          <p:cNvCxnSpPr>
            <a:cxnSpLocks/>
          </p:cNvCxnSpPr>
          <p:nvPr/>
        </p:nvCxnSpPr>
        <p:spPr>
          <a:xfrm flipV="1">
            <a:off x="7153275" y="3648075"/>
            <a:ext cx="164306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56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71081D-38F0-1D6C-1449-9FD53DED933F}"/>
              </a:ext>
            </a:extLst>
          </p:cNvPr>
          <p:cNvGrpSpPr/>
          <p:nvPr/>
        </p:nvGrpSpPr>
        <p:grpSpPr>
          <a:xfrm>
            <a:off x="4941094" y="2795587"/>
            <a:ext cx="2850356" cy="2164557"/>
            <a:chOff x="4941094" y="2795587"/>
            <a:chExt cx="2850356" cy="216455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3593306"/>
              <a:ext cx="15240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94" y="2983706"/>
              <a:ext cx="0" cy="6143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7203FB-03BD-9E5F-6E66-61B73852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6623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83B458-20C5-3FEA-92D2-7BBA82CFE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7781" y="3776662"/>
              <a:ext cx="30480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2D95CE-EBD9-B9BE-4CEE-13EC527DB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63" y="3648075"/>
              <a:ext cx="635793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D2A762-DA9D-4FA6-CDD1-A3EF39095543}"/>
                </a:ext>
              </a:extLst>
            </p:cNvPr>
            <p:cNvCxnSpPr>
              <a:cxnSpLocks/>
            </p:cNvCxnSpPr>
            <p:nvPr/>
          </p:nvCxnSpPr>
          <p:spPr>
            <a:xfrm>
              <a:off x="6048375" y="35480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D0916E9-B4D9-C445-3E58-02A4FF1C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137" y="3467100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0D73E6-335C-1F36-A476-8ACEBE3E4F52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38" y="3355181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1E33A81-213C-4188-6C7C-9EA697EDE1C9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32885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733151F-88F8-02E4-656C-DB7118185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3286125"/>
              <a:ext cx="495300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335D1E5-B237-00CD-D5BD-130A1FEE8C90}"/>
                </a:ext>
              </a:extLst>
            </p:cNvPr>
            <p:cNvCxnSpPr>
              <a:cxnSpLocks/>
            </p:cNvCxnSpPr>
            <p:nvPr/>
          </p:nvCxnSpPr>
          <p:spPr>
            <a:xfrm>
              <a:off x="5422106" y="34051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987D8B0-341C-BA9F-E5AD-45B501B9C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3143" y="3045619"/>
              <a:ext cx="581026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3DF24C1-7289-95E8-C3E8-DDA7C8C11756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1" y="304323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C35571-0FE8-EBAE-AEA4-FC0B94EEE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8" y="2797969"/>
              <a:ext cx="771526" cy="307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A5BD708-5D57-E480-8954-6E923BD07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31906" y="27955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68DCB26-29C6-43B8-C663-939865E294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5519" y="3781424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7ABEF5-37B3-C3D3-4B7E-20AFC0D03244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1" y="3893344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8A31AC7-A4BF-99F6-3C18-25C3DCB3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212682" y="3960019"/>
              <a:ext cx="0" cy="7477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15F02E-A362-69D3-5D2D-2A2EE64CB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4707731"/>
              <a:ext cx="478632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08F4A58-EDA6-A7AF-B5B7-602EE1DE8F32}"/>
                </a:ext>
              </a:extLst>
            </p:cNvPr>
            <p:cNvCxnSpPr>
              <a:cxnSpLocks/>
            </p:cNvCxnSpPr>
            <p:nvPr/>
          </p:nvCxnSpPr>
          <p:spPr>
            <a:xfrm>
              <a:off x="6224587" y="4710113"/>
              <a:ext cx="631032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16AFCCB-739F-E89A-D4ED-EFAAC86B9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856" y="4895850"/>
              <a:ext cx="140494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9BB9437-334E-8B2E-5A44-8FB83F6DE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03256" y="48887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342000-6BE5-72CF-57C8-FE7C01E72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0893" y="4707731"/>
              <a:ext cx="640557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6BB83C2-C917-D7CA-44A4-A4529C6BD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9650" y="2913062"/>
              <a:ext cx="1625600" cy="858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4552750" y="26456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16.01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3EE494E-6655-E92F-F62B-4831E10C9E44}"/>
              </a:ext>
            </a:extLst>
          </p:cNvPr>
          <p:cNvGrpSpPr/>
          <p:nvPr/>
        </p:nvGrpSpPr>
        <p:grpSpPr>
          <a:xfrm>
            <a:off x="1938338" y="2481263"/>
            <a:ext cx="3002756" cy="3957637"/>
            <a:chOff x="1938338" y="2481263"/>
            <a:chExt cx="3002756" cy="3957637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93E8EDB-868A-F586-B2A3-44A3DEF1A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583781"/>
              <a:ext cx="157162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3A749A3-2086-B743-DA5A-D38BB2DAA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6576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C7B34D0-6C78-51CB-90C1-64A033718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606" y="3779044"/>
              <a:ext cx="31432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B2A413B-A154-6C31-D45D-BB4E1565D0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31" y="3655219"/>
              <a:ext cx="638175" cy="264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7A323D1-8164-EC80-1BA3-5E5900732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956" y="3531394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B6C7671A-10E0-D825-9F57-01632E19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3471863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BEF4C-1027-2531-3709-14DB97680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2" y="33528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B84DB3E-C3A5-4FB4-091D-80121F240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3" y="3283744"/>
              <a:ext cx="15478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3BBF7D9-2370-450B-C6E2-1674406F2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2938463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81F3AE-E379-B81F-BBA7-39A45481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2864644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643518-0069-C2D0-19A7-2FB57CC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1" y="2490788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5339038-A19E-E6CF-CBA1-B1533BD54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7425" y="2481263"/>
              <a:ext cx="1435894" cy="5643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414B060-0F0D-C77A-3D7B-8860A750F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6949" y="3031332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6DF20E-923B-C50F-18A7-D1FEB327A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8338" y="3148012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C4ED020A-FD43-3489-25C3-973C5D05F7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8893" y="3426619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DC1EDB6-FC03-B574-B2F0-444958E8B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3" y="3293269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A3CFD52-BD00-B7AC-B29E-1DA4A2393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1094" y="5064919"/>
              <a:ext cx="0" cy="137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FE3F6C3-5C76-9296-342A-28AE8E03A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4494" y="2797969"/>
              <a:ext cx="906462" cy="477044"/>
            </a:xfrm>
            <a:prstGeom prst="line">
              <a:avLst/>
            </a:prstGeom>
            <a:ln w="12700">
              <a:solidFill>
                <a:srgbClr val="99FFCC"/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89002C1-117E-FC30-14EE-6A9EACD793E0}"/>
              </a:ext>
            </a:extLst>
          </p:cNvPr>
          <p:cNvGrpSpPr/>
          <p:nvPr/>
        </p:nvGrpSpPr>
        <p:grpSpPr>
          <a:xfrm>
            <a:off x="2090738" y="3836193"/>
            <a:ext cx="2069306" cy="1054895"/>
            <a:chOff x="2090738" y="3836193"/>
            <a:chExt cx="2069306" cy="1054895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A32D1B2-8142-75F8-7EED-11C7C9203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794" y="3836193"/>
              <a:ext cx="307179" cy="13573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9BCB2A2-F9CF-44C4-0248-41CD56D09A95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3981449"/>
              <a:ext cx="0" cy="24130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9563A07D-590B-AFE8-B240-49558194DFD7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4216401"/>
              <a:ext cx="323850" cy="121443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F599921-818C-9841-004C-36A68E3C6641}"/>
                </a:ext>
              </a:extLst>
            </p:cNvPr>
            <p:cNvCxnSpPr>
              <a:cxnSpLocks/>
            </p:cNvCxnSpPr>
            <p:nvPr/>
          </p:nvCxnSpPr>
          <p:spPr>
            <a:xfrm>
              <a:off x="3986213" y="4346575"/>
              <a:ext cx="0" cy="46593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D75206B-96C3-C51A-0BEB-7FA52B8B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794" y="4707731"/>
              <a:ext cx="476250" cy="18335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0506A18-0379-E36A-2E9E-FFDC46CE9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9469" y="4707731"/>
              <a:ext cx="311944" cy="12144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7212181-46DD-445A-9180-1079F2DA1B5E}"/>
                </a:ext>
              </a:extLst>
            </p:cNvPr>
            <p:cNvCxnSpPr>
              <a:cxnSpLocks/>
            </p:cNvCxnSpPr>
            <p:nvPr/>
          </p:nvCxnSpPr>
          <p:spPr>
            <a:xfrm>
              <a:off x="2738438" y="4586288"/>
              <a:ext cx="635793" cy="242887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A6421541-A001-F007-A720-3EAB79B52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8419" y="4576763"/>
              <a:ext cx="159542" cy="7381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3338AB-ECA8-7F05-30A5-AC5A28E3C410}"/>
                </a:ext>
              </a:extLst>
            </p:cNvPr>
            <p:cNvCxnSpPr>
              <a:cxnSpLocks/>
            </p:cNvCxnSpPr>
            <p:nvPr/>
          </p:nvCxnSpPr>
          <p:spPr>
            <a:xfrm>
              <a:off x="2090738" y="4460081"/>
              <a:ext cx="490537" cy="19526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152DBA7-DE53-0136-7504-C99760FAAED5}"/>
              </a:ext>
            </a:extLst>
          </p:cNvPr>
          <p:cNvGrpSpPr/>
          <p:nvPr/>
        </p:nvGrpSpPr>
        <p:grpSpPr>
          <a:xfrm>
            <a:off x="2576512" y="4019550"/>
            <a:ext cx="623888" cy="381000"/>
            <a:chOff x="2576512" y="4019550"/>
            <a:chExt cx="623888" cy="381000"/>
          </a:xfrm>
        </p:grpSpPr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F2588F1-E15C-7BD4-0A90-E21B8B934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512" y="4152900"/>
              <a:ext cx="623888" cy="247650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0F81CF24-24AB-2F80-3640-125613F22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019" y="4019550"/>
              <a:ext cx="0" cy="13096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67C6D73-3176-45E3-0051-7376E16F074D}"/>
              </a:ext>
            </a:extLst>
          </p:cNvPr>
          <p:cNvGrpSpPr/>
          <p:nvPr/>
        </p:nvGrpSpPr>
        <p:grpSpPr>
          <a:xfrm>
            <a:off x="5743575" y="3295650"/>
            <a:ext cx="2031207" cy="1254919"/>
            <a:chOff x="5743575" y="3295650"/>
            <a:chExt cx="2031207" cy="1254919"/>
          </a:xfrm>
        </p:grpSpPr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8501575-C209-B56F-EA9C-2EE0854D4AF4}"/>
                </a:ext>
              </a:extLst>
            </p:cNvPr>
            <p:cNvCxnSpPr>
              <a:cxnSpLocks/>
            </p:cNvCxnSpPr>
            <p:nvPr/>
          </p:nvCxnSpPr>
          <p:spPr>
            <a:xfrm>
              <a:off x="7477125" y="4341019"/>
              <a:ext cx="297657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CB9BD53F-79B4-578C-CC36-D24F67496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7144" y="4398168"/>
              <a:ext cx="0" cy="1524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4BD47BD-7E45-9637-DF25-DAF513E9567B}"/>
                </a:ext>
              </a:extLst>
            </p:cNvPr>
            <p:cNvCxnSpPr>
              <a:cxnSpLocks/>
            </p:cNvCxnSpPr>
            <p:nvPr/>
          </p:nvCxnSpPr>
          <p:spPr>
            <a:xfrm>
              <a:off x="5743575" y="3295650"/>
              <a:ext cx="1207294" cy="1081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843881F4-ECDA-EA9F-61E3-C9809ADE1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3732" y="4388643"/>
              <a:ext cx="0" cy="1524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CCB053EB-286C-1785-31AD-86350D6B4DD8}"/>
              </a:ext>
            </a:extLst>
          </p:cNvPr>
          <p:cNvCxnSpPr>
            <a:cxnSpLocks/>
          </p:cNvCxnSpPr>
          <p:nvPr/>
        </p:nvCxnSpPr>
        <p:spPr>
          <a:xfrm flipV="1">
            <a:off x="7153275" y="3648075"/>
            <a:ext cx="164306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91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71081D-38F0-1D6C-1449-9FD53DED933F}"/>
              </a:ext>
            </a:extLst>
          </p:cNvPr>
          <p:cNvGrpSpPr/>
          <p:nvPr/>
        </p:nvGrpSpPr>
        <p:grpSpPr>
          <a:xfrm>
            <a:off x="4941094" y="2795587"/>
            <a:ext cx="2850356" cy="2164557"/>
            <a:chOff x="4941094" y="2795587"/>
            <a:chExt cx="2850356" cy="216455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4B8C470-8E26-59EE-AF05-DC9FEE7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3593306"/>
              <a:ext cx="15240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29AD52B-A4B2-E284-DF86-5C684937C0D4}"/>
                </a:ext>
              </a:extLst>
            </p:cNvPr>
            <p:cNvCxnSpPr>
              <a:cxnSpLocks/>
            </p:cNvCxnSpPr>
            <p:nvPr/>
          </p:nvCxnSpPr>
          <p:spPr>
            <a:xfrm>
              <a:off x="4941094" y="2983706"/>
              <a:ext cx="0" cy="6143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7203FB-03BD-9E5F-6E66-61B73852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105400" y="36623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83B458-20C5-3FEA-92D2-7BBA82CFE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07781" y="3776662"/>
              <a:ext cx="304800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2D95CE-EBD9-B9BE-4CEE-13EC527DB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4963" y="3648075"/>
              <a:ext cx="635793" cy="257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D2A762-DA9D-4FA6-CDD1-A3EF39095543}"/>
                </a:ext>
              </a:extLst>
            </p:cNvPr>
            <p:cNvCxnSpPr>
              <a:cxnSpLocks/>
            </p:cNvCxnSpPr>
            <p:nvPr/>
          </p:nvCxnSpPr>
          <p:spPr>
            <a:xfrm>
              <a:off x="6048375" y="3548062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D0916E9-B4D9-C445-3E58-02A4FF1CB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3137" y="3467100"/>
              <a:ext cx="157163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0D73E6-335C-1F36-A476-8ACEBE3E4F52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38" y="3355181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1E33A81-213C-4188-6C7C-9EA697EDE1C9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32885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733151F-88F8-02E4-656C-DB7118185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3286125"/>
              <a:ext cx="495300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335D1E5-B237-00CD-D5BD-130A1FEE8C90}"/>
                </a:ext>
              </a:extLst>
            </p:cNvPr>
            <p:cNvCxnSpPr>
              <a:cxnSpLocks/>
            </p:cNvCxnSpPr>
            <p:nvPr/>
          </p:nvCxnSpPr>
          <p:spPr>
            <a:xfrm>
              <a:off x="5422106" y="34051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987D8B0-341C-BA9F-E5AD-45B501B9C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3143" y="3045619"/>
              <a:ext cx="581026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3DF24C1-7289-95E8-C3E8-DDA7C8C11756}"/>
                </a:ext>
              </a:extLst>
            </p:cNvPr>
            <p:cNvCxnSpPr>
              <a:cxnSpLocks/>
            </p:cNvCxnSpPr>
            <p:nvPr/>
          </p:nvCxnSpPr>
          <p:spPr>
            <a:xfrm>
              <a:off x="6688931" y="304323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C35571-0FE8-EBAE-AEA4-FC0B94EEE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618" y="2797969"/>
              <a:ext cx="771526" cy="307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A5BD708-5D57-E480-8954-6E923BD07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31906" y="2795587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68DCB26-29C6-43B8-C663-939865E294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5519" y="3781424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7ABEF5-37B3-C3D3-4B7E-20AFC0D03244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1" y="3893344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8A31AC7-A4BF-99F6-3C18-25C3DCB3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212682" y="3960019"/>
              <a:ext cx="0" cy="7477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15F02E-A362-69D3-5D2D-2A2EE64CB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4707731"/>
              <a:ext cx="478632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08F4A58-EDA6-A7AF-B5B7-602EE1DE8F32}"/>
                </a:ext>
              </a:extLst>
            </p:cNvPr>
            <p:cNvCxnSpPr>
              <a:cxnSpLocks/>
            </p:cNvCxnSpPr>
            <p:nvPr/>
          </p:nvCxnSpPr>
          <p:spPr>
            <a:xfrm>
              <a:off x="6224587" y="4710113"/>
              <a:ext cx="631032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16AFCCB-739F-E89A-D4ED-EFAAC86B9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0856" y="4895850"/>
              <a:ext cx="140494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9BB9437-334E-8B2E-5A44-8FB83F6DE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03256" y="4888706"/>
              <a:ext cx="150019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342000-6BE5-72CF-57C8-FE7C01E72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0893" y="4707731"/>
              <a:ext cx="640557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66890F2-7056-6AF4-5E74-6AEE77CD8FB7}"/>
              </a:ext>
            </a:extLst>
          </p:cNvPr>
          <p:cNvSpPr txBox="1"/>
          <p:nvPr/>
        </p:nvSpPr>
        <p:spPr>
          <a:xfrm>
            <a:off x="4552750" y="2645611"/>
            <a:ext cx="101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16.00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1673C77-3B9E-EC6A-ACCC-EBB3D494D5F4}"/>
              </a:ext>
            </a:extLst>
          </p:cNvPr>
          <p:cNvSpPr/>
          <p:nvPr/>
        </p:nvSpPr>
        <p:spPr>
          <a:xfrm>
            <a:off x="2304701" y="65407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72254B-8323-C384-23CC-BA6ED2157971}"/>
              </a:ext>
            </a:extLst>
          </p:cNvPr>
          <p:cNvSpPr/>
          <p:nvPr/>
        </p:nvSpPr>
        <p:spPr>
          <a:xfrm>
            <a:off x="171101" y="604549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99FFCC"/>
                </a:solidFill>
                <a:effectLst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3EE494E-6655-E92F-F62B-4831E10C9E44}"/>
              </a:ext>
            </a:extLst>
          </p:cNvPr>
          <p:cNvGrpSpPr/>
          <p:nvPr/>
        </p:nvGrpSpPr>
        <p:grpSpPr>
          <a:xfrm>
            <a:off x="1938338" y="2481263"/>
            <a:ext cx="3002755" cy="1438275"/>
            <a:chOff x="1938338" y="2481263"/>
            <a:chExt cx="3002755" cy="1438275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93E8EDB-868A-F586-B2A3-44A3DEF1A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583781"/>
              <a:ext cx="157162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3A749A3-2086-B743-DA5A-D38BB2DAA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36576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C7B34D0-6C78-51CB-90C1-64A033718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606" y="3779044"/>
              <a:ext cx="314324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B2A413B-A154-6C31-D45D-BB4E1565D0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1431" y="3655219"/>
              <a:ext cx="638175" cy="2643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7A323D1-8164-EC80-1BA3-5E5900732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956" y="3531394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B6C7671A-10E0-D825-9F57-01632E19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3471863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2CBEF4C-1027-2531-3709-14DB97680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2" y="3352800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B84DB3E-C3A5-4FB4-091D-80121F240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413" y="3283744"/>
              <a:ext cx="15478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3BBF7D9-2370-450B-C6E2-1674406F2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2938463"/>
              <a:ext cx="0" cy="361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381F3AE-E379-B81F-BBA7-39A4548190DA}"/>
                </a:ext>
              </a:extLst>
            </p:cNvPr>
            <p:cNvCxnSpPr>
              <a:cxnSpLocks/>
            </p:cNvCxnSpPr>
            <p:nvPr/>
          </p:nvCxnSpPr>
          <p:spPr>
            <a:xfrm>
              <a:off x="3686175" y="2864644"/>
              <a:ext cx="150018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643518-0069-C2D0-19A7-2FB57CC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1" y="2490788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5339038-A19E-E6CF-CBA1-B1533BD54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7425" y="2481263"/>
              <a:ext cx="1435894" cy="5643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414B060-0F0D-C77A-3D7B-8860A750F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6949" y="3031332"/>
              <a:ext cx="0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E6DF20E-923B-C50F-18A7-D1FEB327A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8338" y="3148012"/>
              <a:ext cx="321469" cy="1262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89002C1-117E-FC30-14EE-6A9EACD793E0}"/>
              </a:ext>
            </a:extLst>
          </p:cNvPr>
          <p:cNvGrpSpPr/>
          <p:nvPr/>
        </p:nvGrpSpPr>
        <p:grpSpPr>
          <a:xfrm>
            <a:off x="2090737" y="3836193"/>
            <a:ext cx="2069307" cy="1054895"/>
            <a:chOff x="2090737" y="3836193"/>
            <a:chExt cx="2069307" cy="1054895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A32D1B2-8142-75F8-7EED-11C7C9203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794" y="3836193"/>
              <a:ext cx="307179" cy="135732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9BCB2A2-F9CF-44C4-0248-41CD56D09A95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3981449"/>
              <a:ext cx="0" cy="340520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9563A07D-590B-AFE8-B240-49558194DFD7}"/>
                </a:ext>
              </a:extLst>
            </p:cNvPr>
            <p:cNvCxnSpPr>
              <a:cxnSpLocks/>
            </p:cNvCxnSpPr>
            <p:nvPr/>
          </p:nvCxnSpPr>
          <p:spPr>
            <a:xfrm>
              <a:off x="3676650" y="4324351"/>
              <a:ext cx="169069" cy="7619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F599921-818C-9841-004C-36A68E3C6641}"/>
                </a:ext>
              </a:extLst>
            </p:cNvPr>
            <p:cNvCxnSpPr>
              <a:cxnSpLocks/>
            </p:cNvCxnSpPr>
            <p:nvPr/>
          </p:nvCxnSpPr>
          <p:spPr>
            <a:xfrm>
              <a:off x="3843338" y="4400549"/>
              <a:ext cx="0" cy="361951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D75206B-96C3-C51A-0BEB-7FA52B8B8048}"/>
                </a:ext>
              </a:extLst>
            </p:cNvPr>
            <p:cNvCxnSpPr>
              <a:cxnSpLocks/>
            </p:cNvCxnSpPr>
            <p:nvPr/>
          </p:nvCxnSpPr>
          <p:spPr>
            <a:xfrm>
              <a:off x="3845719" y="4767264"/>
              <a:ext cx="314325" cy="12382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0506A18-0379-E36A-2E9E-FFDC46CE9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9469" y="4707731"/>
              <a:ext cx="311944" cy="121444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7212181-46DD-445A-9180-1079F2DA1B5E}"/>
                </a:ext>
              </a:extLst>
            </p:cNvPr>
            <p:cNvCxnSpPr>
              <a:cxnSpLocks/>
            </p:cNvCxnSpPr>
            <p:nvPr/>
          </p:nvCxnSpPr>
          <p:spPr>
            <a:xfrm>
              <a:off x="2257425" y="4393406"/>
              <a:ext cx="1116806" cy="43576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B6FD94D-DA7F-3FFF-EFCC-6B8F9B985C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737" y="4391025"/>
              <a:ext cx="159542" cy="73819"/>
            </a:xfrm>
            <a:prstGeom prst="line">
              <a:avLst/>
            </a:prstGeom>
            <a:ln w="12700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783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6DC6866-9986-A182-F0BE-2DC4F6F11336}"/>
              </a:ext>
            </a:extLst>
          </p:cNvPr>
          <p:cNvSpPr/>
          <p:nvPr/>
        </p:nvSpPr>
        <p:spPr>
          <a:xfrm>
            <a:off x="10279380" y="-609600"/>
            <a:ext cx="556260" cy="5562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utterfly made out of blocks&#10;&#10;Description automatically generated">
            <a:extLst>
              <a:ext uri="{FF2B5EF4-FFF2-40B4-BE49-F238E27FC236}">
                <a16:creationId xmlns:a16="http://schemas.microsoft.com/office/drawing/2014/main" id="{9C07AD4C-E829-8341-DEBD-CF6E9A6947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28" y="7144"/>
            <a:ext cx="8736080" cy="745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94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275410</TotalTime>
  <Words>17</Words>
  <Application>Microsoft Office PowerPoint</Application>
  <PresentationFormat>Custom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1623</cp:revision>
  <cp:lastPrinted>2021-06-19T15:20:22Z</cp:lastPrinted>
  <dcterms:created xsi:type="dcterms:W3CDTF">2021-03-25T22:26:05Z</dcterms:created>
  <dcterms:modified xsi:type="dcterms:W3CDTF">2024-06-17T13:10:27Z</dcterms:modified>
</cp:coreProperties>
</file>