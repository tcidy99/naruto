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0"/>
  </p:notesMasterIdLst>
  <p:sldIdLst>
    <p:sldId id="299" r:id="rId2"/>
    <p:sldId id="300" r:id="rId3"/>
    <p:sldId id="297" r:id="rId4"/>
    <p:sldId id="296" r:id="rId5"/>
    <p:sldId id="295" r:id="rId6"/>
    <p:sldId id="293" r:id="rId7"/>
    <p:sldId id="294" r:id="rId8"/>
    <p:sldId id="292" r:id="rId9"/>
  </p:sldIdLst>
  <p:sldSz cx="9936163" cy="745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D0CFD5"/>
    <a:srgbClr val="1E242D"/>
    <a:srgbClr val="FF99CC"/>
    <a:srgbClr val="000000"/>
    <a:srgbClr val="FFFF00"/>
    <a:srgbClr val="FFC000"/>
    <a:srgbClr val="41719C"/>
    <a:srgbClr val="5B9BD5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03" autoAdjust="0"/>
    <p:restoredTop sz="96807" autoAdjust="0"/>
  </p:normalViewPr>
  <p:slideViewPr>
    <p:cSldViewPr snapToGrid="0">
      <p:cViewPr>
        <p:scale>
          <a:sx n="150" d="100"/>
          <a:sy n="150" d="100"/>
        </p:scale>
        <p:origin x="-174" y="-220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9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3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8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2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7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2001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6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212" y="1219531"/>
            <a:ext cx="8445739" cy="2594304"/>
          </a:xfrm>
        </p:spPr>
        <p:txBody>
          <a:bodyPr anchor="b"/>
          <a:lstStyle>
            <a:lvl1pPr algn="ctr"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21" y="3913881"/>
            <a:ext cx="7452122" cy="1799108"/>
          </a:xfrm>
        </p:spPr>
        <p:txBody>
          <a:bodyPr/>
          <a:lstStyle>
            <a:lvl1pPr marL="0" indent="0" algn="ctr">
              <a:buNone/>
              <a:defRPr sz="2608"/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6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36" y="1857759"/>
            <a:ext cx="8569941" cy="3099710"/>
          </a:xfrm>
        </p:spPr>
        <p:txBody>
          <a:bodyPr anchor="b"/>
          <a:lstStyle>
            <a:lvl1pPr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36" y="4986793"/>
            <a:ext cx="8569941" cy="1630064"/>
          </a:xfrm>
        </p:spPr>
        <p:txBody>
          <a:bodyPr/>
          <a:lstStyle>
            <a:lvl1pPr marL="0" indent="0">
              <a:buNone/>
              <a:defRPr sz="2608">
                <a:solidFill>
                  <a:schemeClr val="tx1"/>
                </a:solidFill>
              </a:defRPr>
            </a:lvl1pPr>
            <a:lvl2pPr marL="49679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2pPr>
            <a:lvl3pPr marL="993587" indent="0">
              <a:buNone/>
              <a:defRPr sz="1956">
                <a:solidFill>
                  <a:schemeClr val="tx1">
                    <a:tint val="75000"/>
                  </a:schemeClr>
                </a:solidFill>
              </a:defRPr>
            </a:lvl3pPr>
            <a:lvl4pPr marL="149038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4pPr>
            <a:lvl5pPr marL="1987174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5pPr>
            <a:lvl6pPr marL="248396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6pPr>
            <a:lvl7pPr marL="298076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7pPr>
            <a:lvl8pPr marL="3477555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8pPr>
            <a:lvl9pPr marL="397434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111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0183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396737"/>
            <a:ext cx="8569941" cy="1440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406" y="1826708"/>
            <a:ext cx="4203462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406" y="2721949"/>
            <a:ext cx="4203462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183" y="1826708"/>
            <a:ext cx="4224163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183" y="2721949"/>
            <a:ext cx="4224163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163" y="1072912"/>
            <a:ext cx="5030183" cy="5295555"/>
          </a:xfrm>
        </p:spPr>
        <p:txBody>
          <a:bodyPr/>
          <a:lstStyle>
            <a:lvl1pPr>
              <a:defRPr sz="3477"/>
            </a:lvl1pPr>
            <a:lvl2pPr>
              <a:defRPr sz="3042"/>
            </a:lvl2pPr>
            <a:lvl3pPr>
              <a:defRPr sz="2608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1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4163" y="1072912"/>
            <a:ext cx="5030183" cy="5295555"/>
          </a:xfrm>
        </p:spPr>
        <p:txBody>
          <a:bodyPr anchor="t"/>
          <a:lstStyle>
            <a:lvl1pPr marL="0" indent="0">
              <a:buNone/>
              <a:defRPr sz="3477"/>
            </a:lvl1pPr>
            <a:lvl2pPr marL="496794" indent="0">
              <a:buNone/>
              <a:defRPr sz="3042"/>
            </a:lvl2pPr>
            <a:lvl3pPr marL="993587" indent="0">
              <a:buNone/>
              <a:defRPr sz="2608"/>
            </a:lvl3pPr>
            <a:lvl4pPr marL="1490381" indent="0">
              <a:buNone/>
              <a:defRPr sz="2173"/>
            </a:lvl4pPr>
            <a:lvl5pPr marL="1987174" indent="0">
              <a:buNone/>
              <a:defRPr sz="2173"/>
            </a:lvl5pPr>
            <a:lvl6pPr marL="2483968" indent="0">
              <a:buNone/>
              <a:defRPr sz="2173"/>
            </a:lvl6pPr>
            <a:lvl7pPr marL="2980761" indent="0">
              <a:buNone/>
              <a:defRPr sz="2173"/>
            </a:lvl7pPr>
            <a:lvl8pPr marL="3477555" indent="0">
              <a:buNone/>
              <a:defRPr sz="2173"/>
            </a:lvl8pPr>
            <a:lvl9pPr marL="3974348" indent="0">
              <a:buNone/>
              <a:defRPr sz="2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8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5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567" y="396736"/>
            <a:ext cx="2142485" cy="6314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112" y="396736"/>
            <a:ext cx="6303253" cy="6314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111" y="396737"/>
            <a:ext cx="8569941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11" y="1983677"/>
            <a:ext cx="8569941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111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1354" y="6906647"/>
            <a:ext cx="3353455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7415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sz="47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397" indent="-248397" algn="l" defTabSz="993587" rtl="0" eaLnBrk="1" latinLnBrk="0" hangingPunct="1">
        <a:lnSpc>
          <a:spcPct val="90000"/>
        </a:lnSpc>
        <a:spcBef>
          <a:spcPts val="1087"/>
        </a:spcBef>
        <a:buFont typeface="Arial" panose="020B0604020202020204" pitchFamily="34" charset="0"/>
        <a:buChar char="•"/>
        <a:defRPr sz="3042" kern="1200">
          <a:solidFill>
            <a:schemeClr val="tx1"/>
          </a:solidFill>
          <a:latin typeface="+mn-lt"/>
          <a:ea typeface="+mn-ea"/>
          <a:cs typeface="+mn-cs"/>
        </a:defRPr>
      </a:lvl1pPr>
      <a:lvl2pPr marL="745190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608" kern="1200">
          <a:solidFill>
            <a:schemeClr val="tx1"/>
          </a:solidFill>
          <a:latin typeface="+mn-lt"/>
          <a:ea typeface="+mn-ea"/>
          <a:cs typeface="+mn-cs"/>
        </a:defRPr>
      </a:lvl2pPr>
      <a:lvl3pPr marL="124198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738777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223557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73236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3229158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72595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4222745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t="-2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606BA64-483E-C957-BEE9-2CA63C75FDD7}"/>
              </a:ext>
            </a:extLst>
          </p:cNvPr>
          <p:cNvGrpSpPr/>
          <p:nvPr/>
        </p:nvGrpSpPr>
        <p:grpSpPr>
          <a:xfrm>
            <a:off x="3344068" y="127000"/>
            <a:ext cx="3409157" cy="2921000"/>
            <a:chOff x="3420268" y="203200"/>
            <a:chExt cx="3409157" cy="2921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1FDE3-88AE-B0F2-AF9D-A60E48EA1BA1}"/>
                </a:ext>
              </a:extLst>
            </p:cNvPr>
            <p:cNvCxnSpPr>
              <a:cxnSpLocks/>
            </p:cNvCxnSpPr>
            <p:nvPr/>
          </p:nvCxnSpPr>
          <p:spPr>
            <a:xfrm>
              <a:off x="3420268" y="447675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6297F5-D57E-69FB-C60B-132BF7D5D1AB}"/>
                </a:ext>
              </a:extLst>
            </p:cNvPr>
            <p:cNvCxnSpPr>
              <a:cxnSpLocks/>
            </p:cNvCxnSpPr>
            <p:nvPr/>
          </p:nvCxnSpPr>
          <p:spPr>
            <a:xfrm>
              <a:off x="3432174" y="585787"/>
              <a:ext cx="170657" cy="88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674EB3-44B1-C33E-3725-BC5C1A3F3681}"/>
                </a:ext>
              </a:extLst>
            </p:cNvPr>
            <p:cNvCxnSpPr>
              <a:cxnSpLocks/>
            </p:cNvCxnSpPr>
            <p:nvPr/>
          </p:nvCxnSpPr>
          <p:spPr>
            <a:xfrm>
              <a:off x="3586955" y="667543"/>
              <a:ext cx="0" cy="3500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2B1A4E-3722-52BC-BB21-01ED96825C14}"/>
                </a:ext>
              </a:extLst>
            </p:cNvPr>
            <p:cNvCxnSpPr>
              <a:cxnSpLocks/>
            </p:cNvCxnSpPr>
            <p:nvPr/>
          </p:nvCxnSpPr>
          <p:spPr>
            <a:xfrm>
              <a:off x="3594099" y="1027112"/>
              <a:ext cx="170657" cy="88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5ACD881-1A4D-C776-FA06-A344705B3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8586" y="973931"/>
              <a:ext cx="161926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58CB02-67EA-E61B-CF87-B86C821E9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7656" y="847724"/>
              <a:ext cx="0" cy="130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0321AD1-806D-8EA8-4DFF-B43A636091C6}"/>
                </a:ext>
              </a:extLst>
            </p:cNvPr>
            <p:cNvCxnSpPr>
              <a:cxnSpLocks/>
            </p:cNvCxnSpPr>
            <p:nvPr/>
          </p:nvCxnSpPr>
          <p:spPr>
            <a:xfrm>
              <a:off x="4117180" y="983456"/>
              <a:ext cx="335758" cy="1357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949BB06-6740-31B6-2DB2-40C41759B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2461" y="914400"/>
              <a:ext cx="488158" cy="2047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77586ED-B9A7-73AC-CD22-78DAD7A953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2999" y="514350"/>
              <a:ext cx="0" cy="390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58EA216-C17B-9739-04E0-AAAD46A41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7763" y="452438"/>
              <a:ext cx="169068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6A09D88-1997-506F-E6FF-37EFB510D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6356" y="322262"/>
              <a:ext cx="0" cy="130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8D45758-4D33-B3FA-07F0-098D8A1BF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6200" y="203200"/>
              <a:ext cx="317500" cy="1174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6A29135-4EB7-EEA4-513A-704CC314C8D3}"/>
                </a:ext>
              </a:extLst>
            </p:cNvPr>
            <p:cNvCxnSpPr>
              <a:cxnSpLocks/>
            </p:cNvCxnSpPr>
            <p:nvPr/>
          </p:nvCxnSpPr>
          <p:spPr>
            <a:xfrm>
              <a:off x="4274344" y="2719388"/>
              <a:ext cx="690563" cy="2619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69DBCE4-0544-7F32-008B-3DF6479479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750" y="2845594"/>
              <a:ext cx="497681" cy="211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AA19BE3-EC70-C636-2C48-0D4044404AF9}"/>
                </a:ext>
              </a:extLst>
            </p:cNvPr>
            <p:cNvCxnSpPr>
              <a:cxnSpLocks/>
            </p:cNvCxnSpPr>
            <p:nvPr/>
          </p:nvCxnSpPr>
          <p:spPr>
            <a:xfrm>
              <a:off x="3755231" y="2921794"/>
              <a:ext cx="35242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76944EC-2A8C-5930-9DBB-4A58CF54E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79" y="2907505"/>
              <a:ext cx="161926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41DF9EE-A041-2C6F-B7F4-0EED82066C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80" y="2976563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4617" y="1752600"/>
              <a:ext cx="354808" cy="1333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6148388" y="1495425"/>
              <a:ext cx="669130" cy="2405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9B1F4A4E-7C52-B32F-EE97-699DAE67A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5055" y="1328738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C437418F-736E-8670-3BC7-AAB61D1176D0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8" y="1300163"/>
              <a:ext cx="188117" cy="452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DDDA378D-C893-21B5-5846-8B506A2D5D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9775" y="1295400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AFF1F-ED7D-7A6C-7025-29E13A21E58E}"/>
              </a:ext>
            </a:extLst>
          </p:cNvPr>
          <p:cNvGrpSpPr/>
          <p:nvPr/>
        </p:nvGrpSpPr>
        <p:grpSpPr>
          <a:xfrm>
            <a:off x="228600" y="842963"/>
            <a:ext cx="9124948" cy="6460333"/>
            <a:chOff x="419200" y="885030"/>
            <a:chExt cx="8905588" cy="675031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33555C-254F-E358-8100-D66704572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5214" y="1752559"/>
              <a:ext cx="0" cy="3715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8027A0-08EC-45BE-B28F-E8124440D7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2890" y="2133207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1855EC-49C0-7511-935F-AF4CC64FE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058" y="2290462"/>
              <a:ext cx="0" cy="274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8529EB-A898-1E02-E77B-76005DF38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676" y="2562034"/>
              <a:ext cx="158027" cy="6717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7115CE-2EF3-F544-43D2-5D49C06126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53238" y="2484033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83F7323-680B-4FE0-A233-CE2DC2E68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7728" y="2479926"/>
              <a:ext cx="678610" cy="2811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00CF541-7BEE-640C-9A89-FD9AE21C58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6232" y="2730359"/>
              <a:ext cx="177398" cy="954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4F1A1D1-4EEC-029E-B478-D45C56385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8405" y="2738691"/>
              <a:ext cx="334658" cy="1484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C17C8B-4ABD-88C8-A893-CC4E05D9F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8217" y="3041878"/>
              <a:ext cx="0" cy="9284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4B359BE-41A7-55EC-E8A2-B2656B9A7B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0651" y="3954521"/>
              <a:ext cx="172750" cy="9541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7DCA718-9619-4DCE-BEE4-78C595931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2627" y="4044094"/>
              <a:ext cx="0" cy="1402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5FEC17D-6AB6-A58A-3063-AC275C59D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1923" y="4181771"/>
              <a:ext cx="493462" cy="201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75BFD81-4E94-ACC5-16AD-FAA51EF31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7987" y="4566601"/>
              <a:ext cx="0" cy="162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47CD3E-E2DF-53DF-3341-2B76EC8449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6953" y="6111733"/>
              <a:ext cx="0" cy="2720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00DEE36-4522-115A-C61E-1FF4680319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2305" y="6370499"/>
              <a:ext cx="177399" cy="829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D40EA4F-FBF2-2712-EF78-586D6EF1B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4281" y="6442654"/>
              <a:ext cx="0" cy="277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78ABA9-E259-294E-3680-FC5521F9B5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80051" y="6672431"/>
              <a:ext cx="323037" cy="1169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ADF220-530F-CD5B-CC49-E723FFF955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61663" y="6538071"/>
              <a:ext cx="320713" cy="1368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A824130-453B-8AF9-34E1-B2901B3F9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2" y="4913319"/>
              <a:ext cx="504309" cy="2114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84BF2D-8551-8C3A-37B6-D9917E38D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352" y="5107395"/>
              <a:ext cx="0" cy="136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7491DB-7935-9D2B-9B10-5395F60DB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4" y="3701598"/>
              <a:ext cx="0" cy="1326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06FF51C-A6A3-AE7D-D37C-074C489AEF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0373" y="2827434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E1B41E-C834-25F6-1B14-D4F528D17331}"/>
                </a:ext>
              </a:extLst>
            </p:cNvPr>
            <p:cNvCxnSpPr>
              <a:cxnSpLocks/>
            </p:cNvCxnSpPr>
            <p:nvPr/>
          </p:nvCxnSpPr>
          <p:spPr>
            <a:xfrm>
              <a:off x="2107978" y="2289997"/>
              <a:ext cx="0" cy="534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061EB39-D18A-17C7-0FE0-9792540D21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3044" y="2230282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7B1CD5-114E-6B48-FDA7-ED79838D4349}"/>
                </a:ext>
              </a:extLst>
            </p:cNvPr>
            <p:cNvCxnSpPr>
              <a:cxnSpLocks/>
            </p:cNvCxnSpPr>
            <p:nvPr/>
          </p:nvCxnSpPr>
          <p:spPr>
            <a:xfrm>
              <a:off x="1946847" y="1941658"/>
              <a:ext cx="0" cy="29194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7B5C38B-0D1E-C10D-322A-336E88CB6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121" y="1882773"/>
              <a:ext cx="1502858" cy="60959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02EB231-7D37-C6A5-57EC-388F689F0C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4453" y="2953500"/>
              <a:ext cx="167327" cy="78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09A6CC9-D4CF-3188-D590-B6CC42DFA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9785" y="1772465"/>
              <a:ext cx="0" cy="5158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4455A54-03D3-3E4D-3651-C2D562F68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0382" y="1347823"/>
              <a:ext cx="1009404" cy="4163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20CAECA-06B7-D8D4-A1F7-FF823E91E9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0576" y="2193789"/>
              <a:ext cx="135568" cy="152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1716EF7-D28C-6F19-219F-F4C188099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79713" y="6585347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FA1A9F4-554C-EA13-2372-8E59FC3CA1F0}"/>
                </a:ext>
              </a:extLst>
            </p:cNvPr>
            <p:cNvCxnSpPr>
              <a:cxnSpLocks/>
            </p:cNvCxnSpPr>
            <p:nvPr/>
          </p:nvCxnSpPr>
          <p:spPr>
            <a:xfrm>
              <a:off x="948301" y="2230282"/>
              <a:ext cx="0" cy="2554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3B89E33-7C9F-BA6E-F664-715554B8E1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8288" y="2703027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2F8A41D6-D947-CD2D-E993-1D141510AA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4333" y="2688928"/>
              <a:ext cx="334658" cy="1484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89A229FA-6986-F498-8EE9-3444AB4F05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9109" y="4388324"/>
              <a:ext cx="348601" cy="1343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02E62B9-C0DF-7BBD-3E4F-8BC7ACB8A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75308" y="4516839"/>
              <a:ext cx="156482" cy="804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FF673A9-C015-FEA9-B912-CF233CC16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48407" y="6871482"/>
              <a:ext cx="182822" cy="729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1B9CB73-826A-BC29-531A-27310FDC6F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1399" y="3634419"/>
              <a:ext cx="160356" cy="63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0C17614-429A-2962-2A17-99BF103FD793}"/>
                </a:ext>
              </a:extLst>
            </p:cNvPr>
            <p:cNvCxnSpPr>
              <a:cxnSpLocks/>
            </p:cNvCxnSpPr>
            <p:nvPr/>
          </p:nvCxnSpPr>
          <p:spPr>
            <a:xfrm>
              <a:off x="1107880" y="3495085"/>
              <a:ext cx="0" cy="149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2ED508A-D616-C16E-47AA-5649DD1A6C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078" y="3435369"/>
              <a:ext cx="160356" cy="63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8C24BF6-8094-5C6D-D87A-B4784B0A7F45}"/>
                </a:ext>
              </a:extLst>
            </p:cNvPr>
            <p:cNvCxnSpPr>
              <a:cxnSpLocks/>
            </p:cNvCxnSpPr>
            <p:nvPr/>
          </p:nvCxnSpPr>
          <p:spPr>
            <a:xfrm>
              <a:off x="1268236" y="3024827"/>
              <a:ext cx="0" cy="4130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FC0124A-A4F6-C4DF-2B2C-75E4509CE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4435" y="2972576"/>
              <a:ext cx="160356" cy="63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6F7578E-1597-FDD9-6DFD-CC731E4DF763}"/>
                </a:ext>
              </a:extLst>
            </p:cNvPr>
            <p:cNvCxnSpPr>
              <a:cxnSpLocks/>
            </p:cNvCxnSpPr>
            <p:nvPr/>
          </p:nvCxnSpPr>
          <p:spPr>
            <a:xfrm>
              <a:off x="1444861" y="2830754"/>
              <a:ext cx="0" cy="149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09257AF-91D9-DA21-EC11-4D1F0C9E10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3383" y="2591891"/>
              <a:ext cx="567057" cy="2396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6BF0995-D538-156A-DB22-68A40F8556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5444" y="2353030"/>
              <a:ext cx="439238" cy="182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CDEBB87-4C38-BC24-8F25-18F10212D850}"/>
                </a:ext>
              </a:extLst>
            </p:cNvPr>
            <p:cNvCxnSpPr>
              <a:cxnSpLocks/>
            </p:cNvCxnSpPr>
            <p:nvPr/>
          </p:nvCxnSpPr>
          <p:spPr>
            <a:xfrm>
              <a:off x="2618483" y="2208720"/>
              <a:ext cx="0" cy="149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192724A-E3F4-D4D5-A706-126A9DEBF5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4683" y="2219499"/>
              <a:ext cx="336981" cy="15343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1D60CB8-BC07-9A85-3E8D-A250555B24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2367" y="2213694"/>
              <a:ext cx="332332" cy="1550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B7AD212-E9C2-AE51-E0F3-42EDE7AD38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88574" y="2215315"/>
              <a:ext cx="177398" cy="954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6177C27-095A-EEC9-90FC-6370B6167D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0381" y="1327918"/>
              <a:ext cx="0" cy="3010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323F255-050F-F48D-EA45-3139D95660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9439" y="1606589"/>
              <a:ext cx="1017914" cy="4155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6D3BD9B-5194-5203-E079-689E7665F4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1407" y="1959074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D58BF22-0782-2861-B2B1-A658D5A8C4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820" y="1957417"/>
              <a:ext cx="857558" cy="33589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8C1A677-10DA-B694-DBB3-55717A922F13}"/>
                </a:ext>
              </a:extLst>
            </p:cNvPr>
            <p:cNvCxnSpPr>
              <a:cxnSpLocks/>
            </p:cNvCxnSpPr>
            <p:nvPr/>
          </p:nvCxnSpPr>
          <p:spPr>
            <a:xfrm>
              <a:off x="427723" y="2280044"/>
              <a:ext cx="0" cy="2554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1DEEA50-A790-D8EF-0701-9FF8B3731B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9200" y="2546274"/>
              <a:ext cx="174301" cy="804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CDBC72A-CF12-1B01-326C-1D08DF2DAE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798" y="2474948"/>
              <a:ext cx="355572" cy="14762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BE1DEFEB-911F-1542-24DA-0C446C62B8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455" y="2076846"/>
              <a:ext cx="355572" cy="14762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A46A4E9-F130-3762-0ED2-2935688B85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55774" y="2108362"/>
              <a:ext cx="174301" cy="804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1ED9A04-346E-533B-CF49-9569FD45DD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7472" y="2158956"/>
              <a:ext cx="160356" cy="63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58201AC1-F547-0742-8752-99CB05C53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83393" y="2360494"/>
              <a:ext cx="160356" cy="63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8DC4E92-E2A4-8E04-B988-6F8DD090171B}"/>
                </a:ext>
              </a:extLst>
            </p:cNvPr>
            <p:cNvCxnSpPr>
              <a:cxnSpLocks/>
            </p:cNvCxnSpPr>
            <p:nvPr/>
          </p:nvCxnSpPr>
          <p:spPr>
            <a:xfrm>
              <a:off x="1781841" y="2415236"/>
              <a:ext cx="0" cy="149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2BF5F170-954C-2A90-6077-86F0F73D59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133" y="2554568"/>
              <a:ext cx="678611" cy="271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DC65DB72-CC19-B9FC-BCFC-8D0F36084CA4}"/>
                </a:ext>
              </a:extLst>
            </p:cNvPr>
            <p:cNvCxnSpPr>
              <a:cxnSpLocks/>
            </p:cNvCxnSpPr>
            <p:nvPr/>
          </p:nvCxnSpPr>
          <p:spPr>
            <a:xfrm>
              <a:off x="1105557" y="2830754"/>
              <a:ext cx="0" cy="529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AA5CF065-479E-63F5-D7E7-46A09DAF1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773" y="3353261"/>
              <a:ext cx="330009" cy="149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6041203F-E932-6A7C-8377-592D132D2005}"/>
                </a:ext>
              </a:extLst>
            </p:cNvPr>
            <p:cNvCxnSpPr>
              <a:cxnSpLocks/>
            </p:cNvCxnSpPr>
            <p:nvPr/>
          </p:nvCxnSpPr>
          <p:spPr>
            <a:xfrm>
              <a:off x="775547" y="3487620"/>
              <a:ext cx="0" cy="694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4F6DAE7-D386-0530-DCF6-D701E3E32B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095" y="4181809"/>
              <a:ext cx="160356" cy="63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D4AF69F9-6166-CFBD-82C8-D3D72130A102}"/>
                </a:ext>
              </a:extLst>
            </p:cNvPr>
            <p:cNvCxnSpPr>
              <a:cxnSpLocks/>
            </p:cNvCxnSpPr>
            <p:nvPr/>
          </p:nvCxnSpPr>
          <p:spPr>
            <a:xfrm>
              <a:off x="605894" y="4244013"/>
              <a:ext cx="0" cy="121669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8A97727-AECA-EC10-DC9D-24B9FF1FE7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671" y="5457355"/>
              <a:ext cx="156482" cy="804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ACA54F1-8D4B-5D9A-8DD9-8A74734449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775" y="5391042"/>
              <a:ext cx="334655" cy="1501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C3617B8-05FF-3038-0F44-D5E207A5F9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333" y="5072561"/>
              <a:ext cx="0" cy="3284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8299F42-9415-CD01-EC6D-F1480C997D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6944" y="6671563"/>
              <a:ext cx="684032" cy="2695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3B1288B0-5EE4-DAF6-76BE-E1FDE1FCB3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0976" y="6868994"/>
              <a:ext cx="155708" cy="72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0BED747-091C-4D12-601E-7386E12F86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0558" y="6729659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51781537-606D-CBBF-35A1-8212026ABE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1609" y="6654146"/>
              <a:ext cx="177399" cy="829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7289ACE0-2EF2-55A5-EFDA-00BE055E4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7033" y="6585347"/>
              <a:ext cx="155708" cy="72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3C54C4C0-243E-0231-9F07-14EDB107A7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3943" y="6667456"/>
              <a:ext cx="0" cy="2562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BA50A1C5-5F45-3EF7-0E4A-E775D5002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0069" y="6873970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4F69C7B-19D8-14FD-C2F4-A8D850416E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1271" y="6605252"/>
              <a:ext cx="0" cy="2562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A6F7B54-6173-D1CC-EA20-A7DFC4ED28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0426" y="6530608"/>
              <a:ext cx="185919" cy="74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766C7D82-13D6-5035-BBEF-8507FA001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3248" y="6538072"/>
              <a:ext cx="0" cy="2562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D5219F35-83EC-EF7F-04DE-B9EB913FA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4022" y="6729658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E5293970-F4F8-1EDE-FEC6-87E8A273A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7549" y="6463427"/>
              <a:ext cx="0" cy="2562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33C018C4-06B5-6EC3-A20E-C3A7F056B4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60647" y="6458451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2927A36-B1D8-035A-844D-7129BB6FB7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4877" y="6533095"/>
              <a:ext cx="0" cy="2562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670A864A-10E5-C306-9E1A-9DF07B62AD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8679" y="6796838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C8766A17-C4BE-DA25-0F0D-3AB8217E33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2205" y="6473381"/>
              <a:ext cx="0" cy="4180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36F69890-DDE3-D205-77ED-F885D5AFE0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7628" y="6465915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A8C5D587-0B7B-CECD-3C89-DFA94BD53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4885" y="6530608"/>
              <a:ext cx="0" cy="4180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522C70EB-ABCC-F4EA-F477-AB7246EFFB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57984" y="6946126"/>
              <a:ext cx="508957" cy="1940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297669E0-4FF4-D69C-B3CC-DD9DDDC669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1589" y="7070532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78256CB9-207D-727C-302C-4C09C9253B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6593" y="7063069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4CA2956-DA0D-2C9F-D77C-0CCDFF7812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5471" y="7010818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09F05456-1D0A-9164-68C5-25E679676C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6593" y="6928709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9B6E2FF7-A2BE-C1DB-DFDA-E7E4E59B27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9265" y="6936172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D70F05D4-5080-D5A9-FF4B-3AAEA11C4A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8490" y="6868994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5114ABC6-CE77-D969-B7D4-506AB3E978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97287" y="6796839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4E5AC62D-581C-2830-714C-F2340C414F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3486" y="6796839"/>
              <a:ext cx="0" cy="1691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7AAA845-A987-44D0-E0F1-8D3AACC629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25311" y="6873970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EBDC1BF9-A40C-2EA9-3429-C1E798162A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4537" y="6602765"/>
              <a:ext cx="0" cy="26622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C33A762-CDC2-4A1B-05EE-F569EF6C1E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2285" y="6535581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7468E41C-BFFC-C997-1BC0-D26FDA37B4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01935" y="6528120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55D5F348-5252-5B35-6AD0-CCA5A5F8BD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4617" y="6535581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3C72EC8-DC37-116C-011F-610DA4D3AD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1170" y="6408691"/>
              <a:ext cx="0" cy="1443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F82012FB-7557-69A8-4CD8-7772AFF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7298" y="6326579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B0CD730C-5851-F973-2BD1-4C5FFBC17E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99273" y="6326580"/>
              <a:ext cx="506634" cy="2139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FFBAE07D-F703-63C6-0CE0-4BBB8AC40D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8935" y="6478355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AD7DA629-B04C-67C8-4AD6-786B51E9CF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5490" y="6478357"/>
              <a:ext cx="0" cy="25627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A12B12E-03C1-72C5-B595-03B47F5DB4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1259" y="6737121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CC0F7A31-6617-4F14-654D-9B66D65592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3929" y="6727171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CFCE4BC9-288C-235A-5050-9A6C34FDA2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927" y="6737121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AB4693C0-DEF0-5D35-47A4-4AE637391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82869" y="6809279"/>
              <a:ext cx="151061" cy="746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26DA3060-AA16-BBFB-ED4C-FE442BB9A7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3016" y="6876460"/>
              <a:ext cx="353248" cy="1467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91825844-B036-AA4E-1F3D-22CB1D0142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1536" y="6883925"/>
              <a:ext cx="0" cy="1443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39CE6340-2168-515F-263A-1B73D42E42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8586" y="6876459"/>
              <a:ext cx="151061" cy="746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31FF5F80-37E9-5392-0525-7A1E9E73A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3523" y="6546365"/>
              <a:ext cx="0" cy="3997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23F61A6B-98EE-0C99-C59F-1BFE5A7CA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0802" y="6464587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1E4592B9-A2C8-73D7-B1E4-B09FD6B2A1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2540" y="6580867"/>
              <a:ext cx="0" cy="2647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07F21B5F-3AF2-93F1-B7A1-D58179D4D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665" y="6745418"/>
              <a:ext cx="328461" cy="12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B1B99759-E3A2-D572-F52B-40835AB0A7C5}"/>
                </a:ext>
              </a:extLst>
            </p:cNvPr>
            <p:cNvCxnSpPr>
              <a:cxnSpLocks/>
            </p:cNvCxnSpPr>
            <p:nvPr/>
          </p:nvCxnSpPr>
          <p:spPr>
            <a:xfrm>
              <a:off x="7484177" y="6881436"/>
              <a:ext cx="0" cy="13999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547793E7-2405-524C-C130-C6C54B709B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1077" y="6804301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FEDBC91B-0F68-6A8A-AE1D-A48435B5E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9182" y="6555491"/>
              <a:ext cx="0" cy="259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157656D-3715-7D0F-1A65-D59903B66F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2208" y="6472550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896D3F2B-1513-E032-D262-3A9D9BEF96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14960" y="6461770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960EAFC7-F495-7BE6-9ABB-3FE76CC75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9259" y="6393761"/>
              <a:ext cx="322264" cy="1451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FFF366EF-E101-36EA-90D1-99F4BFFE0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2298" y="6396250"/>
              <a:ext cx="0" cy="1443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869830BE-0DD7-A703-3D3C-682AA4CFFD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3846" y="6534755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3662A8A-293C-2F90-D388-2289412C6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5751" y="6552170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E8116059-479C-7CF7-CC4A-F6F12B9BF6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0758" y="6267696"/>
              <a:ext cx="0" cy="27618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0218AFDF-2B3D-CFA2-F82F-BD58316C09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2376" y="6128360"/>
              <a:ext cx="347053" cy="1451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A713D78D-CA21-52DB-24F6-ED60D77CA2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98653" y="6130018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0C6F0A10-36E3-A4B6-E35A-05FF8F9D8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5137" y="6201345"/>
              <a:ext cx="0" cy="1426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AD8D95A3-6526-C73A-A655-E0611C8AB7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488" y="6332387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E5ABA63C-603A-2DFE-9CB0-B6DB783C7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2465" y="6420301"/>
              <a:ext cx="0" cy="2554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C38DD55E-6AA9-2EBB-954F-985F39F1D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8868" y="6678236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366B6FE-D572-BE9A-7F31-946DEA4758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3864" y="6664138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F56EB1AB-D12B-3B50-AE62-D8790CB934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9427" y="6598615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6AC4E658-59F5-5109-67C6-A0B22FF115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4640" y="6529779"/>
              <a:ext cx="182820" cy="7381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4DB7ABD-6796-FF80-D46C-71299695F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638" y="6469232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51DC0E1D-0B9B-32D6-D49C-2093D1988E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507" y="6273499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96F258A3-AA5C-B336-CE74-DE2979AE7D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1951" y="6675750"/>
              <a:ext cx="161905" cy="829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92F32D88-0456-C0F3-9573-5FB32AB086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1175" y="6757028"/>
              <a:ext cx="676287" cy="2504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3EA64F67-4F41-3E0B-D83B-3D49281E5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7033" y="7009987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8DDEF26E-BC34-429B-8EDB-C505E4252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54062" y="6868166"/>
              <a:ext cx="539169" cy="2090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B8D2810C-C649-1F88-4B70-782D823D5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3429" y="6864848"/>
              <a:ext cx="0" cy="27618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3C6AB9D4-613C-357C-C291-2B49DF4BE8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07649" y="7072192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05B653A7-AF39-04DE-2C82-A14FB51CF1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100" y="7070534"/>
              <a:ext cx="0" cy="1426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0060C96D-C73B-F965-3335-DF2C8B06E1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4123" y="7135225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4B93C2ED-8948-3D3D-28F4-7F6287EA2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569" y="7136052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3F1B098F-4E6D-2119-812C-CA09005935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8345" y="6971008"/>
              <a:ext cx="0" cy="2322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CF44736F-21FF-7633-5710-D938D1887B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4470" y="6877286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D7CB11F4-6C76-0771-E726-B702C63EA0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1870" y="6732147"/>
              <a:ext cx="0" cy="1426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8F282832-AD3E-D80E-3C42-85BC2299C2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0525" y="6734633"/>
              <a:ext cx="290499" cy="12689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1238EF77-77E2-25E6-0309-9F6EB45443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9111" y="6961056"/>
              <a:ext cx="0" cy="2554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C08C6E85-A7D3-5C3C-CDC7-96B6B7943E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6287" y="7215673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2DF17B3E-9E23-769E-22D0-D1512DCED4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71783" y="7286173"/>
              <a:ext cx="0" cy="129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455465E3-E7E9-26A7-549A-0DDD96D173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67908" y="7410578"/>
              <a:ext cx="341630" cy="13104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1E7E8FAB-14C1-9491-9570-E8966256D4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6011" y="7544106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E54FAE58-A12F-8AEA-870C-AC75F626EE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7553" y="7485221"/>
              <a:ext cx="334655" cy="1434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E1BBBE5D-CE38-307E-0F2A-1A30E166CC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7553" y="7491858"/>
              <a:ext cx="0" cy="129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AB8F9549-677C-A088-7F4C-7AD0821582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7054" y="7539962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CAE6C416-E9F4-2809-2A03-DF8579ACB9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0929" y="7276218"/>
              <a:ext cx="0" cy="2720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81981B98-AA92-1E70-9E5C-9FADA434E9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59726" y="7208211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E3CF6593-384B-B90A-A2D7-F84DE3DD33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0501" y="7219822"/>
              <a:ext cx="0" cy="129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E4A121C3-74AA-4FB9-7F59-512767DBB0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5567" y="7341738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3FAE75A1-E207-B423-20EA-D6F1A83785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666" y="7418873"/>
              <a:ext cx="0" cy="129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C4037545-8A0A-505E-CD9A-368923DA58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8167" y="7480247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08FF1CE1-B29D-9897-F536-B60000368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5141" y="7216503"/>
              <a:ext cx="0" cy="2687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24E6C0AE-F99A-A30D-37BF-B92A1A899C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54642" y="7135225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E8E9708B-06CE-0FE5-5A87-8D608B3676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5418" y="7123612"/>
              <a:ext cx="0" cy="2687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CA3D3DBC-6926-0D51-8D50-1B2CBBA5F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563" y="7414723"/>
              <a:ext cx="343177" cy="150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44689B95-709D-8F2E-E612-EB9DE92D59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3859" y="7163423"/>
              <a:ext cx="0" cy="4146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CB12267A-7EE2-18F9-A1CF-1F707BC364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926" y="7365793"/>
              <a:ext cx="0" cy="129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C4287C86-D26A-A6D0-5393-89405A1BF7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9629" y="7282022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A4C75B33-01BF-3C0A-5F85-647A8CFC6C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5399" y="7494343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BFE4BAF1-A188-2E5E-250E-B39A51067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5400" y="7435461"/>
              <a:ext cx="0" cy="129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D66E0EB3-454D-2BF7-CD8D-1013E59FA5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0394" y="7347546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44104DB9-F60C-8BEF-EE01-549E936F1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1170" y="7355840"/>
              <a:ext cx="0" cy="129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E6853238-68AB-C579-A66A-1E7C7C87D9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1020" y="7491026"/>
              <a:ext cx="346276" cy="133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1DF4C787-9F1C-DF3A-8075-154437A1E3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2916" y="7553232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7FC07581-14BB-E04E-BEB3-8E0F8A2B1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3692" y="7411405"/>
              <a:ext cx="346276" cy="133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39F3F4B3-9768-B1CF-23C8-9E680829BF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7644" y="7286173"/>
              <a:ext cx="0" cy="129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52812882-92AA-374D-C6B2-F38E89FE7B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4118" y="7285340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D16B48AE-9F16-5FCC-2AC5-ABE410FCCC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52561" y="7080485"/>
              <a:ext cx="340854" cy="1426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905DB068-6E83-8088-D1DB-F01A660558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2916" y="7281196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E30D3553-4D85-9A66-AD4F-57D510892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9888" y="7209037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594E1534-73EF-2553-2ADD-38F3FBC077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2132" y="7082972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00011EE9-E8DD-930A-5C64-319DEBA278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232" y="7017454"/>
              <a:ext cx="0" cy="129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E4750341-AA12-AF99-5E7B-A7545BE90D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47478" y="6871481"/>
              <a:ext cx="340854" cy="1426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A847EE07-3DBD-A8AF-6975-5FC6A2C9D2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6328" y="6870651"/>
              <a:ext cx="829669" cy="34585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336C6B1F-96C3-8209-9F67-876A43234B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7718" y="6944467"/>
              <a:ext cx="689456" cy="2703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2C7DB9B7-62DB-8D1C-7CC2-6837C6BAA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0749" y="885030"/>
              <a:ext cx="0" cy="3773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FE58F124-87AD-49DB-601A-528172152449}"/>
                </a:ext>
              </a:extLst>
            </p:cNvPr>
            <p:cNvCxnSpPr>
              <a:cxnSpLocks/>
              <a:stCxn id="132" idx="1"/>
            </p:cNvCxnSpPr>
            <p:nvPr/>
          </p:nvCxnSpPr>
          <p:spPr>
            <a:xfrm flipV="1">
              <a:off x="2445392" y="6204661"/>
              <a:ext cx="341" cy="9073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4B792960-12C3-A975-D187-8361A714B8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4879" y="6065326"/>
              <a:ext cx="343954" cy="1426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660">
              <a:extLst>
                <a:ext uri="{FF2B5EF4-FFF2-40B4-BE49-F238E27FC236}">
                  <a16:creationId xmlns:a16="http://schemas.microsoft.com/office/drawing/2014/main" id="{0FBBED45-409D-DD8D-15E6-E6C7032A2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518" y="6061180"/>
              <a:ext cx="332333" cy="1268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7221E251-18D2-3B5F-7C2D-37F87CD670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518" y="6181439"/>
              <a:ext cx="0" cy="6701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62FABF36-D969-D61F-55A7-B45D458DA4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4870" y="6867335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664">
              <a:extLst>
                <a:ext uri="{FF2B5EF4-FFF2-40B4-BE49-F238E27FC236}">
                  <a16:creationId xmlns:a16="http://schemas.microsoft.com/office/drawing/2014/main" id="{003CF616-32CE-0E3F-94B7-556A5C3D57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7550" y="6287599"/>
              <a:ext cx="0" cy="6701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665">
              <a:extLst>
                <a:ext uri="{FF2B5EF4-FFF2-40B4-BE49-F238E27FC236}">
                  <a16:creationId xmlns:a16="http://schemas.microsoft.com/office/drawing/2014/main" id="{C445229B-1EBB-9927-F774-0DD8B0000B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650" y="6203833"/>
              <a:ext cx="155708" cy="72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666">
              <a:extLst>
                <a:ext uri="{FF2B5EF4-FFF2-40B4-BE49-F238E27FC236}">
                  <a16:creationId xmlns:a16="http://schemas.microsoft.com/office/drawing/2014/main" id="{777B37B9-263F-78A6-9F84-E33BF4DA82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329" y="6203833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667">
              <a:extLst>
                <a:ext uri="{FF2B5EF4-FFF2-40B4-BE49-F238E27FC236}">
                  <a16:creationId xmlns:a16="http://schemas.microsoft.com/office/drawing/2014/main" id="{ADC14265-5823-BA69-EE04-4BB028DC5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5306" y="6287599"/>
              <a:ext cx="0" cy="7829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669">
              <a:extLst>
                <a:ext uri="{FF2B5EF4-FFF2-40B4-BE49-F238E27FC236}">
                  <a16:creationId xmlns:a16="http://schemas.microsoft.com/office/drawing/2014/main" id="{28464A11-6F92-36C4-4064-F5EB4CCEC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329" y="6993401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670">
              <a:extLst>
                <a:ext uri="{FF2B5EF4-FFF2-40B4-BE49-F238E27FC236}">
                  <a16:creationId xmlns:a16="http://schemas.microsoft.com/office/drawing/2014/main" id="{85494BE3-59A5-6520-F4D4-76F428BCC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1780" y="6985107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671">
              <a:extLst>
                <a:ext uri="{FF2B5EF4-FFF2-40B4-BE49-F238E27FC236}">
                  <a16:creationId xmlns:a16="http://schemas.microsoft.com/office/drawing/2014/main" id="{93B0FE29-66C6-38E5-BD80-E8172D4757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05992" y="6951102"/>
              <a:ext cx="488815" cy="1841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A1E2C2B4-0472-F6BC-9554-4479FDAE7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9091" y="6955250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60E049D7-3C71-D18C-F8C9-2F74F569B1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4015" y="7009988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675">
              <a:extLst>
                <a:ext uri="{FF2B5EF4-FFF2-40B4-BE49-F238E27FC236}">
                  <a16:creationId xmlns:a16="http://schemas.microsoft.com/office/drawing/2014/main" id="{4BAA4157-F25E-5289-2BB0-7C3A786358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5564" y="7021600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676">
              <a:extLst>
                <a:ext uri="{FF2B5EF4-FFF2-40B4-BE49-F238E27FC236}">
                  <a16:creationId xmlns:a16="http://schemas.microsoft.com/office/drawing/2014/main" id="{131A5301-2E41-6B7F-4402-E215A87596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3588" y="7066386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677">
              <a:extLst>
                <a:ext uri="{FF2B5EF4-FFF2-40B4-BE49-F238E27FC236}">
                  <a16:creationId xmlns:a16="http://schemas.microsoft.com/office/drawing/2014/main" id="{B1EDEC12-5380-B05A-F13D-F38A9D89E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107" y="7076339"/>
              <a:ext cx="155708" cy="72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680">
              <a:extLst>
                <a:ext uri="{FF2B5EF4-FFF2-40B4-BE49-F238E27FC236}">
                  <a16:creationId xmlns:a16="http://schemas.microsoft.com/office/drawing/2014/main" id="{C360E64B-AD49-8EE5-4C19-83EC69EFD2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105" y="7028235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681">
              <a:extLst>
                <a:ext uri="{FF2B5EF4-FFF2-40B4-BE49-F238E27FC236}">
                  <a16:creationId xmlns:a16="http://schemas.microsoft.com/office/drawing/2014/main" id="{92602EE9-28F7-61C9-169B-0A933732D1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54" y="7013306"/>
              <a:ext cx="350925" cy="1401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683">
              <a:extLst>
                <a:ext uri="{FF2B5EF4-FFF2-40B4-BE49-F238E27FC236}">
                  <a16:creationId xmlns:a16="http://schemas.microsoft.com/office/drawing/2014/main" id="{E71892F6-D596-6EBE-BFC7-5FB87458A5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51" y="7011648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684">
              <a:extLst>
                <a:ext uri="{FF2B5EF4-FFF2-40B4-BE49-F238E27FC236}">
                  <a16:creationId xmlns:a16="http://schemas.microsoft.com/office/drawing/2014/main" id="{0C92D20F-5ED9-A1C6-0B5E-01EF5F1174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647" y="6943638"/>
              <a:ext cx="155708" cy="72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685">
              <a:extLst>
                <a:ext uri="{FF2B5EF4-FFF2-40B4-BE49-F238E27FC236}">
                  <a16:creationId xmlns:a16="http://schemas.microsoft.com/office/drawing/2014/main" id="{CE575AAD-E649-DD29-71BB-EA403599BA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504" y="6867335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686">
              <a:extLst>
                <a:ext uri="{FF2B5EF4-FFF2-40B4-BE49-F238E27FC236}">
                  <a16:creationId xmlns:a16="http://schemas.microsoft.com/office/drawing/2014/main" id="{CDC1D5AA-BD51-DE5F-5FDC-DFEBC98BA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154" y="6814255"/>
              <a:ext cx="155708" cy="72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687">
              <a:extLst>
                <a:ext uri="{FF2B5EF4-FFF2-40B4-BE49-F238E27FC236}">
                  <a16:creationId xmlns:a16="http://schemas.microsoft.com/office/drawing/2014/main" id="{9C9B8195-AFF6-2BEB-230C-E43F55AEED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702" y="6731317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689">
              <a:extLst>
                <a:ext uri="{FF2B5EF4-FFF2-40B4-BE49-F238E27FC236}">
                  <a16:creationId xmlns:a16="http://schemas.microsoft.com/office/drawing/2014/main" id="{5609927F-1FE1-A5B1-2C33-A35E3F42C6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549" y="6662478"/>
              <a:ext cx="170426" cy="7132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691">
              <a:extLst>
                <a:ext uri="{FF2B5EF4-FFF2-40B4-BE49-F238E27FC236}">
                  <a16:creationId xmlns:a16="http://schemas.microsoft.com/office/drawing/2014/main" id="{1C4C6B75-4E43-F672-921E-EFCA6768A9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5" y="6671602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692">
              <a:extLst>
                <a:ext uri="{FF2B5EF4-FFF2-40B4-BE49-F238E27FC236}">
                  <a16:creationId xmlns:a16="http://schemas.microsoft.com/office/drawing/2014/main" id="{7EE3A6DD-8D34-6E47-8286-DEEC3EE32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403" y="6681555"/>
              <a:ext cx="155708" cy="72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693">
              <a:extLst>
                <a:ext uri="{FF2B5EF4-FFF2-40B4-BE49-F238E27FC236}">
                  <a16:creationId xmlns:a16="http://schemas.microsoft.com/office/drawing/2014/main" id="{11815A7C-7328-CEC5-C943-5D068905B5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655" y="6608569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694">
              <a:extLst>
                <a:ext uri="{FF2B5EF4-FFF2-40B4-BE49-F238E27FC236}">
                  <a16:creationId xmlns:a16="http://schemas.microsoft.com/office/drawing/2014/main" id="{B2ED6871-D3A5-3E3B-2D14-352323F200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3304" y="6538901"/>
              <a:ext cx="155708" cy="72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695">
              <a:extLst>
                <a:ext uri="{FF2B5EF4-FFF2-40B4-BE49-F238E27FC236}">
                  <a16:creationId xmlns:a16="http://schemas.microsoft.com/office/drawing/2014/main" id="{7B1DAF82-B86F-7D26-0B18-83B3881551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0490" y="6538901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696">
              <a:extLst>
                <a:ext uri="{FF2B5EF4-FFF2-40B4-BE49-F238E27FC236}">
                  <a16:creationId xmlns:a16="http://schemas.microsoft.com/office/drawing/2014/main" id="{A00900DB-E465-DC81-3715-F0FC29A602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8663" y="6470893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697">
              <a:extLst>
                <a:ext uri="{FF2B5EF4-FFF2-40B4-BE49-F238E27FC236}">
                  <a16:creationId xmlns:a16="http://schemas.microsoft.com/office/drawing/2014/main" id="{E1561111-B508-5B86-3EBA-BE211A140E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6687" y="6389613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D92B186D-34A8-EDFC-8CE9-62B9686E5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0632" y="6319946"/>
              <a:ext cx="155708" cy="72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699">
              <a:extLst>
                <a:ext uri="{FF2B5EF4-FFF2-40B4-BE49-F238E27FC236}">
                  <a16:creationId xmlns:a16="http://schemas.microsoft.com/office/drawing/2014/main" id="{BFC5F3D8-D4E6-85B9-5125-4E574B0315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4860" y="6185587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700">
              <a:extLst>
                <a:ext uri="{FF2B5EF4-FFF2-40B4-BE49-F238E27FC236}">
                  <a16:creationId xmlns:a16="http://schemas.microsoft.com/office/drawing/2014/main" id="{F5542167-5B87-4CD0-387A-7568B0F7E4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7534" y="6197198"/>
              <a:ext cx="155708" cy="72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9A2E6B6D-1210-CFCC-BEDD-4241687BAE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7532" y="6135824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>
              <a:extLst>
                <a:ext uri="{FF2B5EF4-FFF2-40B4-BE49-F238E27FC236}">
                  <a16:creationId xmlns:a16="http://schemas.microsoft.com/office/drawing/2014/main" id="{DE70A557-E9D2-81F9-B52A-E1976F2149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3304" y="6134165"/>
              <a:ext cx="155708" cy="72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>
              <a:extLst>
                <a:ext uri="{FF2B5EF4-FFF2-40B4-BE49-F238E27FC236}">
                  <a16:creationId xmlns:a16="http://schemas.microsoft.com/office/drawing/2014/main" id="{B43F73F1-07AA-4FC8-D55F-DF2AD3E475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203" y="6076109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13E47301-FD28-BBB8-45CD-EB999D2C2B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758" y="6064497"/>
              <a:ext cx="347826" cy="1434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0AEA0FB7-D230-E3E7-AFF5-F4546EF866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702" y="6200515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707">
              <a:extLst>
                <a:ext uri="{FF2B5EF4-FFF2-40B4-BE49-F238E27FC236}">
                  <a16:creationId xmlns:a16="http://schemas.microsoft.com/office/drawing/2014/main" id="{6CAE5C05-E33B-779E-31F0-7B5062EA94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776" y="6285112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708">
              <a:extLst>
                <a:ext uri="{FF2B5EF4-FFF2-40B4-BE49-F238E27FC236}">
                  <a16:creationId xmlns:a16="http://schemas.microsoft.com/office/drawing/2014/main" id="{28E739FC-3ED0-D368-D8F5-E7ABDA72DA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7800" y="6329898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709">
              <a:extLst>
                <a:ext uri="{FF2B5EF4-FFF2-40B4-BE49-F238E27FC236}">
                  <a16:creationId xmlns:a16="http://schemas.microsoft.com/office/drawing/2014/main" id="{1DDD6034-FBC6-E185-6101-E429A16749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51" y="6341510"/>
              <a:ext cx="0" cy="141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>
              <a:extLst>
                <a:ext uri="{FF2B5EF4-FFF2-40B4-BE49-F238E27FC236}">
                  <a16:creationId xmlns:a16="http://schemas.microsoft.com/office/drawing/2014/main" id="{AA932E88-A681-7737-C9B8-B2C2B7F755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157" y="6933520"/>
              <a:ext cx="174300" cy="821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181D5B7C-48E4-C814-002A-A25D8846DE48}"/>
                </a:ext>
              </a:extLst>
            </p:cNvPr>
            <p:cNvCxnSpPr>
              <a:cxnSpLocks/>
            </p:cNvCxnSpPr>
            <p:nvPr/>
          </p:nvCxnSpPr>
          <p:spPr>
            <a:xfrm>
              <a:off x="7315610" y="6791200"/>
              <a:ext cx="0" cy="13999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Straight Connector 921">
              <a:extLst>
                <a:ext uri="{FF2B5EF4-FFF2-40B4-BE49-F238E27FC236}">
                  <a16:creationId xmlns:a16="http://schemas.microsoft.com/office/drawing/2014/main" id="{FA9C5821-7847-401B-9981-71609D8182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1462" y="6812263"/>
              <a:ext cx="169652" cy="69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6973B8EA-A05D-1762-FD8A-89B73D21280C}"/>
                </a:ext>
              </a:extLst>
            </p:cNvPr>
            <p:cNvCxnSpPr>
              <a:cxnSpLocks/>
            </p:cNvCxnSpPr>
            <p:nvPr/>
          </p:nvCxnSpPr>
          <p:spPr>
            <a:xfrm>
              <a:off x="7139605" y="6748735"/>
              <a:ext cx="0" cy="13999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781F587-0C7F-A332-A8E8-AF055D677D67}"/>
              </a:ext>
            </a:extLst>
          </p:cNvPr>
          <p:cNvGrpSpPr/>
          <p:nvPr/>
        </p:nvGrpSpPr>
        <p:grpSpPr>
          <a:xfrm>
            <a:off x="2990850" y="1033462"/>
            <a:ext cx="6698455" cy="5352098"/>
            <a:chOff x="3067050" y="1109662"/>
            <a:chExt cx="6698455" cy="535209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7A38CA-B00B-09CA-4484-26F00371477C}"/>
                </a:ext>
              </a:extLst>
            </p:cNvPr>
            <p:cNvGrpSpPr/>
            <p:nvPr/>
          </p:nvGrpSpPr>
          <p:grpSpPr>
            <a:xfrm>
              <a:off x="3769519" y="1109662"/>
              <a:ext cx="1031081" cy="766764"/>
              <a:chOff x="3769519" y="1109662"/>
              <a:chExt cx="1031081" cy="766764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7701E14-891D-27AF-58E6-082EF50F92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9519" y="1109662"/>
                <a:ext cx="357187" cy="133351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C9524DD-9058-A718-FCCB-F13CF546F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0832" y="1235074"/>
                <a:ext cx="0" cy="483395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43BC9EC-0919-FB16-FCC3-A35E6100F1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2600" y="1809750"/>
                <a:ext cx="184149" cy="6667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31A78DD-4ADA-4E12-8185-B8E10B1FA5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1987" y="1754981"/>
                <a:ext cx="328613" cy="119063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D1BACF2-A245-6EF7-6D17-DCFD507A478E}"/>
                </a:ext>
              </a:extLst>
            </p:cNvPr>
            <p:cNvGrpSpPr/>
            <p:nvPr/>
          </p:nvGrpSpPr>
          <p:grpSpPr>
            <a:xfrm>
              <a:off x="4795838" y="1743075"/>
              <a:ext cx="1202531" cy="262731"/>
              <a:chOff x="4112420" y="1238250"/>
              <a:chExt cx="1202531" cy="262731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C9CAAD3-2D81-0550-415D-FE19D79BA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2420" y="1238250"/>
                <a:ext cx="681037" cy="257175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CB452D6-D306-E9AE-D089-D3769282D4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9013" y="1285875"/>
                <a:ext cx="515938" cy="21510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2D91751-3395-66DB-CF81-2B7AD0352052}"/>
                </a:ext>
              </a:extLst>
            </p:cNvPr>
            <p:cNvCxnSpPr>
              <a:cxnSpLocks/>
            </p:cNvCxnSpPr>
            <p:nvPr/>
          </p:nvCxnSpPr>
          <p:spPr>
            <a:xfrm>
              <a:off x="5984082" y="1795462"/>
              <a:ext cx="378618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4AE6C14-162F-DB5A-08D1-D560C6EE7E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476" y="1926431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0BDF44-E807-6E5C-9A76-899CD4DEC5E1}"/>
                </a:ext>
              </a:extLst>
            </p:cNvPr>
            <p:cNvCxnSpPr>
              <a:cxnSpLocks/>
            </p:cNvCxnSpPr>
            <p:nvPr/>
          </p:nvCxnSpPr>
          <p:spPr>
            <a:xfrm>
              <a:off x="7034214" y="1914524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B5A374E-CF3A-4CA6-9204-0A99961EC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900" y="2000249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6F984FA-D198-48C0-014F-34C1DE748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3" y="2114550"/>
              <a:ext cx="51196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79E97CE-3D0F-8D47-34D9-19DC8AC847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931" y="231457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511C9D8-F9CD-084B-338B-DF0B07274B40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2" y="2440780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B935BD7-69CC-27EA-D70E-91F5BEF34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9" y="2188369"/>
              <a:ext cx="850106" cy="3405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395E7DD5-5F71-3E1E-3AA8-29E378087D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6568" y="2650331"/>
              <a:ext cx="0" cy="492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4C931BB-0CE9-3EEB-2ACC-19611F248699}"/>
                </a:ext>
              </a:extLst>
            </p:cNvPr>
            <p:cNvCxnSpPr>
              <a:cxnSpLocks/>
            </p:cNvCxnSpPr>
            <p:nvPr/>
          </p:nvCxnSpPr>
          <p:spPr>
            <a:xfrm>
              <a:off x="6836570" y="3136105"/>
              <a:ext cx="350043" cy="178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97BF202-690C-DD74-C010-1A126BFF5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1376" y="3245643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066F904-8D21-E05D-C1F3-DC6E9D85F601}"/>
                </a:ext>
              </a:extLst>
            </p:cNvPr>
            <p:cNvCxnSpPr>
              <a:cxnSpLocks/>
            </p:cNvCxnSpPr>
            <p:nvPr/>
          </p:nvCxnSpPr>
          <p:spPr>
            <a:xfrm>
              <a:off x="7386639" y="3233736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F84FE25-182D-4146-1D85-B9B741956D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418" y="3319462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651B28E7-9815-E954-8E9A-7189CE58EA6C}"/>
                </a:ext>
              </a:extLst>
            </p:cNvPr>
            <p:cNvCxnSpPr>
              <a:cxnSpLocks/>
            </p:cNvCxnSpPr>
            <p:nvPr/>
          </p:nvCxnSpPr>
          <p:spPr>
            <a:xfrm>
              <a:off x="7534275" y="2126456"/>
              <a:ext cx="176212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8CF31D9A-721F-089E-1295-6CED25A776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6656" y="2005011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D12A008B-1385-1FF6-F155-6F1664E4EF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1895" y="1802606"/>
              <a:ext cx="523874" cy="204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2C6199AC-6D3B-D963-B37E-6B23C06C558E}"/>
                </a:ext>
              </a:extLst>
            </p:cNvPr>
            <p:cNvCxnSpPr>
              <a:cxnSpLocks/>
            </p:cNvCxnSpPr>
            <p:nvPr/>
          </p:nvCxnSpPr>
          <p:spPr>
            <a:xfrm>
              <a:off x="8053388" y="1809750"/>
              <a:ext cx="176212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718F6902-E4FA-FEDD-A9AB-F6A0AD18AA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8581" y="1874043"/>
              <a:ext cx="526257" cy="2071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67F78A2D-3BAE-41A1-8CDF-54E399ADF567}"/>
                </a:ext>
              </a:extLst>
            </p:cNvPr>
            <p:cNvCxnSpPr>
              <a:cxnSpLocks/>
            </p:cNvCxnSpPr>
            <p:nvPr/>
          </p:nvCxnSpPr>
          <p:spPr>
            <a:xfrm>
              <a:off x="7693819" y="2078831"/>
              <a:ext cx="176212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01513ED-61BC-BD2E-AC10-920D10004B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4794" y="2071688"/>
              <a:ext cx="171450" cy="666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BCE0D647-DF60-B739-C001-8843EAF4FF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3863" y="2071686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78DE835C-910A-1570-E932-34BEFDC1F1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5681" y="2195513"/>
              <a:ext cx="673894" cy="2619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F20D77E6-FA43-C822-B320-CD5778276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0444" y="2457448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B3B03C34-C344-7659-1C85-F14148D41E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1850" y="2590801"/>
              <a:ext cx="171450" cy="666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231B4FD6-A4A5-AD46-4139-CBC4BF4D7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4231" y="2531267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214D3A5B-4B6A-A959-E3B3-9C6979A77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5162" y="2526508"/>
              <a:ext cx="171450" cy="666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E16A0EEF-F0E8-ED06-F75A-86DCDDC466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7068" y="2588417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3C37A1A1-D92A-F27A-B9AD-05B2547834FE}"/>
                </a:ext>
              </a:extLst>
            </p:cNvPr>
            <p:cNvCxnSpPr>
              <a:cxnSpLocks/>
            </p:cNvCxnSpPr>
            <p:nvPr/>
          </p:nvCxnSpPr>
          <p:spPr>
            <a:xfrm>
              <a:off x="6846094" y="2655094"/>
              <a:ext cx="185736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467D2961-3FAD-761C-DAE3-F1E2DFD12A3B}"/>
                </a:ext>
              </a:extLst>
            </p:cNvPr>
            <p:cNvCxnSpPr>
              <a:cxnSpLocks/>
            </p:cNvCxnSpPr>
            <p:nvPr/>
          </p:nvCxnSpPr>
          <p:spPr>
            <a:xfrm>
              <a:off x="7548564" y="3436142"/>
              <a:ext cx="326230" cy="1285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F4B6620A-37ED-B556-DF1C-70A26C2B0E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4793" y="3302794"/>
              <a:ext cx="0" cy="278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2F58E6E3-9EBC-261A-A1C7-610465684152}"/>
                </a:ext>
              </a:extLst>
            </p:cNvPr>
            <p:cNvCxnSpPr>
              <a:cxnSpLocks/>
            </p:cNvCxnSpPr>
            <p:nvPr/>
          </p:nvCxnSpPr>
          <p:spPr>
            <a:xfrm>
              <a:off x="7874795" y="3295648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18205474-8842-B7E2-B169-08F1174B3C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6243" y="3098006"/>
              <a:ext cx="0" cy="278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CAFC5AB7-1084-D08C-29E0-F17FC3708A19}"/>
                </a:ext>
              </a:extLst>
            </p:cNvPr>
            <p:cNvCxnSpPr>
              <a:cxnSpLocks/>
            </p:cNvCxnSpPr>
            <p:nvPr/>
          </p:nvCxnSpPr>
          <p:spPr>
            <a:xfrm>
              <a:off x="8043864" y="3098004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60901073-EFAF-E5F4-B967-E8A5B1531C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5312" y="2900362"/>
              <a:ext cx="0" cy="278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E16769C5-D805-7911-673A-FE7ECFBF1B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0551" y="2840830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40C1E7B9-83A3-0F07-5B84-730E57CC48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96287" y="2450306"/>
              <a:ext cx="0" cy="4048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60163E00-6BE1-3F7F-FD21-1589F4AA7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7650" y="2445544"/>
              <a:ext cx="528638" cy="2190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9CBD421A-D3BC-79C9-6197-CB544EEBEE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7174" y="2655094"/>
              <a:ext cx="0" cy="2500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2E4A2F19-8C79-25ED-1F1C-D0F0AC28F8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9038" y="2897980"/>
              <a:ext cx="338137" cy="1428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DC312159-A497-9600-2B26-056FFBEF12DB}"/>
                </a:ext>
              </a:extLst>
            </p:cNvPr>
            <p:cNvCxnSpPr>
              <a:cxnSpLocks/>
            </p:cNvCxnSpPr>
            <p:nvPr/>
          </p:nvCxnSpPr>
          <p:spPr>
            <a:xfrm>
              <a:off x="7536658" y="3043235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F53465D6-02BE-E42F-4E3E-C08BC3ECC6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6199" y="2840831"/>
              <a:ext cx="0" cy="2738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95E652A4-5EBD-73E0-BF54-8039F77CDD3B}"/>
                </a:ext>
              </a:extLst>
            </p:cNvPr>
            <p:cNvCxnSpPr>
              <a:cxnSpLocks/>
            </p:cNvCxnSpPr>
            <p:nvPr/>
          </p:nvCxnSpPr>
          <p:spPr>
            <a:xfrm>
              <a:off x="7534276" y="2767010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D94AC803-4236-8839-1F35-DB1684CA4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3756" y="2764630"/>
              <a:ext cx="338137" cy="1428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EC89356C-07DD-B9B1-90B2-5E4944FD08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1375" y="2909887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825CBC6E-BE52-D6EF-DAB4-221874AB01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419" y="2705100"/>
              <a:ext cx="157162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9084DC4B-C150-FB47-D6EE-B3B31EFEA3AA}"/>
                </a:ext>
              </a:extLst>
            </p:cNvPr>
            <p:cNvCxnSpPr>
              <a:cxnSpLocks/>
            </p:cNvCxnSpPr>
            <p:nvPr/>
          </p:nvCxnSpPr>
          <p:spPr>
            <a:xfrm>
              <a:off x="7529513" y="2645569"/>
              <a:ext cx="164306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52ED7084-F520-8CA5-B34A-02EB88CED3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1894" y="252650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15E47CD6-3D5D-7DEF-FC28-31000A0A000C}"/>
                </a:ext>
              </a:extLst>
            </p:cNvPr>
            <p:cNvCxnSpPr>
              <a:cxnSpLocks/>
            </p:cNvCxnSpPr>
            <p:nvPr/>
          </p:nvCxnSpPr>
          <p:spPr>
            <a:xfrm>
              <a:off x="7534275" y="2536032"/>
              <a:ext cx="164306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54212125-75C9-9039-16E0-0D46B9405B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8581" y="2478879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4143609D-A719-F505-12B0-00F38CE618B0}"/>
                </a:ext>
              </a:extLst>
            </p:cNvPr>
            <p:cNvCxnSpPr>
              <a:cxnSpLocks/>
            </p:cNvCxnSpPr>
            <p:nvPr/>
          </p:nvCxnSpPr>
          <p:spPr>
            <a:xfrm>
              <a:off x="7703343" y="2462213"/>
              <a:ext cx="164306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E0963875-5BA5-C2E5-8719-773A07B088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7175" y="241220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729CD737-ABD9-DD38-9E26-6669E2963800}"/>
                </a:ext>
              </a:extLst>
            </p:cNvPr>
            <p:cNvCxnSpPr>
              <a:cxnSpLocks/>
            </p:cNvCxnSpPr>
            <p:nvPr/>
          </p:nvCxnSpPr>
          <p:spPr>
            <a:xfrm>
              <a:off x="7879556" y="2412207"/>
              <a:ext cx="164306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9EF32C8A-DC32-9E2D-4F3D-B489E8EF8E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6244" y="2350291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F63DC756-BD64-83D7-4423-1A738146C639}"/>
                </a:ext>
              </a:extLst>
            </p:cNvPr>
            <p:cNvCxnSpPr>
              <a:cxnSpLocks/>
            </p:cNvCxnSpPr>
            <p:nvPr/>
          </p:nvCxnSpPr>
          <p:spPr>
            <a:xfrm>
              <a:off x="8051006" y="2340769"/>
              <a:ext cx="164306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4002D27E-E462-56FB-8169-13AB27C40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5312" y="2145506"/>
              <a:ext cx="0" cy="2524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8968E80A-79C7-DE66-6689-24CFD45414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24838" y="2078831"/>
              <a:ext cx="157162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81E1C9FC-AD20-0A41-411F-26E41EDFA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6763" y="1950241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2E96B81E-465A-B842-0DDC-4450A23816BD}"/>
                </a:ext>
              </a:extLst>
            </p:cNvPr>
            <p:cNvCxnSpPr>
              <a:cxnSpLocks/>
            </p:cNvCxnSpPr>
            <p:nvPr/>
          </p:nvCxnSpPr>
          <p:spPr>
            <a:xfrm>
              <a:off x="8391525" y="1940719"/>
              <a:ext cx="164306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A2B70126-F2B8-4F87-026C-70F5C0CC33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5831" y="2000250"/>
              <a:ext cx="0" cy="1452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824AC0F3-3CB1-6B63-9A48-D788F8977A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96288" y="2138362"/>
              <a:ext cx="157162" cy="59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1FC94D44-B4E6-5CA4-DF15-6367F1A41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98669" y="2188366"/>
              <a:ext cx="0" cy="1476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FA0E3BB4-B461-C6D3-4AA9-46BCCC107A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08194" y="2195513"/>
              <a:ext cx="323850" cy="1285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693F59DF-CFC3-B151-8B3D-7BA09D07D6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4425" y="2185987"/>
              <a:ext cx="0" cy="1452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956B9EE5-485F-8D4E-82A4-6F4ED48396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975" y="2324099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B2762CF6-830B-9CEB-9BF6-855E40BFE4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5356" y="2393155"/>
              <a:ext cx="0" cy="511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5B989ED1-69C0-378A-DB8A-4E38EC4692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91525" y="2900362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CB2743B8-028B-7C0A-5A98-D6CE5DA8D4D9}"/>
                </a:ext>
              </a:extLst>
            </p:cNvPr>
            <p:cNvCxnSpPr>
              <a:cxnSpLocks/>
            </p:cNvCxnSpPr>
            <p:nvPr/>
          </p:nvCxnSpPr>
          <p:spPr>
            <a:xfrm>
              <a:off x="8401052" y="2969416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0C271A90-BED1-B058-4F2B-1DFCBED6EB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9143" y="3043238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78FCAA78-288C-F842-0BD2-4A7003D63E10}"/>
                </a:ext>
              </a:extLst>
            </p:cNvPr>
            <p:cNvCxnSpPr>
              <a:cxnSpLocks/>
            </p:cNvCxnSpPr>
            <p:nvPr/>
          </p:nvCxnSpPr>
          <p:spPr>
            <a:xfrm>
              <a:off x="8391527" y="3105148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4A9037E5-5D85-A98D-A65A-3F3D31FA30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4381" y="3176587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423A769A-9B7B-E6AF-5764-9C3487A712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91525" y="3236118"/>
              <a:ext cx="0" cy="253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D053CAB6-7F40-E82A-8B83-44E5000EB2E7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3" y="3617117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F94F0CC8-DEBB-ED4F-7795-C781901275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8687" y="3543300"/>
              <a:ext cx="352426" cy="1428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AE047F04-C02A-F863-FF4A-E89A4873F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3493" y="3433763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5E7DDDDE-B9FA-9293-C61F-56BF304147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3969" y="3367087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07BC12E5-FF79-4BB9-7DC7-C280456D6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5418" y="3107531"/>
              <a:ext cx="0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1F5159BD-EB1F-3C88-067E-DECEE5D74262}"/>
                </a:ext>
              </a:extLst>
            </p:cNvPr>
            <p:cNvCxnSpPr>
              <a:cxnSpLocks/>
            </p:cNvCxnSpPr>
            <p:nvPr/>
          </p:nvCxnSpPr>
          <p:spPr>
            <a:xfrm>
              <a:off x="8905877" y="3031329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28E96506-12C9-B3C4-5E42-764106A321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6332" y="3031331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F8AB2C38-4A93-C317-0F61-7C8E1C214D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9186" y="2452688"/>
              <a:ext cx="0" cy="6476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4B7CE175-AD62-31E2-3788-CD44293A33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6807" y="2378868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524">
              <a:extLst>
                <a:ext uri="{FF2B5EF4-FFF2-40B4-BE49-F238E27FC236}">
                  <a16:creationId xmlns:a16="http://schemas.microsoft.com/office/drawing/2014/main" id="{696CBC1B-44F8-6DD8-E33A-144F2B8EB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8729" y="2381250"/>
              <a:ext cx="0" cy="5429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F524216E-FB32-2B71-DF34-488358A510D5}"/>
                </a:ext>
              </a:extLst>
            </p:cNvPr>
            <p:cNvCxnSpPr>
              <a:cxnSpLocks/>
            </p:cNvCxnSpPr>
            <p:nvPr/>
          </p:nvCxnSpPr>
          <p:spPr>
            <a:xfrm>
              <a:off x="8905877" y="2917029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20386363-FF43-B40F-EF58-8FFD020EB4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562" y="2595563"/>
              <a:ext cx="0" cy="3881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F871AE9C-B8B9-75EB-7471-42CB231A2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4469" y="2371725"/>
              <a:ext cx="510381" cy="2214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3BD4F641-8B5E-EADB-A027-B73579FB93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95644" y="2389187"/>
              <a:ext cx="0" cy="2905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47E9E537-96C6-40F3-AA2D-438A1CB19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156" y="2593181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8773D2C5-7BF7-DFD3-E5F6-0A6F9F49DE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157" y="2652712"/>
              <a:ext cx="0" cy="646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>
              <a:extLst>
                <a:ext uri="{FF2B5EF4-FFF2-40B4-BE49-F238E27FC236}">
                  <a16:creationId xmlns:a16="http://schemas.microsoft.com/office/drawing/2014/main" id="{16A27BE1-12FF-D9D7-2816-B51295E52AEA}"/>
                </a:ext>
              </a:extLst>
            </p:cNvPr>
            <p:cNvCxnSpPr>
              <a:cxnSpLocks/>
            </p:cNvCxnSpPr>
            <p:nvPr/>
          </p:nvCxnSpPr>
          <p:spPr>
            <a:xfrm>
              <a:off x="9255127" y="3297236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536">
              <a:extLst>
                <a:ext uri="{FF2B5EF4-FFF2-40B4-BE49-F238E27FC236}">
                  <a16:creationId xmlns:a16="http://schemas.microsoft.com/office/drawing/2014/main" id="{E4916667-77EE-BEE1-63F6-1878E526EE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775" y="3488530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8343820A-DE15-80AF-055B-BDC4F92614EF}"/>
                </a:ext>
              </a:extLst>
            </p:cNvPr>
            <p:cNvCxnSpPr>
              <a:cxnSpLocks/>
            </p:cNvCxnSpPr>
            <p:nvPr/>
          </p:nvCxnSpPr>
          <p:spPr>
            <a:xfrm>
              <a:off x="9082089" y="3486149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D501D90C-827B-1AA2-72D3-1F0BF7D4C7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2087" y="3486150"/>
              <a:ext cx="0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C09C2EBE-49C1-6E15-A71C-2CD54284F9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8256" y="3612355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0B1DE329-F177-A8EE-46CA-5A27C3D78BFE}"/>
                </a:ext>
              </a:extLst>
            </p:cNvPr>
            <p:cNvCxnSpPr>
              <a:cxnSpLocks/>
            </p:cNvCxnSpPr>
            <p:nvPr/>
          </p:nvCxnSpPr>
          <p:spPr>
            <a:xfrm>
              <a:off x="8908258" y="3683793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542">
              <a:extLst>
                <a:ext uri="{FF2B5EF4-FFF2-40B4-BE49-F238E27FC236}">
                  <a16:creationId xmlns:a16="http://schemas.microsoft.com/office/drawing/2014/main" id="{B9E10CE4-B6E2-B101-80DF-C1EC45AA49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7325" y="3750469"/>
              <a:ext cx="0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543">
              <a:extLst>
                <a:ext uri="{FF2B5EF4-FFF2-40B4-BE49-F238E27FC236}">
                  <a16:creationId xmlns:a16="http://schemas.microsoft.com/office/drawing/2014/main" id="{BFB91B8D-B476-2678-578D-5F68AE2149D3}"/>
                </a:ext>
              </a:extLst>
            </p:cNvPr>
            <p:cNvCxnSpPr>
              <a:cxnSpLocks/>
            </p:cNvCxnSpPr>
            <p:nvPr/>
          </p:nvCxnSpPr>
          <p:spPr>
            <a:xfrm>
              <a:off x="9074945" y="3874293"/>
              <a:ext cx="352424" cy="1333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545">
              <a:extLst>
                <a:ext uri="{FF2B5EF4-FFF2-40B4-BE49-F238E27FC236}">
                  <a16:creationId xmlns:a16="http://schemas.microsoft.com/office/drawing/2014/main" id="{118E419D-C225-BEAA-8856-D0834AA353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22606" y="3876675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547">
              <a:extLst>
                <a:ext uri="{FF2B5EF4-FFF2-40B4-BE49-F238E27FC236}">
                  <a16:creationId xmlns:a16="http://schemas.microsoft.com/office/drawing/2014/main" id="{A4511EED-1799-AE32-2D2D-71CB456E4A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5505" y="3871913"/>
              <a:ext cx="0" cy="278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Straight Connector 550">
              <a:extLst>
                <a:ext uri="{FF2B5EF4-FFF2-40B4-BE49-F238E27FC236}">
                  <a16:creationId xmlns:a16="http://schemas.microsoft.com/office/drawing/2014/main" id="{9F825DEE-B3FD-8447-DB85-74F068E73FD4}"/>
                </a:ext>
              </a:extLst>
            </p:cNvPr>
            <p:cNvCxnSpPr>
              <a:cxnSpLocks/>
            </p:cNvCxnSpPr>
            <p:nvPr/>
          </p:nvCxnSpPr>
          <p:spPr>
            <a:xfrm>
              <a:off x="9589295" y="4071937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C8EEC43F-17D8-009B-0B1E-82BACA3982EA}"/>
                </a:ext>
              </a:extLst>
            </p:cNvPr>
            <p:cNvCxnSpPr>
              <a:cxnSpLocks/>
            </p:cNvCxnSpPr>
            <p:nvPr/>
          </p:nvCxnSpPr>
          <p:spPr>
            <a:xfrm>
              <a:off x="9077325" y="4007644"/>
              <a:ext cx="164306" cy="785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555">
              <a:extLst>
                <a:ext uri="{FF2B5EF4-FFF2-40B4-BE49-F238E27FC236}">
                  <a16:creationId xmlns:a16="http://schemas.microsoft.com/office/drawing/2014/main" id="{B0665CE2-5359-46AE-3BDE-CB4D4B9EC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6106" y="3490912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Connector 556">
              <a:extLst>
                <a:ext uri="{FF2B5EF4-FFF2-40B4-BE49-F238E27FC236}">
                  <a16:creationId xmlns:a16="http://schemas.microsoft.com/office/drawing/2014/main" id="{7CE6D8C5-3A53-113F-7271-5BB21F5BBC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7693" y="3560763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557">
              <a:extLst>
                <a:ext uri="{FF2B5EF4-FFF2-40B4-BE49-F238E27FC236}">
                  <a16:creationId xmlns:a16="http://schemas.microsoft.com/office/drawing/2014/main" id="{42790689-CD3A-CE58-501D-E4345EF38B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4181" y="3674268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558">
              <a:extLst>
                <a:ext uri="{FF2B5EF4-FFF2-40B4-BE49-F238E27FC236}">
                  <a16:creationId xmlns:a16="http://schemas.microsoft.com/office/drawing/2014/main" id="{6CEFFCB0-88E5-B73A-01E7-18DF820209B0}"/>
                </a:ext>
              </a:extLst>
            </p:cNvPr>
            <p:cNvCxnSpPr>
              <a:cxnSpLocks/>
            </p:cNvCxnSpPr>
            <p:nvPr/>
          </p:nvCxnSpPr>
          <p:spPr>
            <a:xfrm>
              <a:off x="7884321" y="3674267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559">
              <a:extLst>
                <a:ext uri="{FF2B5EF4-FFF2-40B4-BE49-F238E27FC236}">
                  <a16:creationId xmlns:a16="http://schemas.microsoft.com/office/drawing/2014/main" id="{9E3F5C57-574B-AC47-F7FB-9B0376376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6613" y="3667124"/>
              <a:ext cx="700880" cy="2786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561">
              <a:extLst>
                <a:ext uri="{FF2B5EF4-FFF2-40B4-BE49-F238E27FC236}">
                  <a16:creationId xmlns:a16="http://schemas.microsoft.com/office/drawing/2014/main" id="{1840B849-690D-62E4-D03B-5928DADAAD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8475" y="3816350"/>
              <a:ext cx="340518" cy="1420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CE653860-B2BB-7CBA-8581-920ADA114961}"/>
                </a:ext>
              </a:extLst>
            </p:cNvPr>
            <p:cNvCxnSpPr>
              <a:cxnSpLocks/>
            </p:cNvCxnSpPr>
            <p:nvPr/>
          </p:nvCxnSpPr>
          <p:spPr>
            <a:xfrm>
              <a:off x="7032625" y="4003675"/>
              <a:ext cx="334964" cy="144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CA46ADFB-8BF5-5EF9-4341-2DC8371411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5681" y="4029870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484D3FD4-7C51-66CB-A641-08003E10F0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093" y="3940175"/>
              <a:ext cx="167482" cy="72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566">
              <a:extLst>
                <a:ext uri="{FF2B5EF4-FFF2-40B4-BE49-F238E27FC236}">
                  <a16:creationId xmlns:a16="http://schemas.microsoft.com/office/drawing/2014/main" id="{131D87BB-0C39-60AD-EC6B-49A5E858DD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7650" y="3822701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Straight Connector 567">
              <a:extLst>
                <a:ext uri="{FF2B5EF4-FFF2-40B4-BE49-F238E27FC236}">
                  <a16:creationId xmlns:a16="http://schemas.microsoft.com/office/drawing/2014/main" id="{95215BCB-85F0-BADA-83FD-FAADA502A8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0825" y="3867149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568">
              <a:extLst>
                <a:ext uri="{FF2B5EF4-FFF2-40B4-BE49-F238E27FC236}">
                  <a16:creationId xmlns:a16="http://schemas.microsoft.com/office/drawing/2014/main" id="{6BC0BEA2-25E6-7479-D5E5-1BB562AC0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6719" y="3877470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569">
              <a:extLst>
                <a:ext uri="{FF2B5EF4-FFF2-40B4-BE49-F238E27FC236}">
                  <a16:creationId xmlns:a16="http://schemas.microsoft.com/office/drawing/2014/main" id="{1E62C241-FAE3-857E-9D92-C016EF6AB19C}"/>
                </a:ext>
              </a:extLst>
            </p:cNvPr>
            <p:cNvCxnSpPr>
              <a:cxnSpLocks/>
            </p:cNvCxnSpPr>
            <p:nvPr/>
          </p:nvCxnSpPr>
          <p:spPr>
            <a:xfrm>
              <a:off x="8041483" y="3988592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570">
              <a:extLst>
                <a:ext uri="{FF2B5EF4-FFF2-40B4-BE49-F238E27FC236}">
                  <a16:creationId xmlns:a16="http://schemas.microsoft.com/office/drawing/2014/main" id="{5C98F98C-1036-577B-F3D1-7835FA171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0550" y="4067970"/>
              <a:ext cx="0" cy="2635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572">
              <a:extLst>
                <a:ext uri="{FF2B5EF4-FFF2-40B4-BE49-F238E27FC236}">
                  <a16:creationId xmlns:a16="http://schemas.microsoft.com/office/drawing/2014/main" id="{1C31D548-A286-49BD-C253-9B89ED627EAD}"/>
                </a:ext>
              </a:extLst>
            </p:cNvPr>
            <p:cNvCxnSpPr>
              <a:cxnSpLocks/>
            </p:cNvCxnSpPr>
            <p:nvPr/>
          </p:nvCxnSpPr>
          <p:spPr>
            <a:xfrm>
              <a:off x="8215314" y="4324348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573">
              <a:extLst>
                <a:ext uri="{FF2B5EF4-FFF2-40B4-BE49-F238E27FC236}">
                  <a16:creationId xmlns:a16="http://schemas.microsoft.com/office/drawing/2014/main" id="{1C47911A-8A7A-5CBE-C319-B0A9520D7E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91525" y="4133850"/>
              <a:ext cx="0" cy="265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100465C7-07FC-BD6C-84F9-F21CED9E5461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3" y="4136229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576">
              <a:extLst>
                <a:ext uri="{FF2B5EF4-FFF2-40B4-BE49-F238E27FC236}">
                  <a16:creationId xmlns:a16="http://schemas.microsoft.com/office/drawing/2014/main" id="{61AACDA4-AA0F-2343-89EB-3388B28A80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6150" y="4143374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1B41DD79-F980-970D-4D0E-A781ADA80E5B}"/>
                </a:ext>
              </a:extLst>
            </p:cNvPr>
            <p:cNvCxnSpPr>
              <a:cxnSpLocks/>
            </p:cNvCxnSpPr>
            <p:nvPr/>
          </p:nvCxnSpPr>
          <p:spPr>
            <a:xfrm>
              <a:off x="8224838" y="3940969"/>
              <a:ext cx="507207" cy="204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579">
              <a:extLst>
                <a:ext uri="{FF2B5EF4-FFF2-40B4-BE49-F238E27FC236}">
                  <a16:creationId xmlns:a16="http://schemas.microsoft.com/office/drawing/2014/main" id="{12176F1E-B22E-B408-524A-D0472BA638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23250" y="3879055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A7E27456-CD20-9D5F-30DE-FA5A6D896F47}"/>
                </a:ext>
              </a:extLst>
            </p:cNvPr>
            <p:cNvCxnSpPr>
              <a:cxnSpLocks/>
            </p:cNvCxnSpPr>
            <p:nvPr/>
          </p:nvCxnSpPr>
          <p:spPr>
            <a:xfrm>
              <a:off x="8212933" y="3809998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60969FAD-9C73-2788-9D53-0C15851D8A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23250" y="3745705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CC5286A5-F62C-4DBB-7D8C-0DB682F76F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1999" y="3632201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CA0804ED-2E55-7F7E-4F27-B40009EBDE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8256" y="4002880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F30C858B-5D18-C60D-A62E-C36CE70648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0637" y="4071938"/>
              <a:ext cx="0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585">
              <a:extLst>
                <a:ext uri="{FF2B5EF4-FFF2-40B4-BE49-F238E27FC236}">
                  <a16:creationId xmlns:a16="http://schemas.microsoft.com/office/drawing/2014/main" id="{6A48E5AA-968A-63D3-D6C8-59FF04CA9A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0637" y="4129086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C175F1D7-4A0B-7A43-5D60-675BDB7C64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2087" y="4136232"/>
              <a:ext cx="0" cy="2666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588">
              <a:extLst>
                <a:ext uri="{FF2B5EF4-FFF2-40B4-BE49-F238E27FC236}">
                  <a16:creationId xmlns:a16="http://schemas.microsoft.com/office/drawing/2014/main" id="{D06C69DC-A61F-3A78-1D1D-27E4D74A2638}"/>
                </a:ext>
              </a:extLst>
            </p:cNvPr>
            <p:cNvCxnSpPr>
              <a:cxnSpLocks/>
            </p:cNvCxnSpPr>
            <p:nvPr/>
          </p:nvCxnSpPr>
          <p:spPr>
            <a:xfrm>
              <a:off x="9303546" y="4086223"/>
              <a:ext cx="254792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7F144907-2971-182E-A0FF-4AF7970230EA}"/>
                </a:ext>
              </a:extLst>
            </p:cNvPr>
            <p:cNvCxnSpPr>
              <a:cxnSpLocks/>
            </p:cNvCxnSpPr>
            <p:nvPr/>
          </p:nvCxnSpPr>
          <p:spPr>
            <a:xfrm>
              <a:off x="9080500" y="4379119"/>
              <a:ext cx="164306" cy="785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BC0E9001-D585-8C6B-832B-B263DA10AD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9050" y="4459286"/>
              <a:ext cx="327024" cy="1317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1D70F0FF-9366-8CB8-FFC2-794AD2F531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0637" y="4588669"/>
              <a:ext cx="0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A5ADB874-CC6F-924D-096B-44CE5AD36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6669" y="4457700"/>
              <a:ext cx="680244" cy="2595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9A4C5FD3-0536-DA1E-61E7-887D5367A4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91674" y="4455319"/>
              <a:ext cx="0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88A16BBB-B43E-2922-9FBD-41737BFC99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5462" y="4583905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598">
              <a:extLst>
                <a:ext uri="{FF2B5EF4-FFF2-40B4-BE49-F238E27FC236}">
                  <a16:creationId xmlns:a16="http://schemas.microsoft.com/office/drawing/2014/main" id="{E40984D9-79BD-894C-F047-84BD681EFFF2}"/>
                </a:ext>
              </a:extLst>
            </p:cNvPr>
            <p:cNvCxnSpPr>
              <a:cxnSpLocks/>
            </p:cNvCxnSpPr>
            <p:nvPr/>
          </p:nvCxnSpPr>
          <p:spPr>
            <a:xfrm>
              <a:off x="9416256" y="4643438"/>
              <a:ext cx="164306" cy="785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599">
              <a:extLst>
                <a:ext uri="{FF2B5EF4-FFF2-40B4-BE49-F238E27FC236}">
                  <a16:creationId xmlns:a16="http://schemas.microsoft.com/office/drawing/2014/main" id="{915FFFD1-B314-4F69-8AE7-931AA7B075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2149" y="4657724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0042A72A-7CC4-2E6B-B9CD-DC6881A420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8361" y="4648200"/>
              <a:ext cx="0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601">
              <a:extLst>
                <a:ext uri="{FF2B5EF4-FFF2-40B4-BE49-F238E27FC236}">
                  <a16:creationId xmlns:a16="http://schemas.microsoft.com/office/drawing/2014/main" id="{47A78638-6EA7-6E0C-7E4D-CD50F15106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6912" y="4774405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FCA87764-30E1-2782-5F90-86A22DEFB535}"/>
                </a:ext>
              </a:extLst>
            </p:cNvPr>
            <p:cNvCxnSpPr>
              <a:cxnSpLocks/>
            </p:cNvCxnSpPr>
            <p:nvPr/>
          </p:nvCxnSpPr>
          <p:spPr>
            <a:xfrm>
              <a:off x="9599612" y="4845844"/>
              <a:ext cx="164306" cy="785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F9D258A7-7F40-1971-3029-ADEDA79B8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2149" y="4914900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B5888DCE-3F65-DE5A-ADF3-67A30BC1EAAC}"/>
                </a:ext>
              </a:extLst>
            </p:cNvPr>
            <p:cNvCxnSpPr>
              <a:cxnSpLocks/>
            </p:cNvCxnSpPr>
            <p:nvPr/>
          </p:nvCxnSpPr>
          <p:spPr>
            <a:xfrm>
              <a:off x="9601994" y="4979194"/>
              <a:ext cx="16113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7AB90E51-DB8B-F266-9CB8-1093F6FBF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96437" y="5041106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559B0984-745C-363D-574A-3A8613B9D3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94054" y="5112543"/>
              <a:ext cx="0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0AD8A886-DD80-360C-AFEC-B28A2B5F4428}"/>
                </a:ext>
              </a:extLst>
            </p:cNvPr>
            <p:cNvCxnSpPr>
              <a:cxnSpLocks/>
            </p:cNvCxnSpPr>
            <p:nvPr/>
          </p:nvCxnSpPr>
          <p:spPr>
            <a:xfrm>
              <a:off x="9428163" y="5169694"/>
              <a:ext cx="16113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F1FA4D07-3216-D9FD-E7C6-44370A958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27367" y="5172075"/>
              <a:ext cx="0" cy="2595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E9AC93FF-450B-2D5E-8EFE-6B074B96B3FE}"/>
                </a:ext>
              </a:extLst>
            </p:cNvPr>
            <p:cNvCxnSpPr>
              <a:cxnSpLocks/>
            </p:cNvCxnSpPr>
            <p:nvPr/>
          </p:nvCxnSpPr>
          <p:spPr>
            <a:xfrm>
              <a:off x="9254331" y="5362575"/>
              <a:ext cx="16113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612">
              <a:extLst>
                <a:ext uri="{FF2B5EF4-FFF2-40B4-BE49-F238E27FC236}">
                  <a16:creationId xmlns:a16="http://schemas.microsoft.com/office/drawing/2014/main" id="{021C7497-7D79-DF80-E2C2-A029EB00B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5917" y="4719638"/>
              <a:ext cx="0" cy="6524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614">
              <a:extLst>
                <a:ext uri="{FF2B5EF4-FFF2-40B4-BE49-F238E27FC236}">
                  <a16:creationId xmlns:a16="http://schemas.microsoft.com/office/drawing/2014/main" id="{61101C5B-78D8-FB38-C157-C81F16FD12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9230" y="4719637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5B981F03-3DF7-E08B-9869-E33B1AB8B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6849" y="4791075"/>
              <a:ext cx="0" cy="507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ECDC0679-14CF-4B9A-8C1E-DCBDDF3E1297}"/>
                </a:ext>
              </a:extLst>
            </p:cNvPr>
            <p:cNvCxnSpPr>
              <a:cxnSpLocks/>
            </p:cNvCxnSpPr>
            <p:nvPr/>
          </p:nvCxnSpPr>
          <p:spPr>
            <a:xfrm>
              <a:off x="8925718" y="5245893"/>
              <a:ext cx="16113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618">
              <a:extLst>
                <a:ext uri="{FF2B5EF4-FFF2-40B4-BE49-F238E27FC236}">
                  <a16:creationId xmlns:a16="http://schemas.microsoft.com/office/drawing/2014/main" id="{918FC211-9311-D53D-C6A5-A94F1AC664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5398" y="5112543"/>
              <a:ext cx="0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619">
              <a:extLst>
                <a:ext uri="{FF2B5EF4-FFF2-40B4-BE49-F238E27FC236}">
                  <a16:creationId xmlns:a16="http://schemas.microsoft.com/office/drawing/2014/main" id="{8C53FDD3-17D3-91A0-9255-AFB3716FA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8712" y="5100637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620">
              <a:extLst>
                <a:ext uri="{FF2B5EF4-FFF2-40B4-BE49-F238E27FC236}">
                  <a16:creationId xmlns:a16="http://schemas.microsoft.com/office/drawing/2014/main" id="{B739F50D-86CD-1E95-20FC-0B9D9B997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8710" y="5169693"/>
              <a:ext cx="0" cy="2563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621">
              <a:extLst>
                <a:ext uri="{FF2B5EF4-FFF2-40B4-BE49-F238E27FC236}">
                  <a16:creationId xmlns:a16="http://schemas.microsoft.com/office/drawing/2014/main" id="{E6BB8D10-EE71-9BF2-3474-749F5958C2CF}"/>
                </a:ext>
              </a:extLst>
            </p:cNvPr>
            <p:cNvCxnSpPr>
              <a:cxnSpLocks/>
            </p:cNvCxnSpPr>
            <p:nvPr/>
          </p:nvCxnSpPr>
          <p:spPr>
            <a:xfrm>
              <a:off x="7874794" y="4972050"/>
              <a:ext cx="694531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623">
              <a:extLst>
                <a:ext uri="{FF2B5EF4-FFF2-40B4-BE49-F238E27FC236}">
                  <a16:creationId xmlns:a16="http://schemas.microsoft.com/office/drawing/2014/main" id="{A4BFF54A-49D7-3C0B-9CD2-BCA4ED6EC4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8106" y="4972050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13D1A9D0-A36A-C8C2-8642-175D2B03D592}"/>
                </a:ext>
              </a:extLst>
            </p:cNvPr>
            <p:cNvCxnSpPr>
              <a:cxnSpLocks/>
            </p:cNvCxnSpPr>
            <p:nvPr/>
          </p:nvCxnSpPr>
          <p:spPr>
            <a:xfrm>
              <a:off x="7704137" y="5038725"/>
              <a:ext cx="687388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9551737D-4DCD-2789-43D0-C879D2A9E0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22456" y="5293518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49227276-967C-B9BB-6CCB-16DAD71CEBBF}"/>
                </a:ext>
              </a:extLst>
            </p:cNvPr>
            <p:cNvCxnSpPr>
              <a:cxnSpLocks/>
            </p:cNvCxnSpPr>
            <p:nvPr/>
          </p:nvCxnSpPr>
          <p:spPr>
            <a:xfrm>
              <a:off x="7535068" y="5117306"/>
              <a:ext cx="687388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628">
              <a:extLst>
                <a:ext uri="{FF2B5EF4-FFF2-40B4-BE49-F238E27FC236}">
                  <a16:creationId xmlns:a16="http://schemas.microsoft.com/office/drawing/2014/main" id="{16C32382-8A42-1FA1-7AF9-8289388C64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799" y="4991895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629">
              <a:extLst>
                <a:ext uri="{FF2B5EF4-FFF2-40B4-BE49-F238E27FC236}">
                  <a16:creationId xmlns:a16="http://schemas.microsoft.com/office/drawing/2014/main" id="{E3BF3D6B-72A0-154F-BB3A-454BF52C4145}"/>
                </a:ext>
              </a:extLst>
            </p:cNvPr>
            <p:cNvCxnSpPr>
              <a:cxnSpLocks/>
            </p:cNvCxnSpPr>
            <p:nvPr/>
          </p:nvCxnSpPr>
          <p:spPr>
            <a:xfrm>
              <a:off x="7377115" y="4910136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630">
              <a:extLst>
                <a:ext uri="{FF2B5EF4-FFF2-40B4-BE49-F238E27FC236}">
                  <a16:creationId xmlns:a16="http://schemas.microsoft.com/office/drawing/2014/main" id="{F0931E6B-0144-0A00-340C-A82E5B32C7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5205" y="4910933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8D435CE1-4C2D-EE22-A288-2C99FD94BF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4688" y="5024437"/>
              <a:ext cx="345280" cy="1428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633">
              <a:extLst>
                <a:ext uri="{FF2B5EF4-FFF2-40B4-BE49-F238E27FC236}">
                  <a16:creationId xmlns:a16="http://schemas.microsoft.com/office/drawing/2014/main" id="{092BE227-5A24-C2EF-7351-CFF92C3B21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4686" y="5170490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>
              <a:extLst>
                <a:ext uri="{FF2B5EF4-FFF2-40B4-BE49-F238E27FC236}">
                  <a16:creationId xmlns:a16="http://schemas.microsoft.com/office/drawing/2014/main" id="{EF7FD5BF-D16F-6F63-5320-DE1CB8E378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6075" y="5288756"/>
              <a:ext cx="323850" cy="1373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2D2D2A6C-F7C4-E68B-ACFD-7DD366052903}"/>
                </a:ext>
              </a:extLst>
            </p:cNvPr>
            <p:cNvCxnSpPr>
              <a:cxnSpLocks/>
            </p:cNvCxnSpPr>
            <p:nvPr/>
          </p:nvCxnSpPr>
          <p:spPr>
            <a:xfrm>
              <a:off x="6505577" y="5741192"/>
              <a:ext cx="174623" cy="779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640">
              <a:extLst>
                <a:ext uri="{FF2B5EF4-FFF2-40B4-BE49-F238E27FC236}">
                  <a16:creationId xmlns:a16="http://schemas.microsoft.com/office/drawing/2014/main" id="{86BD423B-D46E-B95A-8E70-B8F2359C30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7955" y="5746753"/>
              <a:ext cx="0" cy="38972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84CA508A-F12C-95BC-ED54-AD178209493B}"/>
                </a:ext>
              </a:extLst>
            </p:cNvPr>
            <p:cNvCxnSpPr>
              <a:cxnSpLocks/>
            </p:cNvCxnSpPr>
            <p:nvPr/>
          </p:nvCxnSpPr>
          <p:spPr>
            <a:xfrm>
              <a:off x="6157913" y="6005513"/>
              <a:ext cx="347663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E91CEC9D-5FFA-4071-D793-CACDEACD0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463" y="6017419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644">
              <a:extLst>
                <a:ext uri="{FF2B5EF4-FFF2-40B4-BE49-F238E27FC236}">
                  <a16:creationId xmlns:a16="http://schemas.microsoft.com/office/drawing/2014/main" id="{F1A9F13A-1B86-B874-13D1-61CE3D69C834}"/>
                </a:ext>
              </a:extLst>
            </p:cNvPr>
            <p:cNvCxnSpPr>
              <a:cxnSpLocks/>
            </p:cNvCxnSpPr>
            <p:nvPr/>
          </p:nvCxnSpPr>
          <p:spPr>
            <a:xfrm>
              <a:off x="5650706" y="5945981"/>
              <a:ext cx="338139" cy="1452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646">
              <a:extLst>
                <a:ext uri="{FF2B5EF4-FFF2-40B4-BE49-F238E27FC236}">
                  <a16:creationId xmlns:a16="http://schemas.microsoft.com/office/drawing/2014/main" id="{328C7249-3BAA-E905-E521-688A07C501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1180" y="5837241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647">
              <a:extLst>
                <a:ext uri="{FF2B5EF4-FFF2-40B4-BE49-F238E27FC236}">
                  <a16:creationId xmlns:a16="http://schemas.microsoft.com/office/drawing/2014/main" id="{C14B6D27-5BBC-D1B5-6DD8-E55CFABA6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8800" y="5679281"/>
              <a:ext cx="338138" cy="15478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852CAC7D-7493-D2EA-F198-D43E4453A5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462" y="5303840"/>
              <a:ext cx="0" cy="38972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650">
              <a:extLst>
                <a:ext uri="{FF2B5EF4-FFF2-40B4-BE49-F238E27FC236}">
                  <a16:creationId xmlns:a16="http://schemas.microsoft.com/office/drawing/2014/main" id="{788B1E5B-B9F9-B986-530E-C43FB583EAE0}"/>
                </a:ext>
              </a:extLst>
            </p:cNvPr>
            <p:cNvCxnSpPr>
              <a:cxnSpLocks/>
            </p:cNvCxnSpPr>
            <p:nvPr/>
          </p:nvCxnSpPr>
          <p:spPr>
            <a:xfrm>
              <a:off x="5812633" y="5229223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31A34480-25F9-CAFA-AFFC-DDBEE0F27C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6419" y="5233988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652">
              <a:extLst>
                <a:ext uri="{FF2B5EF4-FFF2-40B4-BE49-F238E27FC236}">
                  <a16:creationId xmlns:a16="http://schemas.microsoft.com/office/drawing/2014/main" id="{086B5D1F-3D5C-B0C1-7A3A-9698CBB4CC52}"/>
                </a:ext>
              </a:extLst>
            </p:cNvPr>
            <p:cNvCxnSpPr>
              <a:cxnSpLocks/>
            </p:cNvCxnSpPr>
            <p:nvPr/>
          </p:nvCxnSpPr>
          <p:spPr>
            <a:xfrm>
              <a:off x="5474495" y="5243510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F5795C97-6EE7-4191-F97D-6F8CE30CBC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8375" y="5234940"/>
              <a:ext cx="690245" cy="25781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711">
              <a:extLst>
                <a:ext uri="{FF2B5EF4-FFF2-40B4-BE49-F238E27FC236}">
                  <a16:creationId xmlns:a16="http://schemas.microsoft.com/office/drawing/2014/main" id="{9740B061-AF42-C940-CA45-3191B33E32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1331" y="3813970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712">
              <a:extLst>
                <a:ext uri="{FF2B5EF4-FFF2-40B4-BE49-F238E27FC236}">
                  <a16:creationId xmlns:a16="http://schemas.microsoft.com/office/drawing/2014/main" id="{998A066B-0ACF-A71F-B015-102B4C41C9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2400" y="3927474"/>
              <a:ext cx="338137" cy="155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714">
              <a:extLst>
                <a:ext uri="{FF2B5EF4-FFF2-40B4-BE49-F238E27FC236}">
                  <a16:creationId xmlns:a16="http://schemas.microsoft.com/office/drawing/2014/main" id="{0DC78200-498E-753E-B3AF-ADEFFF7D6234}"/>
                </a:ext>
              </a:extLst>
            </p:cNvPr>
            <p:cNvCxnSpPr>
              <a:cxnSpLocks/>
            </p:cNvCxnSpPr>
            <p:nvPr/>
          </p:nvCxnSpPr>
          <p:spPr>
            <a:xfrm>
              <a:off x="6506371" y="4087017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715">
              <a:extLst>
                <a:ext uri="{FF2B5EF4-FFF2-40B4-BE49-F238E27FC236}">
                  <a16:creationId xmlns:a16="http://schemas.microsoft.com/office/drawing/2014/main" id="{F50BC7B3-1C2E-967A-0015-5C3723358E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4006850"/>
              <a:ext cx="349250" cy="155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E35857AC-5367-8C51-A718-32C7EEA596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7606" y="3960020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720">
              <a:extLst>
                <a:ext uri="{FF2B5EF4-FFF2-40B4-BE49-F238E27FC236}">
                  <a16:creationId xmlns:a16="http://schemas.microsoft.com/office/drawing/2014/main" id="{DF9DBEC4-E88E-4577-6E7E-7279A9CCD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1893" y="3997325"/>
              <a:ext cx="167482" cy="72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93967B4D-B0A7-67BA-7B93-748116C3D7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4931" y="3883820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5570EF88-595B-F81F-A8B9-4CF21BF5DD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3343" y="3825875"/>
              <a:ext cx="167482" cy="72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724">
              <a:extLst>
                <a:ext uri="{FF2B5EF4-FFF2-40B4-BE49-F238E27FC236}">
                  <a16:creationId xmlns:a16="http://schemas.microsoft.com/office/drawing/2014/main" id="{68EA5882-038B-940B-FB2F-9EB8402FCDE9}"/>
                </a:ext>
              </a:extLst>
            </p:cNvPr>
            <p:cNvCxnSpPr>
              <a:cxnSpLocks/>
            </p:cNvCxnSpPr>
            <p:nvPr/>
          </p:nvCxnSpPr>
          <p:spPr>
            <a:xfrm>
              <a:off x="9426577" y="2590004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727">
              <a:extLst>
                <a:ext uri="{FF2B5EF4-FFF2-40B4-BE49-F238E27FC236}">
                  <a16:creationId xmlns:a16="http://schemas.microsoft.com/office/drawing/2014/main" id="{25D52F10-5261-2F79-4E90-4433877CEB0C}"/>
                </a:ext>
              </a:extLst>
            </p:cNvPr>
            <p:cNvCxnSpPr>
              <a:cxnSpLocks/>
            </p:cNvCxnSpPr>
            <p:nvPr/>
          </p:nvCxnSpPr>
          <p:spPr>
            <a:xfrm>
              <a:off x="9242427" y="3421061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728">
              <a:extLst>
                <a:ext uri="{FF2B5EF4-FFF2-40B4-BE49-F238E27FC236}">
                  <a16:creationId xmlns:a16="http://schemas.microsoft.com/office/drawing/2014/main" id="{4B67CC23-F68C-B71D-D74F-A756C6E56F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2744" y="3370262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733">
              <a:extLst>
                <a:ext uri="{FF2B5EF4-FFF2-40B4-BE49-F238E27FC236}">
                  <a16:creationId xmlns:a16="http://schemas.microsoft.com/office/drawing/2014/main" id="{1453E413-E591-98D0-FA42-11B8B509F5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8712" y="5360987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734">
              <a:extLst>
                <a:ext uri="{FF2B5EF4-FFF2-40B4-BE49-F238E27FC236}">
                  <a16:creationId xmlns:a16="http://schemas.microsoft.com/office/drawing/2014/main" id="{6E0E202E-3B1B-FB8C-851F-16D6ECFA9FA8}"/>
                </a:ext>
              </a:extLst>
            </p:cNvPr>
            <p:cNvCxnSpPr>
              <a:cxnSpLocks/>
            </p:cNvCxnSpPr>
            <p:nvPr/>
          </p:nvCxnSpPr>
          <p:spPr>
            <a:xfrm>
              <a:off x="8916193" y="5363368"/>
              <a:ext cx="332582" cy="1325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736">
              <a:extLst>
                <a:ext uri="{FF2B5EF4-FFF2-40B4-BE49-F238E27FC236}">
                  <a16:creationId xmlns:a16="http://schemas.microsoft.com/office/drawing/2014/main" id="{8D8DB530-5E3B-4CF8-8D11-0335C8C12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562" y="5498306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737">
              <a:extLst>
                <a:ext uri="{FF2B5EF4-FFF2-40B4-BE49-F238E27FC236}">
                  <a16:creationId xmlns:a16="http://schemas.microsoft.com/office/drawing/2014/main" id="{94A410EA-459F-9088-CB56-23C9B647AD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4148" y="5572918"/>
              <a:ext cx="0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738">
              <a:extLst>
                <a:ext uri="{FF2B5EF4-FFF2-40B4-BE49-F238E27FC236}">
                  <a16:creationId xmlns:a16="http://schemas.microsoft.com/office/drawing/2014/main" id="{9CBCCD83-E53B-C7BC-0373-8DDE649AFF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0637" y="5688806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739">
              <a:extLst>
                <a:ext uri="{FF2B5EF4-FFF2-40B4-BE49-F238E27FC236}">
                  <a16:creationId xmlns:a16="http://schemas.microsoft.com/office/drawing/2014/main" id="{39A0CC68-2D53-34A9-E543-B8C7627E0C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2223" y="5642768"/>
              <a:ext cx="0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740">
              <a:extLst>
                <a:ext uri="{FF2B5EF4-FFF2-40B4-BE49-F238E27FC236}">
                  <a16:creationId xmlns:a16="http://schemas.microsoft.com/office/drawing/2014/main" id="{B4ED8D3F-1716-CF5A-4DF3-F75A14B882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2500" y="5631656"/>
              <a:ext cx="333374" cy="1182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742">
              <a:extLst>
                <a:ext uri="{FF2B5EF4-FFF2-40B4-BE49-F238E27FC236}">
                  <a16:creationId xmlns:a16="http://schemas.microsoft.com/office/drawing/2014/main" id="{3814172C-7BDC-2A03-C593-D31C9AE81A12}"/>
                </a:ext>
              </a:extLst>
            </p:cNvPr>
            <p:cNvCxnSpPr>
              <a:cxnSpLocks/>
            </p:cNvCxnSpPr>
            <p:nvPr/>
          </p:nvCxnSpPr>
          <p:spPr>
            <a:xfrm>
              <a:off x="8048625" y="5565775"/>
              <a:ext cx="523875" cy="1873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DD21FB0E-B0C2-D184-E530-00585D6F26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3862" y="5422900"/>
              <a:ext cx="369888" cy="1373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746">
              <a:extLst>
                <a:ext uri="{FF2B5EF4-FFF2-40B4-BE49-F238E27FC236}">
                  <a16:creationId xmlns:a16="http://schemas.microsoft.com/office/drawing/2014/main" id="{EC87FBF7-424C-BEA4-DD21-1D22FACED5F3}"/>
                </a:ext>
              </a:extLst>
            </p:cNvPr>
            <p:cNvCxnSpPr>
              <a:cxnSpLocks/>
            </p:cNvCxnSpPr>
            <p:nvPr/>
          </p:nvCxnSpPr>
          <p:spPr>
            <a:xfrm>
              <a:off x="8414543" y="5426868"/>
              <a:ext cx="16113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747">
              <a:extLst>
                <a:ext uri="{FF2B5EF4-FFF2-40B4-BE49-F238E27FC236}">
                  <a16:creationId xmlns:a16="http://schemas.microsoft.com/office/drawing/2014/main" id="{754A57BE-D16A-F7D7-50D2-E2EB95234C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0910" y="5236368"/>
              <a:ext cx="0" cy="2563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C25BEA1C-483B-DDE3-373A-B622D229D7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38975" y="5425281"/>
              <a:ext cx="323850" cy="1373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751">
              <a:extLst>
                <a:ext uri="{FF2B5EF4-FFF2-40B4-BE49-F238E27FC236}">
                  <a16:creationId xmlns:a16="http://schemas.microsoft.com/office/drawing/2014/main" id="{3033FC74-8C12-9DD1-89F1-B81F9B047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2824" y="5309395"/>
              <a:ext cx="0" cy="1119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D433AA9C-87EA-BE1F-1E38-3FBFF024AB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8381" y="5230018"/>
              <a:ext cx="166687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3CFFD46D-2845-525D-8F61-C380FD7681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33480" y="5226847"/>
              <a:ext cx="511970" cy="19605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755">
              <a:extLst>
                <a:ext uri="{FF2B5EF4-FFF2-40B4-BE49-F238E27FC236}">
                  <a16:creationId xmlns:a16="http://schemas.microsoft.com/office/drawing/2014/main" id="{8306FB07-4E09-A405-BEED-01EC54B3B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9556" y="5420518"/>
              <a:ext cx="166687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756">
              <a:extLst>
                <a:ext uri="{FF2B5EF4-FFF2-40B4-BE49-F238E27FC236}">
                  <a16:creationId xmlns:a16="http://schemas.microsoft.com/office/drawing/2014/main" id="{7231C356-8EF8-1339-A69A-43E14D0B6BAE}"/>
                </a:ext>
              </a:extLst>
            </p:cNvPr>
            <p:cNvCxnSpPr>
              <a:cxnSpLocks/>
            </p:cNvCxnSpPr>
            <p:nvPr/>
          </p:nvCxnSpPr>
          <p:spPr>
            <a:xfrm>
              <a:off x="7527925" y="5365750"/>
              <a:ext cx="354808" cy="1262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758">
              <a:extLst>
                <a:ext uri="{FF2B5EF4-FFF2-40B4-BE49-F238E27FC236}">
                  <a16:creationId xmlns:a16="http://schemas.microsoft.com/office/drawing/2014/main" id="{3FD5A1DF-C257-D718-326E-C843B9703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1099" y="5369720"/>
              <a:ext cx="0" cy="1119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759">
              <a:extLst>
                <a:ext uri="{FF2B5EF4-FFF2-40B4-BE49-F238E27FC236}">
                  <a16:creationId xmlns:a16="http://schemas.microsoft.com/office/drawing/2014/main" id="{E15BD649-B346-A755-E738-1207923E224D}"/>
                </a:ext>
              </a:extLst>
            </p:cNvPr>
            <p:cNvCxnSpPr>
              <a:cxnSpLocks/>
            </p:cNvCxnSpPr>
            <p:nvPr/>
          </p:nvCxnSpPr>
          <p:spPr>
            <a:xfrm>
              <a:off x="7529515" y="5481636"/>
              <a:ext cx="169068" cy="738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760">
              <a:extLst>
                <a:ext uri="{FF2B5EF4-FFF2-40B4-BE49-F238E27FC236}">
                  <a16:creationId xmlns:a16="http://schemas.microsoft.com/office/drawing/2014/main" id="{64D562D8-E2A3-DC7F-11B5-601E768A97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6656" y="5553868"/>
              <a:ext cx="166687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761">
              <a:extLst>
                <a:ext uri="{FF2B5EF4-FFF2-40B4-BE49-F238E27FC236}">
                  <a16:creationId xmlns:a16="http://schemas.microsoft.com/office/drawing/2014/main" id="{FBDC28E3-3696-2271-F13D-F327B2983880}"/>
                </a:ext>
              </a:extLst>
            </p:cNvPr>
            <p:cNvCxnSpPr>
              <a:cxnSpLocks/>
            </p:cNvCxnSpPr>
            <p:nvPr/>
          </p:nvCxnSpPr>
          <p:spPr>
            <a:xfrm>
              <a:off x="7364415" y="5551486"/>
              <a:ext cx="169068" cy="738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762">
              <a:extLst>
                <a:ext uri="{FF2B5EF4-FFF2-40B4-BE49-F238E27FC236}">
                  <a16:creationId xmlns:a16="http://schemas.microsoft.com/office/drawing/2014/main" id="{170BB6D6-16C6-D830-542A-95C4A92B7C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2824" y="5553870"/>
              <a:ext cx="0" cy="1119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763">
              <a:extLst>
                <a:ext uri="{FF2B5EF4-FFF2-40B4-BE49-F238E27FC236}">
                  <a16:creationId xmlns:a16="http://schemas.microsoft.com/office/drawing/2014/main" id="{47C59F35-9E2A-5FA8-A9C7-FC1344826C43}"/>
                </a:ext>
              </a:extLst>
            </p:cNvPr>
            <p:cNvCxnSpPr>
              <a:cxnSpLocks/>
            </p:cNvCxnSpPr>
            <p:nvPr/>
          </p:nvCxnSpPr>
          <p:spPr>
            <a:xfrm>
              <a:off x="7192965" y="5611811"/>
              <a:ext cx="169068" cy="738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764">
              <a:extLst>
                <a:ext uri="{FF2B5EF4-FFF2-40B4-BE49-F238E27FC236}">
                  <a16:creationId xmlns:a16="http://schemas.microsoft.com/office/drawing/2014/main" id="{58C0310D-0A19-1919-24FB-B3EAFE360E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8199" y="5623720"/>
              <a:ext cx="0" cy="1119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767">
              <a:extLst>
                <a:ext uri="{FF2B5EF4-FFF2-40B4-BE49-F238E27FC236}">
                  <a16:creationId xmlns:a16="http://schemas.microsoft.com/office/drawing/2014/main" id="{665BE302-7CBB-A421-1CFC-B80C32184E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3374" y="5427980"/>
              <a:ext cx="0" cy="3911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782">
              <a:extLst>
                <a:ext uri="{FF2B5EF4-FFF2-40B4-BE49-F238E27FC236}">
                  <a16:creationId xmlns:a16="http://schemas.microsoft.com/office/drawing/2014/main" id="{649F2019-B3EA-CDDA-5274-38FDBCF64592}"/>
                </a:ext>
              </a:extLst>
            </p:cNvPr>
            <p:cNvCxnSpPr>
              <a:cxnSpLocks/>
            </p:cNvCxnSpPr>
            <p:nvPr/>
          </p:nvCxnSpPr>
          <p:spPr>
            <a:xfrm>
              <a:off x="4610895" y="5424485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783">
              <a:extLst>
                <a:ext uri="{FF2B5EF4-FFF2-40B4-BE49-F238E27FC236}">
                  <a16:creationId xmlns:a16="http://schemas.microsoft.com/office/drawing/2014/main" id="{9350F40F-5FDC-FB13-2CE2-B02BCFD13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9150" y="4965700"/>
              <a:ext cx="1190625" cy="4667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19B193A5-D820-27ED-6E34-CEE47D73D9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8980" y="4849816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786">
              <a:extLst>
                <a:ext uri="{FF2B5EF4-FFF2-40B4-BE49-F238E27FC236}">
                  <a16:creationId xmlns:a16="http://schemas.microsoft.com/office/drawing/2014/main" id="{BCC3ACA6-C1BD-742C-16B6-1CE2A55C3A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2250" y="4837113"/>
              <a:ext cx="523081" cy="195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788">
              <a:extLst>
                <a:ext uri="{FF2B5EF4-FFF2-40B4-BE49-F238E27FC236}">
                  <a16:creationId xmlns:a16="http://schemas.microsoft.com/office/drawing/2014/main" id="{E421FA0C-D43C-8FFD-1127-55B2DFC22A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4630" y="4919666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789">
              <a:extLst>
                <a:ext uri="{FF2B5EF4-FFF2-40B4-BE49-F238E27FC236}">
                  <a16:creationId xmlns:a16="http://schemas.microsoft.com/office/drawing/2014/main" id="{6D72CAC7-FAF8-ECA3-849A-31C72681D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7900" y="4916488"/>
              <a:ext cx="523081" cy="195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790">
              <a:extLst>
                <a:ext uri="{FF2B5EF4-FFF2-40B4-BE49-F238E27FC236}">
                  <a16:creationId xmlns:a16="http://schemas.microsoft.com/office/drawing/2014/main" id="{A218787D-EA70-F04D-3033-72248B9FD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280" y="5119691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791">
              <a:extLst>
                <a:ext uri="{FF2B5EF4-FFF2-40B4-BE49-F238E27FC236}">
                  <a16:creationId xmlns:a16="http://schemas.microsoft.com/office/drawing/2014/main" id="{4C8C666F-50F5-7311-21A6-1025050E74B6}"/>
                </a:ext>
              </a:extLst>
            </p:cNvPr>
            <p:cNvCxnSpPr>
              <a:cxnSpLocks/>
            </p:cNvCxnSpPr>
            <p:nvPr/>
          </p:nvCxnSpPr>
          <p:spPr>
            <a:xfrm>
              <a:off x="4620420" y="5160960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792">
              <a:extLst>
                <a:ext uri="{FF2B5EF4-FFF2-40B4-BE49-F238E27FC236}">
                  <a16:creationId xmlns:a16="http://schemas.microsoft.com/office/drawing/2014/main" id="{40B2159D-2195-95B5-5A58-E53347E3BD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494" y="5157788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793">
              <a:extLst>
                <a:ext uri="{FF2B5EF4-FFF2-40B4-BE49-F238E27FC236}">
                  <a16:creationId xmlns:a16="http://schemas.microsoft.com/office/drawing/2014/main" id="{425D1DD6-E93D-81FA-F8C3-86287FD83F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6905" y="5116516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794">
              <a:extLst>
                <a:ext uri="{FF2B5EF4-FFF2-40B4-BE49-F238E27FC236}">
                  <a16:creationId xmlns:a16="http://schemas.microsoft.com/office/drawing/2014/main" id="{D1B1BB7A-F0CC-01F6-38CC-CFFD80477473}"/>
                </a:ext>
              </a:extLst>
            </p:cNvPr>
            <p:cNvCxnSpPr>
              <a:cxnSpLocks/>
            </p:cNvCxnSpPr>
            <p:nvPr/>
          </p:nvCxnSpPr>
          <p:spPr>
            <a:xfrm>
              <a:off x="3930650" y="4918075"/>
              <a:ext cx="528638" cy="202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796">
              <a:extLst>
                <a:ext uri="{FF2B5EF4-FFF2-40B4-BE49-F238E27FC236}">
                  <a16:creationId xmlns:a16="http://schemas.microsoft.com/office/drawing/2014/main" id="{A071B3C2-3F27-1F30-37D1-D9742ACE73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855" y="4906966"/>
              <a:ext cx="0" cy="25558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798">
              <a:extLst>
                <a:ext uri="{FF2B5EF4-FFF2-40B4-BE49-F238E27FC236}">
                  <a16:creationId xmlns:a16="http://schemas.microsoft.com/office/drawing/2014/main" id="{D7E15183-3908-0666-BB14-2D6157EC1E6A}"/>
                </a:ext>
              </a:extLst>
            </p:cNvPr>
            <p:cNvCxnSpPr>
              <a:cxnSpLocks/>
            </p:cNvCxnSpPr>
            <p:nvPr/>
          </p:nvCxnSpPr>
          <p:spPr>
            <a:xfrm>
              <a:off x="3924300" y="5175250"/>
              <a:ext cx="528638" cy="202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799">
              <a:extLst>
                <a:ext uri="{FF2B5EF4-FFF2-40B4-BE49-F238E27FC236}">
                  <a16:creationId xmlns:a16="http://schemas.microsoft.com/office/drawing/2014/main" id="{D7D18C40-D5BD-C604-0DBF-4058E7A51A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0555" y="5373691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800">
              <a:extLst>
                <a:ext uri="{FF2B5EF4-FFF2-40B4-BE49-F238E27FC236}">
                  <a16:creationId xmlns:a16="http://schemas.microsoft.com/office/drawing/2014/main" id="{C6008E52-6907-D692-C089-14F3227C6147}"/>
                </a:ext>
              </a:extLst>
            </p:cNvPr>
            <p:cNvCxnSpPr>
              <a:cxnSpLocks/>
            </p:cNvCxnSpPr>
            <p:nvPr/>
          </p:nvCxnSpPr>
          <p:spPr>
            <a:xfrm>
              <a:off x="3749675" y="5232400"/>
              <a:ext cx="706438" cy="256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802">
              <a:extLst>
                <a:ext uri="{FF2B5EF4-FFF2-40B4-BE49-F238E27FC236}">
                  <a16:creationId xmlns:a16="http://schemas.microsoft.com/office/drawing/2014/main" id="{F71DC7F4-FA44-EDB1-89FE-61C7CCEDFD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5230" y="4975225"/>
              <a:ext cx="0" cy="2722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804">
              <a:extLst>
                <a:ext uri="{FF2B5EF4-FFF2-40B4-BE49-F238E27FC236}">
                  <a16:creationId xmlns:a16="http://schemas.microsoft.com/office/drawing/2014/main" id="{E505E60C-F03B-B54D-C13B-4988A42CAF43}"/>
                </a:ext>
              </a:extLst>
            </p:cNvPr>
            <p:cNvCxnSpPr>
              <a:cxnSpLocks/>
            </p:cNvCxnSpPr>
            <p:nvPr/>
          </p:nvCxnSpPr>
          <p:spPr>
            <a:xfrm>
              <a:off x="3585370" y="4913310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59767EA9-BD4E-051E-B5BF-BF3D1899EC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80" y="4916491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806">
              <a:extLst>
                <a:ext uri="{FF2B5EF4-FFF2-40B4-BE49-F238E27FC236}">
                  <a16:creationId xmlns:a16="http://schemas.microsoft.com/office/drawing/2014/main" id="{0B70DB73-16D7-45EA-8790-B7091D3F22C8}"/>
                </a:ext>
              </a:extLst>
            </p:cNvPr>
            <p:cNvCxnSpPr>
              <a:cxnSpLocks/>
            </p:cNvCxnSpPr>
            <p:nvPr/>
          </p:nvCxnSpPr>
          <p:spPr>
            <a:xfrm>
              <a:off x="3413920" y="4970460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C85818B1-21B9-48EE-875C-5B0B760C5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9155" y="4868866"/>
              <a:ext cx="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808">
              <a:extLst>
                <a:ext uri="{FF2B5EF4-FFF2-40B4-BE49-F238E27FC236}">
                  <a16:creationId xmlns:a16="http://schemas.microsoft.com/office/drawing/2014/main" id="{E043A026-51E5-8816-B9D9-82ECEC6888AB}"/>
                </a:ext>
              </a:extLst>
            </p:cNvPr>
            <p:cNvCxnSpPr>
              <a:cxnSpLocks/>
            </p:cNvCxnSpPr>
            <p:nvPr/>
          </p:nvCxnSpPr>
          <p:spPr>
            <a:xfrm>
              <a:off x="3223420" y="4789485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809">
              <a:extLst>
                <a:ext uri="{FF2B5EF4-FFF2-40B4-BE49-F238E27FC236}">
                  <a16:creationId xmlns:a16="http://schemas.microsoft.com/office/drawing/2014/main" id="{33E4BBB0-8015-3D9F-D59F-17BF8C2CFA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3419" y="4648200"/>
              <a:ext cx="348456" cy="1404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811">
              <a:extLst>
                <a:ext uri="{FF2B5EF4-FFF2-40B4-BE49-F238E27FC236}">
                  <a16:creationId xmlns:a16="http://schemas.microsoft.com/office/drawing/2014/main" id="{F9E416F7-62DA-BB8C-9D03-3FBA62E913EF}"/>
                </a:ext>
              </a:extLst>
            </p:cNvPr>
            <p:cNvCxnSpPr>
              <a:cxnSpLocks/>
            </p:cNvCxnSpPr>
            <p:nvPr/>
          </p:nvCxnSpPr>
          <p:spPr>
            <a:xfrm>
              <a:off x="3579020" y="4652960"/>
              <a:ext cx="1031080" cy="3984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813">
              <a:extLst>
                <a:ext uri="{FF2B5EF4-FFF2-40B4-BE49-F238E27FC236}">
                  <a16:creationId xmlns:a16="http://schemas.microsoft.com/office/drawing/2014/main" id="{32983505-24D9-A8C8-3D4C-71E9871E5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6769" y="4651375"/>
              <a:ext cx="1027906" cy="3944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F0203FD4-40A7-9051-C300-DDB9FEB7DF0D}"/>
                </a:ext>
              </a:extLst>
            </p:cNvPr>
            <p:cNvCxnSpPr>
              <a:cxnSpLocks/>
            </p:cNvCxnSpPr>
            <p:nvPr/>
          </p:nvCxnSpPr>
          <p:spPr>
            <a:xfrm>
              <a:off x="5649120" y="4656135"/>
              <a:ext cx="338930" cy="1349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A1C658A0-A853-AAC1-C409-C48F57367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0430" y="4654550"/>
              <a:ext cx="0" cy="1389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819">
              <a:extLst>
                <a:ext uri="{FF2B5EF4-FFF2-40B4-BE49-F238E27FC236}">
                  <a16:creationId xmlns:a16="http://schemas.microsoft.com/office/drawing/2014/main" id="{4E284AB3-84C9-B1E5-47C3-8510281E120F}"/>
                </a:ext>
              </a:extLst>
            </p:cNvPr>
            <p:cNvCxnSpPr>
              <a:cxnSpLocks/>
            </p:cNvCxnSpPr>
            <p:nvPr/>
          </p:nvCxnSpPr>
          <p:spPr>
            <a:xfrm>
              <a:off x="5655470" y="4535485"/>
              <a:ext cx="338930" cy="1349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820">
              <a:extLst>
                <a:ext uri="{FF2B5EF4-FFF2-40B4-BE49-F238E27FC236}">
                  <a16:creationId xmlns:a16="http://schemas.microsoft.com/office/drawing/2014/main" id="{A14B3BA8-5BCC-AA45-3D28-DF6169483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9944" y="4527550"/>
              <a:ext cx="1027906" cy="3944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821">
              <a:extLst>
                <a:ext uri="{FF2B5EF4-FFF2-40B4-BE49-F238E27FC236}">
                  <a16:creationId xmlns:a16="http://schemas.microsoft.com/office/drawing/2014/main" id="{3922D705-2AA0-7D2E-FFCA-FDB337C9C560}"/>
                </a:ext>
              </a:extLst>
            </p:cNvPr>
            <p:cNvCxnSpPr>
              <a:cxnSpLocks/>
            </p:cNvCxnSpPr>
            <p:nvPr/>
          </p:nvCxnSpPr>
          <p:spPr>
            <a:xfrm>
              <a:off x="3588545" y="4535485"/>
              <a:ext cx="1031080" cy="3984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B544FBE6-E5F4-9BEC-6BAE-2D72A48D84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9019" y="4459288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823">
              <a:extLst>
                <a:ext uri="{FF2B5EF4-FFF2-40B4-BE49-F238E27FC236}">
                  <a16:creationId xmlns:a16="http://schemas.microsoft.com/office/drawing/2014/main" id="{011BEEAC-3B27-7EED-153B-04F62DFD2AC2}"/>
                </a:ext>
              </a:extLst>
            </p:cNvPr>
            <p:cNvCxnSpPr>
              <a:cxnSpLocks/>
            </p:cNvCxnSpPr>
            <p:nvPr/>
          </p:nvCxnSpPr>
          <p:spPr>
            <a:xfrm>
              <a:off x="3737770" y="4459285"/>
              <a:ext cx="885030" cy="3317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825">
              <a:extLst>
                <a:ext uri="{FF2B5EF4-FFF2-40B4-BE49-F238E27FC236}">
                  <a16:creationId xmlns:a16="http://schemas.microsoft.com/office/drawing/2014/main" id="{160873E3-B9CB-3E03-4CBF-C257F0B545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4069" y="4457700"/>
              <a:ext cx="872331" cy="3341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3D2B94AD-1286-E953-7741-FBDD50148F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430" y="4210050"/>
              <a:ext cx="0" cy="2468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344C4B61-CA5A-954D-866B-573C249763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019" y="4138613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830">
              <a:extLst>
                <a:ext uri="{FF2B5EF4-FFF2-40B4-BE49-F238E27FC236}">
                  <a16:creationId xmlns:a16="http://schemas.microsoft.com/office/drawing/2014/main" id="{9B0A6C97-4A74-C91A-20A4-C87D7616EE51}"/>
                </a:ext>
              </a:extLst>
            </p:cNvPr>
            <p:cNvCxnSpPr>
              <a:cxnSpLocks/>
            </p:cNvCxnSpPr>
            <p:nvPr/>
          </p:nvCxnSpPr>
          <p:spPr>
            <a:xfrm>
              <a:off x="5639595" y="4141785"/>
              <a:ext cx="338930" cy="1349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831">
              <a:extLst>
                <a:ext uri="{FF2B5EF4-FFF2-40B4-BE49-F238E27FC236}">
                  <a16:creationId xmlns:a16="http://schemas.microsoft.com/office/drawing/2014/main" id="{AEE0A821-B662-7D99-2193-BA9220FD10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4080" y="4270375"/>
              <a:ext cx="0" cy="2468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832">
              <a:extLst>
                <a:ext uri="{FF2B5EF4-FFF2-40B4-BE49-F238E27FC236}">
                  <a16:creationId xmlns:a16="http://schemas.microsoft.com/office/drawing/2014/main" id="{6AF24AA6-5C35-C2E3-0121-EBA3C587B8A0}"/>
                </a:ext>
              </a:extLst>
            </p:cNvPr>
            <p:cNvCxnSpPr>
              <a:cxnSpLocks/>
            </p:cNvCxnSpPr>
            <p:nvPr/>
          </p:nvCxnSpPr>
          <p:spPr>
            <a:xfrm>
              <a:off x="5982494" y="4525170"/>
              <a:ext cx="164306" cy="690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834">
              <a:extLst>
                <a:ext uri="{FF2B5EF4-FFF2-40B4-BE49-F238E27FC236}">
                  <a16:creationId xmlns:a16="http://schemas.microsoft.com/office/drawing/2014/main" id="{A3EA9950-9217-9873-8801-84D6D20F9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55530" y="4191000"/>
              <a:ext cx="0" cy="41513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836">
              <a:extLst>
                <a:ext uri="{FF2B5EF4-FFF2-40B4-BE49-F238E27FC236}">
                  <a16:creationId xmlns:a16="http://schemas.microsoft.com/office/drawing/2014/main" id="{559A625A-A9AC-C071-F8FF-18CD39503663}"/>
                </a:ext>
              </a:extLst>
            </p:cNvPr>
            <p:cNvCxnSpPr>
              <a:cxnSpLocks/>
            </p:cNvCxnSpPr>
            <p:nvPr/>
          </p:nvCxnSpPr>
          <p:spPr>
            <a:xfrm>
              <a:off x="5982495" y="4135435"/>
              <a:ext cx="169068" cy="7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837">
              <a:extLst>
                <a:ext uri="{FF2B5EF4-FFF2-40B4-BE49-F238E27FC236}">
                  <a16:creationId xmlns:a16="http://schemas.microsoft.com/office/drawing/2014/main" id="{47299556-0B73-69D4-FAB4-1A53988943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7255" y="4006850"/>
              <a:ext cx="0" cy="1389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839">
              <a:extLst>
                <a:ext uri="{FF2B5EF4-FFF2-40B4-BE49-F238E27FC236}">
                  <a16:creationId xmlns:a16="http://schemas.microsoft.com/office/drawing/2014/main" id="{3C20FE8F-77E8-C1E3-8410-53610233FDB9}"/>
                </a:ext>
              </a:extLst>
            </p:cNvPr>
            <p:cNvCxnSpPr>
              <a:cxnSpLocks/>
            </p:cNvCxnSpPr>
            <p:nvPr/>
          </p:nvCxnSpPr>
          <p:spPr>
            <a:xfrm>
              <a:off x="5822950" y="3949700"/>
              <a:ext cx="169863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841">
              <a:extLst>
                <a:ext uri="{FF2B5EF4-FFF2-40B4-BE49-F238E27FC236}">
                  <a16:creationId xmlns:a16="http://schemas.microsoft.com/office/drawing/2014/main" id="{21D11F72-DEBB-3E15-E05B-B00F3FBDB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6450" y="3675063"/>
              <a:ext cx="859631" cy="331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843">
              <a:extLst>
                <a:ext uri="{FF2B5EF4-FFF2-40B4-BE49-F238E27FC236}">
                  <a16:creationId xmlns:a16="http://schemas.microsoft.com/office/drawing/2014/main" id="{5CD6CF46-4030-91BD-25EA-BE6AA7307C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5605" y="3810000"/>
              <a:ext cx="0" cy="1389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845">
              <a:extLst>
                <a:ext uri="{FF2B5EF4-FFF2-40B4-BE49-F238E27FC236}">
                  <a16:creationId xmlns:a16="http://schemas.microsoft.com/office/drawing/2014/main" id="{E7D61CC9-B9F7-0ADE-BAEC-6D75BB62A1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2155" y="3943350"/>
              <a:ext cx="0" cy="1389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846">
              <a:extLst>
                <a:ext uri="{FF2B5EF4-FFF2-40B4-BE49-F238E27FC236}">
                  <a16:creationId xmlns:a16="http://schemas.microsoft.com/office/drawing/2014/main" id="{A8F2D7A3-1870-F1AD-C2CF-3B63C59BBC67}"/>
                </a:ext>
              </a:extLst>
            </p:cNvPr>
            <p:cNvCxnSpPr>
              <a:cxnSpLocks/>
            </p:cNvCxnSpPr>
            <p:nvPr/>
          </p:nvCxnSpPr>
          <p:spPr>
            <a:xfrm>
              <a:off x="5641975" y="4016375"/>
              <a:ext cx="169863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847">
              <a:extLst>
                <a:ext uri="{FF2B5EF4-FFF2-40B4-BE49-F238E27FC236}">
                  <a16:creationId xmlns:a16="http://schemas.microsoft.com/office/drawing/2014/main" id="{18F3E2AB-F245-D352-CF2F-4FB43E7089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530" y="3883025"/>
              <a:ext cx="0" cy="1389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848">
              <a:extLst>
                <a:ext uri="{FF2B5EF4-FFF2-40B4-BE49-F238E27FC236}">
                  <a16:creationId xmlns:a16="http://schemas.microsoft.com/office/drawing/2014/main" id="{DBB641A6-AB10-EFB1-E1EA-8C924B3B06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2769" y="3817938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849">
              <a:extLst>
                <a:ext uri="{FF2B5EF4-FFF2-40B4-BE49-F238E27FC236}">
                  <a16:creationId xmlns:a16="http://schemas.microsoft.com/office/drawing/2014/main" id="{04DF0AC2-0536-ED94-D86A-F7D776B6EC04}"/>
                </a:ext>
              </a:extLst>
            </p:cNvPr>
            <p:cNvCxnSpPr>
              <a:cxnSpLocks/>
            </p:cNvCxnSpPr>
            <p:nvPr/>
          </p:nvCxnSpPr>
          <p:spPr>
            <a:xfrm>
              <a:off x="5473700" y="3679825"/>
              <a:ext cx="347663" cy="129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852">
              <a:extLst>
                <a:ext uri="{FF2B5EF4-FFF2-40B4-BE49-F238E27FC236}">
                  <a16:creationId xmlns:a16="http://schemas.microsoft.com/office/drawing/2014/main" id="{66DDBB19-6225-2A1E-8146-2D54BC0E606A}"/>
                </a:ext>
              </a:extLst>
            </p:cNvPr>
            <p:cNvCxnSpPr>
              <a:cxnSpLocks/>
            </p:cNvCxnSpPr>
            <p:nvPr/>
          </p:nvCxnSpPr>
          <p:spPr>
            <a:xfrm>
              <a:off x="3752850" y="3679825"/>
              <a:ext cx="865188" cy="3357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7A3621CC-62F1-1FCD-A49D-3B6BF6B10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1244" y="3678238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Straight Connector 855">
              <a:extLst>
                <a:ext uri="{FF2B5EF4-FFF2-40B4-BE49-F238E27FC236}">
                  <a16:creationId xmlns:a16="http://schemas.microsoft.com/office/drawing/2014/main" id="{E3393C0C-077A-05DB-6D5E-C148C30BA444}"/>
                </a:ext>
              </a:extLst>
            </p:cNvPr>
            <p:cNvCxnSpPr>
              <a:cxnSpLocks/>
            </p:cNvCxnSpPr>
            <p:nvPr/>
          </p:nvCxnSpPr>
          <p:spPr>
            <a:xfrm>
              <a:off x="3603625" y="3749675"/>
              <a:ext cx="1012825" cy="390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Straight Connector 857">
              <a:extLst>
                <a:ext uri="{FF2B5EF4-FFF2-40B4-BE49-F238E27FC236}">
                  <a16:creationId xmlns:a16="http://schemas.microsoft.com/office/drawing/2014/main" id="{7C012610-AEFB-A069-2BBA-E0656D90DD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6450" y="3805238"/>
              <a:ext cx="859631" cy="3317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858">
              <a:extLst>
                <a:ext uri="{FF2B5EF4-FFF2-40B4-BE49-F238E27FC236}">
                  <a16:creationId xmlns:a16="http://schemas.microsoft.com/office/drawing/2014/main" id="{80023FBD-5372-4578-B1AE-E2BED6C06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7625" y="3951288"/>
              <a:ext cx="351631" cy="1317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860">
              <a:extLst>
                <a:ext uri="{FF2B5EF4-FFF2-40B4-BE49-F238E27FC236}">
                  <a16:creationId xmlns:a16="http://schemas.microsoft.com/office/drawing/2014/main" id="{D0CED210-5AE8-6B92-7428-A88AB37727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3655" y="4102100"/>
              <a:ext cx="0" cy="1008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2B452E17-D0D9-D022-933B-BF4064814394}"/>
                </a:ext>
              </a:extLst>
            </p:cNvPr>
            <p:cNvCxnSpPr>
              <a:cxnSpLocks/>
            </p:cNvCxnSpPr>
            <p:nvPr/>
          </p:nvCxnSpPr>
          <p:spPr>
            <a:xfrm>
              <a:off x="4943475" y="4143375"/>
              <a:ext cx="169863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862">
              <a:extLst>
                <a:ext uri="{FF2B5EF4-FFF2-40B4-BE49-F238E27FC236}">
                  <a16:creationId xmlns:a16="http://schemas.microsoft.com/office/drawing/2014/main" id="{78FA023C-6E09-4CC1-B7E9-E6A1FAB12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03750" y="4144963"/>
              <a:ext cx="351631" cy="1317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863">
              <a:extLst>
                <a:ext uri="{FF2B5EF4-FFF2-40B4-BE49-F238E27FC236}">
                  <a16:creationId xmlns:a16="http://schemas.microsoft.com/office/drawing/2014/main" id="{755B49F3-BD15-FC38-945B-E0356AA18897}"/>
                </a:ext>
              </a:extLst>
            </p:cNvPr>
            <p:cNvCxnSpPr>
              <a:cxnSpLocks/>
            </p:cNvCxnSpPr>
            <p:nvPr/>
          </p:nvCxnSpPr>
          <p:spPr>
            <a:xfrm>
              <a:off x="3413125" y="3810000"/>
              <a:ext cx="1195388" cy="456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867">
              <a:extLst>
                <a:ext uri="{FF2B5EF4-FFF2-40B4-BE49-F238E27FC236}">
                  <a16:creationId xmlns:a16="http://schemas.microsoft.com/office/drawing/2014/main" id="{628447A7-FC46-DCAB-C910-53C064C9BA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9155" y="381317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869">
              <a:extLst>
                <a:ext uri="{FF2B5EF4-FFF2-40B4-BE49-F238E27FC236}">
                  <a16:creationId xmlns:a16="http://schemas.microsoft.com/office/drawing/2014/main" id="{FB36CC80-6912-9ABF-9EE5-1183B2F7A2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8500" y="3938585"/>
              <a:ext cx="178595" cy="809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872">
              <a:extLst>
                <a:ext uri="{FF2B5EF4-FFF2-40B4-BE49-F238E27FC236}">
                  <a16:creationId xmlns:a16="http://schemas.microsoft.com/office/drawing/2014/main" id="{09C25725-DC07-4CC7-E59C-BA0BD9D1BE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7705" y="4006850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873">
              <a:extLst>
                <a:ext uri="{FF2B5EF4-FFF2-40B4-BE49-F238E27FC236}">
                  <a16:creationId xmlns:a16="http://schemas.microsoft.com/office/drawing/2014/main" id="{2F96DEAD-8468-C2E8-A954-1A5FAD8011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7050" y="4125910"/>
              <a:ext cx="178595" cy="809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ACCA8658-9A2D-8C20-3159-6339262224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5780" y="4194175"/>
              <a:ext cx="0" cy="384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>
              <a:extLst>
                <a:ext uri="{FF2B5EF4-FFF2-40B4-BE49-F238E27FC236}">
                  <a16:creationId xmlns:a16="http://schemas.microsoft.com/office/drawing/2014/main" id="{5F728ABE-901B-4BB9-BCCA-DBB0178965D4}"/>
                </a:ext>
              </a:extLst>
            </p:cNvPr>
            <p:cNvCxnSpPr>
              <a:cxnSpLocks/>
            </p:cNvCxnSpPr>
            <p:nvPr/>
          </p:nvCxnSpPr>
          <p:spPr>
            <a:xfrm>
              <a:off x="3073400" y="4587875"/>
              <a:ext cx="169863" cy="722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878">
              <a:extLst>
                <a:ext uri="{FF2B5EF4-FFF2-40B4-BE49-F238E27FC236}">
                  <a16:creationId xmlns:a16="http://schemas.microsoft.com/office/drawing/2014/main" id="{8D7EC88C-0715-AE7B-11B5-86900842ED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2150" y="4586285"/>
              <a:ext cx="178595" cy="809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879">
              <a:extLst>
                <a:ext uri="{FF2B5EF4-FFF2-40B4-BE49-F238E27FC236}">
                  <a16:creationId xmlns:a16="http://schemas.microsoft.com/office/drawing/2014/main" id="{804845CE-7644-63EF-6FCC-D29B26557247}"/>
                </a:ext>
              </a:extLst>
            </p:cNvPr>
            <p:cNvCxnSpPr>
              <a:cxnSpLocks/>
            </p:cNvCxnSpPr>
            <p:nvPr/>
          </p:nvCxnSpPr>
          <p:spPr>
            <a:xfrm>
              <a:off x="3228975" y="4514850"/>
              <a:ext cx="169863" cy="722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1" name="Straight Connector 880">
              <a:extLst>
                <a:ext uri="{FF2B5EF4-FFF2-40B4-BE49-F238E27FC236}">
                  <a16:creationId xmlns:a16="http://schemas.microsoft.com/office/drawing/2014/main" id="{448F262D-0A84-0771-24BD-6C9043772F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7705" y="4279900"/>
              <a:ext cx="0" cy="2317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882">
              <a:extLst>
                <a:ext uri="{FF2B5EF4-FFF2-40B4-BE49-F238E27FC236}">
                  <a16:creationId xmlns:a16="http://schemas.microsoft.com/office/drawing/2014/main" id="{42F12F2C-C484-E196-1A0A-66369752C3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4850" y="4183060"/>
              <a:ext cx="178595" cy="809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Straight Connector 883">
              <a:extLst>
                <a:ext uri="{FF2B5EF4-FFF2-40B4-BE49-F238E27FC236}">
                  <a16:creationId xmlns:a16="http://schemas.microsoft.com/office/drawing/2014/main" id="{0FAE5806-89FB-B0FB-E307-D10AF69502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5505" y="406082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5" name="Straight Connector 884">
              <a:extLst>
                <a:ext uri="{FF2B5EF4-FFF2-40B4-BE49-F238E27FC236}">
                  <a16:creationId xmlns:a16="http://schemas.microsoft.com/office/drawing/2014/main" id="{498EECED-BF8D-A8F8-3E21-D9B2D0711B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6775" y="3987800"/>
              <a:ext cx="171450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Straight Connector 886">
              <a:extLst>
                <a:ext uri="{FF2B5EF4-FFF2-40B4-BE49-F238E27FC236}">
                  <a16:creationId xmlns:a16="http://schemas.microsoft.com/office/drawing/2014/main" id="{8FB07D81-5A54-7289-D9CD-A18C4C5DC3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0605" y="3997325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887">
              <a:extLst>
                <a:ext uri="{FF2B5EF4-FFF2-40B4-BE49-F238E27FC236}">
                  <a16:creationId xmlns:a16="http://schemas.microsoft.com/office/drawing/2014/main" id="{C9FD3832-62DC-7308-8103-224B9DE153EB}"/>
                </a:ext>
              </a:extLst>
            </p:cNvPr>
            <p:cNvCxnSpPr>
              <a:cxnSpLocks/>
            </p:cNvCxnSpPr>
            <p:nvPr/>
          </p:nvCxnSpPr>
          <p:spPr>
            <a:xfrm>
              <a:off x="3578225" y="4133850"/>
              <a:ext cx="169863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8F1A8340-3409-1ACC-5B58-F43AA07D39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8880" y="4203700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889">
              <a:extLst>
                <a:ext uri="{FF2B5EF4-FFF2-40B4-BE49-F238E27FC236}">
                  <a16:creationId xmlns:a16="http://schemas.microsoft.com/office/drawing/2014/main" id="{E8FC6D4F-33F0-1844-E9D1-567EA571EEF4}"/>
                </a:ext>
              </a:extLst>
            </p:cNvPr>
            <p:cNvCxnSpPr>
              <a:cxnSpLocks/>
            </p:cNvCxnSpPr>
            <p:nvPr/>
          </p:nvCxnSpPr>
          <p:spPr>
            <a:xfrm>
              <a:off x="3752850" y="4337050"/>
              <a:ext cx="863600" cy="320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891">
              <a:extLst>
                <a:ext uri="{FF2B5EF4-FFF2-40B4-BE49-F238E27FC236}">
                  <a16:creationId xmlns:a16="http://schemas.microsoft.com/office/drawing/2014/main" id="{7274C0C2-BB7D-9BAD-4D80-2BEE9DA91F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0100" y="4403725"/>
              <a:ext cx="692150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4C6EF54D-E88E-44A8-B69F-7AD20ECB7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8280" y="4298950"/>
              <a:ext cx="0" cy="1008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6B034A4D-A305-DE85-8143-221EF2DF92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8375" y="4270375"/>
              <a:ext cx="527050" cy="193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58F8E7C1-D14B-9F2F-D6B7-D574E09C908D}"/>
                </a:ext>
              </a:extLst>
            </p:cNvPr>
            <p:cNvCxnSpPr>
              <a:cxnSpLocks/>
            </p:cNvCxnSpPr>
            <p:nvPr/>
          </p:nvCxnSpPr>
          <p:spPr>
            <a:xfrm>
              <a:off x="4613275" y="4397375"/>
              <a:ext cx="169863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897">
              <a:extLst>
                <a:ext uri="{FF2B5EF4-FFF2-40B4-BE49-F238E27FC236}">
                  <a16:creationId xmlns:a16="http://schemas.microsoft.com/office/drawing/2014/main" id="{1B7465A5-BAC7-E220-7D64-A73DAB4721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8830" y="4403725"/>
              <a:ext cx="0" cy="1008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324AA83F-525E-8113-2E22-A2A8858F5EBB}"/>
                </a:ext>
              </a:extLst>
            </p:cNvPr>
            <p:cNvCxnSpPr>
              <a:cxnSpLocks/>
            </p:cNvCxnSpPr>
            <p:nvPr/>
          </p:nvCxnSpPr>
          <p:spPr>
            <a:xfrm>
              <a:off x="3924300" y="4260850"/>
              <a:ext cx="687388" cy="2405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Straight Connector 900">
              <a:extLst>
                <a:ext uri="{FF2B5EF4-FFF2-40B4-BE49-F238E27FC236}">
                  <a16:creationId xmlns:a16="http://schemas.microsoft.com/office/drawing/2014/main" id="{7411DC22-71B6-E11A-CA34-E730CF0767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4619" y="4202113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Straight Connector 904">
              <a:extLst>
                <a:ext uri="{FF2B5EF4-FFF2-40B4-BE49-F238E27FC236}">
                  <a16:creationId xmlns:a16="http://schemas.microsoft.com/office/drawing/2014/main" id="{69F4A7B6-DD2D-C32D-E377-8666403C9AE6}"/>
                </a:ext>
              </a:extLst>
            </p:cNvPr>
            <p:cNvCxnSpPr>
              <a:cxnSpLocks/>
            </p:cNvCxnSpPr>
            <p:nvPr/>
          </p:nvCxnSpPr>
          <p:spPr>
            <a:xfrm>
              <a:off x="6870385" y="5489891"/>
              <a:ext cx="169068" cy="738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7A8C5D1A-A334-B4E9-7411-3A64DF9CF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459" y="5484020"/>
              <a:ext cx="0" cy="7643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E6284374-3E0E-9FB7-61EA-032F04EC35C0}"/>
                </a:ext>
              </a:extLst>
            </p:cNvPr>
            <p:cNvCxnSpPr>
              <a:cxnSpLocks/>
            </p:cNvCxnSpPr>
            <p:nvPr/>
          </p:nvCxnSpPr>
          <p:spPr>
            <a:xfrm>
              <a:off x="7025325" y="5665151"/>
              <a:ext cx="169068" cy="738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1F704406-9A2E-E885-98ED-333335490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5639" y="5671980"/>
              <a:ext cx="0" cy="27416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944C21E5-6FB6-8268-6AAE-621FDADB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852605" y="6378891"/>
              <a:ext cx="169068" cy="738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3654B205-7402-5A98-D404-0DC0C8A23E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5639" y="6096000"/>
              <a:ext cx="0" cy="36576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915">
              <a:extLst>
                <a:ext uri="{FF2B5EF4-FFF2-40B4-BE49-F238E27FC236}">
                  <a16:creationId xmlns:a16="http://schemas.microsoft.com/office/drawing/2014/main" id="{A7CC31CB-712A-15B4-1AF4-E7E99FCE9679}"/>
                </a:ext>
              </a:extLst>
            </p:cNvPr>
            <p:cNvCxnSpPr>
              <a:cxnSpLocks/>
            </p:cNvCxnSpPr>
            <p:nvPr/>
          </p:nvCxnSpPr>
          <p:spPr>
            <a:xfrm>
              <a:off x="7022785" y="5944551"/>
              <a:ext cx="169068" cy="738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Straight Connector 916">
              <a:extLst>
                <a:ext uri="{FF2B5EF4-FFF2-40B4-BE49-F238E27FC236}">
                  <a16:creationId xmlns:a16="http://schemas.microsoft.com/office/drawing/2014/main" id="{82FC0919-BAAC-624D-EC4C-7ECB6E3A4D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0876" y="6021228"/>
              <a:ext cx="166687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5390950" y="3052011"/>
            <a:ext cx="101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15.03_f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B2A47CE-43A5-6156-002E-4D0BDC1D896C}"/>
              </a:ext>
            </a:extLst>
          </p:cNvPr>
          <p:cNvSpPr/>
          <p:nvPr/>
        </p:nvSpPr>
        <p:spPr>
          <a:xfrm>
            <a:off x="1983232" y="22799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06BB706-9135-8046-B06A-76174280917C}"/>
              </a:ext>
            </a:extLst>
          </p:cNvPr>
          <p:cNvSpPr/>
          <p:nvPr/>
        </p:nvSpPr>
        <p:spPr>
          <a:xfrm>
            <a:off x="1203769" y="20576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9C5433B-62D1-FD4E-AB9E-A69A77635C19}"/>
              </a:ext>
            </a:extLst>
          </p:cNvPr>
          <p:cNvSpPr/>
          <p:nvPr/>
        </p:nvSpPr>
        <p:spPr>
          <a:xfrm>
            <a:off x="1069626" y="45913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84C75AE-2D9E-1091-F671-63B21E742ED0}"/>
              </a:ext>
            </a:extLst>
          </p:cNvPr>
          <p:cNvSpPr/>
          <p:nvPr/>
        </p:nvSpPr>
        <p:spPr>
          <a:xfrm>
            <a:off x="523526" y="22672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A5B168B-8E8F-E35E-589E-FBBDF9480EDF}"/>
              </a:ext>
            </a:extLst>
          </p:cNvPr>
          <p:cNvSpPr/>
          <p:nvPr/>
        </p:nvSpPr>
        <p:spPr>
          <a:xfrm>
            <a:off x="9267476" y="56771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B948140-57E7-AE19-F712-57041BF28DF3}"/>
              </a:ext>
            </a:extLst>
          </p:cNvPr>
          <p:cNvSpPr/>
          <p:nvPr/>
        </p:nvSpPr>
        <p:spPr>
          <a:xfrm>
            <a:off x="8153051" y="56200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868C593-F0AF-F1F6-0C9D-70A8FC376731}"/>
              </a:ext>
            </a:extLst>
          </p:cNvPr>
          <p:cNvSpPr/>
          <p:nvPr/>
        </p:nvSpPr>
        <p:spPr>
          <a:xfrm>
            <a:off x="5736083" y="64749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1673C77-3B9E-EC6A-ACCC-EBB3D494D5F4}"/>
              </a:ext>
            </a:extLst>
          </p:cNvPr>
          <p:cNvSpPr/>
          <p:nvPr/>
        </p:nvSpPr>
        <p:spPr>
          <a:xfrm>
            <a:off x="2304701" y="65407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95B2EA7A-AC6C-84D8-0CDE-3E263FBE5ADB}"/>
              </a:ext>
            </a:extLst>
          </p:cNvPr>
          <p:cNvSpPr/>
          <p:nvPr/>
        </p:nvSpPr>
        <p:spPr>
          <a:xfrm>
            <a:off x="3988721" y="49654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43F168A-EF6A-8B53-47ED-8B9669ADF4EF}"/>
              </a:ext>
            </a:extLst>
          </p:cNvPr>
          <p:cNvSpPr/>
          <p:nvPr/>
        </p:nvSpPr>
        <p:spPr>
          <a:xfrm>
            <a:off x="4485291" y="285208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64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t="-2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606BA64-483E-C957-BEE9-2CA63C75FDD7}"/>
              </a:ext>
            </a:extLst>
          </p:cNvPr>
          <p:cNvGrpSpPr/>
          <p:nvPr/>
        </p:nvGrpSpPr>
        <p:grpSpPr>
          <a:xfrm>
            <a:off x="3344068" y="127000"/>
            <a:ext cx="3409157" cy="2921000"/>
            <a:chOff x="3420268" y="203200"/>
            <a:chExt cx="3409157" cy="2921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1FDE3-88AE-B0F2-AF9D-A60E48EA1BA1}"/>
                </a:ext>
              </a:extLst>
            </p:cNvPr>
            <p:cNvCxnSpPr>
              <a:cxnSpLocks/>
            </p:cNvCxnSpPr>
            <p:nvPr/>
          </p:nvCxnSpPr>
          <p:spPr>
            <a:xfrm>
              <a:off x="3420268" y="447675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6297F5-D57E-69FB-C60B-132BF7D5D1AB}"/>
                </a:ext>
              </a:extLst>
            </p:cNvPr>
            <p:cNvCxnSpPr>
              <a:cxnSpLocks/>
            </p:cNvCxnSpPr>
            <p:nvPr/>
          </p:nvCxnSpPr>
          <p:spPr>
            <a:xfrm>
              <a:off x="3432174" y="585787"/>
              <a:ext cx="170657" cy="88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674EB3-44B1-C33E-3725-BC5C1A3F3681}"/>
                </a:ext>
              </a:extLst>
            </p:cNvPr>
            <p:cNvCxnSpPr>
              <a:cxnSpLocks/>
            </p:cNvCxnSpPr>
            <p:nvPr/>
          </p:nvCxnSpPr>
          <p:spPr>
            <a:xfrm>
              <a:off x="3586955" y="667543"/>
              <a:ext cx="0" cy="3500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2B1A4E-3722-52BC-BB21-01ED96825C14}"/>
                </a:ext>
              </a:extLst>
            </p:cNvPr>
            <p:cNvCxnSpPr>
              <a:cxnSpLocks/>
            </p:cNvCxnSpPr>
            <p:nvPr/>
          </p:nvCxnSpPr>
          <p:spPr>
            <a:xfrm>
              <a:off x="3594099" y="1027112"/>
              <a:ext cx="170657" cy="88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5ACD881-1A4D-C776-FA06-A344705B3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8586" y="973931"/>
              <a:ext cx="161926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58CB02-67EA-E61B-CF87-B86C821E9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7656" y="847724"/>
              <a:ext cx="0" cy="130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0321AD1-806D-8EA8-4DFF-B43A636091C6}"/>
                </a:ext>
              </a:extLst>
            </p:cNvPr>
            <p:cNvCxnSpPr>
              <a:cxnSpLocks/>
            </p:cNvCxnSpPr>
            <p:nvPr/>
          </p:nvCxnSpPr>
          <p:spPr>
            <a:xfrm>
              <a:off x="4117180" y="983456"/>
              <a:ext cx="335758" cy="1357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949BB06-6740-31B6-2DB2-40C41759B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2461" y="914400"/>
              <a:ext cx="488158" cy="2047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77586ED-B9A7-73AC-CD22-78DAD7A953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2999" y="514350"/>
              <a:ext cx="0" cy="390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58EA216-C17B-9739-04E0-AAAD46A41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7763" y="452438"/>
              <a:ext cx="169068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6A09D88-1997-506F-E6FF-37EFB510D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6356" y="322262"/>
              <a:ext cx="0" cy="130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8D45758-4D33-B3FA-07F0-098D8A1BF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6200" y="203200"/>
              <a:ext cx="317500" cy="1174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6A29135-4EB7-EEA4-513A-704CC314C8D3}"/>
                </a:ext>
              </a:extLst>
            </p:cNvPr>
            <p:cNvCxnSpPr>
              <a:cxnSpLocks/>
            </p:cNvCxnSpPr>
            <p:nvPr/>
          </p:nvCxnSpPr>
          <p:spPr>
            <a:xfrm>
              <a:off x="4274344" y="2719388"/>
              <a:ext cx="690563" cy="2619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69DBCE4-0544-7F32-008B-3DF6479479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750" y="2845594"/>
              <a:ext cx="497681" cy="211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AA19BE3-EC70-C636-2C48-0D4044404AF9}"/>
                </a:ext>
              </a:extLst>
            </p:cNvPr>
            <p:cNvCxnSpPr>
              <a:cxnSpLocks/>
            </p:cNvCxnSpPr>
            <p:nvPr/>
          </p:nvCxnSpPr>
          <p:spPr>
            <a:xfrm>
              <a:off x="3755231" y="2921794"/>
              <a:ext cx="35242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76944EC-2A8C-5930-9DBB-4A58CF54E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79" y="2907505"/>
              <a:ext cx="161926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41DF9EE-A041-2C6F-B7F4-0EED82066C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80" y="2976563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4617" y="1752600"/>
              <a:ext cx="354808" cy="1333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6148388" y="1495425"/>
              <a:ext cx="669130" cy="2405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9B1F4A4E-7C52-B32F-EE97-699DAE67A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5055" y="1328738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C437418F-736E-8670-3BC7-AAB61D1176D0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8" y="1300163"/>
              <a:ext cx="188117" cy="452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DDDA378D-C893-21B5-5846-8B506A2D5D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9775" y="1295400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AFF1F-ED7D-7A6C-7025-29E13A21E58E}"/>
              </a:ext>
            </a:extLst>
          </p:cNvPr>
          <p:cNvGrpSpPr/>
          <p:nvPr/>
        </p:nvGrpSpPr>
        <p:grpSpPr>
          <a:xfrm>
            <a:off x="419100" y="1612900"/>
            <a:ext cx="7404100" cy="5111750"/>
            <a:chOff x="605121" y="1689527"/>
            <a:chExt cx="7226108" cy="534119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33555C-254F-E358-8100-D66704572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5214" y="1752559"/>
              <a:ext cx="0" cy="3715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8027A0-08EC-45BE-B28F-E8124440D7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2890" y="2133207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1855EC-49C0-7511-935F-AF4CC64FE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058" y="2290462"/>
              <a:ext cx="0" cy="274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8529EB-A898-1E02-E77B-76005DF38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676" y="2562034"/>
              <a:ext cx="158027" cy="6717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7115CE-2EF3-F544-43D2-5D49C06126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53238" y="2484033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83F7323-680B-4FE0-A233-CE2DC2E68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7728" y="2479926"/>
              <a:ext cx="678610" cy="2811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00CF541-7BEE-640C-9A89-FD9AE21C58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6232" y="2730359"/>
              <a:ext cx="177398" cy="954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4F1A1D1-4EEC-029E-B478-D45C56385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8405" y="2738691"/>
              <a:ext cx="334658" cy="1484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C17C8B-4ABD-88C8-A893-CC4E05D9F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8217" y="3041878"/>
              <a:ext cx="0" cy="9284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4B359BE-41A7-55EC-E8A2-B2656B9A7B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0651" y="3954521"/>
              <a:ext cx="172750" cy="9541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7DCA718-9619-4DCE-BEE4-78C595931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2627" y="4044094"/>
              <a:ext cx="0" cy="1402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5FEC17D-6AB6-A58A-3063-AC275C59D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1923" y="4181771"/>
              <a:ext cx="493462" cy="201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75BFD81-4E94-ACC5-16AD-FAA51EF31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7987" y="4566601"/>
              <a:ext cx="0" cy="162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47CD3E-E2DF-53DF-3341-2B76EC8449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6953" y="6111733"/>
              <a:ext cx="0" cy="2720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00DEE36-4522-115A-C61E-1FF4680319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2305" y="6370499"/>
              <a:ext cx="177399" cy="829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D40EA4F-FBF2-2712-EF78-586D6EF1B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4281" y="6442654"/>
              <a:ext cx="0" cy="277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78ABA9-E259-294E-3680-FC5521F9B5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80051" y="6672431"/>
              <a:ext cx="323037" cy="1169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ADF220-530F-CD5B-CC49-E723FFF955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61663" y="6538071"/>
              <a:ext cx="320713" cy="1368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A824130-453B-8AF9-34E1-B2901B3F9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2" y="4913319"/>
              <a:ext cx="504309" cy="2114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84BF2D-8551-8C3A-37B6-D9917E38D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352" y="5107395"/>
              <a:ext cx="0" cy="136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7491DB-7935-9D2B-9B10-5395F60DB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4" y="3701598"/>
              <a:ext cx="0" cy="1326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06FF51C-A6A3-AE7D-D37C-074C489AEF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0373" y="2827434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E1B41E-C834-25F6-1B14-D4F528D17331}"/>
                </a:ext>
              </a:extLst>
            </p:cNvPr>
            <p:cNvCxnSpPr>
              <a:cxnSpLocks/>
            </p:cNvCxnSpPr>
            <p:nvPr/>
          </p:nvCxnSpPr>
          <p:spPr>
            <a:xfrm>
              <a:off x="2107978" y="2289997"/>
              <a:ext cx="0" cy="534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061EB39-D18A-17C7-0FE0-9792540D21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3044" y="2230282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7B1CD5-114E-6B48-FDA7-ED79838D4349}"/>
                </a:ext>
              </a:extLst>
            </p:cNvPr>
            <p:cNvCxnSpPr>
              <a:cxnSpLocks/>
            </p:cNvCxnSpPr>
            <p:nvPr/>
          </p:nvCxnSpPr>
          <p:spPr>
            <a:xfrm>
              <a:off x="1946847" y="1941658"/>
              <a:ext cx="0" cy="29194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7B5C38B-0D1E-C10D-322A-336E88CB6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121" y="1882773"/>
              <a:ext cx="1502858" cy="60959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02EB231-7D37-C6A5-57EC-388F689F0C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4453" y="2953500"/>
              <a:ext cx="167327" cy="78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CA16D5E-9462-F7FE-4D1B-28C505EAD2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1425" y="2482413"/>
              <a:ext cx="346276" cy="14762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09A6CC9-D4CF-3188-D590-B6CC42DFA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9785" y="1772465"/>
              <a:ext cx="0" cy="5158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4455A54-03D3-3E4D-3651-C2D562F68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91671" y="1689527"/>
              <a:ext cx="168114" cy="74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D797AAB-01FB-1326-F8B9-5315818AE979}"/>
                </a:ext>
              </a:extLst>
            </p:cNvPr>
            <p:cNvCxnSpPr>
              <a:cxnSpLocks/>
            </p:cNvCxnSpPr>
            <p:nvPr/>
          </p:nvCxnSpPr>
          <p:spPr>
            <a:xfrm>
              <a:off x="1778745" y="1891895"/>
              <a:ext cx="0" cy="2554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20CAECA-06B7-D8D4-A1F7-FF823E91E9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0223" y="2157296"/>
              <a:ext cx="185920" cy="1890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1716EF7-D28C-6F19-219F-F4C188099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3448" y="6629264"/>
              <a:ext cx="1565604" cy="3178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FA1A9F4-554C-EA13-2372-8E59FC3CA1F0}"/>
                </a:ext>
              </a:extLst>
            </p:cNvPr>
            <p:cNvCxnSpPr>
              <a:cxnSpLocks/>
            </p:cNvCxnSpPr>
            <p:nvPr/>
          </p:nvCxnSpPr>
          <p:spPr>
            <a:xfrm>
              <a:off x="948301" y="2230282"/>
              <a:ext cx="0" cy="2554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3B89E33-7C9F-BA6E-F664-715554B8E1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8288" y="2703027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2F8A41D6-D947-CD2D-E993-1D141510AA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4333" y="2688928"/>
              <a:ext cx="334658" cy="1484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89A229FA-6986-F498-8EE9-3444AB4F05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9109" y="4388324"/>
              <a:ext cx="348601" cy="1343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02E62B9-C0DF-7BBD-3E4F-8BC7ACB8A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75308" y="4516839"/>
              <a:ext cx="156482" cy="804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FF673A9-C015-FEA9-B912-CF233CC16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1783" y="6871482"/>
              <a:ext cx="359446" cy="15924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781F587-0C7F-A332-A8E8-AF055D677D67}"/>
              </a:ext>
            </a:extLst>
          </p:cNvPr>
          <p:cNvGrpSpPr/>
          <p:nvPr/>
        </p:nvGrpSpPr>
        <p:grpSpPr>
          <a:xfrm>
            <a:off x="3693319" y="1033462"/>
            <a:ext cx="3936206" cy="2333626"/>
            <a:chOff x="3769519" y="1109662"/>
            <a:chExt cx="3936206" cy="233362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7A38CA-B00B-09CA-4484-26F00371477C}"/>
                </a:ext>
              </a:extLst>
            </p:cNvPr>
            <p:cNvGrpSpPr/>
            <p:nvPr/>
          </p:nvGrpSpPr>
          <p:grpSpPr>
            <a:xfrm>
              <a:off x="3769519" y="1109662"/>
              <a:ext cx="1031081" cy="766764"/>
              <a:chOff x="3769519" y="1109662"/>
              <a:chExt cx="1031081" cy="766764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7701E14-891D-27AF-58E6-082EF50F92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9519" y="1109662"/>
                <a:ext cx="357187" cy="133351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C9524DD-9058-A718-FCCB-F13CF546F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0832" y="1235074"/>
                <a:ext cx="0" cy="483395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43BC9EC-0919-FB16-FCC3-A35E6100F1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2600" y="1809750"/>
                <a:ext cx="184149" cy="6667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31A78DD-4ADA-4E12-8185-B8E10B1FA5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1987" y="1754981"/>
                <a:ext cx="328613" cy="119063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D1BACF2-A245-6EF7-6D17-DCFD507A478E}"/>
                </a:ext>
              </a:extLst>
            </p:cNvPr>
            <p:cNvGrpSpPr/>
            <p:nvPr/>
          </p:nvGrpSpPr>
          <p:grpSpPr>
            <a:xfrm>
              <a:off x="4795838" y="1743075"/>
              <a:ext cx="1202531" cy="262731"/>
              <a:chOff x="4112420" y="1238250"/>
              <a:chExt cx="1202531" cy="262731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C9CAAD3-2D81-0550-415D-FE19D79BA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2420" y="1238250"/>
                <a:ext cx="681037" cy="257175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CB452D6-D306-E9AE-D089-D3769282D4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9013" y="1285875"/>
                <a:ext cx="515938" cy="21510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2D91751-3395-66DB-CF81-2B7AD0352052}"/>
                </a:ext>
              </a:extLst>
            </p:cNvPr>
            <p:cNvCxnSpPr>
              <a:cxnSpLocks/>
            </p:cNvCxnSpPr>
            <p:nvPr/>
          </p:nvCxnSpPr>
          <p:spPr>
            <a:xfrm>
              <a:off x="5984082" y="1795462"/>
              <a:ext cx="378618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4AE6C14-162F-DB5A-08D1-D560C6EE7E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476" y="1926431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0BDF44-E807-6E5C-9A76-899CD4DEC5E1}"/>
                </a:ext>
              </a:extLst>
            </p:cNvPr>
            <p:cNvCxnSpPr>
              <a:cxnSpLocks/>
            </p:cNvCxnSpPr>
            <p:nvPr/>
          </p:nvCxnSpPr>
          <p:spPr>
            <a:xfrm>
              <a:off x="7034214" y="1914524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B5A374E-CF3A-4CA6-9204-0A99961EC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900" y="2000249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6F984FA-D198-48C0-014F-34C1DE748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3" y="2114550"/>
              <a:ext cx="51196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79E97CE-3D0F-8D47-34D9-19DC8AC847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931" y="231457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511C9D8-F9CD-084B-338B-DF0B07274B40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2" y="2440780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B935BD7-69CC-27EA-D70E-91F5BEF34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9" y="2188369"/>
              <a:ext cx="850106" cy="3405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395E7DD5-5F71-3E1E-3AA8-29E378087D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6568" y="301942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4C931BB-0CE9-3EEB-2ACC-19611F248699}"/>
                </a:ext>
              </a:extLst>
            </p:cNvPr>
            <p:cNvCxnSpPr>
              <a:cxnSpLocks/>
            </p:cNvCxnSpPr>
            <p:nvPr/>
          </p:nvCxnSpPr>
          <p:spPr>
            <a:xfrm>
              <a:off x="6836570" y="3136105"/>
              <a:ext cx="350043" cy="178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97BF202-690C-DD74-C010-1A126BFF5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1376" y="3245643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066F904-8D21-E05D-C1F3-DC6E9D85F601}"/>
                </a:ext>
              </a:extLst>
            </p:cNvPr>
            <p:cNvCxnSpPr>
              <a:cxnSpLocks/>
            </p:cNvCxnSpPr>
            <p:nvPr/>
          </p:nvCxnSpPr>
          <p:spPr>
            <a:xfrm>
              <a:off x="7386639" y="3233736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F84FE25-182D-4146-1D85-B9B741956D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418" y="3319462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5390950" y="3052011"/>
            <a:ext cx="71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15.03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B2A47CE-43A5-6156-002E-4D0BDC1D896C}"/>
              </a:ext>
            </a:extLst>
          </p:cNvPr>
          <p:cNvSpPr/>
          <p:nvPr/>
        </p:nvSpPr>
        <p:spPr>
          <a:xfrm>
            <a:off x="1933226" y="21465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06BB706-9135-8046-B06A-76174280917C}"/>
              </a:ext>
            </a:extLst>
          </p:cNvPr>
          <p:cNvSpPr/>
          <p:nvPr/>
        </p:nvSpPr>
        <p:spPr>
          <a:xfrm>
            <a:off x="1329976" y="18671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9C5433B-62D1-FD4E-AB9E-A69A77635C19}"/>
              </a:ext>
            </a:extLst>
          </p:cNvPr>
          <p:cNvSpPr/>
          <p:nvPr/>
        </p:nvSpPr>
        <p:spPr>
          <a:xfrm>
            <a:off x="1069626" y="45913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84C75AE-2D9E-1091-F671-63B21E742ED0}"/>
              </a:ext>
            </a:extLst>
          </p:cNvPr>
          <p:cNvSpPr/>
          <p:nvPr/>
        </p:nvSpPr>
        <p:spPr>
          <a:xfrm>
            <a:off x="523526" y="22672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A5B168B-8E8F-E35E-589E-FBBDF9480EDF}"/>
              </a:ext>
            </a:extLst>
          </p:cNvPr>
          <p:cNvSpPr/>
          <p:nvPr/>
        </p:nvSpPr>
        <p:spPr>
          <a:xfrm>
            <a:off x="9267476" y="56771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B948140-57E7-AE19-F712-57041BF28DF3}"/>
              </a:ext>
            </a:extLst>
          </p:cNvPr>
          <p:cNvSpPr/>
          <p:nvPr/>
        </p:nvSpPr>
        <p:spPr>
          <a:xfrm>
            <a:off x="8318151" y="57248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868C593-F0AF-F1F6-0C9D-70A8FC376731}"/>
              </a:ext>
            </a:extLst>
          </p:cNvPr>
          <p:cNvSpPr/>
          <p:nvPr/>
        </p:nvSpPr>
        <p:spPr>
          <a:xfrm>
            <a:off x="6108351" y="65249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1673C77-3B9E-EC6A-ACCC-EBB3D494D5F4}"/>
              </a:ext>
            </a:extLst>
          </p:cNvPr>
          <p:cNvSpPr/>
          <p:nvPr/>
        </p:nvSpPr>
        <p:spPr>
          <a:xfrm>
            <a:off x="2304701" y="65407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A01BAA7-3C1E-2FF1-F66E-C434430A4D43}"/>
              </a:ext>
            </a:extLst>
          </p:cNvPr>
          <p:cNvSpPr/>
          <p:nvPr/>
        </p:nvSpPr>
        <p:spPr>
          <a:xfrm>
            <a:off x="7600601" y="275206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A04AFEB-E0BC-FE02-A467-3E7C546F6CAB}"/>
              </a:ext>
            </a:extLst>
          </p:cNvPr>
          <p:cNvSpPr/>
          <p:nvPr/>
        </p:nvSpPr>
        <p:spPr>
          <a:xfrm>
            <a:off x="7088156" y="271301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EDE89EC-70FA-FDE9-A08E-FFA1DB2AF45E}"/>
              </a:ext>
            </a:extLst>
          </p:cNvPr>
          <p:cNvSpPr/>
          <p:nvPr/>
        </p:nvSpPr>
        <p:spPr>
          <a:xfrm>
            <a:off x="9115076" y="339881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95B2EA7A-AC6C-84D8-0CDE-3E263FBE5ADB}"/>
              </a:ext>
            </a:extLst>
          </p:cNvPr>
          <p:cNvSpPr/>
          <p:nvPr/>
        </p:nvSpPr>
        <p:spPr>
          <a:xfrm>
            <a:off x="3988721" y="49654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43F168A-EF6A-8B53-47ED-8B9669ADF4EF}"/>
              </a:ext>
            </a:extLst>
          </p:cNvPr>
          <p:cNvSpPr/>
          <p:nvPr/>
        </p:nvSpPr>
        <p:spPr>
          <a:xfrm>
            <a:off x="4485291" y="285208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96FC82-9B86-8492-8D38-969DFD640D33}"/>
              </a:ext>
            </a:extLst>
          </p:cNvPr>
          <p:cNvSpPr/>
          <p:nvPr/>
        </p:nvSpPr>
        <p:spPr>
          <a:xfrm>
            <a:off x="502920" y="317754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08EFCF-A02C-4569-65D2-C4CAE4DDF411}"/>
              </a:ext>
            </a:extLst>
          </p:cNvPr>
          <p:cNvSpPr/>
          <p:nvPr/>
        </p:nvSpPr>
        <p:spPr>
          <a:xfrm>
            <a:off x="7421880" y="184404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D62078-F9B0-60E1-D9DC-6E03156B1780}"/>
              </a:ext>
            </a:extLst>
          </p:cNvPr>
          <p:cNvSpPr/>
          <p:nvPr/>
        </p:nvSpPr>
        <p:spPr>
          <a:xfrm>
            <a:off x="3360420" y="7239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83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t="-2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606BA64-483E-C957-BEE9-2CA63C75FDD7}"/>
              </a:ext>
            </a:extLst>
          </p:cNvPr>
          <p:cNvGrpSpPr/>
          <p:nvPr/>
        </p:nvGrpSpPr>
        <p:grpSpPr>
          <a:xfrm>
            <a:off x="3344068" y="127000"/>
            <a:ext cx="3409157" cy="2921000"/>
            <a:chOff x="3420268" y="203200"/>
            <a:chExt cx="3409157" cy="2921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1FDE3-88AE-B0F2-AF9D-A60E48EA1BA1}"/>
                </a:ext>
              </a:extLst>
            </p:cNvPr>
            <p:cNvCxnSpPr>
              <a:cxnSpLocks/>
            </p:cNvCxnSpPr>
            <p:nvPr/>
          </p:nvCxnSpPr>
          <p:spPr>
            <a:xfrm>
              <a:off x="3420268" y="447675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6297F5-D57E-69FB-C60B-132BF7D5D1AB}"/>
                </a:ext>
              </a:extLst>
            </p:cNvPr>
            <p:cNvCxnSpPr>
              <a:cxnSpLocks/>
            </p:cNvCxnSpPr>
            <p:nvPr/>
          </p:nvCxnSpPr>
          <p:spPr>
            <a:xfrm>
              <a:off x="3432174" y="585787"/>
              <a:ext cx="170657" cy="88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674EB3-44B1-C33E-3725-BC5C1A3F3681}"/>
                </a:ext>
              </a:extLst>
            </p:cNvPr>
            <p:cNvCxnSpPr>
              <a:cxnSpLocks/>
            </p:cNvCxnSpPr>
            <p:nvPr/>
          </p:nvCxnSpPr>
          <p:spPr>
            <a:xfrm>
              <a:off x="3586955" y="667543"/>
              <a:ext cx="0" cy="3500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2B1A4E-3722-52BC-BB21-01ED96825C14}"/>
                </a:ext>
              </a:extLst>
            </p:cNvPr>
            <p:cNvCxnSpPr>
              <a:cxnSpLocks/>
            </p:cNvCxnSpPr>
            <p:nvPr/>
          </p:nvCxnSpPr>
          <p:spPr>
            <a:xfrm>
              <a:off x="3594099" y="1027112"/>
              <a:ext cx="170657" cy="88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5ACD881-1A4D-C776-FA06-A344705B3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8586" y="973931"/>
              <a:ext cx="161926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58CB02-67EA-E61B-CF87-B86C821E9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7656" y="847724"/>
              <a:ext cx="0" cy="130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0321AD1-806D-8EA8-4DFF-B43A636091C6}"/>
                </a:ext>
              </a:extLst>
            </p:cNvPr>
            <p:cNvCxnSpPr>
              <a:cxnSpLocks/>
            </p:cNvCxnSpPr>
            <p:nvPr/>
          </p:nvCxnSpPr>
          <p:spPr>
            <a:xfrm>
              <a:off x="4117180" y="983456"/>
              <a:ext cx="335758" cy="1357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949BB06-6740-31B6-2DB2-40C41759B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2461" y="914400"/>
              <a:ext cx="488158" cy="2047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77586ED-B9A7-73AC-CD22-78DAD7A953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2999" y="514350"/>
              <a:ext cx="0" cy="390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58EA216-C17B-9739-04E0-AAAD46A41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7763" y="452438"/>
              <a:ext cx="169068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6A09D88-1997-506F-E6FF-37EFB510D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6356" y="322262"/>
              <a:ext cx="0" cy="130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8D45758-4D33-B3FA-07F0-098D8A1BF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6200" y="203200"/>
              <a:ext cx="317500" cy="1174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6A29135-4EB7-EEA4-513A-704CC314C8D3}"/>
                </a:ext>
              </a:extLst>
            </p:cNvPr>
            <p:cNvCxnSpPr>
              <a:cxnSpLocks/>
            </p:cNvCxnSpPr>
            <p:nvPr/>
          </p:nvCxnSpPr>
          <p:spPr>
            <a:xfrm>
              <a:off x="4274344" y="2719388"/>
              <a:ext cx="690563" cy="2619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69DBCE4-0544-7F32-008B-3DF6479479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750" y="2845594"/>
              <a:ext cx="497681" cy="211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AA19BE3-EC70-C636-2C48-0D4044404AF9}"/>
                </a:ext>
              </a:extLst>
            </p:cNvPr>
            <p:cNvCxnSpPr>
              <a:cxnSpLocks/>
            </p:cNvCxnSpPr>
            <p:nvPr/>
          </p:nvCxnSpPr>
          <p:spPr>
            <a:xfrm>
              <a:off x="3755231" y="2921794"/>
              <a:ext cx="35242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76944EC-2A8C-5930-9DBB-4A58CF54E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79" y="2907505"/>
              <a:ext cx="161926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41DF9EE-A041-2C6F-B7F4-0EED82066C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80" y="2976563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4617" y="1752600"/>
              <a:ext cx="354808" cy="1333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6148388" y="1495425"/>
              <a:ext cx="669130" cy="2405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9B1F4A4E-7C52-B32F-EE97-699DAE67A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5055" y="1328738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C437418F-736E-8670-3BC7-AAB61D1176D0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8" y="1300163"/>
              <a:ext cx="188117" cy="452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DDDA378D-C893-21B5-5846-8B506A2D5D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9775" y="1295400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AFF1F-ED7D-7A6C-7025-29E13A21E58E}"/>
              </a:ext>
            </a:extLst>
          </p:cNvPr>
          <p:cNvGrpSpPr/>
          <p:nvPr/>
        </p:nvGrpSpPr>
        <p:grpSpPr>
          <a:xfrm>
            <a:off x="419100" y="1612900"/>
            <a:ext cx="5538788" cy="4880768"/>
            <a:chOff x="605121" y="1689527"/>
            <a:chExt cx="5405636" cy="509984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33555C-254F-E358-8100-D66704572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5214" y="1752559"/>
              <a:ext cx="0" cy="3715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8027A0-08EC-45BE-B28F-E8124440D7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2890" y="2133207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1855EC-49C0-7511-935F-AF4CC64FE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058" y="2290462"/>
              <a:ext cx="0" cy="274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8529EB-A898-1E02-E77B-76005DF38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676" y="2562034"/>
              <a:ext cx="158027" cy="6717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7115CE-2EF3-F544-43D2-5D49C06126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53238" y="2484033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83F7323-680B-4FE0-A233-CE2DC2E68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7728" y="2479926"/>
              <a:ext cx="678610" cy="2811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00CF541-7BEE-640C-9A89-FD9AE21C58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6232" y="2730359"/>
              <a:ext cx="177398" cy="954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4F1A1D1-4EEC-029E-B478-D45C56385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8405" y="2738691"/>
              <a:ext cx="334658" cy="1484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C17C8B-4ABD-88C8-A893-CC4E05D9F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8217" y="3041878"/>
              <a:ext cx="0" cy="9284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4B359BE-41A7-55EC-E8A2-B2656B9A7B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0651" y="3954521"/>
              <a:ext cx="172750" cy="9541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7DCA718-9619-4DCE-BEE4-78C595931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2627" y="4044094"/>
              <a:ext cx="0" cy="1402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5FEC17D-6AB6-A58A-3063-AC275C59D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1923" y="4181771"/>
              <a:ext cx="493462" cy="201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75BFD81-4E94-ACC5-16AD-FAA51EF31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7987" y="4566601"/>
              <a:ext cx="0" cy="162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47CD3E-E2DF-53DF-3341-2B76EC8449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6953" y="6111733"/>
              <a:ext cx="0" cy="2720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00DEE36-4522-115A-C61E-1FF4680319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2305" y="6370499"/>
              <a:ext cx="177399" cy="829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D40EA4F-FBF2-2712-EF78-586D6EF1B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4281" y="6442654"/>
              <a:ext cx="0" cy="277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78ABA9-E259-294E-3680-FC5521F9B5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80051" y="6672431"/>
              <a:ext cx="323037" cy="1169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ADF220-530F-CD5B-CC49-E723FFF955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61663" y="6538071"/>
              <a:ext cx="320713" cy="1368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A824130-453B-8AF9-34E1-B2901B3F9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2" y="4913319"/>
              <a:ext cx="504309" cy="2114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84BF2D-8551-8C3A-37B6-D9917E38D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352" y="5107395"/>
              <a:ext cx="0" cy="136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7491DB-7935-9D2B-9B10-5395F60DB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4" y="3701598"/>
              <a:ext cx="0" cy="1326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06FF51C-A6A3-AE7D-D37C-074C489AEF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0373" y="2827434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E1B41E-C834-25F6-1B14-D4F528D17331}"/>
                </a:ext>
              </a:extLst>
            </p:cNvPr>
            <p:cNvCxnSpPr>
              <a:cxnSpLocks/>
            </p:cNvCxnSpPr>
            <p:nvPr/>
          </p:nvCxnSpPr>
          <p:spPr>
            <a:xfrm>
              <a:off x="2107978" y="2289997"/>
              <a:ext cx="0" cy="534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061EB39-D18A-17C7-0FE0-9792540D21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3044" y="2230282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7B1CD5-114E-6B48-FDA7-ED79838D4349}"/>
                </a:ext>
              </a:extLst>
            </p:cNvPr>
            <p:cNvCxnSpPr>
              <a:cxnSpLocks/>
            </p:cNvCxnSpPr>
            <p:nvPr/>
          </p:nvCxnSpPr>
          <p:spPr>
            <a:xfrm>
              <a:off x="1946847" y="1941658"/>
              <a:ext cx="0" cy="29194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7B5C38B-0D1E-C10D-322A-336E88CB6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121" y="1882773"/>
              <a:ext cx="1502858" cy="60959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02EB231-7D37-C6A5-57EC-388F689F0C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4453" y="2953500"/>
              <a:ext cx="167327" cy="78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CA16D5E-9462-F7FE-4D1B-28C505EAD2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1425" y="2482413"/>
              <a:ext cx="346276" cy="14762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09A6CC9-D4CF-3188-D590-B6CC42DFA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9785" y="1772465"/>
              <a:ext cx="0" cy="5158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4455A54-03D3-3E4D-3651-C2D562F68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91671" y="1689527"/>
              <a:ext cx="168114" cy="74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D797AAB-01FB-1326-F8B9-5315818AE979}"/>
                </a:ext>
              </a:extLst>
            </p:cNvPr>
            <p:cNvCxnSpPr>
              <a:cxnSpLocks/>
            </p:cNvCxnSpPr>
            <p:nvPr/>
          </p:nvCxnSpPr>
          <p:spPr>
            <a:xfrm>
              <a:off x="1778745" y="1891895"/>
              <a:ext cx="0" cy="2554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20CAECA-06B7-D8D4-A1F7-FF823E91E9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0223" y="2157296"/>
              <a:ext cx="185920" cy="1890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1716EF7-D28C-6F19-219F-F4C188099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3448" y="6629264"/>
              <a:ext cx="1230946" cy="5809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FA1A9F4-554C-EA13-2372-8E59FC3CA1F0}"/>
                </a:ext>
              </a:extLst>
            </p:cNvPr>
            <p:cNvCxnSpPr>
              <a:cxnSpLocks/>
            </p:cNvCxnSpPr>
            <p:nvPr/>
          </p:nvCxnSpPr>
          <p:spPr>
            <a:xfrm>
              <a:off x="948301" y="2230282"/>
              <a:ext cx="0" cy="2554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3B89E33-7C9F-BA6E-F664-715554B8E1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8288" y="2703027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2F8A41D6-D947-CD2D-E993-1D141510AA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4333" y="2688928"/>
              <a:ext cx="334658" cy="1484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89A229FA-6986-F498-8EE9-3444AB4F05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9109" y="4388324"/>
              <a:ext cx="348601" cy="1343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02E62B9-C0DF-7BBD-3E4F-8BC7ACB8A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75308" y="4516839"/>
              <a:ext cx="156482" cy="804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96DB0D5-8D9F-F676-DDBC-C8F6614B35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6633" y="4562493"/>
              <a:ext cx="1431588" cy="10748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4671D1E-2908-CA3B-1EFD-497F7FDB44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9043" y="5761775"/>
              <a:ext cx="901714" cy="955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781F587-0C7F-A332-A8E8-AF055D677D67}"/>
              </a:ext>
            </a:extLst>
          </p:cNvPr>
          <p:cNvGrpSpPr/>
          <p:nvPr/>
        </p:nvGrpSpPr>
        <p:grpSpPr>
          <a:xfrm>
            <a:off x="3693319" y="1033462"/>
            <a:ext cx="3936206" cy="2333626"/>
            <a:chOff x="3769519" y="1109662"/>
            <a:chExt cx="3936206" cy="233362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7A38CA-B00B-09CA-4484-26F00371477C}"/>
                </a:ext>
              </a:extLst>
            </p:cNvPr>
            <p:cNvGrpSpPr/>
            <p:nvPr/>
          </p:nvGrpSpPr>
          <p:grpSpPr>
            <a:xfrm>
              <a:off x="3769519" y="1109662"/>
              <a:ext cx="1031081" cy="766764"/>
              <a:chOff x="3769519" y="1109662"/>
              <a:chExt cx="1031081" cy="766764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7701E14-891D-27AF-58E6-082EF50F92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9519" y="1109662"/>
                <a:ext cx="357187" cy="133351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C9524DD-9058-A718-FCCB-F13CF546F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0832" y="1235074"/>
                <a:ext cx="0" cy="483395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43BC9EC-0919-FB16-FCC3-A35E6100F1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2600" y="1809750"/>
                <a:ext cx="184149" cy="6667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31A78DD-4ADA-4E12-8185-B8E10B1FA5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1987" y="1754981"/>
                <a:ext cx="328613" cy="119063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D1BACF2-A245-6EF7-6D17-DCFD507A478E}"/>
                </a:ext>
              </a:extLst>
            </p:cNvPr>
            <p:cNvGrpSpPr/>
            <p:nvPr/>
          </p:nvGrpSpPr>
          <p:grpSpPr>
            <a:xfrm>
              <a:off x="4795838" y="1743075"/>
              <a:ext cx="1202531" cy="262731"/>
              <a:chOff x="4112420" y="1238250"/>
              <a:chExt cx="1202531" cy="262731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C9CAAD3-2D81-0550-415D-FE19D79BA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2420" y="1238250"/>
                <a:ext cx="681037" cy="257175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CB452D6-D306-E9AE-D089-D3769282D4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9013" y="1285875"/>
                <a:ext cx="515938" cy="21510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2D91751-3395-66DB-CF81-2B7AD0352052}"/>
                </a:ext>
              </a:extLst>
            </p:cNvPr>
            <p:cNvCxnSpPr>
              <a:cxnSpLocks/>
            </p:cNvCxnSpPr>
            <p:nvPr/>
          </p:nvCxnSpPr>
          <p:spPr>
            <a:xfrm>
              <a:off x="5984082" y="1795462"/>
              <a:ext cx="378618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4AE6C14-162F-DB5A-08D1-D560C6EE7E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476" y="1926431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0BDF44-E807-6E5C-9A76-899CD4DEC5E1}"/>
                </a:ext>
              </a:extLst>
            </p:cNvPr>
            <p:cNvCxnSpPr>
              <a:cxnSpLocks/>
            </p:cNvCxnSpPr>
            <p:nvPr/>
          </p:nvCxnSpPr>
          <p:spPr>
            <a:xfrm>
              <a:off x="7034214" y="1914524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B5A374E-CF3A-4CA6-9204-0A99961EC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900" y="2000249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6F984FA-D198-48C0-014F-34C1DE748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3" y="2114550"/>
              <a:ext cx="51196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79E97CE-3D0F-8D47-34D9-19DC8AC847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931" y="231457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511C9D8-F9CD-084B-338B-DF0B07274B40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2" y="2440780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B935BD7-69CC-27EA-D70E-91F5BEF34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9" y="2188369"/>
              <a:ext cx="850106" cy="3405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395E7DD5-5F71-3E1E-3AA8-29E378087D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6568" y="301942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4C931BB-0CE9-3EEB-2ACC-19611F248699}"/>
                </a:ext>
              </a:extLst>
            </p:cNvPr>
            <p:cNvCxnSpPr>
              <a:cxnSpLocks/>
            </p:cNvCxnSpPr>
            <p:nvPr/>
          </p:nvCxnSpPr>
          <p:spPr>
            <a:xfrm>
              <a:off x="6836570" y="3136105"/>
              <a:ext cx="350043" cy="178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97BF202-690C-DD74-C010-1A126BFF5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1376" y="3245643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066F904-8D21-E05D-C1F3-DC6E9D85F601}"/>
                </a:ext>
              </a:extLst>
            </p:cNvPr>
            <p:cNvCxnSpPr>
              <a:cxnSpLocks/>
            </p:cNvCxnSpPr>
            <p:nvPr/>
          </p:nvCxnSpPr>
          <p:spPr>
            <a:xfrm>
              <a:off x="7386639" y="3233736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F84FE25-182D-4146-1D85-B9B741956D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418" y="3319462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5390950" y="3052011"/>
            <a:ext cx="71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15.06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B2A47CE-43A5-6156-002E-4D0BDC1D896C}"/>
              </a:ext>
            </a:extLst>
          </p:cNvPr>
          <p:cNvSpPr/>
          <p:nvPr/>
        </p:nvSpPr>
        <p:spPr>
          <a:xfrm>
            <a:off x="1933226" y="21465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06BB706-9135-8046-B06A-76174280917C}"/>
              </a:ext>
            </a:extLst>
          </p:cNvPr>
          <p:cNvSpPr/>
          <p:nvPr/>
        </p:nvSpPr>
        <p:spPr>
          <a:xfrm>
            <a:off x="1329976" y="18671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9C5433B-62D1-FD4E-AB9E-A69A77635C19}"/>
              </a:ext>
            </a:extLst>
          </p:cNvPr>
          <p:cNvSpPr/>
          <p:nvPr/>
        </p:nvSpPr>
        <p:spPr>
          <a:xfrm>
            <a:off x="1069626" y="45913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84C75AE-2D9E-1091-F671-63B21E742ED0}"/>
              </a:ext>
            </a:extLst>
          </p:cNvPr>
          <p:cNvSpPr/>
          <p:nvPr/>
        </p:nvSpPr>
        <p:spPr>
          <a:xfrm>
            <a:off x="523526" y="22672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A5B168B-8E8F-E35E-589E-FBBDF9480EDF}"/>
              </a:ext>
            </a:extLst>
          </p:cNvPr>
          <p:cNvSpPr/>
          <p:nvPr/>
        </p:nvSpPr>
        <p:spPr>
          <a:xfrm>
            <a:off x="9267476" y="56771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B948140-57E7-AE19-F712-57041BF28DF3}"/>
              </a:ext>
            </a:extLst>
          </p:cNvPr>
          <p:cNvSpPr/>
          <p:nvPr/>
        </p:nvSpPr>
        <p:spPr>
          <a:xfrm>
            <a:off x="8318151" y="57248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65B69CA-C19B-E0DB-FD69-366A1DA54329}"/>
              </a:ext>
            </a:extLst>
          </p:cNvPr>
          <p:cNvSpPr/>
          <p:nvPr/>
        </p:nvSpPr>
        <p:spPr>
          <a:xfrm>
            <a:off x="7124351" y="65122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868C593-F0AF-F1F6-0C9D-70A8FC376731}"/>
              </a:ext>
            </a:extLst>
          </p:cNvPr>
          <p:cNvSpPr/>
          <p:nvPr/>
        </p:nvSpPr>
        <p:spPr>
          <a:xfrm>
            <a:off x="6108351" y="65249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1673C77-3B9E-EC6A-ACCC-EBB3D494D5F4}"/>
              </a:ext>
            </a:extLst>
          </p:cNvPr>
          <p:cNvSpPr/>
          <p:nvPr/>
        </p:nvSpPr>
        <p:spPr>
          <a:xfrm>
            <a:off x="2304701" y="65407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A01BAA7-3C1E-2FF1-F66E-C434430A4D43}"/>
              </a:ext>
            </a:extLst>
          </p:cNvPr>
          <p:cNvSpPr/>
          <p:nvPr/>
        </p:nvSpPr>
        <p:spPr>
          <a:xfrm>
            <a:off x="7600601" y="275206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A04AFEB-E0BC-FE02-A467-3E7C546F6CAB}"/>
              </a:ext>
            </a:extLst>
          </p:cNvPr>
          <p:cNvSpPr/>
          <p:nvPr/>
        </p:nvSpPr>
        <p:spPr>
          <a:xfrm>
            <a:off x="7088156" y="271301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EDE89EC-70FA-FDE9-A08E-FFA1DB2AF45E}"/>
              </a:ext>
            </a:extLst>
          </p:cNvPr>
          <p:cNvSpPr/>
          <p:nvPr/>
        </p:nvSpPr>
        <p:spPr>
          <a:xfrm>
            <a:off x="9115076" y="339881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95B2EA7A-AC6C-84D8-0CDE-3E263FBE5ADB}"/>
              </a:ext>
            </a:extLst>
          </p:cNvPr>
          <p:cNvSpPr/>
          <p:nvPr/>
        </p:nvSpPr>
        <p:spPr>
          <a:xfrm>
            <a:off x="3988721" y="49654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43F168A-EF6A-8B53-47ED-8B9669ADF4EF}"/>
              </a:ext>
            </a:extLst>
          </p:cNvPr>
          <p:cNvSpPr/>
          <p:nvPr/>
        </p:nvSpPr>
        <p:spPr>
          <a:xfrm>
            <a:off x="4485291" y="285208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96FC82-9B86-8492-8D38-969DFD640D33}"/>
              </a:ext>
            </a:extLst>
          </p:cNvPr>
          <p:cNvSpPr/>
          <p:nvPr/>
        </p:nvSpPr>
        <p:spPr>
          <a:xfrm>
            <a:off x="502920" y="317754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08EFCF-A02C-4569-65D2-C4CAE4DDF411}"/>
              </a:ext>
            </a:extLst>
          </p:cNvPr>
          <p:cNvSpPr/>
          <p:nvPr/>
        </p:nvSpPr>
        <p:spPr>
          <a:xfrm>
            <a:off x="7421880" y="184404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D62078-F9B0-60E1-D9DC-6E03156B1780}"/>
              </a:ext>
            </a:extLst>
          </p:cNvPr>
          <p:cNvSpPr/>
          <p:nvPr/>
        </p:nvSpPr>
        <p:spPr>
          <a:xfrm>
            <a:off x="3360420" y="7239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35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t="-2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606BA64-483E-C957-BEE9-2CA63C75FDD7}"/>
              </a:ext>
            </a:extLst>
          </p:cNvPr>
          <p:cNvGrpSpPr/>
          <p:nvPr/>
        </p:nvGrpSpPr>
        <p:grpSpPr>
          <a:xfrm>
            <a:off x="3344068" y="127000"/>
            <a:ext cx="3409157" cy="2921000"/>
            <a:chOff x="3420268" y="203200"/>
            <a:chExt cx="3409157" cy="2921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1FDE3-88AE-B0F2-AF9D-A60E48EA1BA1}"/>
                </a:ext>
              </a:extLst>
            </p:cNvPr>
            <p:cNvCxnSpPr>
              <a:cxnSpLocks/>
            </p:cNvCxnSpPr>
            <p:nvPr/>
          </p:nvCxnSpPr>
          <p:spPr>
            <a:xfrm>
              <a:off x="3420268" y="447675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6297F5-D57E-69FB-C60B-132BF7D5D1AB}"/>
                </a:ext>
              </a:extLst>
            </p:cNvPr>
            <p:cNvCxnSpPr>
              <a:cxnSpLocks/>
            </p:cNvCxnSpPr>
            <p:nvPr/>
          </p:nvCxnSpPr>
          <p:spPr>
            <a:xfrm>
              <a:off x="3432174" y="585787"/>
              <a:ext cx="170657" cy="88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674EB3-44B1-C33E-3725-BC5C1A3F3681}"/>
                </a:ext>
              </a:extLst>
            </p:cNvPr>
            <p:cNvCxnSpPr>
              <a:cxnSpLocks/>
            </p:cNvCxnSpPr>
            <p:nvPr/>
          </p:nvCxnSpPr>
          <p:spPr>
            <a:xfrm>
              <a:off x="3586955" y="667543"/>
              <a:ext cx="0" cy="3500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2B1A4E-3722-52BC-BB21-01ED96825C14}"/>
                </a:ext>
              </a:extLst>
            </p:cNvPr>
            <p:cNvCxnSpPr>
              <a:cxnSpLocks/>
            </p:cNvCxnSpPr>
            <p:nvPr/>
          </p:nvCxnSpPr>
          <p:spPr>
            <a:xfrm>
              <a:off x="3594099" y="1027112"/>
              <a:ext cx="170657" cy="88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5ACD881-1A4D-C776-FA06-A344705B3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8586" y="973931"/>
              <a:ext cx="161926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58CB02-67EA-E61B-CF87-B86C821E9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7656" y="847724"/>
              <a:ext cx="0" cy="130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0321AD1-806D-8EA8-4DFF-B43A636091C6}"/>
                </a:ext>
              </a:extLst>
            </p:cNvPr>
            <p:cNvCxnSpPr>
              <a:cxnSpLocks/>
            </p:cNvCxnSpPr>
            <p:nvPr/>
          </p:nvCxnSpPr>
          <p:spPr>
            <a:xfrm>
              <a:off x="4117180" y="983456"/>
              <a:ext cx="335758" cy="1357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949BB06-6740-31B6-2DB2-40C41759B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2461" y="914400"/>
              <a:ext cx="488158" cy="2047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77586ED-B9A7-73AC-CD22-78DAD7A953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2999" y="514350"/>
              <a:ext cx="0" cy="390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58EA216-C17B-9739-04E0-AAAD46A41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7763" y="452438"/>
              <a:ext cx="169068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6A09D88-1997-506F-E6FF-37EFB510D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6356" y="322262"/>
              <a:ext cx="0" cy="130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8D45758-4D33-B3FA-07F0-098D8A1BF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6200" y="203200"/>
              <a:ext cx="317500" cy="1174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6A29135-4EB7-EEA4-513A-704CC314C8D3}"/>
                </a:ext>
              </a:extLst>
            </p:cNvPr>
            <p:cNvCxnSpPr>
              <a:cxnSpLocks/>
            </p:cNvCxnSpPr>
            <p:nvPr/>
          </p:nvCxnSpPr>
          <p:spPr>
            <a:xfrm>
              <a:off x="4429919" y="2649538"/>
              <a:ext cx="0" cy="1222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69DBCE4-0544-7F32-008B-3DF6479479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750" y="2845594"/>
              <a:ext cx="497681" cy="211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AA19BE3-EC70-C636-2C48-0D4044404AF9}"/>
                </a:ext>
              </a:extLst>
            </p:cNvPr>
            <p:cNvCxnSpPr>
              <a:cxnSpLocks/>
            </p:cNvCxnSpPr>
            <p:nvPr/>
          </p:nvCxnSpPr>
          <p:spPr>
            <a:xfrm>
              <a:off x="3755231" y="2921794"/>
              <a:ext cx="35242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76944EC-2A8C-5930-9DBB-4A58CF54E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79" y="2907505"/>
              <a:ext cx="161926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41DF9EE-A041-2C6F-B7F4-0EED82066C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80" y="2976563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4617" y="1752600"/>
              <a:ext cx="354808" cy="1333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6148388" y="1495425"/>
              <a:ext cx="669130" cy="2405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9B1F4A4E-7C52-B32F-EE97-699DAE67A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5055" y="1328738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C437418F-736E-8670-3BC7-AAB61D1176D0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8" y="1300163"/>
              <a:ext cx="188117" cy="452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DDDA378D-C893-21B5-5846-8B506A2D5D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9775" y="1295400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3615357-6A67-B45D-E6A4-620AF1D45948}"/>
                </a:ext>
              </a:extLst>
            </p:cNvPr>
            <p:cNvCxnSpPr>
              <a:cxnSpLocks/>
            </p:cNvCxnSpPr>
            <p:nvPr/>
          </p:nvCxnSpPr>
          <p:spPr>
            <a:xfrm>
              <a:off x="4431506" y="2778919"/>
              <a:ext cx="508794" cy="202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78170C-C765-11E0-4D43-624CAD3DDC7A}"/>
                </a:ext>
              </a:extLst>
            </p:cNvPr>
            <p:cNvCxnSpPr>
              <a:cxnSpLocks/>
            </p:cNvCxnSpPr>
            <p:nvPr/>
          </p:nvCxnSpPr>
          <p:spPr>
            <a:xfrm>
              <a:off x="4104481" y="2134394"/>
              <a:ext cx="35242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AFF1F-ED7D-7A6C-7025-29E13A21E58E}"/>
              </a:ext>
            </a:extLst>
          </p:cNvPr>
          <p:cNvGrpSpPr/>
          <p:nvPr/>
        </p:nvGrpSpPr>
        <p:grpSpPr>
          <a:xfrm>
            <a:off x="419100" y="1612900"/>
            <a:ext cx="4953000" cy="5031739"/>
            <a:chOff x="605121" y="1689527"/>
            <a:chExt cx="4833931" cy="525759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1855EC-49C0-7511-935F-AF4CC64FE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058" y="1901848"/>
              <a:ext cx="0" cy="6626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8529EB-A898-1E02-E77B-76005DF38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676" y="2562034"/>
              <a:ext cx="158027" cy="6717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7115CE-2EF3-F544-43D2-5D49C06126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53238" y="2484033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83F7323-680B-4FE0-A233-CE2DC2E68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7728" y="2479926"/>
              <a:ext cx="678610" cy="2811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00CF541-7BEE-640C-9A89-FD9AE21C58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6232" y="2730359"/>
              <a:ext cx="177398" cy="954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4F1A1D1-4EEC-029E-B478-D45C56385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8405" y="2738691"/>
              <a:ext cx="334658" cy="1484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C17C8B-4ABD-88C8-A893-CC4E05D9F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8217" y="3041878"/>
              <a:ext cx="0" cy="9284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4B359BE-41A7-55EC-E8A2-B2656B9A7B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0651" y="3954521"/>
              <a:ext cx="172750" cy="9541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7DCA718-9619-4DCE-BEE4-78C595931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2627" y="4044094"/>
              <a:ext cx="0" cy="1402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5FEC17D-6AB6-A58A-3063-AC275C59D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1923" y="4181771"/>
              <a:ext cx="481842" cy="2214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75BFD81-4E94-ACC5-16AD-FAA51EF31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7987" y="4566601"/>
              <a:ext cx="0" cy="162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47CD3E-E2DF-53DF-3341-2B76EC8449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6953" y="6111733"/>
              <a:ext cx="0" cy="2720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00DEE36-4522-115A-C61E-1FF4680319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2305" y="6370499"/>
              <a:ext cx="177399" cy="829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D40EA4F-FBF2-2712-EF78-586D6EF1B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4281" y="6442654"/>
              <a:ext cx="0" cy="277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78ABA9-E259-294E-3680-FC5521F9B5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80051" y="6657501"/>
              <a:ext cx="323037" cy="1169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ADF220-530F-CD5B-CC49-E723FFF955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61663" y="6523141"/>
              <a:ext cx="320713" cy="1368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A824130-453B-8AF9-34E1-B2901B3F9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2" y="4913319"/>
              <a:ext cx="504309" cy="2114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84BF2D-8551-8C3A-37B6-D9917E38D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352" y="5107395"/>
              <a:ext cx="0" cy="136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7491DB-7935-9D2B-9B10-5395F60DB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4" y="3701598"/>
              <a:ext cx="0" cy="1326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06FF51C-A6A3-AE7D-D37C-074C489AEF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0373" y="2827434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E1B41E-C834-25F6-1B14-D4F528D17331}"/>
                </a:ext>
              </a:extLst>
            </p:cNvPr>
            <p:cNvCxnSpPr>
              <a:cxnSpLocks/>
            </p:cNvCxnSpPr>
            <p:nvPr/>
          </p:nvCxnSpPr>
          <p:spPr>
            <a:xfrm>
              <a:off x="2107978" y="2289997"/>
              <a:ext cx="0" cy="534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061EB39-D18A-17C7-0FE0-9792540D21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3044" y="2230282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7B1CD5-114E-6B48-FDA7-ED79838D4349}"/>
                </a:ext>
              </a:extLst>
            </p:cNvPr>
            <p:cNvCxnSpPr>
              <a:cxnSpLocks/>
            </p:cNvCxnSpPr>
            <p:nvPr/>
          </p:nvCxnSpPr>
          <p:spPr>
            <a:xfrm>
              <a:off x="1946847" y="1941658"/>
              <a:ext cx="0" cy="29194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7B5C38B-0D1E-C10D-322A-336E88CB6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121" y="1882773"/>
              <a:ext cx="1502858" cy="60959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02EB231-7D37-C6A5-57EC-388F689F0C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4453" y="2953500"/>
              <a:ext cx="167327" cy="78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CA16D5E-9462-F7FE-4D1B-28C505EAD2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1425" y="2482413"/>
              <a:ext cx="346276" cy="14762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09A6CC9-D4CF-3188-D590-B6CC42DFA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9785" y="1772465"/>
              <a:ext cx="0" cy="5158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4455A54-03D3-3E4D-3651-C2D562F68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91671" y="1689527"/>
              <a:ext cx="168114" cy="74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D797AAB-01FB-1326-F8B9-5315818AE979}"/>
                </a:ext>
              </a:extLst>
            </p:cNvPr>
            <p:cNvCxnSpPr>
              <a:cxnSpLocks/>
            </p:cNvCxnSpPr>
            <p:nvPr/>
          </p:nvCxnSpPr>
          <p:spPr>
            <a:xfrm>
              <a:off x="1778745" y="1891895"/>
              <a:ext cx="0" cy="2554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20CAECA-06B7-D8D4-A1F7-FF823E91E9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0223" y="2157296"/>
              <a:ext cx="185920" cy="1890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1716EF7-D28C-6F19-219F-F4C188099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3448" y="6629264"/>
              <a:ext cx="1565604" cy="3178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FA1A9F4-554C-EA13-2372-8E59FC3CA1F0}"/>
                </a:ext>
              </a:extLst>
            </p:cNvPr>
            <p:cNvCxnSpPr>
              <a:cxnSpLocks/>
            </p:cNvCxnSpPr>
            <p:nvPr/>
          </p:nvCxnSpPr>
          <p:spPr>
            <a:xfrm>
              <a:off x="948301" y="2230282"/>
              <a:ext cx="0" cy="2554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3B89E33-7C9F-BA6E-F664-715554B8E1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8288" y="2703027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2F8A41D6-D947-CD2D-E993-1D141510AA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4333" y="2688928"/>
              <a:ext cx="334658" cy="1484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89A229FA-6986-F498-8EE9-3444AB4F05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9109" y="4406571"/>
              <a:ext cx="306769" cy="116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02E62B9-C0DF-7BBD-3E4F-8BC7ACB8A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75308" y="4516839"/>
              <a:ext cx="156482" cy="804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41CDF15-F1A6-E41B-AD15-C894D59F2C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14369" y="1787355"/>
              <a:ext cx="323811" cy="12112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781F587-0C7F-A332-A8E8-AF055D677D67}"/>
              </a:ext>
            </a:extLst>
          </p:cNvPr>
          <p:cNvGrpSpPr/>
          <p:nvPr/>
        </p:nvGrpSpPr>
        <p:grpSpPr>
          <a:xfrm>
            <a:off x="3693319" y="1033462"/>
            <a:ext cx="3936206" cy="2333626"/>
            <a:chOff x="3769519" y="1109662"/>
            <a:chExt cx="3936206" cy="233362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7A38CA-B00B-09CA-4484-26F00371477C}"/>
                </a:ext>
              </a:extLst>
            </p:cNvPr>
            <p:cNvGrpSpPr/>
            <p:nvPr/>
          </p:nvGrpSpPr>
          <p:grpSpPr>
            <a:xfrm>
              <a:off x="3769519" y="1109662"/>
              <a:ext cx="1031081" cy="766764"/>
              <a:chOff x="3769519" y="1109662"/>
              <a:chExt cx="1031081" cy="766764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7701E14-891D-27AF-58E6-082EF50F92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9519" y="1109662"/>
                <a:ext cx="357187" cy="133351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C9524DD-9058-A718-FCCB-F13CF546F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0832" y="1235074"/>
                <a:ext cx="0" cy="483395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43BC9EC-0919-FB16-FCC3-A35E6100F1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2100" y="1752600"/>
                <a:ext cx="374649" cy="12382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31A78DD-4ADA-4E12-8185-B8E10B1FA5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1987" y="1754981"/>
                <a:ext cx="328613" cy="119063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D1BACF2-A245-6EF7-6D17-DCFD507A478E}"/>
                </a:ext>
              </a:extLst>
            </p:cNvPr>
            <p:cNvGrpSpPr/>
            <p:nvPr/>
          </p:nvGrpSpPr>
          <p:grpSpPr>
            <a:xfrm>
              <a:off x="4795838" y="1743075"/>
              <a:ext cx="1202531" cy="262731"/>
              <a:chOff x="4112420" y="1238250"/>
              <a:chExt cx="1202531" cy="262731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C9CAAD3-2D81-0550-415D-FE19D79BA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2420" y="1238250"/>
                <a:ext cx="681037" cy="257175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CB452D6-D306-E9AE-D089-D3769282D4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9013" y="1285875"/>
                <a:ext cx="515938" cy="21510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2D91751-3395-66DB-CF81-2B7AD0352052}"/>
                </a:ext>
              </a:extLst>
            </p:cNvPr>
            <p:cNvCxnSpPr>
              <a:cxnSpLocks/>
            </p:cNvCxnSpPr>
            <p:nvPr/>
          </p:nvCxnSpPr>
          <p:spPr>
            <a:xfrm>
              <a:off x="5984082" y="1795462"/>
              <a:ext cx="378618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4AE6C14-162F-DB5A-08D1-D560C6EE7E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476" y="1926431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0BDF44-E807-6E5C-9A76-899CD4DEC5E1}"/>
                </a:ext>
              </a:extLst>
            </p:cNvPr>
            <p:cNvCxnSpPr>
              <a:cxnSpLocks/>
            </p:cNvCxnSpPr>
            <p:nvPr/>
          </p:nvCxnSpPr>
          <p:spPr>
            <a:xfrm>
              <a:off x="7034214" y="1914524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B5A374E-CF3A-4CA6-9204-0A99961EC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900" y="2000249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6F984FA-D198-48C0-014F-34C1DE748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3" y="2114550"/>
              <a:ext cx="51196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79E97CE-3D0F-8D47-34D9-19DC8AC847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931" y="231457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511C9D8-F9CD-084B-338B-DF0B07274B40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2" y="2440780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B935BD7-69CC-27EA-D70E-91F5BEF34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9" y="2188369"/>
              <a:ext cx="850106" cy="3405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395E7DD5-5F71-3E1E-3AA8-29E378087D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6568" y="301942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4C931BB-0CE9-3EEB-2ACC-19611F248699}"/>
                </a:ext>
              </a:extLst>
            </p:cNvPr>
            <p:cNvCxnSpPr>
              <a:cxnSpLocks/>
            </p:cNvCxnSpPr>
            <p:nvPr/>
          </p:nvCxnSpPr>
          <p:spPr>
            <a:xfrm>
              <a:off x="6836570" y="3136105"/>
              <a:ext cx="350043" cy="178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97BF202-690C-DD74-C010-1A126BFF5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1376" y="3245643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066F904-8D21-E05D-C1F3-DC6E9D85F601}"/>
                </a:ext>
              </a:extLst>
            </p:cNvPr>
            <p:cNvCxnSpPr>
              <a:cxnSpLocks/>
            </p:cNvCxnSpPr>
            <p:nvPr/>
          </p:nvCxnSpPr>
          <p:spPr>
            <a:xfrm>
              <a:off x="7386639" y="3233736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F84FE25-182D-4146-1D85-B9B741956D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418" y="3319462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5390950" y="3052011"/>
            <a:ext cx="71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15.05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B2A47CE-43A5-6156-002E-4D0BDC1D896C}"/>
              </a:ext>
            </a:extLst>
          </p:cNvPr>
          <p:cNvSpPr/>
          <p:nvPr/>
        </p:nvSpPr>
        <p:spPr>
          <a:xfrm>
            <a:off x="1933226" y="21465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06BB706-9135-8046-B06A-76174280917C}"/>
              </a:ext>
            </a:extLst>
          </p:cNvPr>
          <p:cNvSpPr/>
          <p:nvPr/>
        </p:nvSpPr>
        <p:spPr>
          <a:xfrm>
            <a:off x="1329976" y="18671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9C5433B-62D1-FD4E-AB9E-A69A77635C19}"/>
              </a:ext>
            </a:extLst>
          </p:cNvPr>
          <p:cNvSpPr/>
          <p:nvPr/>
        </p:nvSpPr>
        <p:spPr>
          <a:xfrm>
            <a:off x="1069626" y="45913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84C75AE-2D9E-1091-F671-63B21E742ED0}"/>
              </a:ext>
            </a:extLst>
          </p:cNvPr>
          <p:cNvSpPr/>
          <p:nvPr/>
        </p:nvSpPr>
        <p:spPr>
          <a:xfrm>
            <a:off x="523526" y="22672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A5B168B-8E8F-E35E-589E-FBBDF9480EDF}"/>
              </a:ext>
            </a:extLst>
          </p:cNvPr>
          <p:cNvSpPr/>
          <p:nvPr/>
        </p:nvSpPr>
        <p:spPr>
          <a:xfrm>
            <a:off x="9267476" y="56771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B948140-57E7-AE19-F712-57041BF28DF3}"/>
              </a:ext>
            </a:extLst>
          </p:cNvPr>
          <p:cNvSpPr/>
          <p:nvPr/>
        </p:nvSpPr>
        <p:spPr>
          <a:xfrm>
            <a:off x="8318151" y="57248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65B69CA-C19B-E0DB-FD69-366A1DA54329}"/>
              </a:ext>
            </a:extLst>
          </p:cNvPr>
          <p:cNvSpPr/>
          <p:nvPr/>
        </p:nvSpPr>
        <p:spPr>
          <a:xfrm>
            <a:off x="7124351" y="65122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868C593-F0AF-F1F6-0C9D-70A8FC376731}"/>
              </a:ext>
            </a:extLst>
          </p:cNvPr>
          <p:cNvSpPr/>
          <p:nvPr/>
        </p:nvSpPr>
        <p:spPr>
          <a:xfrm>
            <a:off x="6108351" y="65249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1673C77-3B9E-EC6A-ACCC-EBB3D494D5F4}"/>
              </a:ext>
            </a:extLst>
          </p:cNvPr>
          <p:cNvSpPr/>
          <p:nvPr/>
        </p:nvSpPr>
        <p:spPr>
          <a:xfrm>
            <a:off x="2304701" y="65407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A01BAA7-3C1E-2FF1-F66E-C434430A4D43}"/>
              </a:ext>
            </a:extLst>
          </p:cNvPr>
          <p:cNvSpPr/>
          <p:nvPr/>
        </p:nvSpPr>
        <p:spPr>
          <a:xfrm>
            <a:off x="7600601" y="275206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A04AFEB-E0BC-FE02-A467-3E7C546F6CAB}"/>
              </a:ext>
            </a:extLst>
          </p:cNvPr>
          <p:cNvSpPr/>
          <p:nvPr/>
        </p:nvSpPr>
        <p:spPr>
          <a:xfrm>
            <a:off x="7088156" y="271301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EDE89EC-70FA-FDE9-A08E-FFA1DB2AF45E}"/>
              </a:ext>
            </a:extLst>
          </p:cNvPr>
          <p:cNvSpPr/>
          <p:nvPr/>
        </p:nvSpPr>
        <p:spPr>
          <a:xfrm>
            <a:off x="9115076" y="339881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95B2EA7A-AC6C-84D8-0CDE-3E263FBE5ADB}"/>
              </a:ext>
            </a:extLst>
          </p:cNvPr>
          <p:cNvSpPr/>
          <p:nvPr/>
        </p:nvSpPr>
        <p:spPr>
          <a:xfrm>
            <a:off x="3988721" y="49654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43F168A-EF6A-8B53-47ED-8B9669ADF4EF}"/>
              </a:ext>
            </a:extLst>
          </p:cNvPr>
          <p:cNvSpPr/>
          <p:nvPr/>
        </p:nvSpPr>
        <p:spPr>
          <a:xfrm>
            <a:off x="4485291" y="285208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96FC82-9B86-8492-8D38-969DFD640D33}"/>
              </a:ext>
            </a:extLst>
          </p:cNvPr>
          <p:cNvSpPr/>
          <p:nvPr/>
        </p:nvSpPr>
        <p:spPr>
          <a:xfrm>
            <a:off x="502920" y="317754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08EFCF-A02C-4569-65D2-C4CAE4DDF411}"/>
              </a:ext>
            </a:extLst>
          </p:cNvPr>
          <p:cNvSpPr/>
          <p:nvPr/>
        </p:nvSpPr>
        <p:spPr>
          <a:xfrm>
            <a:off x="7421880" y="184404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D62078-F9B0-60E1-D9DC-6E03156B1780}"/>
              </a:ext>
            </a:extLst>
          </p:cNvPr>
          <p:cNvSpPr/>
          <p:nvPr/>
        </p:nvSpPr>
        <p:spPr>
          <a:xfrm>
            <a:off x="3360420" y="7239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663931-0691-C726-F688-D9882F82E10F}"/>
              </a:ext>
            </a:extLst>
          </p:cNvPr>
          <p:cNvSpPr/>
          <p:nvPr/>
        </p:nvSpPr>
        <p:spPr>
          <a:xfrm>
            <a:off x="3920141" y="200118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66978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t="-2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606BA64-483E-C957-BEE9-2CA63C75FDD7}"/>
              </a:ext>
            </a:extLst>
          </p:cNvPr>
          <p:cNvGrpSpPr/>
          <p:nvPr/>
        </p:nvGrpSpPr>
        <p:grpSpPr>
          <a:xfrm>
            <a:off x="3344068" y="127000"/>
            <a:ext cx="3409157" cy="2921000"/>
            <a:chOff x="3420268" y="203200"/>
            <a:chExt cx="3409157" cy="2921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1FDE3-88AE-B0F2-AF9D-A60E48EA1BA1}"/>
                </a:ext>
              </a:extLst>
            </p:cNvPr>
            <p:cNvCxnSpPr>
              <a:cxnSpLocks/>
            </p:cNvCxnSpPr>
            <p:nvPr/>
          </p:nvCxnSpPr>
          <p:spPr>
            <a:xfrm>
              <a:off x="3420268" y="447675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6297F5-D57E-69FB-C60B-132BF7D5D1AB}"/>
                </a:ext>
              </a:extLst>
            </p:cNvPr>
            <p:cNvCxnSpPr>
              <a:cxnSpLocks/>
            </p:cNvCxnSpPr>
            <p:nvPr/>
          </p:nvCxnSpPr>
          <p:spPr>
            <a:xfrm>
              <a:off x="3432174" y="585787"/>
              <a:ext cx="170657" cy="88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674EB3-44B1-C33E-3725-BC5C1A3F3681}"/>
                </a:ext>
              </a:extLst>
            </p:cNvPr>
            <p:cNvCxnSpPr>
              <a:cxnSpLocks/>
            </p:cNvCxnSpPr>
            <p:nvPr/>
          </p:nvCxnSpPr>
          <p:spPr>
            <a:xfrm>
              <a:off x="3586955" y="667543"/>
              <a:ext cx="0" cy="3500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2B1A4E-3722-52BC-BB21-01ED96825C14}"/>
                </a:ext>
              </a:extLst>
            </p:cNvPr>
            <p:cNvCxnSpPr>
              <a:cxnSpLocks/>
            </p:cNvCxnSpPr>
            <p:nvPr/>
          </p:nvCxnSpPr>
          <p:spPr>
            <a:xfrm>
              <a:off x="3594099" y="1027112"/>
              <a:ext cx="170657" cy="88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5ACD881-1A4D-C776-FA06-A344705B3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8586" y="973931"/>
              <a:ext cx="161926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58CB02-67EA-E61B-CF87-B86C821E9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7656" y="847724"/>
              <a:ext cx="0" cy="130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0321AD1-806D-8EA8-4DFF-B43A636091C6}"/>
                </a:ext>
              </a:extLst>
            </p:cNvPr>
            <p:cNvCxnSpPr>
              <a:cxnSpLocks/>
            </p:cNvCxnSpPr>
            <p:nvPr/>
          </p:nvCxnSpPr>
          <p:spPr>
            <a:xfrm>
              <a:off x="4117180" y="983456"/>
              <a:ext cx="335758" cy="1357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949BB06-6740-31B6-2DB2-40C41759B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2461" y="914400"/>
              <a:ext cx="488158" cy="2047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77586ED-B9A7-73AC-CD22-78DAD7A953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2999" y="514350"/>
              <a:ext cx="0" cy="390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58EA216-C17B-9739-04E0-AAAD46A41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7763" y="452438"/>
              <a:ext cx="169068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6A09D88-1997-506F-E6FF-37EFB510D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6356" y="322262"/>
              <a:ext cx="0" cy="130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8D45758-4D33-B3FA-07F0-098D8A1BF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6200" y="203200"/>
              <a:ext cx="317500" cy="1174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6A29135-4EB7-EEA4-513A-704CC314C8D3}"/>
                </a:ext>
              </a:extLst>
            </p:cNvPr>
            <p:cNvCxnSpPr>
              <a:cxnSpLocks/>
            </p:cNvCxnSpPr>
            <p:nvPr/>
          </p:nvCxnSpPr>
          <p:spPr>
            <a:xfrm>
              <a:off x="4274344" y="2719388"/>
              <a:ext cx="690563" cy="2619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69DBCE4-0544-7F32-008B-3DF6479479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750" y="2845594"/>
              <a:ext cx="497681" cy="211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AA19BE3-EC70-C636-2C48-0D4044404AF9}"/>
                </a:ext>
              </a:extLst>
            </p:cNvPr>
            <p:cNvCxnSpPr>
              <a:cxnSpLocks/>
            </p:cNvCxnSpPr>
            <p:nvPr/>
          </p:nvCxnSpPr>
          <p:spPr>
            <a:xfrm>
              <a:off x="3755231" y="2921794"/>
              <a:ext cx="35242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76944EC-2A8C-5930-9DBB-4A58CF54E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79" y="2907505"/>
              <a:ext cx="161926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41DF9EE-A041-2C6F-B7F4-0EED82066C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80" y="2976563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4617" y="1752600"/>
              <a:ext cx="354808" cy="1333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6148388" y="1495425"/>
              <a:ext cx="669130" cy="2405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9B1F4A4E-7C52-B32F-EE97-699DAE67A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5055" y="1328738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C437418F-736E-8670-3BC7-AAB61D1176D0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8" y="1300163"/>
              <a:ext cx="188117" cy="452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DDDA378D-C893-21B5-5846-8B506A2D5D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9775" y="1295400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AFF1F-ED7D-7A6C-7025-29E13A21E58E}"/>
              </a:ext>
            </a:extLst>
          </p:cNvPr>
          <p:cNvGrpSpPr/>
          <p:nvPr/>
        </p:nvGrpSpPr>
        <p:grpSpPr>
          <a:xfrm>
            <a:off x="419100" y="1612900"/>
            <a:ext cx="4953000" cy="5031739"/>
            <a:chOff x="605121" y="1689527"/>
            <a:chExt cx="4833931" cy="5257593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33555C-254F-E358-8100-D66704572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5214" y="1752559"/>
              <a:ext cx="0" cy="3715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8027A0-08EC-45BE-B28F-E8124440D7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2890" y="2133207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1855EC-49C0-7511-935F-AF4CC64FE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058" y="2290462"/>
              <a:ext cx="0" cy="274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8529EB-A898-1E02-E77B-76005DF38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676" y="2562034"/>
              <a:ext cx="158027" cy="6717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7115CE-2EF3-F544-43D2-5D49C06126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53238" y="2484033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83F7323-680B-4FE0-A233-CE2DC2E68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2740" y="2479926"/>
              <a:ext cx="183597" cy="77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C17C8B-4ABD-88C8-A893-CC4E05D9F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8217" y="3041878"/>
              <a:ext cx="0" cy="9284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4B359BE-41A7-55EC-E8A2-B2656B9A7B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0651" y="3954521"/>
              <a:ext cx="172750" cy="9541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7DCA718-9619-4DCE-BEE4-78C595931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2627" y="4044094"/>
              <a:ext cx="0" cy="1402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5FEC17D-6AB6-A58A-3063-AC275C59D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1923" y="4181771"/>
              <a:ext cx="481842" cy="2214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75BFD81-4E94-ACC5-16AD-FAA51EF31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7987" y="4566601"/>
              <a:ext cx="0" cy="162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47CD3E-E2DF-53DF-3341-2B76EC8449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6953" y="6111733"/>
              <a:ext cx="0" cy="2720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00DEE36-4522-115A-C61E-1FF4680319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2305" y="6370499"/>
              <a:ext cx="177399" cy="829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D40EA4F-FBF2-2712-EF78-586D6EF1B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4281" y="6442654"/>
              <a:ext cx="0" cy="277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78ABA9-E259-294E-3680-FC5521F9B5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80051" y="6657501"/>
              <a:ext cx="323037" cy="1169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ADF220-530F-CD5B-CC49-E723FFF955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61663" y="6523141"/>
              <a:ext cx="320713" cy="1368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A824130-453B-8AF9-34E1-B2901B3F9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2" y="4913319"/>
              <a:ext cx="504309" cy="2114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84BF2D-8551-8C3A-37B6-D9917E38D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352" y="5107395"/>
              <a:ext cx="0" cy="136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7491DB-7935-9D2B-9B10-5395F60DB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4" y="3701598"/>
              <a:ext cx="0" cy="1326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E1B41E-C834-25F6-1B14-D4F528D17331}"/>
                </a:ext>
              </a:extLst>
            </p:cNvPr>
            <p:cNvCxnSpPr>
              <a:cxnSpLocks/>
            </p:cNvCxnSpPr>
            <p:nvPr/>
          </p:nvCxnSpPr>
          <p:spPr>
            <a:xfrm>
              <a:off x="2107978" y="2289997"/>
              <a:ext cx="0" cy="6800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061EB39-D18A-17C7-0FE0-9792540D21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3044" y="2230282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7B1CD5-114E-6B48-FDA7-ED79838D4349}"/>
                </a:ext>
              </a:extLst>
            </p:cNvPr>
            <p:cNvCxnSpPr>
              <a:cxnSpLocks/>
            </p:cNvCxnSpPr>
            <p:nvPr/>
          </p:nvCxnSpPr>
          <p:spPr>
            <a:xfrm>
              <a:off x="1946847" y="1941658"/>
              <a:ext cx="0" cy="29194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7B5C38B-0D1E-C10D-322A-336E88CB6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121" y="1882773"/>
              <a:ext cx="1502858" cy="60959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02EB231-7D37-C6A5-57EC-388F689F0C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4453" y="2955159"/>
              <a:ext cx="174300" cy="770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CA16D5E-9462-F7FE-4D1B-28C505EAD2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1425" y="2482413"/>
              <a:ext cx="346276" cy="14762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09A6CC9-D4CF-3188-D590-B6CC42DFA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9785" y="1772465"/>
              <a:ext cx="0" cy="5158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4455A54-03D3-3E4D-3651-C2D562F68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91671" y="1689527"/>
              <a:ext cx="168114" cy="74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D797AAB-01FB-1326-F8B9-5315818AE979}"/>
                </a:ext>
              </a:extLst>
            </p:cNvPr>
            <p:cNvCxnSpPr>
              <a:cxnSpLocks/>
            </p:cNvCxnSpPr>
            <p:nvPr/>
          </p:nvCxnSpPr>
          <p:spPr>
            <a:xfrm>
              <a:off x="1778745" y="1891895"/>
              <a:ext cx="0" cy="2554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20CAECA-06B7-D8D4-A1F7-FF823E91E9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0223" y="2157296"/>
              <a:ext cx="185920" cy="1890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1716EF7-D28C-6F19-219F-F4C188099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3448" y="6629264"/>
              <a:ext cx="1565604" cy="3178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FA1A9F4-554C-EA13-2372-8E59FC3CA1F0}"/>
                </a:ext>
              </a:extLst>
            </p:cNvPr>
            <p:cNvCxnSpPr>
              <a:cxnSpLocks/>
            </p:cNvCxnSpPr>
            <p:nvPr/>
          </p:nvCxnSpPr>
          <p:spPr>
            <a:xfrm>
              <a:off x="948301" y="2230282"/>
              <a:ext cx="0" cy="2554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89A229FA-6986-F498-8EE9-3444AB4F05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9109" y="4406571"/>
              <a:ext cx="306769" cy="116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02E62B9-C0DF-7BBD-3E4F-8BC7ACB8A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75308" y="4516839"/>
              <a:ext cx="156482" cy="804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844F1CA-CCDB-0B3F-0398-09AF7D70BE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4122" y="2156467"/>
              <a:ext cx="1013277" cy="40556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075F1A8-61E1-D2D3-F7E9-7CDF197DEC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4470" y="2149004"/>
              <a:ext cx="183597" cy="77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4548D43-D983-CC93-24AF-D2947428D3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761" y="2161443"/>
              <a:ext cx="160367" cy="622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40B31F9-EC6C-C4D1-8645-5A79F574F5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11076" y="2161446"/>
              <a:ext cx="336981" cy="129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781F587-0C7F-A332-A8E8-AF055D677D67}"/>
              </a:ext>
            </a:extLst>
          </p:cNvPr>
          <p:cNvGrpSpPr/>
          <p:nvPr/>
        </p:nvGrpSpPr>
        <p:grpSpPr>
          <a:xfrm>
            <a:off x="3693319" y="1033462"/>
            <a:ext cx="3936206" cy="2333626"/>
            <a:chOff x="3769519" y="1109662"/>
            <a:chExt cx="3936206" cy="233362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7A38CA-B00B-09CA-4484-26F00371477C}"/>
                </a:ext>
              </a:extLst>
            </p:cNvPr>
            <p:cNvGrpSpPr/>
            <p:nvPr/>
          </p:nvGrpSpPr>
          <p:grpSpPr>
            <a:xfrm>
              <a:off x="3769519" y="1109662"/>
              <a:ext cx="1031081" cy="766764"/>
              <a:chOff x="3769519" y="1109662"/>
              <a:chExt cx="1031081" cy="766764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7701E14-891D-27AF-58E6-082EF50F92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9519" y="1109662"/>
                <a:ext cx="357187" cy="133351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C9524DD-9058-A718-FCCB-F13CF546F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0832" y="1235074"/>
                <a:ext cx="0" cy="483395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43BC9EC-0919-FB16-FCC3-A35E6100F1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2600" y="1809750"/>
                <a:ext cx="184149" cy="6667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31A78DD-4ADA-4E12-8185-B8E10B1FA5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1987" y="1754981"/>
                <a:ext cx="328613" cy="119063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D1BACF2-A245-6EF7-6D17-DCFD507A478E}"/>
                </a:ext>
              </a:extLst>
            </p:cNvPr>
            <p:cNvGrpSpPr/>
            <p:nvPr/>
          </p:nvGrpSpPr>
          <p:grpSpPr>
            <a:xfrm>
              <a:off x="4795838" y="1743075"/>
              <a:ext cx="1202531" cy="262731"/>
              <a:chOff x="4112420" y="1238250"/>
              <a:chExt cx="1202531" cy="262731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C9CAAD3-2D81-0550-415D-FE19D79BA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2420" y="1238250"/>
                <a:ext cx="681037" cy="257175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CB452D6-D306-E9AE-D089-D3769282D4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9013" y="1285875"/>
                <a:ext cx="515938" cy="21510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2D91751-3395-66DB-CF81-2B7AD0352052}"/>
                </a:ext>
              </a:extLst>
            </p:cNvPr>
            <p:cNvCxnSpPr>
              <a:cxnSpLocks/>
            </p:cNvCxnSpPr>
            <p:nvPr/>
          </p:nvCxnSpPr>
          <p:spPr>
            <a:xfrm>
              <a:off x="5984082" y="1795462"/>
              <a:ext cx="378618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4AE6C14-162F-DB5A-08D1-D560C6EE7E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476" y="1926431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0BDF44-E807-6E5C-9A76-899CD4DEC5E1}"/>
                </a:ext>
              </a:extLst>
            </p:cNvPr>
            <p:cNvCxnSpPr>
              <a:cxnSpLocks/>
            </p:cNvCxnSpPr>
            <p:nvPr/>
          </p:nvCxnSpPr>
          <p:spPr>
            <a:xfrm>
              <a:off x="7034214" y="1914524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B5A374E-CF3A-4CA6-9204-0A99961EC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900" y="2000249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6F984FA-D198-48C0-014F-34C1DE748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3" y="2114550"/>
              <a:ext cx="51196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79E97CE-3D0F-8D47-34D9-19DC8AC847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931" y="231457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511C9D8-F9CD-084B-338B-DF0B07274B40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2" y="2440780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B935BD7-69CC-27EA-D70E-91F5BEF34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9" y="2188369"/>
              <a:ext cx="850106" cy="3405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395E7DD5-5F71-3E1E-3AA8-29E378087D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6568" y="301942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4C931BB-0CE9-3EEB-2ACC-19611F248699}"/>
                </a:ext>
              </a:extLst>
            </p:cNvPr>
            <p:cNvCxnSpPr>
              <a:cxnSpLocks/>
            </p:cNvCxnSpPr>
            <p:nvPr/>
          </p:nvCxnSpPr>
          <p:spPr>
            <a:xfrm>
              <a:off x="6836570" y="3136105"/>
              <a:ext cx="350043" cy="178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97BF202-690C-DD74-C010-1A126BFF5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1376" y="3245643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066F904-8D21-E05D-C1F3-DC6E9D85F601}"/>
                </a:ext>
              </a:extLst>
            </p:cNvPr>
            <p:cNvCxnSpPr>
              <a:cxnSpLocks/>
            </p:cNvCxnSpPr>
            <p:nvPr/>
          </p:nvCxnSpPr>
          <p:spPr>
            <a:xfrm>
              <a:off x="7386639" y="3233736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F84FE25-182D-4146-1D85-B9B741956D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418" y="3319462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5390950" y="3052011"/>
            <a:ext cx="71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15.04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B2A47CE-43A5-6156-002E-4D0BDC1D896C}"/>
              </a:ext>
            </a:extLst>
          </p:cNvPr>
          <p:cNvSpPr/>
          <p:nvPr/>
        </p:nvSpPr>
        <p:spPr>
          <a:xfrm>
            <a:off x="1933226" y="21465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06BB706-9135-8046-B06A-76174280917C}"/>
              </a:ext>
            </a:extLst>
          </p:cNvPr>
          <p:cNvSpPr/>
          <p:nvPr/>
        </p:nvSpPr>
        <p:spPr>
          <a:xfrm>
            <a:off x="1329976" y="18671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9C5433B-62D1-FD4E-AB9E-A69A77635C19}"/>
              </a:ext>
            </a:extLst>
          </p:cNvPr>
          <p:cNvSpPr/>
          <p:nvPr/>
        </p:nvSpPr>
        <p:spPr>
          <a:xfrm>
            <a:off x="1069626" y="45913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84C75AE-2D9E-1091-F671-63B21E742ED0}"/>
              </a:ext>
            </a:extLst>
          </p:cNvPr>
          <p:cNvSpPr/>
          <p:nvPr/>
        </p:nvSpPr>
        <p:spPr>
          <a:xfrm>
            <a:off x="523526" y="22672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A5B168B-8E8F-E35E-589E-FBBDF9480EDF}"/>
              </a:ext>
            </a:extLst>
          </p:cNvPr>
          <p:cNvSpPr/>
          <p:nvPr/>
        </p:nvSpPr>
        <p:spPr>
          <a:xfrm>
            <a:off x="9267476" y="56771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B948140-57E7-AE19-F712-57041BF28DF3}"/>
              </a:ext>
            </a:extLst>
          </p:cNvPr>
          <p:cNvSpPr/>
          <p:nvPr/>
        </p:nvSpPr>
        <p:spPr>
          <a:xfrm>
            <a:off x="8318151" y="57248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65B69CA-C19B-E0DB-FD69-366A1DA54329}"/>
              </a:ext>
            </a:extLst>
          </p:cNvPr>
          <p:cNvSpPr/>
          <p:nvPr/>
        </p:nvSpPr>
        <p:spPr>
          <a:xfrm>
            <a:off x="7124351" y="65122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868C593-F0AF-F1F6-0C9D-70A8FC376731}"/>
              </a:ext>
            </a:extLst>
          </p:cNvPr>
          <p:cNvSpPr/>
          <p:nvPr/>
        </p:nvSpPr>
        <p:spPr>
          <a:xfrm>
            <a:off x="6108351" y="65249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1673C77-3B9E-EC6A-ACCC-EBB3D494D5F4}"/>
              </a:ext>
            </a:extLst>
          </p:cNvPr>
          <p:cNvSpPr/>
          <p:nvPr/>
        </p:nvSpPr>
        <p:spPr>
          <a:xfrm>
            <a:off x="2304701" y="65407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A01BAA7-3C1E-2FF1-F66E-C434430A4D43}"/>
              </a:ext>
            </a:extLst>
          </p:cNvPr>
          <p:cNvSpPr/>
          <p:nvPr/>
        </p:nvSpPr>
        <p:spPr>
          <a:xfrm>
            <a:off x="7600601" y="275206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A04AFEB-E0BC-FE02-A467-3E7C546F6CAB}"/>
              </a:ext>
            </a:extLst>
          </p:cNvPr>
          <p:cNvSpPr/>
          <p:nvPr/>
        </p:nvSpPr>
        <p:spPr>
          <a:xfrm>
            <a:off x="7088156" y="271301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EDE89EC-70FA-FDE9-A08E-FFA1DB2AF45E}"/>
              </a:ext>
            </a:extLst>
          </p:cNvPr>
          <p:cNvSpPr/>
          <p:nvPr/>
        </p:nvSpPr>
        <p:spPr>
          <a:xfrm>
            <a:off x="9115076" y="339881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95B2EA7A-AC6C-84D8-0CDE-3E263FBE5ADB}"/>
              </a:ext>
            </a:extLst>
          </p:cNvPr>
          <p:cNvSpPr/>
          <p:nvPr/>
        </p:nvSpPr>
        <p:spPr>
          <a:xfrm>
            <a:off x="3988721" y="49654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43F168A-EF6A-8B53-47ED-8B9669ADF4EF}"/>
              </a:ext>
            </a:extLst>
          </p:cNvPr>
          <p:cNvSpPr/>
          <p:nvPr/>
        </p:nvSpPr>
        <p:spPr>
          <a:xfrm>
            <a:off x="4485291" y="285208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96FC82-9B86-8492-8D38-969DFD640D33}"/>
              </a:ext>
            </a:extLst>
          </p:cNvPr>
          <p:cNvSpPr/>
          <p:nvPr/>
        </p:nvSpPr>
        <p:spPr>
          <a:xfrm>
            <a:off x="502920" y="317754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08EFCF-A02C-4569-65D2-C4CAE4DDF411}"/>
              </a:ext>
            </a:extLst>
          </p:cNvPr>
          <p:cNvSpPr/>
          <p:nvPr/>
        </p:nvSpPr>
        <p:spPr>
          <a:xfrm>
            <a:off x="7421880" y="184404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D62078-F9B0-60E1-D9DC-6E03156B1780}"/>
              </a:ext>
            </a:extLst>
          </p:cNvPr>
          <p:cNvSpPr/>
          <p:nvPr/>
        </p:nvSpPr>
        <p:spPr>
          <a:xfrm>
            <a:off x="3360420" y="7239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33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t="-2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606BA64-483E-C957-BEE9-2CA63C75FDD7}"/>
              </a:ext>
            </a:extLst>
          </p:cNvPr>
          <p:cNvGrpSpPr/>
          <p:nvPr/>
        </p:nvGrpSpPr>
        <p:grpSpPr>
          <a:xfrm>
            <a:off x="3344068" y="127000"/>
            <a:ext cx="3409157" cy="2921000"/>
            <a:chOff x="3420268" y="203200"/>
            <a:chExt cx="3409157" cy="2921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1FDE3-88AE-B0F2-AF9D-A60E48EA1BA1}"/>
                </a:ext>
              </a:extLst>
            </p:cNvPr>
            <p:cNvCxnSpPr>
              <a:cxnSpLocks/>
            </p:cNvCxnSpPr>
            <p:nvPr/>
          </p:nvCxnSpPr>
          <p:spPr>
            <a:xfrm>
              <a:off x="3420268" y="447675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6297F5-D57E-69FB-C60B-132BF7D5D1AB}"/>
                </a:ext>
              </a:extLst>
            </p:cNvPr>
            <p:cNvCxnSpPr>
              <a:cxnSpLocks/>
            </p:cNvCxnSpPr>
            <p:nvPr/>
          </p:nvCxnSpPr>
          <p:spPr>
            <a:xfrm>
              <a:off x="3432174" y="585787"/>
              <a:ext cx="669926" cy="265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2B1A4E-3722-52BC-BB21-01ED96825C14}"/>
                </a:ext>
              </a:extLst>
            </p:cNvPr>
            <p:cNvCxnSpPr>
              <a:cxnSpLocks/>
            </p:cNvCxnSpPr>
            <p:nvPr/>
          </p:nvCxnSpPr>
          <p:spPr>
            <a:xfrm>
              <a:off x="4108449" y="868362"/>
              <a:ext cx="0" cy="1127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0321AD1-806D-8EA8-4DFF-B43A636091C6}"/>
                </a:ext>
              </a:extLst>
            </p:cNvPr>
            <p:cNvCxnSpPr>
              <a:cxnSpLocks/>
            </p:cNvCxnSpPr>
            <p:nvPr/>
          </p:nvCxnSpPr>
          <p:spPr>
            <a:xfrm>
              <a:off x="4117180" y="980281"/>
              <a:ext cx="150020" cy="674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949BB06-6740-31B6-2DB2-40C41759B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06925" y="914400"/>
              <a:ext cx="343694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77586ED-B9A7-73AC-CD22-78DAD7A953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2999" y="514350"/>
              <a:ext cx="0" cy="390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58EA216-C17B-9739-04E0-AAAD46A41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7763" y="452438"/>
              <a:ext cx="169068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6A09D88-1997-506F-E6FF-37EFB510D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6356" y="322262"/>
              <a:ext cx="0" cy="1309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8D45758-4D33-B3FA-07F0-098D8A1BF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6200" y="203200"/>
              <a:ext cx="317500" cy="1174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6A29135-4EB7-EEA4-513A-704CC314C8D3}"/>
                </a:ext>
              </a:extLst>
            </p:cNvPr>
            <p:cNvCxnSpPr>
              <a:cxnSpLocks/>
            </p:cNvCxnSpPr>
            <p:nvPr/>
          </p:nvCxnSpPr>
          <p:spPr>
            <a:xfrm>
              <a:off x="4274344" y="2719388"/>
              <a:ext cx="690563" cy="2619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69DBCE4-0544-7F32-008B-3DF6479479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750" y="2845594"/>
              <a:ext cx="497681" cy="211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AA19BE3-EC70-C636-2C48-0D4044404AF9}"/>
                </a:ext>
              </a:extLst>
            </p:cNvPr>
            <p:cNvCxnSpPr>
              <a:cxnSpLocks/>
            </p:cNvCxnSpPr>
            <p:nvPr/>
          </p:nvCxnSpPr>
          <p:spPr>
            <a:xfrm>
              <a:off x="3755231" y="2921794"/>
              <a:ext cx="352425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76944EC-2A8C-5930-9DBB-4A58CF54E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79" y="2907505"/>
              <a:ext cx="161926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41DF9EE-A041-2C6F-B7F4-0EED82066C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3780" y="2976563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4617" y="1752600"/>
              <a:ext cx="354808" cy="1333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6148388" y="1495425"/>
              <a:ext cx="669130" cy="2405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9B1F4A4E-7C52-B32F-EE97-699DAE67A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5055" y="1328738"/>
              <a:ext cx="0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C437418F-736E-8670-3BC7-AAB61D1176D0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8" y="1300163"/>
              <a:ext cx="188117" cy="452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DDDA378D-C893-21B5-5846-8B506A2D5D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9775" y="1295400"/>
              <a:ext cx="171450" cy="714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AFF1F-ED7D-7A6C-7025-29E13A21E58E}"/>
              </a:ext>
            </a:extLst>
          </p:cNvPr>
          <p:cNvGrpSpPr/>
          <p:nvPr/>
        </p:nvGrpSpPr>
        <p:grpSpPr>
          <a:xfrm>
            <a:off x="419100" y="1495424"/>
            <a:ext cx="4953000" cy="5149215"/>
            <a:chOff x="605121" y="1566778"/>
            <a:chExt cx="4833931" cy="5380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33555C-254F-E358-8100-D66704572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5659" y="1566778"/>
              <a:ext cx="0" cy="12938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8027A0-08EC-45BE-B28F-E8124440D7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871" y="1706115"/>
              <a:ext cx="492689" cy="1957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1855EC-49C0-7511-935F-AF4CC64FE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058" y="1918435"/>
              <a:ext cx="0" cy="64608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8529EB-A898-1E02-E77B-76005DF38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676" y="2562034"/>
              <a:ext cx="158027" cy="6717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7115CE-2EF3-F544-43D2-5D49C06126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53238" y="2484033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83F7323-680B-4FE0-A233-CE2DC2E68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7728" y="2479926"/>
              <a:ext cx="678610" cy="2811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00CF541-7BEE-640C-9A89-FD9AE21C58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6232" y="2730359"/>
              <a:ext cx="177398" cy="954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4F1A1D1-4EEC-029E-B478-D45C56385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8405" y="2738691"/>
              <a:ext cx="334658" cy="1484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C17C8B-4ABD-88C8-A893-CC4E05D9F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8217" y="3041878"/>
              <a:ext cx="0" cy="9284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4B359BE-41A7-55EC-E8A2-B2656B9A7B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0651" y="3954521"/>
              <a:ext cx="172750" cy="9541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7DCA718-9619-4DCE-BEE4-78C595931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2627" y="4044094"/>
              <a:ext cx="0" cy="1402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5FEC17D-6AB6-A58A-3063-AC275C59D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1923" y="4181771"/>
              <a:ext cx="481842" cy="2214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75BFD81-4E94-ACC5-16AD-FAA51EF31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7987" y="4566601"/>
              <a:ext cx="0" cy="162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47CD3E-E2DF-53DF-3341-2B76EC8449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6953" y="6111733"/>
              <a:ext cx="0" cy="2720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00DEE36-4522-115A-C61E-1FF4680319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2305" y="6370499"/>
              <a:ext cx="177399" cy="829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D40EA4F-FBF2-2712-EF78-586D6EF1B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4281" y="6442654"/>
              <a:ext cx="0" cy="277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78ABA9-E259-294E-3680-FC5521F9B5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80051" y="6657501"/>
              <a:ext cx="323037" cy="1169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ADF220-530F-CD5B-CC49-E723FFF955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61663" y="6523141"/>
              <a:ext cx="320713" cy="1368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A824130-453B-8AF9-34E1-B2901B3F9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2" y="4913319"/>
              <a:ext cx="504309" cy="2114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84BF2D-8551-8C3A-37B6-D9917E38D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352" y="5107395"/>
              <a:ext cx="0" cy="136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7491DB-7935-9D2B-9B10-5395F60DB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4" y="3701598"/>
              <a:ext cx="0" cy="1326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06FF51C-A6A3-AE7D-D37C-074C489AEF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0373" y="2827434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E1B41E-C834-25F6-1B14-D4F528D17331}"/>
                </a:ext>
              </a:extLst>
            </p:cNvPr>
            <p:cNvCxnSpPr>
              <a:cxnSpLocks/>
            </p:cNvCxnSpPr>
            <p:nvPr/>
          </p:nvCxnSpPr>
          <p:spPr>
            <a:xfrm>
              <a:off x="2107978" y="2289997"/>
              <a:ext cx="0" cy="534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061EB39-D18A-17C7-0FE0-9792540D21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3044" y="2230282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7B1CD5-114E-6B48-FDA7-ED79838D4349}"/>
                </a:ext>
              </a:extLst>
            </p:cNvPr>
            <p:cNvCxnSpPr>
              <a:cxnSpLocks/>
            </p:cNvCxnSpPr>
            <p:nvPr/>
          </p:nvCxnSpPr>
          <p:spPr>
            <a:xfrm>
              <a:off x="1946847" y="1941658"/>
              <a:ext cx="0" cy="29194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7B5C38B-0D1E-C10D-322A-336E88CB6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121" y="1882773"/>
              <a:ext cx="1502858" cy="60959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02EB231-7D37-C6A5-57EC-388F689F0C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4453" y="2953500"/>
              <a:ext cx="167327" cy="78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CA16D5E-9462-F7FE-4D1B-28C505EAD2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1425" y="2482413"/>
              <a:ext cx="346276" cy="14762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09A6CC9-D4CF-3188-D590-B6CC42DFA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9785" y="1772465"/>
              <a:ext cx="0" cy="5158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4455A54-03D3-3E4D-3651-C2D562F68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91671" y="1689527"/>
              <a:ext cx="168114" cy="74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D797AAB-01FB-1326-F8B9-5315818AE979}"/>
                </a:ext>
              </a:extLst>
            </p:cNvPr>
            <p:cNvCxnSpPr>
              <a:cxnSpLocks/>
            </p:cNvCxnSpPr>
            <p:nvPr/>
          </p:nvCxnSpPr>
          <p:spPr>
            <a:xfrm>
              <a:off x="1778745" y="1891895"/>
              <a:ext cx="0" cy="2554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20CAECA-06B7-D8D4-A1F7-FF823E91E9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0223" y="2157296"/>
              <a:ext cx="185920" cy="1890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1716EF7-D28C-6F19-219F-F4C188099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3448" y="6629264"/>
              <a:ext cx="1565604" cy="3178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FA1A9F4-554C-EA13-2372-8E59FC3CA1F0}"/>
                </a:ext>
              </a:extLst>
            </p:cNvPr>
            <p:cNvCxnSpPr>
              <a:cxnSpLocks/>
            </p:cNvCxnSpPr>
            <p:nvPr/>
          </p:nvCxnSpPr>
          <p:spPr>
            <a:xfrm>
              <a:off x="948301" y="2230282"/>
              <a:ext cx="0" cy="2554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3B89E33-7C9F-BA6E-F664-715554B8E1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8288" y="2703027"/>
              <a:ext cx="158818" cy="613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2F8A41D6-D947-CD2D-E993-1D141510AA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4333" y="2688928"/>
              <a:ext cx="334658" cy="1484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89A229FA-6986-F498-8EE9-3444AB4F05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9109" y="4406571"/>
              <a:ext cx="306769" cy="116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02E62B9-C0DF-7BBD-3E4F-8BC7ACB8A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75308" y="4516839"/>
              <a:ext cx="156482" cy="804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781F587-0C7F-A332-A8E8-AF055D677D67}"/>
              </a:ext>
            </a:extLst>
          </p:cNvPr>
          <p:cNvGrpSpPr/>
          <p:nvPr/>
        </p:nvGrpSpPr>
        <p:grpSpPr>
          <a:xfrm>
            <a:off x="4210844" y="979487"/>
            <a:ext cx="3418681" cy="2387601"/>
            <a:chOff x="4287044" y="1055687"/>
            <a:chExt cx="3418681" cy="238760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7A38CA-B00B-09CA-4484-26F00371477C}"/>
                </a:ext>
              </a:extLst>
            </p:cNvPr>
            <p:cNvGrpSpPr/>
            <p:nvPr/>
          </p:nvGrpSpPr>
          <p:grpSpPr>
            <a:xfrm>
              <a:off x="4287044" y="1055687"/>
              <a:ext cx="672306" cy="493713"/>
              <a:chOff x="4287044" y="1055687"/>
              <a:chExt cx="672306" cy="493713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7701E14-891D-27AF-58E6-082EF50F92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7044" y="1055687"/>
                <a:ext cx="672306" cy="249238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F60EA245-1362-A47F-68DE-D6B8A39A4F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8557" y="1292224"/>
                <a:ext cx="0" cy="25717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D1BACF2-A245-6EF7-6D17-DCFD507A478E}"/>
                </a:ext>
              </a:extLst>
            </p:cNvPr>
            <p:cNvGrpSpPr/>
            <p:nvPr/>
          </p:nvGrpSpPr>
          <p:grpSpPr>
            <a:xfrm>
              <a:off x="4968875" y="1790700"/>
              <a:ext cx="1029494" cy="215106"/>
              <a:chOff x="4285457" y="1285875"/>
              <a:chExt cx="1029494" cy="215106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C9CAAD3-2D81-0550-415D-FE19D79BA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5457" y="1304925"/>
                <a:ext cx="508000" cy="190500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CB452D6-D306-E9AE-D089-D3769282D4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9013" y="1285875"/>
                <a:ext cx="515938" cy="21510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2D91751-3395-66DB-CF81-2B7AD0352052}"/>
                </a:ext>
              </a:extLst>
            </p:cNvPr>
            <p:cNvCxnSpPr>
              <a:cxnSpLocks/>
            </p:cNvCxnSpPr>
            <p:nvPr/>
          </p:nvCxnSpPr>
          <p:spPr>
            <a:xfrm>
              <a:off x="5984082" y="1795462"/>
              <a:ext cx="378618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4AE6C14-162F-DB5A-08D1-D560C6EE7E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476" y="1926431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0BDF44-E807-6E5C-9A76-899CD4DEC5E1}"/>
                </a:ext>
              </a:extLst>
            </p:cNvPr>
            <p:cNvCxnSpPr>
              <a:cxnSpLocks/>
            </p:cNvCxnSpPr>
            <p:nvPr/>
          </p:nvCxnSpPr>
          <p:spPr>
            <a:xfrm>
              <a:off x="7034214" y="1914524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B5A374E-CF3A-4CA6-9204-0A99961EC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900" y="2000249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6F984FA-D198-48C0-014F-34C1DE748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3" y="2114550"/>
              <a:ext cx="51196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79E97CE-3D0F-8D47-34D9-19DC8AC847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931" y="231457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511C9D8-F9CD-084B-338B-DF0B07274B40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2" y="2440780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B935BD7-69CC-27EA-D70E-91F5BEF34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9" y="2188369"/>
              <a:ext cx="850106" cy="3405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395E7DD5-5F71-3E1E-3AA8-29E378087D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6568" y="301942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4C931BB-0CE9-3EEB-2ACC-19611F248699}"/>
                </a:ext>
              </a:extLst>
            </p:cNvPr>
            <p:cNvCxnSpPr>
              <a:cxnSpLocks/>
            </p:cNvCxnSpPr>
            <p:nvPr/>
          </p:nvCxnSpPr>
          <p:spPr>
            <a:xfrm>
              <a:off x="6836570" y="3136105"/>
              <a:ext cx="350043" cy="178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97BF202-690C-DD74-C010-1A126BFF5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1376" y="3245643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066F904-8D21-E05D-C1F3-DC6E9D85F601}"/>
                </a:ext>
              </a:extLst>
            </p:cNvPr>
            <p:cNvCxnSpPr>
              <a:cxnSpLocks/>
            </p:cNvCxnSpPr>
            <p:nvPr/>
          </p:nvCxnSpPr>
          <p:spPr>
            <a:xfrm>
              <a:off x="7386639" y="3233736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F84FE25-182D-4146-1D85-B9B741956D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418" y="3319462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5390950" y="3052011"/>
            <a:ext cx="71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15.04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B2A47CE-43A5-6156-002E-4D0BDC1D896C}"/>
              </a:ext>
            </a:extLst>
          </p:cNvPr>
          <p:cNvSpPr/>
          <p:nvPr/>
        </p:nvSpPr>
        <p:spPr>
          <a:xfrm>
            <a:off x="1933226" y="21465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06BB706-9135-8046-B06A-76174280917C}"/>
              </a:ext>
            </a:extLst>
          </p:cNvPr>
          <p:cNvSpPr/>
          <p:nvPr/>
        </p:nvSpPr>
        <p:spPr>
          <a:xfrm>
            <a:off x="1329976" y="18671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9C5433B-62D1-FD4E-AB9E-A69A77635C19}"/>
              </a:ext>
            </a:extLst>
          </p:cNvPr>
          <p:cNvSpPr/>
          <p:nvPr/>
        </p:nvSpPr>
        <p:spPr>
          <a:xfrm>
            <a:off x="1069626" y="45913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84C75AE-2D9E-1091-F671-63B21E742ED0}"/>
              </a:ext>
            </a:extLst>
          </p:cNvPr>
          <p:cNvSpPr/>
          <p:nvPr/>
        </p:nvSpPr>
        <p:spPr>
          <a:xfrm>
            <a:off x="523526" y="22672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A5B168B-8E8F-E35E-589E-FBBDF9480EDF}"/>
              </a:ext>
            </a:extLst>
          </p:cNvPr>
          <p:cNvSpPr/>
          <p:nvPr/>
        </p:nvSpPr>
        <p:spPr>
          <a:xfrm>
            <a:off x="9267476" y="56771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B948140-57E7-AE19-F712-57041BF28DF3}"/>
              </a:ext>
            </a:extLst>
          </p:cNvPr>
          <p:cNvSpPr/>
          <p:nvPr/>
        </p:nvSpPr>
        <p:spPr>
          <a:xfrm>
            <a:off x="8318151" y="57248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65B69CA-C19B-E0DB-FD69-366A1DA54329}"/>
              </a:ext>
            </a:extLst>
          </p:cNvPr>
          <p:cNvSpPr/>
          <p:nvPr/>
        </p:nvSpPr>
        <p:spPr>
          <a:xfrm>
            <a:off x="7124351" y="65122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2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868C593-F0AF-F1F6-0C9D-70A8FC376731}"/>
              </a:ext>
            </a:extLst>
          </p:cNvPr>
          <p:cNvSpPr/>
          <p:nvPr/>
        </p:nvSpPr>
        <p:spPr>
          <a:xfrm>
            <a:off x="6108351" y="652492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1673C77-3B9E-EC6A-ACCC-EBB3D494D5F4}"/>
              </a:ext>
            </a:extLst>
          </p:cNvPr>
          <p:cNvSpPr/>
          <p:nvPr/>
        </p:nvSpPr>
        <p:spPr>
          <a:xfrm>
            <a:off x="2304701" y="65407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A01BAA7-3C1E-2FF1-F66E-C434430A4D43}"/>
              </a:ext>
            </a:extLst>
          </p:cNvPr>
          <p:cNvSpPr/>
          <p:nvPr/>
        </p:nvSpPr>
        <p:spPr>
          <a:xfrm>
            <a:off x="7600601" y="275206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A04AFEB-E0BC-FE02-A467-3E7C546F6CAB}"/>
              </a:ext>
            </a:extLst>
          </p:cNvPr>
          <p:cNvSpPr/>
          <p:nvPr/>
        </p:nvSpPr>
        <p:spPr>
          <a:xfrm>
            <a:off x="7088156" y="271301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EDE89EC-70FA-FDE9-A08E-FFA1DB2AF45E}"/>
              </a:ext>
            </a:extLst>
          </p:cNvPr>
          <p:cNvSpPr/>
          <p:nvPr/>
        </p:nvSpPr>
        <p:spPr>
          <a:xfrm>
            <a:off x="9115076" y="339881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43F168A-EF6A-8B53-47ED-8B9669ADF4EF}"/>
              </a:ext>
            </a:extLst>
          </p:cNvPr>
          <p:cNvSpPr/>
          <p:nvPr/>
        </p:nvSpPr>
        <p:spPr>
          <a:xfrm>
            <a:off x="4485291" y="285208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72695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606BA64-483E-C957-BEE9-2CA63C75FDD7}"/>
              </a:ext>
            </a:extLst>
          </p:cNvPr>
          <p:cNvGrpSpPr/>
          <p:nvPr/>
        </p:nvGrpSpPr>
        <p:grpSpPr>
          <a:xfrm>
            <a:off x="511969" y="345281"/>
            <a:ext cx="3090862" cy="2424114"/>
            <a:chOff x="511969" y="345281"/>
            <a:chExt cx="3090862" cy="242411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1FDE3-88AE-B0F2-AF9D-A60E48EA1BA1}"/>
                </a:ext>
              </a:extLst>
            </p:cNvPr>
            <p:cNvCxnSpPr>
              <a:cxnSpLocks/>
            </p:cNvCxnSpPr>
            <p:nvPr/>
          </p:nvCxnSpPr>
          <p:spPr>
            <a:xfrm>
              <a:off x="3420268" y="345281"/>
              <a:ext cx="0" cy="2238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6297F5-D57E-69FB-C60B-132BF7D5D1AB}"/>
                </a:ext>
              </a:extLst>
            </p:cNvPr>
            <p:cNvCxnSpPr>
              <a:cxnSpLocks/>
            </p:cNvCxnSpPr>
            <p:nvPr/>
          </p:nvCxnSpPr>
          <p:spPr>
            <a:xfrm>
              <a:off x="3432174" y="585787"/>
              <a:ext cx="170657" cy="88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674EB3-44B1-C33E-3725-BC5C1A3F3681}"/>
                </a:ext>
              </a:extLst>
            </p:cNvPr>
            <p:cNvCxnSpPr>
              <a:cxnSpLocks/>
            </p:cNvCxnSpPr>
            <p:nvPr/>
          </p:nvCxnSpPr>
          <p:spPr>
            <a:xfrm>
              <a:off x="3596480" y="664368"/>
              <a:ext cx="0" cy="3500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691466F-C228-2B4F-4036-D7921F5C434A}"/>
                </a:ext>
              </a:extLst>
            </p:cNvPr>
            <p:cNvCxnSpPr>
              <a:cxnSpLocks/>
            </p:cNvCxnSpPr>
            <p:nvPr/>
          </p:nvCxnSpPr>
          <p:spPr>
            <a:xfrm>
              <a:off x="2046286" y="2259806"/>
              <a:ext cx="0" cy="5095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155F43B-B101-A6B2-3CB5-22589A18E0DB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7" y="2181225"/>
              <a:ext cx="165098" cy="904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0E7654A-D19F-E77B-60B0-FB0E89BA7B14}"/>
                </a:ext>
              </a:extLst>
            </p:cNvPr>
            <p:cNvCxnSpPr>
              <a:cxnSpLocks/>
            </p:cNvCxnSpPr>
            <p:nvPr/>
          </p:nvCxnSpPr>
          <p:spPr>
            <a:xfrm>
              <a:off x="1877217" y="1933575"/>
              <a:ext cx="0" cy="2524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B5925D0-9AAF-D8F7-5F4B-0039BCC0D7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969" y="1871663"/>
              <a:ext cx="1545431" cy="5595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AFF1F-ED7D-7A6C-7025-29E13A21E58E}"/>
              </a:ext>
            </a:extLst>
          </p:cNvPr>
          <p:cNvGrpSpPr/>
          <p:nvPr/>
        </p:nvGrpSpPr>
        <p:grpSpPr>
          <a:xfrm>
            <a:off x="682626" y="1679576"/>
            <a:ext cx="3780591" cy="4876005"/>
            <a:chOff x="769352" y="1679575"/>
            <a:chExt cx="3689706" cy="509486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33555C-254F-E358-8100-D66704572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0219" y="1679575"/>
              <a:ext cx="0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130A8F8-2EB4-115F-74E0-261DA3DD49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0219" y="1809750"/>
              <a:ext cx="161131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EAD8C0E-1DDF-3A8B-00CC-E4CC4DBD5A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9762" y="1872456"/>
              <a:ext cx="0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4A52098-15E9-F5E2-7176-82EA3EA0CB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23671" y="2009669"/>
              <a:ext cx="316059" cy="1318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8027A0-08EC-45BE-B28F-E8124440D7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2890" y="2133207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1855EC-49C0-7511-935F-AF4CC64FE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058" y="2290462"/>
              <a:ext cx="0" cy="274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8529EB-A898-1E02-E77B-76005DF38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676" y="2562034"/>
              <a:ext cx="158027" cy="6717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7115CE-2EF3-F544-43D2-5D49C06126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53238" y="2484033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83F7323-680B-4FE0-A233-CE2DC2E68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0748" y="2479926"/>
              <a:ext cx="1015589" cy="41054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00CF541-7BEE-640C-9A89-FD9AE21C58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19260" y="2740311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4F1A1D1-4EEC-029E-B478-D45C56385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776" y="2738691"/>
              <a:ext cx="676287" cy="2935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C17C8B-4ABD-88C8-A893-CC4E05D9F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8217" y="3041878"/>
              <a:ext cx="0" cy="9284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4B359BE-41A7-55EC-E8A2-B2656B9A7B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0651" y="3954521"/>
              <a:ext cx="172750" cy="9541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7DCA718-9619-4DCE-BEE4-78C595931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2627" y="4044094"/>
              <a:ext cx="0" cy="37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5FEC17D-6AB6-A58A-3063-AC275C59D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331" y="4407362"/>
              <a:ext cx="342403" cy="160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75BFD81-4E94-ACC5-16AD-FAA51EF31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7987" y="4551673"/>
              <a:ext cx="0" cy="162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47CD3E-E2DF-53DF-3341-2B76EC8449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6953" y="6111733"/>
              <a:ext cx="0" cy="2720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00DEE36-4522-115A-C61E-1FF4680319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2305" y="6370499"/>
              <a:ext cx="177399" cy="829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D40EA4F-FBF2-2712-EF78-586D6EF1B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4281" y="6442654"/>
              <a:ext cx="0" cy="277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78ABA9-E259-294E-3680-FC5521F9B5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80051" y="6657501"/>
              <a:ext cx="323037" cy="1169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ADF220-530F-CD5B-CC49-E723FFF955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61663" y="6523141"/>
              <a:ext cx="320713" cy="1368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A824130-453B-8AF9-34E1-B2901B3F9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2" y="4893414"/>
              <a:ext cx="504309" cy="2114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84BF2D-8551-8C3A-37B6-D9917E38D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352" y="4963081"/>
              <a:ext cx="0" cy="2811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DD2E47D-B1A9-6BE2-FF87-6C3C32C419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097" y="4885950"/>
              <a:ext cx="165005" cy="721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7491DB-7935-9D2B-9B10-5395F60DB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4" y="3701598"/>
              <a:ext cx="0" cy="12017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781F587-0C7F-A332-A8E8-AF055D677D67}"/>
              </a:ext>
            </a:extLst>
          </p:cNvPr>
          <p:cNvGrpSpPr/>
          <p:nvPr/>
        </p:nvGrpSpPr>
        <p:grpSpPr>
          <a:xfrm>
            <a:off x="3769519" y="1109662"/>
            <a:ext cx="3936206" cy="1419226"/>
            <a:chOff x="3769519" y="1109662"/>
            <a:chExt cx="3936206" cy="141922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7A38CA-B00B-09CA-4484-26F00371477C}"/>
                </a:ext>
              </a:extLst>
            </p:cNvPr>
            <p:cNvGrpSpPr/>
            <p:nvPr/>
          </p:nvGrpSpPr>
          <p:grpSpPr>
            <a:xfrm>
              <a:off x="3769519" y="1109662"/>
              <a:ext cx="517525" cy="436563"/>
              <a:chOff x="3769519" y="1109662"/>
              <a:chExt cx="517525" cy="436563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7701E14-891D-27AF-58E6-082EF50F92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9519" y="1109662"/>
                <a:ext cx="513556" cy="201613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C9524DD-9058-A718-FCCB-F13CF546F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7044" y="1309687"/>
                <a:ext cx="0" cy="236538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D1BACF2-A245-6EF7-6D17-DCFD507A478E}"/>
                </a:ext>
              </a:extLst>
            </p:cNvPr>
            <p:cNvGrpSpPr/>
            <p:nvPr/>
          </p:nvGrpSpPr>
          <p:grpSpPr>
            <a:xfrm>
              <a:off x="4452937" y="1614487"/>
              <a:ext cx="1545432" cy="391319"/>
              <a:chOff x="3769519" y="1109662"/>
              <a:chExt cx="1545432" cy="391319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C9CAAD3-2D81-0550-415D-FE19D79BA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9519" y="1109662"/>
                <a:ext cx="1023938" cy="385763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CB452D6-D306-E9AE-D089-D3769282D4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9013" y="1285875"/>
                <a:ext cx="515938" cy="21510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2D91751-3395-66DB-CF81-2B7AD0352052}"/>
                </a:ext>
              </a:extLst>
            </p:cNvPr>
            <p:cNvCxnSpPr>
              <a:cxnSpLocks/>
            </p:cNvCxnSpPr>
            <p:nvPr/>
          </p:nvCxnSpPr>
          <p:spPr>
            <a:xfrm>
              <a:off x="5984082" y="1795462"/>
              <a:ext cx="378618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4AE6C14-162F-DB5A-08D1-D560C6EE7E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476" y="1926431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0BDF44-E807-6E5C-9A76-899CD4DEC5E1}"/>
                </a:ext>
              </a:extLst>
            </p:cNvPr>
            <p:cNvCxnSpPr>
              <a:cxnSpLocks/>
            </p:cNvCxnSpPr>
            <p:nvPr/>
          </p:nvCxnSpPr>
          <p:spPr>
            <a:xfrm>
              <a:off x="7034214" y="1914524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B5A374E-CF3A-4CA6-9204-0A99961EC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900" y="2000249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6F984FA-D198-48C0-014F-34C1DE748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3" y="2114550"/>
              <a:ext cx="51196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79E97CE-3D0F-8D47-34D9-19DC8AC847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931" y="231457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511C9D8-F9CD-084B-338B-DF0B07274B40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2" y="2440780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B935BD7-69CC-27EA-D70E-91F5BEF34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9" y="2188369"/>
              <a:ext cx="850106" cy="3405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5467150" y="312821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15.01</a:t>
            </a:r>
          </a:p>
        </p:txBody>
      </p:sp>
    </p:spTree>
    <p:extLst>
      <p:ext uri="{BB962C8B-B14F-4D97-AF65-F5344CB8AC3E}">
        <p14:creationId xmlns:p14="http://schemas.microsoft.com/office/powerpoint/2010/main" val="316544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606BA64-483E-C957-BEE9-2CA63C75FDD7}"/>
              </a:ext>
            </a:extLst>
          </p:cNvPr>
          <p:cNvGrpSpPr/>
          <p:nvPr/>
        </p:nvGrpSpPr>
        <p:grpSpPr>
          <a:xfrm>
            <a:off x="511969" y="345281"/>
            <a:ext cx="3579019" cy="2424114"/>
            <a:chOff x="511969" y="345281"/>
            <a:chExt cx="3579019" cy="242411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1FDE3-88AE-B0F2-AF9D-A60E48EA1BA1}"/>
                </a:ext>
              </a:extLst>
            </p:cNvPr>
            <p:cNvCxnSpPr>
              <a:cxnSpLocks/>
            </p:cNvCxnSpPr>
            <p:nvPr/>
          </p:nvCxnSpPr>
          <p:spPr>
            <a:xfrm>
              <a:off x="3420268" y="345281"/>
              <a:ext cx="0" cy="2238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6297F5-D57E-69FB-C60B-132BF7D5D1AB}"/>
                </a:ext>
              </a:extLst>
            </p:cNvPr>
            <p:cNvCxnSpPr>
              <a:cxnSpLocks/>
            </p:cNvCxnSpPr>
            <p:nvPr/>
          </p:nvCxnSpPr>
          <p:spPr>
            <a:xfrm>
              <a:off x="3432174" y="585787"/>
              <a:ext cx="658814" cy="257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691466F-C228-2B4F-4036-D7921F5C434A}"/>
                </a:ext>
              </a:extLst>
            </p:cNvPr>
            <p:cNvCxnSpPr>
              <a:cxnSpLocks/>
            </p:cNvCxnSpPr>
            <p:nvPr/>
          </p:nvCxnSpPr>
          <p:spPr>
            <a:xfrm>
              <a:off x="2046286" y="2259806"/>
              <a:ext cx="0" cy="5095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155F43B-B101-A6B2-3CB5-22589A18E0DB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7" y="2181225"/>
              <a:ext cx="165098" cy="904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0E7654A-D19F-E77B-60B0-FB0E89BA7B14}"/>
                </a:ext>
              </a:extLst>
            </p:cNvPr>
            <p:cNvCxnSpPr>
              <a:cxnSpLocks/>
            </p:cNvCxnSpPr>
            <p:nvPr/>
          </p:nvCxnSpPr>
          <p:spPr>
            <a:xfrm>
              <a:off x="1877217" y="1933575"/>
              <a:ext cx="0" cy="2524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B5925D0-9AAF-D8F7-5F4B-0039BCC0D7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969" y="1871663"/>
              <a:ext cx="1545431" cy="5595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AFF1F-ED7D-7A6C-7025-29E13A21E58E}"/>
              </a:ext>
            </a:extLst>
          </p:cNvPr>
          <p:cNvGrpSpPr/>
          <p:nvPr/>
        </p:nvGrpSpPr>
        <p:grpSpPr>
          <a:xfrm>
            <a:off x="682626" y="1429544"/>
            <a:ext cx="4241799" cy="5126037"/>
            <a:chOff x="769352" y="1418320"/>
            <a:chExt cx="4139827" cy="5356123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33555C-254F-E358-8100-D66704572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081" y="1418320"/>
              <a:ext cx="0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130A8F8-2EB4-115F-74E0-261DA3DD49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322" y="1561803"/>
              <a:ext cx="450857" cy="2015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EAD8C0E-1DDF-3A8B-00CC-E4CC4DBD5A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9762" y="1763341"/>
              <a:ext cx="0" cy="2488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4A52098-15E9-F5E2-7176-82EA3EA0CB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23671" y="2009669"/>
              <a:ext cx="316059" cy="1318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8027A0-08EC-45BE-B28F-E8124440D7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2890" y="2133207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1855EC-49C0-7511-935F-AF4CC64FE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058" y="2290462"/>
              <a:ext cx="0" cy="274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8529EB-A898-1E02-E77B-76005DF38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676" y="2562034"/>
              <a:ext cx="158027" cy="6717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7115CE-2EF3-F544-43D2-5D49C06126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53238" y="2484033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83F7323-680B-4FE0-A233-CE2DC2E68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0748" y="2479926"/>
              <a:ext cx="1015589" cy="41054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00CF541-7BEE-640C-9A89-FD9AE21C58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19260" y="2740311"/>
              <a:ext cx="326145" cy="1551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4F1A1D1-4EEC-029E-B478-D45C56385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776" y="2738691"/>
              <a:ext cx="676287" cy="2935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C17C8B-4ABD-88C8-A893-CC4E05D9F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8217" y="3041878"/>
              <a:ext cx="0" cy="9284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4B359BE-41A7-55EC-E8A2-B2656B9A7B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0651" y="3954521"/>
              <a:ext cx="172750" cy="9541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7DCA718-9619-4DCE-BEE4-78C595931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2627" y="4044094"/>
              <a:ext cx="0" cy="3765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5FEC17D-6AB6-A58A-3063-AC275C59D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331" y="4407362"/>
              <a:ext cx="342403" cy="1601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75BFD81-4E94-ACC5-16AD-FAA51EF31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7987" y="4551673"/>
              <a:ext cx="0" cy="162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47CD3E-E2DF-53DF-3341-2B76EC8449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6953" y="6111733"/>
              <a:ext cx="0" cy="2720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00DEE36-4522-115A-C61E-1FF4680319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2305" y="6370499"/>
              <a:ext cx="177399" cy="829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D40EA4F-FBF2-2712-EF78-586D6EF1B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4281" y="6442654"/>
              <a:ext cx="0" cy="277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78ABA9-E259-294E-3680-FC5521F9B5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80051" y="6657501"/>
              <a:ext cx="323037" cy="1169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ADF220-530F-CD5B-CC49-E723FFF955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61663" y="6523141"/>
              <a:ext cx="320713" cy="1368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A824130-453B-8AF9-34E1-B2901B3F9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2" y="4893414"/>
              <a:ext cx="504309" cy="2114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84BF2D-8551-8C3A-37B6-D9917E38D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352" y="5113199"/>
              <a:ext cx="0" cy="13104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7491DB-7935-9D2B-9B10-5395F60DB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004" y="3701598"/>
              <a:ext cx="0" cy="133861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781F587-0C7F-A332-A8E8-AF055D677D67}"/>
              </a:ext>
            </a:extLst>
          </p:cNvPr>
          <p:cNvGrpSpPr/>
          <p:nvPr/>
        </p:nvGrpSpPr>
        <p:grpSpPr>
          <a:xfrm>
            <a:off x="4117976" y="966788"/>
            <a:ext cx="3587749" cy="1562100"/>
            <a:chOff x="4117976" y="966788"/>
            <a:chExt cx="3587749" cy="1562100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2701F214-491F-7F21-E026-384C503651E5}"/>
                </a:ext>
              </a:extLst>
            </p:cNvPr>
            <p:cNvCxnSpPr>
              <a:cxnSpLocks/>
            </p:cNvCxnSpPr>
            <p:nvPr/>
          </p:nvCxnSpPr>
          <p:spPr>
            <a:xfrm>
              <a:off x="4117976" y="966788"/>
              <a:ext cx="844549" cy="3381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D1BACF2-A245-6EF7-6D17-DCFD507A478E}"/>
                </a:ext>
              </a:extLst>
            </p:cNvPr>
            <p:cNvGrpSpPr/>
            <p:nvPr/>
          </p:nvGrpSpPr>
          <p:grpSpPr>
            <a:xfrm>
              <a:off x="4964906" y="1312069"/>
              <a:ext cx="1033463" cy="693737"/>
              <a:chOff x="4281488" y="807244"/>
              <a:chExt cx="1033463" cy="693737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C9CAAD3-2D81-0550-415D-FE19D79BA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2463" y="1357313"/>
                <a:ext cx="330994" cy="138112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CB452D6-D306-E9AE-D089-D3769282D4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9013" y="1285875"/>
                <a:ext cx="515938" cy="21510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FC0FA3EE-58FF-15D8-0A42-B9F2FCDA58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1488" y="807244"/>
                <a:ext cx="0" cy="111919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2AF3E015-AAD9-D9D3-DC42-04E97C42C9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6251" y="1047750"/>
                <a:ext cx="178594" cy="76200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20F4703B-2727-97BB-4A06-6C8BDB38AE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7700" y="1112044"/>
                <a:ext cx="0" cy="240506"/>
              </a:xfrm>
              <a:prstGeom prst="line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2D91751-3395-66DB-CF81-2B7AD0352052}"/>
                </a:ext>
              </a:extLst>
            </p:cNvPr>
            <p:cNvCxnSpPr>
              <a:cxnSpLocks/>
            </p:cNvCxnSpPr>
            <p:nvPr/>
          </p:nvCxnSpPr>
          <p:spPr>
            <a:xfrm>
              <a:off x="5984082" y="1795462"/>
              <a:ext cx="378618" cy="1500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4AE6C14-162F-DB5A-08D1-D560C6EE7E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476" y="1926431"/>
              <a:ext cx="178593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0BDF44-E807-6E5C-9A76-899CD4DEC5E1}"/>
                </a:ext>
              </a:extLst>
            </p:cNvPr>
            <p:cNvCxnSpPr>
              <a:cxnSpLocks/>
            </p:cNvCxnSpPr>
            <p:nvPr/>
          </p:nvCxnSpPr>
          <p:spPr>
            <a:xfrm>
              <a:off x="7034214" y="1914524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B5A374E-CF3A-4CA6-9204-0A99961EC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900" y="2000249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6F984FA-D198-48C0-014F-34C1DE748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313" y="2114550"/>
              <a:ext cx="511969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79E97CE-3D0F-8D47-34D9-19DC8AC847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931" y="2314574"/>
              <a:ext cx="0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511C9D8-F9CD-084B-338B-DF0B07274B40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2" y="2440780"/>
              <a:ext cx="169067" cy="833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B935BD7-69CC-27EA-D70E-91F5BEF34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9" y="2188369"/>
              <a:ext cx="850106" cy="3405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5467150" y="312821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15.02</a:t>
            </a:r>
          </a:p>
        </p:txBody>
      </p:sp>
    </p:spTree>
    <p:extLst>
      <p:ext uri="{BB962C8B-B14F-4D97-AF65-F5344CB8AC3E}">
        <p14:creationId xmlns:p14="http://schemas.microsoft.com/office/powerpoint/2010/main" val="3125372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271973</TotalTime>
  <Words>95</Words>
  <Application>Microsoft Office PowerPoint</Application>
  <PresentationFormat>Custom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1616</cp:revision>
  <cp:lastPrinted>2021-06-19T15:20:22Z</cp:lastPrinted>
  <dcterms:created xsi:type="dcterms:W3CDTF">2021-03-25T22:26:05Z</dcterms:created>
  <dcterms:modified xsi:type="dcterms:W3CDTF">2024-04-03T04:35:31Z</dcterms:modified>
</cp:coreProperties>
</file>