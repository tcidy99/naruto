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"/>
  </p:notesMasterIdLst>
  <p:sldIdLst>
    <p:sldId id="261" r:id="rId2"/>
    <p:sldId id="257" r:id="rId3"/>
    <p:sldId id="260" r:id="rId4"/>
    <p:sldId id="259" r:id="rId5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4221" autoAdjust="0"/>
  </p:normalViewPr>
  <p:slideViewPr>
    <p:cSldViewPr snapToGrid="0">
      <p:cViewPr>
        <p:scale>
          <a:sx n="150" d="100"/>
          <a:sy n="150" d="100"/>
        </p:scale>
        <p:origin x="298" y="-48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3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7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0190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70723" cy="10108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1" y="3348020"/>
              <a:ext cx="0" cy="359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6748" y="3222726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1794" y="2880115"/>
              <a:ext cx="199475" cy="76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000216"/>
              <a:ext cx="471153" cy="1968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7018519"/>
              <a:ext cx="8092" cy="478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635" y="5709684"/>
              <a:ext cx="690111" cy="31728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0988" y="5916841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9321" y="5759798"/>
              <a:ext cx="0" cy="16783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8086" y="4266155"/>
              <a:ext cx="704207" cy="27331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519508"/>
              <a:ext cx="5272" cy="16621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5" y="7570792"/>
              <a:ext cx="25292" cy="204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93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254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338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383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113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240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35" y="5555097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74" y="5450071"/>
              <a:ext cx="232228" cy="831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8660" y="7767084"/>
              <a:ext cx="469487" cy="1800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5" y="7131676"/>
              <a:ext cx="244033" cy="91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26095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600" y="7662964"/>
              <a:ext cx="7976" cy="200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877" y="7761740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1917714">
              <a:off x="4508139" y="323271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  <a:solidFill>
              <a:srgbClr val="FFFF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9" name="TextBox 838">
            <a:extLst>
              <a:ext uri="{FF2B5EF4-FFF2-40B4-BE49-F238E27FC236}">
                <a16:creationId xmlns:a16="http://schemas.microsoft.com/office/drawing/2014/main" id="{66B793E0-D10F-4E47-A3B5-A4DCD79EC79F}"/>
              </a:ext>
            </a:extLst>
          </p:cNvPr>
          <p:cNvSpPr txBox="1"/>
          <p:nvPr/>
        </p:nvSpPr>
        <p:spPr>
          <a:xfrm>
            <a:off x="4922250" y="1267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3DE30A59-6AE8-450B-B1F2-7FDD25123528}"/>
              </a:ext>
            </a:extLst>
          </p:cNvPr>
          <p:cNvCxnSpPr>
            <a:cxnSpLocks/>
          </p:cNvCxnSpPr>
          <p:nvPr/>
        </p:nvCxnSpPr>
        <p:spPr>
          <a:xfrm flipH="1">
            <a:off x="11347513" y="3139877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7A750297-8E80-4C6E-B5D4-A3EB0C1DE956}"/>
              </a:ext>
            </a:extLst>
          </p:cNvPr>
          <p:cNvCxnSpPr>
            <a:cxnSpLocks/>
          </p:cNvCxnSpPr>
          <p:nvPr/>
        </p:nvCxnSpPr>
        <p:spPr>
          <a:xfrm flipV="1">
            <a:off x="11551900" y="297363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72824AE1-6731-4707-B7F4-A16C6BA306AD}"/>
              </a:ext>
            </a:extLst>
          </p:cNvPr>
          <p:cNvCxnSpPr>
            <a:cxnSpLocks/>
          </p:cNvCxnSpPr>
          <p:nvPr/>
        </p:nvCxnSpPr>
        <p:spPr>
          <a:xfrm>
            <a:off x="11326019" y="2860746"/>
            <a:ext cx="240630" cy="120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F7652A49-5CE7-455A-AAB0-397F0BD76271}"/>
              </a:ext>
            </a:extLst>
          </p:cNvPr>
          <p:cNvCxnSpPr>
            <a:cxnSpLocks/>
          </p:cNvCxnSpPr>
          <p:nvPr/>
        </p:nvCxnSpPr>
        <p:spPr>
          <a:xfrm flipV="1">
            <a:off x="11108844" y="295434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8FF0F0A7-0607-4120-A415-7E0BE617004C}"/>
              </a:ext>
            </a:extLst>
          </p:cNvPr>
          <p:cNvCxnSpPr>
            <a:cxnSpLocks/>
          </p:cNvCxnSpPr>
          <p:nvPr/>
        </p:nvCxnSpPr>
        <p:spPr>
          <a:xfrm flipH="1">
            <a:off x="10852540" y="3149715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1E141416-771E-42B5-8490-153E854206CE}"/>
              </a:ext>
            </a:extLst>
          </p:cNvPr>
          <p:cNvCxnSpPr>
            <a:cxnSpLocks/>
          </p:cNvCxnSpPr>
          <p:nvPr/>
        </p:nvCxnSpPr>
        <p:spPr>
          <a:xfrm flipV="1">
            <a:off x="10879808" y="3040330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Arrow: Down 853">
            <a:extLst>
              <a:ext uri="{FF2B5EF4-FFF2-40B4-BE49-F238E27FC236}">
                <a16:creationId xmlns:a16="http://schemas.microsoft.com/office/drawing/2014/main" id="{C0F3834C-080B-48AC-BDE6-A752199A8CBE}"/>
              </a:ext>
            </a:extLst>
          </p:cNvPr>
          <p:cNvSpPr/>
          <p:nvPr/>
        </p:nvSpPr>
        <p:spPr>
          <a:xfrm rot="8909404">
            <a:off x="3786346" y="6517486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26679945-A325-45F9-B1F2-212A9DE3BAAD}"/>
              </a:ext>
            </a:extLst>
          </p:cNvPr>
          <p:cNvCxnSpPr>
            <a:cxnSpLocks/>
          </p:cNvCxnSpPr>
          <p:nvPr/>
        </p:nvCxnSpPr>
        <p:spPr>
          <a:xfrm flipH="1" flipV="1">
            <a:off x="931084" y="5446727"/>
            <a:ext cx="235169" cy="10012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7C93E3D4-90E2-4AE9-A55E-3960C2E800AE}"/>
              </a:ext>
            </a:extLst>
          </p:cNvPr>
          <p:cNvSpPr txBox="1"/>
          <p:nvPr/>
        </p:nvSpPr>
        <p:spPr>
          <a:xfrm>
            <a:off x="2540381" y="629004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395</a:t>
            </a:r>
          </a:p>
        </p:txBody>
      </p: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A40ADDA3-871E-4020-A322-70D3131824A8}"/>
              </a:ext>
            </a:extLst>
          </p:cNvPr>
          <p:cNvCxnSpPr>
            <a:cxnSpLocks/>
          </p:cNvCxnSpPr>
          <p:nvPr/>
        </p:nvCxnSpPr>
        <p:spPr>
          <a:xfrm flipV="1">
            <a:off x="2087628" y="3313888"/>
            <a:ext cx="429747" cy="22216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B09EC761-590B-46B1-A3CD-CBB75085C53D}"/>
              </a:ext>
            </a:extLst>
          </p:cNvPr>
          <p:cNvCxnSpPr>
            <a:cxnSpLocks/>
          </p:cNvCxnSpPr>
          <p:nvPr/>
        </p:nvCxnSpPr>
        <p:spPr>
          <a:xfrm flipV="1">
            <a:off x="2064907" y="3197490"/>
            <a:ext cx="240680" cy="1358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DD700890-3F41-438E-8731-364E0F93843E}"/>
              </a:ext>
            </a:extLst>
          </p:cNvPr>
          <p:cNvCxnSpPr>
            <a:cxnSpLocks/>
          </p:cNvCxnSpPr>
          <p:nvPr/>
        </p:nvCxnSpPr>
        <p:spPr>
          <a:xfrm>
            <a:off x="2305587" y="3211856"/>
            <a:ext cx="254194" cy="1020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8" name="Arrow: Down 857">
            <a:extLst>
              <a:ext uri="{FF2B5EF4-FFF2-40B4-BE49-F238E27FC236}">
                <a16:creationId xmlns:a16="http://schemas.microsoft.com/office/drawing/2014/main" id="{3EC50EE2-BC62-4298-8DE7-8291D0919C74}"/>
              </a:ext>
            </a:extLst>
          </p:cNvPr>
          <p:cNvSpPr/>
          <p:nvPr/>
        </p:nvSpPr>
        <p:spPr>
          <a:xfrm rot="7981530">
            <a:off x="1944718" y="3108832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  <a:solidFill>
            <a:srgbClr val="FF99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7177033F-2D06-443B-AEEF-7DB62895661A}"/>
              </a:ext>
            </a:extLst>
          </p:cNvPr>
          <p:cNvCxnSpPr>
            <a:cxnSpLocks/>
          </p:cNvCxnSpPr>
          <p:nvPr/>
        </p:nvCxnSpPr>
        <p:spPr>
          <a:xfrm flipV="1">
            <a:off x="1399945" y="4432720"/>
            <a:ext cx="232228" cy="8315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452">
            <a:extLst>
              <a:ext uri="{FF2B5EF4-FFF2-40B4-BE49-F238E27FC236}">
                <a16:creationId xmlns:a16="http://schemas.microsoft.com/office/drawing/2014/main" id="{AB2E2A4D-0338-4BC4-B4E8-9187F5B1926D}"/>
              </a:ext>
            </a:extLst>
          </p:cNvPr>
          <p:cNvCxnSpPr>
            <a:cxnSpLocks/>
          </p:cNvCxnSpPr>
          <p:nvPr/>
        </p:nvCxnSpPr>
        <p:spPr>
          <a:xfrm>
            <a:off x="1624197" y="4424533"/>
            <a:ext cx="235367" cy="1193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91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72942" y="101478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51" name="2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42688" y="36327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13309" y="988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5" name="4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6124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7628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47105" y="350856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2885" y="45212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0363" y="44412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8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0862" y="407560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06618" y="38904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253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5877" y="48094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6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933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657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840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077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37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72461"/>
            <a:ext cx="5019621" cy="4148284"/>
            <a:chOff x="554699" y="6914176"/>
            <a:chExt cx="5019621" cy="4148284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91799" y="108924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72249" y="691417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718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07619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47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111562" y="1503957"/>
            <a:ext cx="8825492" cy="7719523"/>
            <a:chOff x="3137872" y="3245672"/>
            <a:chExt cx="8825492" cy="7719523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37872" y="3245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6162" cy="5880786"/>
            <a:chOff x="984352" y="2233784"/>
            <a:chExt cx="10736162" cy="5880786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52221" y="7944561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71777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22830" y="3622901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2">
            <a:extLst>
              <a:ext uri="{FF2B5EF4-FFF2-40B4-BE49-F238E27FC236}">
                <a16:creationId xmlns:a16="http://schemas.microsoft.com/office/drawing/2014/main" id="{544B33CE-C498-41FD-899A-4C1C833309C4}"/>
              </a:ext>
            </a:extLst>
          </p:cNvPr>
          <p:cNvGrpSpPr/>
          <p:nvPr/>
        </p:nvGrpSpPr>
        <p:grpSpPr>
          <a:xfrm>
            <a:off x="1222153" y="1402465"/>
            <a:ext cx="11687180" cy="9388597"/>
            <a:chOff x="1222153" y="1402465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24316" y="16838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22153" y="149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59086" y="1771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56923" y="1585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59753" y="19573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690810" y="1862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689399" y="1492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20509" y="1771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21176" y="1950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17912" y="14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20960" y="15837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54494" y="1490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49460" y="18567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50127" y="20380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381833" y="19476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389388" y="14025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387674" y="1581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22760" y="1493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23427" y="1670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19400" y="18566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22448" y="2035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58509" y="14044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61557" y="1583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57530" y="1764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58197" y="1946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60730" y="2127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097792" y="16791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096146" y="1860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094432" y="2042016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24802" y="2407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25469" y="2584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23823" y="2770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29252" y="2959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34166" y="31449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398659" y="3046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396430" y="323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61544" y="31365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64077" y="33200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31087" y="34173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31239" y="3603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62710" y="2311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62111" y="2686723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60465" y="2865918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68274" y="3051946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63925" y="3973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64077" y="41570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695396" y="3694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697929" y="3880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696938" y="4069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699471" y="4250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00754" y="4437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08049" y="4623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31347" y="37945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33880" y="3975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32889" y="41643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35422" y="4345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64722" y="370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67211" y="38891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67363" y="40726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68753" y="4251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04765" y="3614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00155" y="38004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00263" y="39870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02796" y="41681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04186" y="4352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04338" y="453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11344" y="4909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13877" y="50930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70775" y="46338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73308" y="4822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174162" y="500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182695" y="51937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180466" y="537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38487" y="47229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38639" y="4908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44255" y="5096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45645" y="5280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45797" y="5466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08811" y="53662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45645" y="5654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45797" y="58405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13012" y="55485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09640" y="5737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12173" y="5923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12021" y="6104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14554" y="6282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476032" y="6375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44869" y="5912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44717" y="6093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475496" y="6008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475344" y="61900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477654" y="5641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477502" y="58228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68393" y="3427729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878655" y="3616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41944" y="37090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34953" y="38901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873836" y="3985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71607" y="416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69334" y="4357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67105" y="4538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40336" y="42635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38107" y="44518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38215" y="46383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40748" y="4819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41944" y="5007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06735" y="4075970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02125" y="4261880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12570" y="4447673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44853" y="5921254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887665" y="60199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885263" y="58253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883502" y="5644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15001" y="55632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46972" y="5475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45211" y="528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582412" y="5564775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583033" y="5378748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09881" y="5276539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26257" y="6295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19093" y="611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14951" y="5921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15556" y="68393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19504" y="6658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20124" y="64722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51564" y="62027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55282" y="6011983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58284" y="5825956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56314" y="63858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590861" y="6296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589490" y="64854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45210" y="6938264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58662" y="6751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594264" y="68363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32186" y="65665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22641" y="6388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23261" y="6195526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26053" y="6760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65682" y="6290980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65703" y="7023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65682" y="68437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59159" y="66577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59570" y="7210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03604" y="6745232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04289" y="6563662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00096" y="6374937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00720" y="6928314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298111" y="7301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52455" y="70192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44868" y="6837714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44868" y="66544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44868" y="7209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783184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789237" y="6928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11625" y="7208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38360" y="7483227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46587" y="72948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484138" y="7579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484138" y="73978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56586" y="7752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72589" y="8124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08580" y="80253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200239" y="7846859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41677" y="79404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38201" y="7749427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36009" y="8126917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22069" y="80238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22069" y="7837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19768" y="7651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19768" y="74654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51821" y="79358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47139" y="77476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47139" y="75618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084690" y="76521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084690" y="7466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086002" y="82123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086002" y="80313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089833" y="87606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089833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087532" y="83927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59471" y="88548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59471" y="8670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03479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093955" y="913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30243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20719" y="904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63143" y="89516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59831" y="9507021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59830" y="9322531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52768" y="9134350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789110" y="9045042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18378" y="8116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18378" y="79357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22209" y="8665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22209" y="84805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19908" y="8297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18895" y="7559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18895" y="73738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20425" y="7744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56000" y="8760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53699" y="8027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53699" y="78468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57530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57530" y="839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55229" y="82129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55746" y="7658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51406" y="7276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58549" y="7090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788779" y="81233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788779" y="7939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794991" y="8669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794991" y="8484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797452" y="8306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790826" y="7748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787001" y="73690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784620" y="718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796191" y="7004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36490" y="8767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31728" y="8578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36570" y="8397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22923" y="74681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27685" y="7280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26754" y="80235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26754" y="78390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24453" y="7655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32113" y="7096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73164" y="86726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278007" y="84892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64584" y="75590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62203" y="7373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63653" y="810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61272" y="79323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71393" y="7189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00945" y="8022596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00944" y="7834415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11919" y="8582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09538" y="839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02475" y="8210079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00611" y="7655271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498564" y="7471940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00945" y="7295664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14897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51614" y="7203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49688" y="8489517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35146" y="8110539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37527" y="7928793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9984277" y="85759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9986658" y="8389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23971" y="8482702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282112" y="10145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279731" y="9959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286956" y="97732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23825" y="102399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19064" y="10053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21526" y="9867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19145" y="96737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66565" y="101414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54660" y="9954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60055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60055" y="9407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9992368" y="10043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9987606" y="985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9985305" y="96705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9980543" y="9481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9995062" y="93177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19795" y="97628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17414" y="95740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26876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35880" y="103267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28737" y="101374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73093" y="10417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63569" y="102331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63649" y="10044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56506" y="9856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52683" y="947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65593" y="9311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697196" y="101369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694815" y="9948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692636" y="9764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699375" y="9395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697196" y="9231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09021" y="10511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01878" y="10325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43853" y="10608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36710" y="104213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28883" y="98514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38334" y="9674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28403" y="9498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25647" y="93272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29420" y="91387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31184" y="100395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177741" y="103198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68217" y="101357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66038" y="99475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174438" y="9763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179997" y="9583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184804" y="10507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57871" y="9222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70423" y="90413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174541" y="88519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08203" y="1004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10976" y="98584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04563" y="9679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14565" y="9494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04563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04743" y="9136555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20028" y="104121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12885" y="102253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397336" y="8943376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20028" y="8766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45019" y="10143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47223" y="99576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40667" y="95915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40793" y="9407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34282" y="92266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56371" y="8855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47223" y="86732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42338" y="8580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27566" y="83912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175660" y="84959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15954" y="8397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56248" y="8491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887517" y="8586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887517" y="8765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879276" y="89509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876142" y="91358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879706" y="9311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883844" y="9500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71574" y="96927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875138" y="98683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879276" y="10057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11388" y="9603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14952" y="97788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19090" y="99680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50628" y="9509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54192" y="9685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58330" y="9874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59053" y="89577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62617" y="91333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66755" y="93225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19090" y="90436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21757" y="88614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55631" y="87677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595276" y="92229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598437" y="9415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369073A6-C785-4608-9872-9E8AF0D5BB63}"/>
                </a:ext>
              </a:extLst>
            </p:cNvPr>
            <p:cNvSpPr/>
            <p:nvPr/>
          </p:nvSpPr>
          <p:spPr>
            <a:xfrm>
              <a:off x="5722475" y="8041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32531" y="195556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09954" y="4725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03277" y="7114819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63733" y="7746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688872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10" name="组合 2909" hidden="1">
            <a:extLst>
              <a:ext uri="{FF2B5EF4-FFF2-40B4-BE49-F238E27FC236}">
                <a16:creationId xmlns:a16="http://schemas.microsoft.com/office/drawing/2014/main" id="{4F76BE32-44D1-498D-8716-489892E0740B}"/>
              </a:ext>
            </a:extLst>
          </p:cNvPr>
          <p:cNvGrpSpPr/>
          <p:nvPr/>
        </p:nvGrpSpPr>
        <p:grpSpPr>
          <a:xfrm>
            <a:off x="-404673" y="349939"/>
            <a:ext cx="13014352" cy="10489635"/>
            <a:chOff x="-221793" y="212779"/>
            <a:chExt cx="13014352" cy="10489635"/>
          </a:xfrm>
        </p:grpSpPr>
        <p:cxnSp>
          <p:nvCxnSpPr>
            <p:cNvPr id="2911" name="Straight Connector 452">
              <a:extLst>
                <a:ext uri="{FF2B5EF4-FFF2-40B4-BE49-F238E27FC236}">
                  <a16:creationId xmlns:a16="http://schemas.microsoft.com/office/drawing/2014/main" id="{C6000FCF-FF4C-4026-AC5A-8DFF13AE8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2" name="Straight Connector 452">
              <a:extLst>
                <a:ext uri="{FF2B5EF4-FFF2-40B4-BE49-F238E27FC236}">
                  <a16:creationId xmlns:a16="http://schemas.microsoft.com/office/drawing/2014/main" id="{945C4E6F-4A75-465E-9D1E-1372BC9B0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3" name="Straight Connector 452">
              <a:extLst>
                <a:ext uri="{FF2B5EF4-FFF2-40B4-BE49-F238E27FC236}">
                  <a16:creationId xmlns:a16="http://schemas.microsoft.com/office/drawing/2014/main" id="{7F963925-E06D-431B-BCDB-245365F9EC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4" name="Straight Connector 452">
              <a:extLst>
                <a:ext uri="{FF2B5EF4-FFF2-40B4-BE49-F238E27FC236}">
                  <a16:creationId xmlns:a16="http://schemas.microsoft.com/office/drawing/2014/main" id="{F1704716-D957-4397-8ADC-858322169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15" name="Straight Connector 452">
              <a:extLst>
                <a:ext uri="{FF2B5EF4-FFF2-40B4-BE49-F238E27FC236}">
                  <a16:creationId xmlns:a16="http://schemas.microsoft.com/office/drawing/2014/main" id="{64015B1F-3FD1-4F6D-A467-04BC33A382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6" name="Straight Connector 452">
              <a:extLst>
                <a:ext uri="{FF2B5EF4-FFF2-40B4-BE49-F238E27FC236}">
                  <a16:creationId xmlns:a16="http://schemas.microsoft.com/office/drawing/2014/main" id="{2BCDD034-F0D7-4879-8091-4BBDF4EE9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7" name="Straight Connector 452">
              <a:extLst>
                <a:ext uri="{FF2B5EF4-FFF2-40B4-BE49-F238E27FC236}">
                  <a16:creationId xmlns:a16="http://schemas.microsoft.com/office/drawing/2014/main" id="{8EA88703-B037-43FA-B015-A6839D698C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8" name="Straight Connector 452">
              <a:extLst>
                <a:ext uri="{FF2B5EF4-FFF2-40B4-BE49-F238E27FC236}">
                  <a16:creationId xmlns:a16="http://schemas.microsoft.com/office/drawing/2014/main" id="{1B5BE7D7-5CB1-400C-91F5-33424D92D4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9" name="Straight Connector 452">
              <a:extLst>
                <a:ext uri="{FF2B5EF4-FFF2-40B4-BE49-F238E27FC236}">
                  <a16:creationId xmlns:a16="http://schemas.microsoft.com/office/drawing/2014/main" id="{E2787133-0995-4B9E-9D56-62032D0F3E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0" name="Straight Connector 452">
              <a:extLst>
                <a:ext uri="{FF2B5EF4-FFF2-40B4-BE49-F238E27FC236}">
                  <a16:creationId xmlns:a16="http://schemas.microsoft.com/office/drawing/2014/main" id="{A3B0DA25-C294-43F2-A473-7D7378994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1" name="Straight Connector 452">
              <a:extLst>
                <a:ext uri="{FF2B5EF4-FFF2-40B4-BE49-F238E27FC236}">
                  <a16:creationId xmlns:a16="http://schemas.microsoft.com/office/drawing/2014/main" id="{07663556-7F13-4BB0-9523-F4CD6251C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2" name="Straight Connector 452">
              <a:extLst>
                <a:ext uri="{FF2B5EF4-FFF2-40B4-BE49-F238E27FC236}">
                  <a16:creationId xmlns:a16="http://schemas.microsoft.com/office/drawing/2014/main" id="{8849D425-4B6C-4EF8-9E51-AD7D1CE71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3" name="Straight Connector 452">
              <a:extLst>
                <a:ext uri="{FF2B5EF4-FFF2-40B4-BE49-F238E27FC236}">
                  <a16:creationId xmlns:a16="http://schemas.microsoft.com/office/drawing/2014/main" id="{328B8A77-6A43-43C6-9FEC-834F8C365B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4" name="Straight Connector 452">
              <a:extLst>
                <a:ext uri="{FF2B5EF4-FFF2-40B4-BE49-F238E27FC236}">
                  <a16:creationId xmlns:a16="http://schemas.microsoft.com/office/drawing/2014/main" id="{67FF96F9-E55A-4DBD-BF27-2BA44E5C4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5" name="Straight Connector 452">
              <a:extLst>
                <a:ext uri="{FF2B5EF4-FFF2-40B4-BE49-F238E27FC236}">
                  <a16:creationId xmlns:a16="http://schemas.microsoft.com/office/drawing/2014/main" id="{1CF74F3C-2109-4D38-A9B9-A51CD8482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6" name="Straight Connector 452">
              <a:extLst>
                <a:ext uri="{FF2B5EF4-FFF2-40B4-BE49-F238E27FC236}">
                  <a16:creationId xmlns:a16="http://schemas.microsoft.com/office/drawing/2014/main" id="{F7A91F85-F9A6-4F46-8859-E9C2AC223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7" name="Straight Connector 452">
              <a:extLst>
                <a:ext uri="{FF2B5EF4-FFF2-40B4-BE49-F238E27FC236}">
                  <a16:creationId xmlns:a16="http://schemas.microsoft.com/office/drawing/2014/main" id="{385F5356-DA04-4102-BA1E-7B9D9725F3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8" name="Straight Connector 452">
              <a:extLst>
                <a:ext uri="{FF2B5EF4-FFF2-40B4-BE49-F238E27FC236}">
                  <a16:creationId xmlns:a16="http://schemas.microsoft.com/office/drawing/2014/main" id="{CB07A6B0-815C-41D8-B1A6-67A05ECA58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9" name="Straight Connector 452">
              <a:extLst>
                <a:ext uri="{FF2B5EF4-FFF2-40B4-BE49-F238E27FC236}">
                  <a16:creationId xmlns:a16="http://schemas.microsoft.com/office/drawing/2014/main" id="{DBFEE9E6-22A3-42B5-9235-B9FD87ED4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0" name="Straight Connector 452">
              <a:extLst>
                <a:ext uri="{FF2B5EF4-FFF2-40B4-BE49-F238E27FC236}">
                  <a16:creationId xmlns:a16="http://schemas.microsoft.com/office/drawing/2014/main" id="{93119F4F-ADE5-4570-81D9-C74DE1F14288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1" name="Straight Connector 452">
              <a:extLst>
                <a:ext uri="{FF2B5EF4-FFF2-40B4-BE49-F238E27FC236}">
                  <a16:creationId xmlns:a16="http://schemas.microsoft.com/office/drawing/2014/main" id="{ED315717-10CB-42ED-AB21-3F122449F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2" name="Straight Connector 452">
              <a:extLst>
                <a:ext uri="{FF2B5EF4-FFF2-40B4-BE49-F238E27FC236}">
                  <a16:creationId xmlns:a16="http://schemas.microsoft.com/office/drawing/2014/main" id="{EC012F37-FC98-4E3C-A980-1262434EC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3" name="Straight Connector 452">
              <a:extLst>
                <a:ext uri="{FF2B5EF4-FFF2-40B4-BE49-F238E27FC236}">
                  <a16:creationId xmlns:a16="http://schemas.microsoft.com/office/drawing/2014/main" id="{B1DADE3F-CE49-4AC0-8BEB-BB9D90F8C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4" name="Straight Connector 452">
              <a:extLst>
                <a:ext uri="{FF2B5EF4-FFF2-40B4-BE49-F238E27FC236}">
                  <a16:creationId xmlns:a16="http://schemas.microsoft.com/office/drawing/2014/main" id="{8D3E4E69-2865-481A-8B26-212E223B5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5" name="Straight Connector 452">
              <a:extLst>
                <a:ext uri="{FF2B5EF4-FFF2-40B4-BE49-F238E27FC236}">
                  <a16:creationId xmlns:a16="http://schemas.microsoft.com/office/drawing/2014/main" id="{EAD62F6B-5475-4874-842C-D7E504B25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6" name="Straight Connector 452">
              <a:extLst>
                <a:ext uri="{FF2B5EF4-FFF2-40B4-BE49-F238E27FC236}">
                  <a16:creationId xmlns:a16="http://schemas.microsoft.com/office/drawing/2014/main" id="{478B67CD-D812-4A59-A396-421835C16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7" name="Straight Connector 452">
              <a:extLst>
                <a:ext uri="{FF2B5EF4-FFF2-40B4-BE49-F238E27FC236}">
                  <a16:creationId xmlns:a16="http://schemas.microsoft.com/office/drawing/2014/main" id="{7C905121-45FE-4785-9E12-3064240F6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8" name="Straight Connector 452">
              <a:extLst>
                <a:ext uri="{FF2B5EF4-FFF2-40B4-BE49-F238E27FC236}">
                  <a16:creationId xmlns:a16="http://schemas.microsoft.com/office/drawing/2014/main" id="{B9E5F9AB-6FDD-452C-BE4E-50D3A44C87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9" name="Straight Connector 452">
              <a:extLst>
                <a:ext uri="{FF2B5EF4-FFF2-40B4-BE49-F238E27FC236}">
                  <a16:creationId xmlns:a16="http://schemas.microsoft.com/office/drawing/2014/main" id="{969E0E8D-273D-4396-89D0-7A70642F5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0" name="Straight Connector 452">
              <a:extLst>
                <a:ext uri="{FF2B5EF4-FFF2-40B4-BE49-F238E27FC236}">
                  <a16:creationId xmlns:a16="http://schemas.microsoft.com/office/drawing/2014/main" id="{8ECD2A1F-0E6B-437F-90D4-12C8D85923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1" name="Straight Connector 452">
              <a:extLst>
                <a:ext uri="{FF2B5EF4-FFF2-40B4-BE49-F238E27FC236}">
                  <a16:creationId xmlns:a16="http://schemas.microsoft.com/office/drawing/2014/main" id="{5B5DA824-2844-4B8C-B00A-B71ADC2F0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2" name="Straight Connector 452">
              <a:extLst>
                <a:ext uri="{FF2B5EF4-FFF2-40B4-BE49-F238E27FC236}">
                  <a16:creationId xmlns:a16="http://schemas.microsoft.com/office/drawing/2014/main" id="{384391AD-FFA0-4172-9C54-DD0C0A6E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43" name="Straight Connector 452">
              <a:extLst>
                <a:ext uri="{FF2B5EF4-FFF2-40B4-BE49-F238E27FC236}">
                  <a16:creationId xmlns:a16="http://schemas.microsoft.com/office/drawing/2014/main" id="{F960C93A-3EB8-43D6-8C88-BC3E0542F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4" name="Straight Connector 452">
              <a:extLst>
                <a:ext uri="{FF2B5EF4-FFF2-40B4-BE49-F238E27FC236}">
                  <a16:creationId xmlns:a16="http://schemas.microsoft.com/office/drawing/2014/main" id="{FBEA9D43-1F95-4921-8F72-D96EC1DFE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5" name="Straight Connector 452">
              <a:extLst>
                <a:ext uri="{FF2B5EF4-FFF2-40B4-BE49-F238E27FC236}">
                  <a16:creationId xmlns:a16="http://schemas.microsoft.com/office/drawing/2014/main" id="{6B6C4ECD-C296-4AD4-9E57-579C68E8B5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6" name="Straight Connector 452">
              <a:extLst>
                <a:ext uri="{FF2B5EF4-FFF2-40B4-BE49-F238E27FC236}">
                  <a16:creationId xmlns:a16="http://schemas.microsoft.com/office/drawing/2014/main" id="{832A510A-1B1C-419D-AD53-EFB14F5DB1A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7" name="Straight Connector 452">
              <a:extLst>
                <a:ext uri="{FF2B5EF4-FFF2-40B4-BE49-F238E27FC236}">
                  <a16:creationId xmlns:a16="http://schemas.microsoft.com/office/drawing/2014/main" id="{0047C1FE-2AED-479D-8238-51744A75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6" name="Straight Connector 452">
              <a:extLst>
                <a:ext uri="{FF2B5EF4-FFF2-40B4-BE49-F238E27FC236}">
                  <a16:creationId xmlns:a16="http://schemas.microsoft.com/office/drawing/2014/main" id="{F33EF079-46D2-4921-9CC6-D7655D7DE91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7" name="Straight Connector 452">
              <a:extLst>
                <a:ext uri="{FF2B5EF4-FFF2-40B4-BE49-F238E27FC236}">
                  <a16:creationId xmlns:a16="http://schemas.microsoft.com/office/drawing/2014/main" id="{B0F11444-0191-4E8C-814C-555A41299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8" name="Straight Connector 452">
              <a:extLst>
                <a:ext uri="{FF2B5EF4-FFF2-40B4-BE49-F238E27FC236}">
                  <a16:creationId xmlns:a16="http://schemas.microsoft.com/office/drawing/2014/main" id="{3E109C0B-87F9-4502-8EAC-E0496302B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59" name="Straight Connector 452">
              <a:extLst>
                <a:ext uri="{FF2B5EF4-FFF2-40B4-BE49-F238E27FC236}">
                  <a16:creationId xmlns:a16="http://schemas.microsoft.com/office/drawing/2014/main" id="{98F0B2B0-DD8E-4628-9EBD-EBD450C6C7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0" name="Straight Connector 452">
              <a:extLst>
                <a:ext uri="{FF2B5EF4-FFF2-40B4-BE49-F238E27FC236}">
                  <a16:creationId xmlns:a16="http://schemas.microsoft.com/office/drawing/2014/main" id="{68819C57-72AF-48BD-B941-6B4A6992BB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1" name="Straight Connector 452">
              <a:extLst>
                <a:ext uri="{FF2B5EF4-FFF2-40B4-BE49-F238E27FC236}">
                  <a16:creationId xmlns:a16="http://schemas.microsoft.com/office/drawing/2014/main" id="{4883625E-7321-455D-AB07-ECCADB5EA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2" name="Straight Connector 452">
              <a:extLst>
                <a:ext uri="{FF2B5EF4-FFF2-40B4-BE49-F238E27FC236}">
                  <a16:creationId xmlns:a16="http://schemas.microsoft.com/office/drawing/2014/main" id="{87319A8D-EC58-49DC-B26A-5CF3F4007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3" name="Straight Connector 452">
              <a:extLst>
                <a:ext uri="{FF2B5EF4-FFF2-40B4-BE49-F238E27FC236}">
                  <a16:creationId xmlns:a16="http://schemas.microsoft.com/office/drawing/2014/main" id="{07F8A3C4-32D1-4396-9F14-0DC5FF430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4" name="Straight Connector 452">
              <a:extLst>
                <a:ext uri="{FF2B5EF4-FFF2-40B4-BE49-F238E27FC236}">
                  <a16:creationId xmlns:a16="http://schemas.microsoft.com/office/drawing/2014/main" id="{3E9F825E-5E52-46AF-AC8C-EE81DBB06D2E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5" name="Straight Connector 452">
              <a:extLst>
                <a:ext uri="{FF2B5EF4-FFF2-40B4-BE49-F238E27FC236}">
                  <a16:creationId xmlns:a16="http://schemas.microsoft.com/office/drawing/2014/main" id="{C883A0C6-6F9B-47B3-A8F5-613921D1EE5F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6" name="Straight Connector 452">
              <a:extLst>
                <a:ext uri="{FF2B5EF4-FFF2-40B4-BE49-F238E27FC236}">
                  <a16:creationId xmlns:a16="http://schemas.microsoft.com/office/drawing/2014/main" id="{D2C9557B-0280-48EE-B3DF-2ADB33CE7B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68" name="Straight Connector 452">
              <a:extLst>
                <a:ext uri="{FF2B5EF4-FFF2-40B4-BE49-F238E27FC236}">
                  <a16:creationId xmlns:a16="http://schemas.microsoft.com/office/drawing/2014/main" id="{88C77AEA-0897-4BC5-B01C-600C95ABB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9" name="Straight Connector 452">
              <a:extLst>
                <a:ext uri="{FF2B5EF4-FFF2-40B4-BE49-F238E27FC236}">
                  <a16:creationId xmlns:a16="http://schemas.microsoft.com/office/drawing/2014/main" id="{7F774329-097B-404E-9831-D2CB0D46092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0" name="Straight Connector 452">
              <a:extLst>
                <a:ext uri="{FF2B5EF4-FFF2-40B4-BE49-F238E27FC236}">
                  <a16:creationId xmlns:a16="http://schemas.microsoft.com/office/drawing/2014/main" id="{A5DC9AB3-B681-4974-96FC-08C7E72B5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1" name="Straight Connector 452">
              <a:extLst>
                <a:ext uri="{FF2B5EF4-FFF2-40B4-BE49-F238E27FC236}">
                  <a16:creationId xmlns:a16="http://schemas.microsoft.com/office/drawing/2014/main" id="{7B41B73B-F9F3-4994-99D3-C0D3DA124B92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7" name="Straight Connector 452">
              <a:extLst>
                <a:ext uri="{FF2B5EF4-FFF2-40B4-BE49-F238E27FC236}">
                  <a16:creationId xmlns:a16="http://schemas.microsoft.com/office/drawing/2014/main" id="{549E8C6F-EB41-4C95-AD2E-28F1B9983C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3" name="Straight Connector 452">
              <a:extLst>
                <a:ext uri="{FF2B5EF4-FFF2-40B4-BE49-F238E27FC236}">
                  <a16:creationId xmlns:a16="http://schemas.microsoft.com/office/drawing/2014/main" id="{8A7C58E7-529E-4199-A962-FE543317D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4" name="Straight Connector 452">
              <a:extLst>
                <a:ext uri="{FF2B5EF4-FFF2-40B4-BE49-F238E27FC236}">
                  <a16:creationId xmlns:a16="http://schemas.microsoft.com/office/drawing/2014/main" id="{1924AED0-7498-4C4D-93FE-7B24BD4D40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5" name="Straight Connector 452">
              <a:extLst>
                <a:ext uri="{FF2B5EF4-FFF2-40B4-BE49-F238E27FC236}">
                  <a16:creationId xmlns:a16="http://schemas.microsoft.com/office/drawing/2014/main" id="{8CAE7968-2E5F-4D96-BF37-362B26860D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9" name="Straight Connector 452">
              <a:extLst>
                <a:ext uri="{FF2B5EF4-FFF2-40B4-BE49-F238E27FC236}">
                  <a16:creationId xmlns:a16="http://schemas.microsoft.com/office/drawing/2014/main" id="{362F6233-0B05-4252-B209-52175F7031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6" name="Straight Connector 452">
              <a:extLst>
                <a:ext uri="{FF2B5EF4-FFF2-40B4-BE49-F238E27FC236}">
                  <a16:creationId xmlns:a16="http://schemas.microsoft.com/office/drawing/2014/main" id="{183B8208-EE10-4678-B3DE-5F7917B0DD64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7" name="Straight Connector 452">
              <a:extLst>
                <a:ext uri="{FF2B5EF4-FFF2-40B4-BE49-F238E27FC236}">
                  <a16:creationId xmlns:a16="http://schemas.microsoft.com/office/drawing/2014/main" id="{DE403946-332E-4ED4-9C8D-DC5864C7C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8" name="Straight Connector 452">
              <a:extLst>
                <a:ext uri="{FF2B5EF4-FFF2-40B4-BE49-F238E27FC236}">
                  <a16:creationId xmlns:a16="http://schemas.microsoft.com/office/drawing/2014/main" id="{4896F020-7747-4BDB-AF3C-24DDE824AA41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9" name="Straight Connector 452">
              <a:extLst>
                <a:ext uri="{FF2B5EF4-FFF2-40B4-BE49-F238E27FC236}">
                  <a16:creationId xmlns:a16="http://schemas.microsoft.com/office/drawing/2014/main" id="{58456569-598F-4BAE-A5ED-663361EA45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1" name="Straight Connector 452">
              <a:extLst>
                <a:ext uri="{FF2B5EF4-FFF2-40B4-BE49-F238E27FC236}">
                  <a16:creationId xmlns:a16="http://schemas.microsoft.com/office/drawing/2014/main" id="{A1C9B1CD-5D6C-46FB-9FDC-D0E9BF37E0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8" name="Straight Connector 452">
              <a:extLst>
                <a:ext uri="{FF2B5EF4-FFF2-40B4-BE49-F238E27FC236}">
                  <a16:creationId xmlns:a16="http://schemas.microsoft.com/office/drawing/2014/main" id="{917665C2-150C-48A5-A62F-874BB4C84D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9" name="Straight Connector 452">
              <a:extLst>
                <a:ext uri="{FF2B5EF4-FFF2-40B4-BE49-F238E27FC236}">
                  <a16:creationId xmlns:a16="http://schemas.microsoft.com/office/drawing/2014/main" id="{EC7BB852-3FC9-4FD0-B922-F62C7E6DF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0" name="Straight Connector 452">
              <a:extLst>
                <a:ext uri="{FF2B5EF4-FFF2-40B4-BE49-F238E27FC236}">
                  <a16:creationId xmlns:a16="http://schemas.microsoft.com/office/drawing/2014/main" id="{1C4167B5-7D2E-4C6C-A397-F55CB80B33C9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1" name="Straight Connector 452">
              <a:extLst>
                <a:ext uri="{FF2B5EF4-FFF2-40B4-BE49-F238E27FC236}">
                  <a16:creationId xmlns:a16="http://schemas.microsoft.com/office/drawing/2014/main" id="{ADC3CF24-6E18-470E-A781-B506A3E410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2" name="Straight Connector 452">
              <a:extLst>
                <a:ext uri="{FF2B5EF4-FFF2-40B4-BE49-F238E27FC236}">
                  <a16:creationId xmlns:a16="http://schemas.microsoft.com/office/drawing/2014/main" id="{616D1B53-232B-4501-9F8F-7B2B7A7D1742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3" name="Straight Connector 452">
              <a:extLst>
                <a:ext uri="{FF2B5EF4-FFF2-40B4-BE49-F238E27FC236}">
                  <a16:creationId xmlns:a16="http://schemas.microsoft.com/office/drawing/2014/main" id="{68E19C1D-A3A6-4CAC-95D0-E60BAAEFF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4" name="Straight Connector 452">
              <a:extLst>
                <a:ext uri="{FF2B5EF4-FFF2-40B4-BE49-F238E27FC236}">
                  <a16:creationId xmlns:a16="http://schemas.microsoft.com/office/drawing/2014/main" id="{08344480-072D-49A5-8F1B-C9211468E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5" name="Straight Connector 452">
              <a:extLst>
                <a:ext uri="{FF2B5EF4-FFF2-40B4-BE49-F238E27FC236}">
                  <a16:creationId xmlns:a16="http://schemas.microsoft.com/office/drawing/2014/main" id="{AA138BE4-CBC0-4280-A12B-3BEF5DE5FD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6" name="Straight Connector 452">
              <a:extLst>
                <a:ext uri="{FF2B5EF4-FFF2-40B4-BE49-F238E27FC236}">
                  <a16:creationId xmlns:a16="http://schemas.microsoft.com/office/drawing/2014/main" id="{E20ACB22-BCEF-4DB3-9B12-03FA2CDBE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7" name="箭头: 上弧形 3636">
              <a:extLst>
                <a:ext uri="{FF2B5EF4-FFF2-40B4-BE49-F238E27FC236}">
                  <a16:creationId xmlns:a16="http://schemas.microsoft.com/office/drawing/2014/main" id="{CEE59956-3908-4546-A501-64B90CAF95F0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638" name="Straight Connector 452">
              <a:extLst>
                <a:ext uri="{FF2B5EF4-FFF2-40B4-BE49-F238E27FC236}">
                  <a16:creationId xmlns:a16="http://schemas.microsoft.com/office/drawing/2014/main" id="{88A0D90A-3802-4D3B-834F-5165CD98FA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9" name="Straight Connector 452">
              <a:extLst>
                <a:ext uri="{FF2B5EF4-FFF2-40B4-BE49-F238E27FC236}">
                  <a16:creationId xmlns:a16="http://schemas.microsoft.com/office/drawing/2014/main" id="{F942A260-36A8-446C-A9F1-6D17143B5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0" name="Straight Connector 452">
              <a:extLst>
                <a:ext uri="{FF2B5EF4-FFF2-40B4-BE49-F238E27FC236}">
                  <a16:creationId xmlns:a16="http://schemas.microsoft.com/office/drawing/2014/main" id="{702203B3-C3C4-4A55-BF5B-2032790613C8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1" name="Straight Connector 452">
              <a:extLst>
                <a:ext uri="{FF2B5EF4-FFF2-40B4-BE49-F238E27FC236}">
                  <a16:creationId xmlns:a16="http://schemas.microsoft.com/office/drawing/2014/main" id="{8BC22F22-EA64-4310-A944-57AFA199E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2" name="Straight Connector 452">
              <a:extLst>
                <a:ext uri="{FF2B5EF4-FFF2-40B4-BE49-F238E27FC236}">
                  <a16:creationId xmlns:a16="http://schemas.microsoft.com/office/drawing/2014/main" id="{3CB55D98-59E6-46B3-A6CB-9C8919EAF496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3" name="Straight Connector 452">
              <a:extLst>
                <a:ext uri="{FF2B5EF4-FFF2-40B4-BE49-F238E27FC236}">
                  <a16:creationId xmlns:a16="http://schemas.microsoft.com/office/drawing/2014/main" id="{53589941-AFEF-4DCC-BC79-2E4404D995CE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4" name="Straight Connector 452">
              <a:extLst>
                <a:ext uri="{FF2B5EF4-FFF2-40B4-BE49-F238E27FC236}">
                  <a16:creationId xmlns:a16="http://schemas.microsoft.com/office/drawing/2014/main" id="{83AFCE80-B52D-45C3-A3D7-9AE590CF85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5" name="Straight Connector 452">
              <a:extLst>
                <a:ext uri="{FF2B5EF4-FFF2-40B4-BE49-F238E27FC236}">
                  <a16:creationId xmlns:a16="http://schemas.microsoft.com/office/drawing/2014/main" id="{71BBA28B-F760-463D-8F5E-510D2F83D6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6" name="Straight Connector 452">
              <a:extLst>
                <a:ext uri="{FF2B5EF4-FFF2-40B4-BE49-F238E27FC236}">
                  <a16:creationId xmlns:a16="http://schemas.microsoft.com/office/drawing/2014/main" id="{43007BD1-4306-4161-8C5D-833268CDB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7" name="Straight Connector 452">
              <a:extLst>
                <a:ext uri="{FF2B5EF4-FFF2-40B4-BE49-F238E27FC236}">
                  <a16:creationId xmlns:a16="http://schemas.microsoft.com/office/drawing/2014/main" id="{42DBF613-1E53-4040-8168-F5874AF634F3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8" name="Straight Connector 452">
              <a:extLst>
                <a:ext uri="{FF2B5EF4-FFF2-40B4-BE49-F238E27FC236}">
                  <a16:creationId xmlns:a16="http://schemas.microsoft.com/office/drawing/2014/main" id="{91023862-1670-49EB-863A-0899013822EB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9" name="Straight Connector 452">
              <a:extLst>
                <a:ext uri="{FF2B5EF4-FFF2-40B4-BE49-F238E27FC236}">
                  <a16:creationId xmlns:a16="http://schemas.microsoft.com/office/drawing/2014/main" id="{11976E20-BA64-42DF-BC3A-CA529A87D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0" name="Straight Connector 452">
              <a:extLst>
                <a:ext uri="{FF2B5EF4-FFF2-40B4-BE49-F238E27FC236}">
                  <a16:creationId xmlns:a16="http://schemas.microsoft.com/office/drawing/2014/main" id="{528913AF-E5EC-47A5-8F7F-0E6E3ACD5086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1" name="Straight Connector 452">
              <a:extLst>
                <a:ext uri="{FF2B5EF4-FFF2-40B4-BE49-F238E27FC236}">
                  <a16:creationId xmlns:a16="http://schemas.microsoft.com/office/drawing/2014/main" id="{0CF46634-4D02-42E1-B91A-BD3249BE7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2" name="Straight Connector 452">
              <a:extLst>
                <a:ext uri="{FF2B5EF4-FFF2-40B4-BE49-F238E27FC236}">
                  <a16:creationId xmlns:a16="http://schemas.microsoft.com/office/drawing/2014/main" id="{E16008C1-DE99-421C-B2A4-B084BFD35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3" name="Straight Connector 452">
              <a:extLst>
                <a:ext uri="{FF2B5EF4-FFF2-40B4-BE49-F238E27FC236}">
                  <a16:creationId xmlns:a16="http://schemas.microsoft.com/office/drawing/2014/main" id="{A92BF9E8-FB04-409D-AE3C-411DD04D4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4" name="Straight Connector 452">
              <a:extLst>
                <a:ext uri="{FF2B5EF4-FFF2-40B4-BE49-F238E27FC236}">
                  <a16:creationId xmlns:a16="http://schemas.microsoft.com/office/drawing/2014/main" id="{94268CF9-80A2-4553-8D3F-5BA8A6FB760C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5" name="Straight Connector 452">
              <a:extLst>
                <a:ext uri="{FF2B5EF4-FFF2-40B4-BE49-F238E27FC236}">
                  <a16:creationId xmlns:a16="http://schemas.microsoft.com/office/drawing/2014/main" id="{BF9B652C-C23F-4E9A-80C4-76B2DED66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6" name="Straight Connector 452">
              <a:extLst>
                <a:ext uri="{FF2B5EF4-FFF2-40B4-BE49-F238E27FC236}">
                  <a16:creationId xmlns:a16="http://schemas.microsoft.com/office/drawing/2014/main" id="{DBC0F30D-F278-4488-9495-0C5D975C4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7" name="Straight Connector 452">
              <a:extLst>
                <a:ext uri="{FF2B5EF4-FFF2-40B4-BE49-F238E27FC236}">
                  <a16:creationId xmlns:a16="http://schemas.microsoft.com/office/drawing/2014/main" id="{5B038EC2-574F-41DE-988D-2734C7EA3F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8" name="Straight Connector 452">
              <a:extLst>
                <a:ext uri="{FF2B5EF4-FFF2-40B4-BE49-F238E27FC236}">
                  <a16:creationId xmlns:a16="http://schemas.microsoft.com/office/drawing/2014/main" id="{F166C9F4-5160-44F4-BF52-98089289C4E3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9" name="Straight Connector 452">
              <a:extLst>
                <a:ext uri="{FF2B5EF4-FFF2-40B4-BE49-F238E27FC236}">
                  <a16:creationId xmlns:a16="http://schemas.microsoft.com/office/drawing/2014/main" id="{B637D72A-7929-431E-B0E3-BEF2E3BCC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0" name="Straight Connector 452">
              <a:extLst>
                <a:ext uri="{FF2B5EF4-FFF2-40B4-BE49-F238E27FC236}">
                  <a16:creationId xmlns:a16="http://schemas.microsoft.com/office/drawing/2014/main" id="{6C7F38FA-5CBB-411F-A7CD-B2F0D0443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1" name="Straight Connector 452">
              <a:extLst>
                <a:ext uri="{FF2B5EF4-FFF2-40B4-BE49-F238E27FC236}">
                  <a16:creationId xmlns:a16="http://schemas.microsoft.com/office/drawing/2014/main" id="{2E277149-D2AA-48CB-A1E2-01FC3C9A2F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2" name="Straight Connector 452">
              <a:extLst>
                <a:ext uri="{FF2B5EF4-FFF2-40B4-BE49-F238E27FC236}">
                  <a16:creationId xmlns:a16="http://schemas.microsoft.com/office/drawing/2014/main" id="{87F82A50-9A0E-415A-8506-D1B4579706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3" name="Straight Connector 452">
              <a:extLst>
                <a:ext uri="{FF2B5EF4-FFF2-40B4-BE49-F238E27FC236}">
                  <a16:creationId xmlns:a16="http://schemas.microsoft.com/office/drawing/2014/main" id="{D4829D6E-8139-4B5B-8BE8-5AEA73C21B78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4" name="Straight Connector 452">
              <a:extLst>
                <a:ext uri="{FF2B5EF4-FFF2-40B4-BE49-F238E27FC236}">
                  <a16:creationId xmlns:a16="http://schemas.microsoft.com/office/drawing/2014/main" id="{56109211-4F3A-42E0-9A3A-93FBD07ED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5" name="Straight Connector 452">
              <a:extLst>
                <a:ext uri="{FF2B5EF4-FFF2-40B4-BE49-F238E27FC236}">
                  <a16:creationId xmlns:a16="http://schemas.microsoft.com/office/drawing/2014/main" id="{8E939530-4806-4BE7-8F06-E9F1227EFC86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6" name="Straight Connector 452">
              <a:extLst>
                <a:ext uri="{FF2B5EF4-FFF2-40B4-BE49-F238E27FC236}">
                  <a16:creationId xmlns:a16="http://schemas.microsoft.com/office/drawing/2014/main" id="{6F9358CD-37EB-4F28-9B63-DC5123BAC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7" name="Straight Connector 452">
              <a:extLst>
                <a:ext uri="{FF2B5EF4-FFF2-40B4-BE49-F238E27FC236}">
                  <a16:creationId xmlns:a16="http://schemas.microsoft.com/office/drawing/2014/main" id="{9AFFA1D3-727E-4F6F-9B8B-D9DEB59C1C6D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8" name="Straight Connector 452">
              <a:extLst>
                <a:ext uri="{FF2B5EF4-FFF2-40B4-BE49-F238E27FC236}">
                  <a16:creationId xmlns:a16="http://schemas.microsoft.com/office/drawing/2014/main" id="{1E733B70-2108-4C6B-BD08-8E50F8D36C05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9" name="Straight Connector 452">
              <a:extLst>
                <a:ext uri="{FF2B5EF4-FFF2-40B4-BE49-F238E27FC236}">
                  <a16:creationId xmlns:a16="http://schemas.microsoft.com/office/drawing/2014/main" id="{3DF6F807-6BE0-4466-B2AB-A031F712221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0" name="Straight Connector 452">
              <a:extLst>
                <a:ext uri="{FF2B5EF4-FFF2-40B4-BE49-F238E27FC236}">
                  <a16:creationId xmlns:a16="http://schemas.microsoft.com/office/drawing/2014/main" id="{967921F1-59A2-4A3E-BC58-3D4E6ADCB55B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" name="Straight Connector 452">
              <a:extLst>
                <a:ext uri="{FF2B5EF4-FFF2-40B4-BE49-F238E27FC236}">
                  <a16:creationId xmlns:a16="http://schemas.microsoft.com/office/drawing/2014/main" id="{4607AA5F-DA75-4337-95B6-1E268729931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2" name="Straight Connector 452">
              <a:extLst>
                <a:ext uri="{FF2B5EF4-FFF2-40B4-BE49-F238E27FC236}">
                  <a16:creationId xmlns:a16="http://schemas.microsoft.com/office/drawing/2014/main" id="{4DB8B5BD-9959-4CCF-A1E5-4B832428FFE7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3" name="Straight Connector 452">
              <a:extLst>
                <a:ext uri="{FF2B5EF4-FFF2-40B4-BE49-F238E27FC236}">
                  <a16:creationId xmlns:a16="http://schemas.microsoft.com/office/drawing/2014/main" id="{03EA5221-D0F7-4C1A-A2D3-2DE373C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4" name="Straight Connector 452">
              <a:extLst>
                <a:ext uri="{FF2B5EF4-FFF2-40B4-BE49-F238E27FC236}">
                  <a16:creationId xmlns:a16="http://schemas.microsoft.com/office/drawing/2014/main" id="{0A2E93E7-3EAE-4E8A-AB37-7CA3B864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5" name="Straight Connector 452">
              <a:extLst>
                <a:ext uri="{FF2B5EF4-FFF2-40B4-BE49-F238E27FC236}">
                  <a16:creationId xmlns:a16="http://schemas.microsoft.com/office/drawing/2014/main" id="{B6688DB3-1F41-4DA8-9660-56CC8DFB3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6" name="Straight Connector 452">
              <a:extLst>
                <a:ext uri="{FF2B5EF4-FFF2-40B4-BE49-F238E27FC236}">
                  <a16:creationId xmlns:a16="http://schemas.microsoft.com/office/drawing/2014/main" id="{772DCF17-2022-42F0-9F91-6A71007766C0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" name="Straight Connector 452">
              <a:extLst>
                <a:ext uri="{FF2B5EF4-FFF2-40B4-BE49-F238E27FC236}">
                  <a16:creationId xmlns:a16="http://schemas.microsoft.com/office/drawing/2014/main" id="{DF72CD0F-64F8-41AE-AFED-2BE244BB9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8" name="Straight Connector 452">
              <a:extLst>
                <a:ext uri="{FF2B5EF4-FFF2-40B4-BE49-F238E27FC236}">
                  <a16:creationId xmlns:a16="http://schemas.microsoft.com/office/drawing/2014/main" id="{54C25BA5-53FB-494C-8252-47F71AEBC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9" name="Straight Connector 452">
              <a:extLst>
                <a:ext uri="{FF2B5EF4-FFF2-40B4-BE49-F238E27FC236}">
                  <a16:creationId xmlns:a16="http://schemas.microsoft.com/office/drawing/2014/main" id="{C6625806-66FD-4DBC-87D1-34901DF92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0" name="Straight Connector 452">
              <a:extLst>
                <a:ext uri="{FF2B5EF4-FFF2-40B4-BE49-F238E27FC236}">
                  <a16:creationId xmlns:a16="http://schemas.microsoft.com/office/drawing/2014/main" id="{2A2989FF-CC5D-41C0-8FF0-EFC6FFE1A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1" name="Straight Connector 452">
              <a:extLst>
                <a:ext uri="{FF2B5EF4-FFF2-40B4-BE49-F238E27FC236}">
                  <a16:creationId xmlns:a16="http://schemas.microsoft.com/office/drawing/2014/main" id="{53CD816B-0C1F-4822-8DA1-5361001B8F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2" name="Straight Connector 452">
              <a:extLst>
                <a:ext uri="{FF2B5EF4-FFF2-40B4-BE49-F238E27FC236}">
                  <a16:creationId xmlns:a16="http://schemas.microsoft.com/office/drawing/2014/main" id="{3A0B50D3-7199-4AF7-83B5-08394DF60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3" name="Straight Connector 452">
              <a:extLst>
                <a:ext uri="{FF2B5EF4-FFF2-40B4-BE49-F238E27FC236}">
                  <a16:creationId xmlns:a16="http://schemas.microsoft.com/office/drawing/2014/main" id="{1F5C6566-9865-42E5-B8A3-347C640BC155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4" name="Straight Connector 452">
              <a:extLst>
                <a:ext uri="{FF2B5EF4-FFF2-40B4-BE49-F238E27FC236}">
                  <a16:creationId xmlns:a16="http://schemas.microsoft.com/office/drawing/2014/main" id="{48936DC3-B5B5-436C-9F4B-094645B0DB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5" name="Straight Connector 452">
              <a:extLst>
                <a:ext uri="{FF2B5EF4-FFF2-40B4-BE49-F238E27FC236}">
                  <a16:creationId xmlns:a16="http://schemas.microsoft.com/office/drawing/2014/main" id="{8F8B9F03-B609-48D4-AFAD-B669C14DD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6" name="Straight Connector 452">
              <a:extLst>
                <a:ext uri="{FF2B5EF4-FFF2-40B4-BE49-F238E27FC236}">
                  <a16:creationId xmlns:a16="http://schemas.microsoft.com/office/drawing/2014/main" id="{9C3736BA-2D28-4B6A-BDF4-B3772B0FD1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7" name="Straight Connector 452">
              <a:extLst>
                <a:ext uri="{FF2B5EF4-FFF2-40B4-BE49-F238E27FC236}">
                  <a16:creationId xmlns:a16="http://schemas.microsoft.com/office/drawing/2014/main" id="{BE23EE42-919D-420D-A32A-C74FE79C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8" name="Straight Connector 452">
              <a:extLst>
                <a:ext uri="{FF2B5EF4-FFF2-40B4-BE49-F238E27FC236}">
                  <a16:creationId xmlns:a16="http://schemas.microsoft.com/office/drawing/2014/main" id="{047CACB1-F076-49D6-8D0C-A9D44EE5F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9" name="Straight Connector 452">
              <a:extLst>
                <a:ext uri="{FF2B5EF4-FFF2-40B4-BE49-F238E27FC236}">
                  <a16:creationId xmlns:a16="http://schemas.microsoft.com/office/drawing/2014/main" id="{44BE6E0B-57BE-43FD-A7CE-2338BBC105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0" name="Straight Connector 452">
              <a:extLst>
                <a:ext uri="{FF2B5EF4-FFF2-40B4-BE49-F238E27FC236}">
                  <a16:creationId xmlns:a16="http://schemas.microsoft.com/office/drawing/2014/main" id="{0AF704CA-6B98-41BA-BB3C-935EEC59C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1" name="Straight Connector 452">
              <a:extLst>
                <a:ext uri="{FF2B5EF4-FFF2-40B4-BE49-F238E27FC236}">
                  <a16:creationId xmlns:a16="http://schemas.microsoft.com/office/drawing/2014/main" id="{53010033-6C50-4DDF-BD78-E0A200055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2" name="Straight Connector 452">
              <a:extLst>
                <a:ext uri="{FF2B5EF4-FFF2-40B4-BE49-F238E27FC236}">
                  <a16:creationId xmlns:a16="http://schemas.microsoft.com/office/drawing/2014/main" id="{1AEC61E1-4ED4-4B95-88AB-9716A02E4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3" name="Straight Connector 452">
              <a:extLst>
                <a:ext uri="{FF2B5EF4-FFF2-40B4-BE49-F238E27FC236}">
                  <a16:creationId xmlns:a16="http://schemas.microsoft.com/office/drawing/2014/main" id="{8EAE5CFD-96BE-4404-A4F3-ADDC71D274D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4" name="Straight Connector 452">
              <a:extLst>
                <a:ext uri="{FF2B5EF4-FFF2-40B4-BE49-F238E27FC236}">
                  <a16:creationId xmlns:a16="http://schemas.microsoft.com/office/drawing/2014/main" id="{0435D177-6391-4C61-8122-CAA05F2C3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5" name="Straight Connector 452">
              <a:extLst>
                <a:ext uri="{FF2B5EF4-FFF2-40B4-BE49-F238E27FC236}">
                  <a16:creationId xmlns:a16="http://schemas.microsoft.com/office/drawing/2014/main" id="{D234699B-CE95-478B-B869-BAF47AA71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6" name="Straight Connector 452">
              <a:extLst>
                <a:ext uri="{FF2B5EF4-FFF2-40B4-BE49-F238E27FC236}">
                  <a16:creationId xmlns:a16="http://schemas.microsoft.com/office/drawing/2014/main" id="{50FDA88F-3CE3-4728-8189-D936B85EAA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7" name="Straight Connector 452">
              <a:extLst>
                <a:ext uri="{FF2B5EF4-FFF2-40B4-BE49-F238E27FC236}">
                  <a16:creationId xmlns:a16="http://schemas.microsoft.com/office/drawing/2014/main" id="{9AF4AC6F-0285-4B0C-9B6B-03C87B63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8" name="Straight Connector 452">
              <a:extLst>
                <a:ext uri="{FF2B5EF4-FFF2-40B4-BE49-F238E27FC236}">
                  <a16:creationId xmlns:a16="http://schemas.microsoft.com/office/drawing/2014/main" id="{B9B0D08B-87D7-4E44-BCE6-E3EBB4BD9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9" name="Straight Connector 452">
              <a:extLst>
                <a:ext uri="{FF2B5EF4-FFF2-40B4-BE49-F238E27FC236}">
                  <a16:creationId xmlns:a16="http://schemas.microsoft.com/office/drawing/2014/main" id="{918D9DFE-CD18-4E80-BCE0-1A1BE1ADB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0" name="Straight Connector 452">
              <a:extLst>
                <a:ext uri="{FF2B5EF4-FFF2-40B4-BE49-F238E27FC236}">
                  <a16:creationId xmlns:a16="http://schemas.microsoft.com/office/drawing/2014/main" id="{B3C722DD-470F-4426-AB8E-77A57DBB7D5A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1" name="Straight Connector 452">
              <a:extLst>
                <a:ext uri="{FF2B5EF4-FFF2-40B4-BE49-F238E27FC236}">
                  <a16:creationId xmlns:a16="http://schemas.microsoft.com/office/drawing/2014/main" id="{88D4D2A6-9BE1-4D05-9B35-D8B1CEA4B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2" name="Straight Connector 452">
              <a:extLst>
                <a:ext uri="{FF2B5EF4-FFF2-40B4-BE49-F238E27FC236}">
                  <a16:creationId xmlns:a16="http://schemas.microsoft.com/office/drawing/2014/main" id="{1A0CF74A-4375-434D-8992-13482A05E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3" name="Straight Connector 452">
              <a:extLst>
                <a:ext uri="{FF2B5EF4-FFF2-40B4-BE49-F238E27FC236}">
                  <a16:creationId xmlns:a16="http://schemas.microsoft.com/office/drawing/2014/main" id="{881CEBB6-B538-4186-ABE0-8EB84989BA4D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4" name="Straight Connector 452">
              <a:extLst>
                <a:ext uri="{FF2B5EF4-FFF2-40B4-BE49-F238E27FC236}">
                  <a16:creationId xmlns:a16="http://schemas.microsoft.com/office/drawing/2014/main" id="{99B5A270-3326-4FE9-8847-11EEA7322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5" name="Straight Connector 452">
              <a:extLst>
                <a:ext uri="{FF2B5EF4-FFF2-40B4-BE49-F238E27FC236}">
                  <a16:creationId xmlns:a16="http://schemas.microsoft.com/office/drawing/2014/main" id="{C127CDE3-4AFF-4644-B9F9-81424D5C8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6" name="Straight Connector 452">
              <a:extLst>
                <a:ext uri="{FF2B5EF4-FFF2-40B4-BE49-F238E27FC236}">
                  <a16:creationId xmlns:a16="http://schemas.microsoft.com/office/drawing/2014/main" id="{ABA59869-CF8E-4B2E-901A-05C6F7A113E1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7" name="Straight Connector 452">
              <a:extLst>
                <a:ext uri="{FF2B5EF4-FFF2-40B4-BE49-F238E27FC236}">
                  <a16:creationId xmlns:a16="http://schemas.microsoft.com/office/drawing/2014/main" id="{8F73894B-A323-4819-8251-7B1033A0D7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8" name="Straight Connector 452">
              <a:extLst>
                <a:ext uri="{FF2B5EF4-FFF2-40B4-BE49-F238E27FC236}">
                  <a16:creationId xmlns:a16="http://schemas.microsoft.com/office/drawing/2014/main" id="{5E1C155D-0705-4305-84E4-49B20EF07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9" name="Straight Connector 452">
              <a:extLst>
                <a:ext uri="{FF2B5EF4-FFF2-40B4-BE49-F238E27FC236}">
                  <a16:creationId xmlns:a16="http://schemas.microsoft.com/office/drawing/2014/main" id="{E06589AA-C717-48E3-ADC3-F4D6C142F0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0" name="Straight Connector 452">
              <a:extLst>
                <a:ext uri="{FF2B5EF4-FFF2-40B4-BE49-F238E27FC236}">
                  <a16:creationId xmlns:a16="http://schemas.microsoft.com/office/drawing/2014/main" id="{1CF92097-C6D8-4435-9BAC-BC92D0B65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1" name="Straight Connector 452">
              <a:extLst>
                <a:ext uri="{FF2B5EF4-FFF2-40B4-BE49-F238E27FC236}">
                  <a16:creationId xmlns:a16="http://schemas.microsoft.com/office/drawing/2014/main" id="{71FF6502-B975-4608-A963-BE2D36B21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2" name="Straight Connector 452">
              <a:extLst>
                <a:ext uri="{FF2B5EF4-FFF2-40B4-BE49-F238E27FC236}">
                  <a16:creationId xmlns:a16="http://schemas.microsoft.com/office/drawing/2014/main" id="{F26F081F-F11E-4308-B062-9B8638223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3" name="Straight Connector 452">
              <a:extLst>
                <a:ext uri="{FF2B5EF4-FFF2-40B4-BE49-F238E27FC236}">
                  <a16:creationId xmlns:a16="http://schemas.microsoft.com/office/drawing/2014/main" id="{44076D0E-30B7-4235-953B-174C029C4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4" name="Straight Connector 452">
              <a:extLst>
                <a:ext uri="{FF2B5EF4-FFF2-40B4-BE49-F238E27FC236}">
                  <a16:creationId xmlns:a16="http://schemas.microsoft.com/office/drawing/2014/main" id="{B03D6F02-1130-4B50-8616-EA4AA4EA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5" name="Straight Connector 452">
              <a:extLst>
                <a:ext uri="{FF2B5EF4-FFF2-40B4-BE49-F238E27FC236}">
                  <a16:creationId xmlns:a16="http://schemas.microsoft.com/office/drawing/2014/main" id="{4220A395-90E2-41E8-A94C-A5E88C43B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6" name="Straight Connector 452">
              <a:extLst>
                <a:ext uri="{FF2B5EF4-FFF2-40B4-BE49-F238E27FC236}">
                  <a16:creationId xmlns:a16="http://schemas.microsoft.com/office/drawing/2014/main" id="{3D0F846A-5AF2-436F-857C-6A61D979EEE5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7" name="Straight Connector 452">
              <a:extLst>
                <a:ext uri="{FF2B5EF4-FFF2-40B4-BE49-F238E27FC236}">
                  <a16:creationId xmlns:a16="http://schemas.microsoft.com/office/drawing/2014/main" id="{C3437795-0591-4E4B-AE38-28128F464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8" name="Straight Connector 452">
              <a:extLst>
                <a:ext uri="{FF2B5EF4-FFF2-40B4-BE49-F238E27FC236}">
                  <a16:creationId xmlns:a16="http://schemas.microsoft.com/office/drawing/2014/main" id="{2EEF358F-2FD6-4D49-8A4D-6C52CC15F4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9" name="Straight Connector 452">
              <a:extLst>
                <a:ext uri="{FF2B5EF4-FFF2-40B4-BE49-F238E27FC236}">
                  <a16:creationId xmlns:a16="http://schemas.microsoft.com/office/drawing/2014/main" id="{CC44AC2D-64F1-4FC6-B422-01E0E1463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0" name="Straight Connector 452">
              <a:extLst>
                <a:ext uri="{FF2B5EF4-FFF2-40B4-BE49-F238E27FC236}">
                  <a16:creationId xmlns:a16="http://schemas.microsoft.com/office/drawing/2014/main" id="{51700161-D781-4E0A-9B24-173FA31F68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1" name="Straight Connector 452">
              <a:extLst>
                <a:ext uri="{FF2B5EF4-FFF2-40B4-BE49-F238E27FC236}">
                  <a16:creationId xmlns:a16="http://schemas.microsoft.com/office/drawing/2014/main" id="{336C49AE-1D3E-4C37-83A7-BD633864F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2" name="Straight Connector 452">
              <a:extLst>
                <a:ext uri="{FF2B5EF4-FFF2-40B4-BE49-F238E27FC236}">
                  <a16:creationId xmlns:a16="http://schemas.microsoft.com/office/drawing/2014/main" id="{96307B57-3EFF-464C-8D21-7DC7809372D1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3" name="Straight Connector 452">
              <a:extLst>
                <a:ext uri="{FF2B5EF4-FFF2-40B4-BE49-F238E27FC236}">
                  <a16:creationId xmlns:a16="http://schemas.microsoft.com/office/drawing/2014/main" id="{CD8018B0-7A54-4DA5-A29C-1A7CAC16B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4" name="Straight Connector 452">
              <a:extLst>
                <a:ext uri="{FF2B5EF4-FFF2-40B4-BE49-F238E27FC236}">
                  <a16:creationId xmlns:a16="http://schemas.microsoft.com/office/drawing/2014/main" id="{D09B303E-D59E-48CD-BB5E-E0A7F43368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5" name="Straight Connector 452">
              <a:extLst>
                <a:ext uri="{FF2B5EF4-FFF2-40B4-BE49-F238E27FC236}">
                  <a16:creationId xmlns:a16="http://schemas.microsoft.com/office/drawing/2014/main" id="{6DD9119B-8B55-4FB9-9C52-49CD091E96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6" name="Straight Connector 452">
              <a:extLst>
                <a:ext uri="{FF2B5EF4-FFF2-40B4-BE49-F238E27FC236}">
                  <a16:creationId xmlns:a16="http://schemas.microsoft.com/office/drawing/2014/main" id="{8AA1F0AB-7AF5-4635-9E66-4031F27CAF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7" name="Straight Connector 452">
              <a:extLst>
                <a:ext uri="{FF2B5EF4-FFF2-40B4-BE49-F238E27FC236}">
                  <a16:creationId xmlns:a16="http://schemas.microsoft.com/office/drawing/2014/main" id="{82DEC5E4-67D6-44D2-8EA2-4F37290BD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8" name="Straight Connector 452">
              <a:extLst>
                <a:ext uri="{FF2B5EF4-FFF2-40B4-BE49-F238E27FC236}">
                  <a16:creationId xmlns:a16="http://schemas.microsoft.com/office/drawing/2014/main" id="{65646BF2-68AF-4CE4-A976-363E694AAB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9" name="Straight Connector 452">
              <a:extLst>
                <a:ext uri="{FF2B5EF4-FFF2-40B4-BE49-F238E27FC236}">
                  <a16:creationId xmlns:a16="http://schemas.microsoft.com/office/drawing/2014/main" id="{9EED0DBC-19FF-4546-952E-D6A2FCB69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0" name="Straight Connector 452">
              <a:extLst>
                <a:ext uri="{FF2B5EF4-FFF2-40B4-BE49-F238E27FC236}">
                  <a16:creationId xmlns:a16="http://schemas.microsoft.com/office/drawing/2014/main" id="{CDF6AA46-31AD-4556-9185-F7010B72D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1" name="Straight Connector 452">
              <a:extLst>
                <a:ext uri="{FF2B5EF4-FFF2-40B4-BE49-F238E27FC236}">
                  <a16:creationId xmlns:a16="http://schemas.microsoft.com/office/drawing/2014/main" id="{C9F3002A-0146-45F5-A33B-32EE5EB57F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2" name="Straight Connector 452">
              <a:extLst>
                <a:ext uri="{FF2B5EF4-FFF2-40B4-BE49-F238E27FC236}">
                  <a16:creationId xmlns:a16="http://schemas.microsoft.com/office/drawing/2014/main" id="{898193CA-87CE-411A-8B7E-9CB370B1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3" name="Straight Connector 452">
              <a:extLst>
                <a:ext uri="{FF2B5EF4-FFF2-40B4-BE49-F238E27FC236}">
                  <a16:creationId xmlns:a16="http://schemas.microsoft.com/office/drawing/2014/main" id="{59CC8E34-90AA-4EBD-BA92-9E72D301D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4" name="Straight Connector 452">
              <a:extLst>
                <a:ext uri="{FF2B5EF4-FFF2-40B4-BE49-F238E27FC236}">
                  <a16:creationId xmlns:a16="http://schemas.microsoft.com/office/drawing/2014/main" id="{219DDEAE-0CB1-47E7-9FFD-75411ED40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5" name="Straight Connector 452">
              <a:extLst>
                <a:ext uri="{FF2B5EF4-FFF2-40B4-BE49-F238E27FC236}">
                  <a16:creationId xmlns:a16="http://schemas.microsoft.com/office/drawing/2014/main" id="{5D5FBDDF-2DC7-4D19-BB35-9279DE9ED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6" name="Straight Connector 452">
              <a:extLst>
                <a:ext uri="{FF2B5EF4-FFF2-40B4-BE49-F238E27FC236}">
                  <a16:creationId xmlns:a16="http://schemas.microsoft.com/office/drawing/2014/main" id="{5D5FF95A-2AAE-4219-AF2F-23E13236A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7" name="Straight Connector 452">
              <a:extLst>
                <a:ext uri="{FF2B5EF4-FFF2-40B4-BE49-F238E27FC236}">
                  <a16:creationId xmlns:a16="http://schemas.microsoft.com/office/drawing/2014/main" id="{EB1EE570-CCA9-4AC9-8DB8-2C8EAF5F4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8" name="Straight Connector 452">
              <a:extLst>
                <a:ext uri="{FF2B5EF4-FFF2-40B4-BE49-F238E27FC236}">
                  <a16:creationId xmlns:a16="http://schemas.microsoft.com/office/drawing/2014/main" id="{4AE337B4-BF29-425D-BEF1-F3442C302D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9" name="Straight Connector 452">
              <a:extLst>
                <a:ext uri="{FF2B5EF4-FFF2-40B4-BE49-F238E27FC236}">
                  <a16:creationId xmlns:a16="http://schemas.microsoft.com/office/drawing/2014/main" id="{133693CE-6D8B-4F61-A616-98198B28E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0" name="Straight Connector 452">
              <a:extLst>
                <a:ext uri="{FF2B5EF4-FFF2-40B4-BE49-F238E27FC236}">
                  <a16:creationId xmlns:a16="http://schemas.microsoft.com/office/drawing/2014/main" id="{7D67E6FB-7357-479F-817A-E9D7658CA78C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1" name="Straight Connector 452">
              <a:extLst>
                <a:ext uri="{FF2B5EF4-FFF2-40B4-BE49-F238E27FC236}">
                  <a16:creationId xmlns:a16="http://schemas.microsoft.com/office/drawing/2014/main" id="{7FC08DEE-A274-493D-8841-4F32D27D5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2" name="Straight Connector 452">
              <a:extLst>
                <a:ext uri="{FF2B5EF4-FFF2-40B4-BE49-F238E27FC236}">
                  <a16:creationId xmlns:a16="http://schemas.microsoft.com/office/drawing/2014/main" id="{DED19EDD-A40A-4E1A-B9E1-D4DA891CC34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3" name="Straight Connector 452">
              <a:extLst>
                <a:ext uri="{FF2B5EF4-FFF2-40B4-BE49-F238E27FC236}">
                  <a16:creationId xmlns:a16="http://schemas.microsoft.com/office/drawing/2014/main" id="{A7CCF93C-1D25-4B36-89A8-92DAC7E08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4" name="Straight Connector 452">
              <a:extLst>
                <a:ext uri="{FF2B5EF4-FFF2-40B4-BE49-F238E27FC236}">
                  <a16:creationId xmlns:a16="http://schemas.microsoft.com/office/drawing/2014/main" id="{84D078A1-C7E7-48F4-9F54-A23FCB9EB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5" name="Straight Connector 452">
              <a:extLst>
                <a:ext uri="{FF2B5EF4-FFF2-40B4-BE49-F238E27FC236}">
                  <a16:creationId xmlns:a16="http://schemas.microsoft.com/office/drawing/2014/main" id="{804EE698-6F8E-4759-A4B5-069F96636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6" name="Straight Connector 452">
              <a:extLst>
                <a:ext uri="{FF2B5EF4-FFF2-40B4-BE49-F238E27FC236}">
                  <a16:creationId xmlns:a16="http://schemas.microsoft.com/office/drawing/2014/main" id="{4DB3BF21-B53F-481E-A67B-FEB803EC7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7" name="Straight Connector 452">
              <a:extLst>
                <a:ext uri="{FF2B5EF4-FFF2-40B4-BE49-F238E27FC236}">
                  <a16:creationId xmlns:a16="http://schemas.microsoft.com/office/drawing/2014/main" id="{F3F0F847-412A-45B9-B4A6-BB508DB74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8" name="Straight Connector 452">
              <a:extLst>
                <a:ext uri="{FF2B5EF4-FFF2-40B4-BE49-F238E27FC236}">
                  <a16:creationId xmlns:a16="http://schemas.microsoft.com/office/drawing/2014/main" id="{5B06F533-1F90-4C92-81E1-0397DC5C27FE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9" name="Straight Connector 452">
              <a:extLst>
                <a:ext uri="{FF2B5EF4-FFF2-40B4-BE49-F238E27FC236}">
                  <a16:creationId xmlns:a16="http://schemas.microsoft.com/office/drawing/2014/main" id="{7B35BF65-62EE-4E7A-BB2F-A9C138997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0" name="Straight Connector 452">
              <a:extLst>
                <a:ext uri="{FF2B5EF4-FFF2-40B4-BE49-F238E27FC236}">
                  <a16:creationId xmlns:a16="http://schemas.microsoft.com/office/drawing/2014/main" id="{2D02F1F9-F9D1-42EB-9C93-5A4B3F95C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1" name="Straight Connector 452">
              <a:extLst>
                <a:ext uri="{FF2B5EF4-FFF2-40B4-BE49-F238E27FC236}">
                  <a16:creationId xmlns:a16="http://schemas.microsoft.com/office/drawing/2014/main" id="{6594355B-760F-4A7E-A410-5A68C62157D7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2" name="Straight Connector 452">
              <a:extLst>
                <a:ext uri="{FF2B5EF4-FFF2-40B4-BE49-F238E27FC236}">
                  <a16:creationId xmlns:a16="http://schemas.microsoft.com/office/drawing/2014/main" id="{8EA12A44-51E5-405C-B3F3-717469FAE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3" name="Straight Connector 452">
              <a:extLst>
                <a:ext uri="{FF2B5EF4-FFF2-40B4-BE49-F238E27FC236}">
                  <a16:creationId xmlns:a16="http://schemas.microsoft.com/office/drawing/2014/main" id="{7AB7A4CC-E4FD-473F-92BB-60130F2149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4" name="Straight Connector 452">
              <a:extLst>
                <a:ext uri="{FF2B5EF4-FFF2-40B4-BE49-F238E27FC236}">
                  <a16:creationId xmlns:a16="http://schemas.microsoft.com/office/drawing/2014/main" id="{D42D09AD-57FA-4B09-AD63-6714E0DC8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5" name="Straight Connector 452">
              <a:extLst>
                <a:ext uri="{FF2B5EF4-FFF2-40B4-BE49-F238E27FC236}">
                  <a16:creationId xmlns:a16="http://schemas.microsoft.com/office/drawing/2014/main" id="{F1F7DAF1-5367-4870-9D4F-CBA7C7B5F72C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6" name="Straight Connector 452">
              <a:extLst>
                <a:ext uri="{FF2B5EF4-FFF2-40B4-BE49-F238E27FC236}">
                  <a16:creationId xmlns:a16="http://schemas.microsoft.com/office/drawing/2014/main" id="{2AD2C808-B7E3-4A35-94E8-A69CFD52A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7" name="Straight Connector 452">
              <a:extLst>
                <a:ext uri="{FF2B5EF4-FFF2-40B4-BE49-F238E27FC236}">
                  <a16:creationId xmlns:a16="http://schemas.microsoft.com/office/drawing/2014/main" id="{D6D199F0-E236-4365-8528-37DA1D83A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8" name="Straight Connector 452">
              <a:extLst>
                <a:ext uri="{FF2B5EF4-FFF2-40B4-BE49-F238E27FC236}">
                  <a16:creationId xmlns:a16="http://schemas.microsoft.com/office/drawing/2014/main" id="{1261987D-CD50-4EA8-8367-B45DE1854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9" name="Straight Connector 452">
              <a:extLst>
                <a:ext uri="{FF2B5EF4-FFF2-40B4-BE49-F238E27FC236}">
                  <a16:creationId xmlns:a16="http://schemas.microsoft.com/office/drawing/2014/main" id="{0D2F25DC-F0F6-459D-8AAD-C2F908A7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0" name="Straight Connector 452">
              <a:extLst>
                <a:ext uri="{FF2B5EF4-FFF2-40B4-BE49-F238E27FC236}">
                  <a16:creationId xmlns:a16="http://schemas.microsoft.com/office/drawing/2014/main" id="{BBF41947-6F17-4DB7-8360-DBB4676213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1" name="Straight Connector 452">
              <a:extLst>
                <a:ext uri="{FF2B5EF4-FFF2-40B4-BE49-F238E27FC236}">
                  <a16:creationId xmlns:a16="http://schemas.microsoft.com/office/drawing/2014/main" id="{C9C2260D-6A26-40DC-8DAC-2721F1986B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2" name="Straight Connector 452">
              <a:extLst>
                <a:ext uri="{FF2B5EF4-FFF2-40B4-BE49-F238E27FC236}">
                  <a16:creationId xmlns:a16="http://schemas.microsoft.com/office/drawing/2014/main" id="{54809C3D-117F-4C05-A098-89240527E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3" name="Straight Connector 452">
              <a:extLst>
                <a:ext uri="{FF2B5EF4-FFF2-40B4-BE49-F238E27FC236}">
                  <a16:creationId xmlns:a16="http://schemas.microsoft.com/office/drawing/2014/main" id="{3DEA0399-4C04-44C0-8B59-D39C11A5A3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4" name="Straight Connector 452">
              <a:extLst>
                <a:ext uri="{FF2B5EF4-FFF2-40B4-BE49-F238E27FC236}">
                  <a16:creationId xmlns:a16="http://schemas.microsoft.com/office/drawing/2014/main" id="{02269BF4-D857-450D-AFFA-2014C1422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5" name="Straight Connector 452">
              <a:extLst>
                <a:ext uri="{FF2B5EF4-FFF2-40B4-BE49-F238E27FC236}">
                  <a16:creationId xmlns:a16="http://schemas.microsoft.com/office/drawing/2014/main" id="{034FDDE7-5942-4034-AAD6-CA0FCA3E3E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6" name="Straight Connector 452">
              <a:extLst>
                <a:ext uri="{FF2B5EF4-FFF2-40B4-BE49-F238E27FC236}">
                  <a16:creationId xmlns:a16="http://schemas.microsoft.com/office/drawing/2014/main" id="{F397C7F4-281E-4462-8D40-76CED3C24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7" name="Straight Connector 452">
              <a:extLst>
                <a:ext uri="{FF2B5EF4-FFF2-40B4-BE49-F238E27FC236}">
                  <a16:creationId xmlns:a16="http://schemas.microsoft.com/office/drawing/2014/main" id="{6149771A-49B6-42B5-8FED-349E0326E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8" name="Straight Connector 452">
              <a:extLst>
                <a:ext uri="{FF2B5EF4-FFF2-40B4-BE49-F238E27FC236}">
                  <a16:creationId xmlns:a16="http://schemas.microsoft.com/office/drawing/2014/main" id="{DD42E675-4722-49A0-8E6F-5ECC79D9C9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9" name="Straight Connector 452">
              <a:extLst>
                <a:ext uri="{FF2B5EF4-FFF2-40B4-BE49-F238E27FC236}">
                  <a16:creationId xmlns:a16="http://schemas.microsoft.com/office/drawing/2014/main" id="{02F765DF-A448-47E8-AE60-554EC6F49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0" name="Straight Connector 452">
              <a:extLst>
                <a:ext uri="{FF2B5EF4-FFF2-40B4-BE49-F238E27FC236}">
                  <a16:creationId xmlns:a16="http://schemas.microsoft.com/office/drawing/2014/main" id="{9A4720C7-D259-4EAE-8A48-2F10BB9832C0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1" name="Straight Connector 452">
              <a:extLst>
                <a:ext uri="{FF2B5EF4-FFF2-40B4-BE49-F238E27FC236}">
                  <a16:creationId xmlns:a16="http://schemas.microsoft.com/office/drawing/2014/main" id="{23BAB587-DFA2-4C79-B784-74A01AE7A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2" name="Straight Connector 452">
              <a:extLst>
                <a:ext uri="{FF2B5EF4-FFF2-40B4-BE49-F238E27FC236}">
                  <a16:creationId xmlns:a16="http://schemas.microsoft.com/office/drawing/2014/main" id="{6D2C6669-5187-4106-89A2-ECE1EBF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3" name="Straight Connector 452">
              <a:extLst>
                <a:ext uri="{FF2B5EF4-FFF2-40B4-BE49-F238E27FC236}">
                  <a16:creationId xmlns:a16="http://schemas.microsoft.com/office/drawing/2014/main" id="{E332ECA2-9A73-4B2C-87EC-E1A673BB7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4" name="Straight Connector 452">
              <a:extLst>
                <a:ext uri="{FF2B5EF4-FFF2-40B4-BE49-F238E27FC236}">
                  <a16:creationId xmlns:a16="http://schemas.microsoft.com/office/drawing/2014/main" id="{E4C82585-0D50-42D9-B484-7DFF818F726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5" name="Straight Connector 452">
              <a:extLst>
                <a:ext uri="{FF2B5EF4-FFF2-40B4-BE49-F238E27FC236}">
                  <a16:creationId xmlns:a16="http://schemas.microsoft.com/office/drawing/2014/main" id="{255AD9B4-09E1-4234-9CFD-23AD3C10D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6" name="Straight Connector 452">
              <a:extLst>
                <a:ext uri="{FF2B5EF4-FFF2-40B4-BE49-F238E27FC236}">
                  <a16:creationId xmlns:a16="http://schemas.microsoft.com/office/drawing/2014/main" id="{8ED14048-1479-45EF-BD93-6FE3EECD3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77" name="Straight Connector 452">
              <a:extLst>
                <a:ext uri="{FF2B5EF4-FFF2-40B4-BE49-F238E27FC236}">
                  <a16:creationId xmlns:a16="http://schemas.microsoft.com/office/drawing/2014/main" id="{9F07D969-A117-4EA5-A7A4-19C7B2F8EF7D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8" name="Straight Connector 452">
              <a:extLst>
                <a:ext uri="{FF2B5EF4-FFF2-40B4-BE49-F238E27FC236}">
                  <a16:creationId xmlns:a16="http://schemas.microsoft.com/office/drawing/2014/main" id="{CBFF0876-D1A5-44E4-B43A-D09640B522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9" name="Straight Connector 452">
              <a:extLst>
                <a:ext uri="{FF2B5EF4-FFF2-40B4-BE49-F238E27FC236}">
                  <a16:creationId xmlns:a16="http://schemas.microsoft.com/office/drawing/2014/main" id="{7BB35A73-6C35-4285-BFFC-E265D6651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0" name="Straight Connector 452">
              <a:extLst>
                <a:ext uri="{FF2B5EF4-FFF2-40B4-BE49-F238E27FC236}">
                  <a16:creationId xmlns:a16="http://schemas.microsoft.com/office/drawing/2014/main" id="{7B3B5F6F-C5EA-4882-B950-89B18ECAC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1" name="Straight Connector 452">
              <a:extLst>
                <a:ext uri="{FF2B5EF4-FFF2-40B4-BE49-F238E27FC236}">
                  <a16:creationId xmlns:a16="http://schemas.microsoft.com/office/drawing/2014/main" id="{60867905-F1C4-48BD-B250-D775AAE46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2" name="Straight Connector 452">
              <a:extLst>
                <a:ext uri="{FF2B5EF4-FFF2-40B4-BE49-F238E27FC236}">
                  <a16:creationId xmlns:a16="http://schemas.microsoft.com/office/drawing/2014/main" id="{122B928A-9144-4681-9259-F3BC9F75D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3" name="Straight Connector 452">
              <a:extLst>
                <a:ext uri="{FF2B5EF4-FFF2-40B4-BE49-F238E27FC236}">
                  <a16:creationId xmlns:a16="http://schemas.microsoft.com/office/drawing/2014/main" id="{E8FE82E1-6531-4C4E-AA3B-F2A42F1FCB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4" name="Straight Connector 452">
              <a:extLst>
                <a:ext uri="{FF2B5EF4-FFF2-40B4-BE49-F238E27FC236}">
                  <a16:creationId xmlns:a16="http://schemas.microsoft.com/office/drawing/2014/main" id="{9C1BCC3D-438B-4AE9-989D-B24690D3B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5" name="Straight Connector 452">
              <a:extLst>
                <a:ext uri="{FF2B5EF4-FFF2-40B4-BE49-F238E27FC236}">
                  <a16:creationId xmlns:a16="http://schemas.microsoft.com/office/drawing/2014/main" id="{2C69265B-A1A4-4246-8D60-D6F767513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6" name="Straight Connector 452">
              <a:extLst>
                <a:ext uri="{FF2B5EF4-FFF2-40B4-BE49-F238E27FC236}">
                  <a16:creationId xmlns:a16="http://schemas.microsoft.com/office/drawing/2014/main" id="{5D5483DC-40CF-404D-8E91-965A322F8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7" name="Straight Connector 452">
              <a:extLst>
                <a:ext uri="{FF2B5EF4-FFF2-40B4-BE49-F238E27FC236}">
                  <a16:creationId xmlns:a16="http://schemas.microsoft.com/office/drawing/2014/main" id="{1113AC76-5B12-4E3F-84C4-037C0A583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8" name="Straight Connector 452">
              <a:extLst>
                <a:ext uri="{FF2B5EF4-FFF2-40B4-BE49-F238E27FC236}">
                  <a16:creationId xmlns:a16="http://schemas.microsoft.com/office/drawing/2014/main" id="{1B5696AB-0D1C-4736-82ED-5C61B412F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9" name="Straight Connector 452">
              <a:extLst>
                <a:ext uri="{FF2B5EF4-FFF2-40B4-BE49-F238E27FC236}">
                  <a16:creationId xmlns:a16="http://schemas.microsoft.com/office/drawing/2014/main" id="{D8C85AD8-8FEB-4A2D-9AA5-E72AF7CE3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0" name="Straight Connector 452">
              <a:extLst>
                <a:ext uri="{FF2B5EF4-FFF2-40B4-BE49-F238E27FC236}">
                  <a16:creationId xmlns:a16="http://schemas.microsoft.com/office/drawing/2014/main" id="{C1A3A481-706D-4589-9CD7-27C742A32E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1" name="Straight Connector 452">
              <a:extLst>
                <a:ext uri="{FF2B5EF4-FFF2-40B4-BE49-F238E27FC236}">
                  <a16:creationId xmlns:a16="http://schemas.microsoft.com/office/drawing/2014/main" id="{7765F8AC-540C-4F23-90F7-5A7CACDBD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2" name="Straight Connector 452">
              <a:extLst>
                <a:ext uri="{FF2B5EF4-FFF2-40B4-BE49-F238E27FC236}">
                  <a16:creationId xmlns:a16="http://schemas.microsoft.com/office/drawing/2014/main" id="{37CEE089-DD1D-46F7-A27D-1E1DE7C5BF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3" name="Straight Connector 452">
              <a:extLst>
                <a:ext uri="{FF2B5EF4-FFF2-40B4-BE49-F238E27FC236}">
                  <a16:creationId xmlns:a16="http://schemas.microsoft.com/office/drawing/2014/main" id="{DBF810B8-A915-4255-A318-1860C77B7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4" name="Straight Connector 452">
              <a:extLst>
                <a:ext uri="{FF2B5EF4-FFF2-40B4-BE49-F238E27FC236}">
                  <a16:creationId xmlns:a16="http://schemas.microsoft.com/office/drawing/2014/main" id="{E7CB5099-EDC5-47CD-B5EA-4000D205CD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5" name="Straight Connector 452">
              <a:extLst>
                <a:ext uri="{FF2B5EF4-FFF2-40B4-BE49-F238E27FC236}">
                  <a16:creationId xmlns:a16="http://schemas.microsoft.com/office/drawing/2014/main" id="{E78530C6-0817-49F3-9F64-61631A6BC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6" name="Straight Connector 452">
              <a:extLst>
                <a:ext uri="{FF2B5EF4-FFF2-40B4-BE49-F238E27FC236}">
                  <a16:creationId xmlns:a16="http://schemas.microsoft.com/office/drawing/2014/main" id="{208E00B7-9B25-4146-ADCE-45F3F49E6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7" name="Straight Connector 452">
              <a:extLst>
                <a:ext uri="{FF2B5EF4-FFF2-40B4-BE49-F238E27FC236}">
                  <a16:creationId xmlns:a16="http://schemas.microsoft.com/office/drawing/2014/main" id="{B94B5684-A09B-4DB4-85FB-64710C091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8" name="Straight Connector 452">
              <a:extLst>
                <a:ext uri="{FF2B5EF4-FFF2-40B4-BE49-F238E27FC236}">
                  <a16:creationId xmlns:a16="http://schemas.microsoft.com/office/drawing/2014/main" id="{03CFBA45-612E-4EC7-A601-6BAF5FD58E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" name="Straight Connector 452">
              <a:extLst>
                <a:ext uri="{FF2B5EF4-FFF2-40B4-BE49-F238E27FC236}">
                  <a16:creationId xmlns:a16="http://schemas.microsoft.com/office/drawing/2014/main" id="{7907EBE6-B4E5-492E-8D54-BB7A39F947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0" name="Straight Connector 452">
              <a:extLst>
                <a:ext uri="{FF2B5EF4-FFF2-40B4-BE49-F238E27FC236}">
                  <a16:creationId xmlns:a16="http://schemas.microsoft.com/office/drawing/2014/main" id="{D8255294-1205-4592-AD05-D3D019405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1" name="Straight Connector 452">
              <a:extLst>
                <a:ext uri="{FF2B5EF4-FFF2-40B4-BE49-F238E27FC236}">
                  <a16:creationId xmlns:a16="http://schemas.microsoft.com/office/drawing/2014/main" id="{23A16C34-01A3-460D-8E4C-B185E3E483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2" name="Straight Connector 452">
              <a:extLst>
                <a:ext uri="{FF2B5EF4-FFF2-40B4-BE49-F238E27FC236}">
                  <a16:creationId xmlns:a16="http://schemas.microsoft.com/office/drawing/2014/main" id="{B6A013FE-1E06-42C9-B249-7091FDA2D5CB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3" name="Straight Connector 452">
              <a:extLst>
                <a:ext uri="{FF2B5EF4-FFF2-40B4-BE49-F238E27FC236}">
                  <a16:creationId xmlns:a16="http://schemas.microsoft.com/office/drawing/2014/main" id="{649ADF7B-6306-442D-829E-2FAB37DD2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4" name="Straight Connector 452">
              <a:extLst>
                <a:ext uri="{FF2B5EF4-FFF2-40B4-BE49-F238E27FC236}">
                  <a16:creationId xmlns:a16="http://schemas.microsoft.com/office/drawing/2014/main" id="{8702265F-2E7F-4EDB-BC9B-FE4B7CFD29A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5" name="Straight Connector 452">
              <a:extLst>
                <a:ext uri="{FF2B5EF4-FFF2-40B4-BE49-F238E27FC236}">
                  <a16:creationId xmlns:a16="http://schemas.microsoft.com/office/drawing/2014/main" id="{E60ED972-5E4D-4369-8D86-1783B7181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6" name="Straight Connector 452">
              <a:extLst>
                <a:ext uri="{FF2B5EF4-FFF2-40B4-BE49-F238E27FC236}">
                  <a16:creationId xmlns:a16="http://schemas.microsoft.com/office/drawing/2014/main" id="{C2E71F62-21E6-4431-B013-6526D5F7F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7" name="Straight Connector 452">
              <a:extLst>
                <a:ext uri="{FF2B5EF4-FFF2-40B4-BE49-F238E27FC236}">
                  <a16:creationId xmlns:a16="http://schemas.microsoft.com/office/drawing/2014/main" id="{E5F5C763-C163-4FDD-980D-81980637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8" name="Straight Connector 452">
              <a:extLst>
                <a:ext uri="{FF2B5EF4-FFF2-40B4-BE49-F238E27FC236}">
                  <a16:creationId xmlns:a16="http://schemas.microsoft.com/office/drawing/2014/main" id="{4A939C76-C855-4FF7-A3CC-76B44CDACF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9" name="Straight Connector 452">
              <a:extLst>
                <a:ext uri="{FF2B5EF4-FFF2-40B4-BE49-F238E27FC236}">
                  <a16:creationId xmlns:a16="http://schemas.microsoft.com/office/drawing/2014/main" id="{7ED1DC7A-BB72-4840-96C2-CE8C97D27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0" name="Straight Connector 452">
              <a:extLst>
                <a:ext uri="{FF2B5EF4-FFF2-40B4-BE49-F238E27FC236}">
                  <a16:creationId xmlns:a16="http://schemas.microsoft.com/office/drawing/2014/main" id="{DDB14695-3BA9-414D-AD6A-78D3C9235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1" name="Straight Connector 452">
              <a:extLst>
                <a:ext uri="{FF2B5EF4-FFF2-40B4-BE49-F238E27FC236}">
                  <a16:creationId xmlns:a16="http://schemas.microsoft.com/office/drawing/2014/main" id="{A00CE55E-D6BF-4D86-A43A-F5939D2A0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2" name="Straight Connector 452">
              <a:extLst>
                <a:ext uri="{FF2B5EF4-FFF2-40B4-BE49-F238E27FC236}">
                  <a16:creationId xmlns:a16="http://schemas.microsoft.com/office/drawing/2014/main" id="{DDE433CC-4799-40E8-83E0-FEACBD5F5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3" name="Straight Connector 452">
              <a:extLst>
                <a:ext uri="{FF2B5EF4-FFF2-40B4-BE49-F238E27FC236}">
                  <a16:creationId xmlns:a16="http://schemas.microsoft.com/office/drawing/2014/main" id="{ACDD5EF3-4057-4476-90CB-3518CCBBD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4" name="Straight Connector 452">
              <a:extLst>
                <a:ext uri="{FF2B5EF4-FFF2-40B4-BE49-F238E27FC236}">
                  <a16:creationId xmlns:a16="http://schemas.microsoft.com/office/drawing/2014/main" id="{1412ACEA-DAC6-4FF6-ABD2-406495CB43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5" name="Straight Connector 452">
              <a:extLst>
                <a:ext uri="{FF2B5EF4-FFF2-40B4-BE49-F238E27FC236}">
                  <a16:creationId xmlns:a16="http://schemas.microsoft.com/office/drawing/2014/main" id="{5E95E136-4212-4E1E-A806-AE71AA485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6" name="Straight Connector 452">
              <a:extLst>
                <a:ext uri="{FF2B5EF4-FFF2-40B4-BE49-F238E27FC236}">
                  <a16:creationId xmlns:a16="http://schemas.microsoft.com/office/drawing/2014/main" id="{EEFDABFE-4A3F-41CA-9035-55EB147707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7" name="Straight Connector 452">
              <a:extLst>
                <a:ext uri="{FF2B5EF4-FFF2-40B4-BE49-F238E27FC236}">
                  <a16:creationId xmlns:a16="http://schemas.microsoft.com/office/drawing/2014/main" id="{0E775B68-6045-4D0B-8C5D-E6399C5972A7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8" name="Straight Connector 452">
              <a:extLst>
                <a:ext uri="{FF2B5EF4-FFF2-40B4-BE49-F238E27FC236}">
                  <a16:creationId xmlns:a16="http://schemas.microsoft.com/office/drawing/2014/main" id="{CE543D03-6A33-4202-AC97-B240E03ED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9" name="Straight Connector 452">
              <a:extLst>
                <a:ext uri="{FF2B5EF4-FFF2-40B4-BE49-F238E27FC236}">
                  <a16:creationId xmlns:a16="http://schemas.microsoft.com/office/drawing/2014/main" id="{9EE2A033-2F1D-4A2D-889E-16E9C2738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0" name="Straight Connector 452">
              <a:extLst>
                <a:ext uri="{FF2B5EF4-FFF2-40B4-BE49-F238E27FC236}">
                  <a16:creationId xmlns:a16="http://schemas.microsoft.com/office/drawing/2014/main" id="{73A4BC13-D88F-430C-ABBD-C0F7161EF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1" name="Straight Connector 452">
              <a:extLst>
                <a:ext uri="{FF2B5EF4-FFF2-40B4-BE49-F238E27FC236}">
                  <a16:creationId xmlns:a16="http://schemas.microsoft.com/office/drawing/2014/main" id="{EE0FE5E7-E845-4976-B567-3561CC1EA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2" name="Straight Connector 452">
              <a:extLst>
                <a:ext uri="{FF2B5EF4-FFF2-40B4-BE49-F238E27FC236}">
                  <a16:creationId xmlns:a16="http://schemas.microsoft.com/office/drawing/2014/main" id="{0E2338D3-B52C-4302-83C1-89990895E6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3" name="Straight Connector 452">
              <a:extLst>
                <a:ext uri="{FF2B5EF4-FFF2-40B4-BE49-F238E27FC236}">
                  <a16:creationId xmlns:a16="http://schemas.microsoft.com/office/drawing/2014/main" id="{E55C2713-E40E-47F7-B931-F7F6FA007E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4" name="Straight Connector 452">
              <a:extLst>
                <a:ext uri="{FF2B5EF4-FFF2-40B4-BE49-F238E27FC236}">
                  <a16:creationId xmlns:a16="http://schemas.microsoft.com/office/drawing/2014/main" id="{7AA609EB-DC95-420E-8E0D-1ECAAA7D58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5" name="Straight Connector 452">
              <a:extLst>
                <a:ext uri="{FF2B5EF4-FFF2-40B4-BE49-F238E27FC236}">
                  <a16:creationId xmlns:a16="http://schemas.microsoft.com/office/drawing/2014/main" id="{D51B2ECA-157B-497D-A60F-14C35DD0E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6" name="Straight Connector 452">
              <a:extLst>
                <a:ext uri="{FF2B5EF4-FFF2-40B4-BE49-F238E27FC236}">
                  <a16:creationId xmlns:a16="http://schemas.microsoft.com/office/drawing/2014/main" id="{82C8D227-5BBC-451D-8AC5-E1AE72DCF657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7" name="Straight Connector 452">
              <a:extLst>
                <a:ext uri="{FF2B5EF4-FFF2-40B4-BE49-F238E27FC236}">
                  <a16:creationId xmlns:a16="http://schemas.microsoft.com/office/drawing/2014/main" id="{0CA1C7C7-F306-4F28-B08E-525847E295E2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8" name="Straight Connector 452">
              <a:extLst>
                <a:ext uri="{FF2B5EF4-FFF2-40B4-BE49-F238E27FC236}">
                  <a16:creationId xmlns:a16="http://schemas.microsoft.com/office/drawing/2014/main" id="{33CFFC3D-23FC-4B82-B5F5-AF17B40B0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9" name="Straight Connector 452">
              <a:extLst>
                <a:ext uri="{FF2B5EF4-FFF2-40B4-BE49-F238E27FC236}">
                  <a16:creationId xmlns:a16="http://schemas.microsoft.com/office/drawing/2014/main" id="{011CE6E8-B886-467D-993D-476C47A5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0" name="Straight Connector 452">
              <a:extLst>
                <a:ext uri="{FF2B5EF4-FFF2-40B4-BE49-F238E27FC236}">
                  <a16:creationId xmlns:a16="http://schemas.microsoft.com/office/drawing/2014/main" id="{7979AA27-2300-4300-B24F-F61B5D834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1" name="Straight Connector 452">
              <a:extLst>
                <a:ext uri="{FF2B5EF4-FFF2-40B4-BE49-F238E27FC236}">
                  <a16:creationId xmlns:a16="http://schemas.microsoft.com/office/drawing/2014/main" id="{0D9D2319-D7CB-4B2E-BBA8-2C41DEB14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2" name="Straight Connector 452">
              <a:extLst>
                <a:ext uri="{FF2B5EF4-FFF2-40B4-BE49-F238E27FC236}">
                  <a16:creationId xmlns:a16="http://schemas.microsoft.com/office/drawing/2014/main" id="{C3BD4F1B-77C7-4E8B-A0BF-2C136DAFA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3" name="Straight Connector 452">
              <a:extLst>
                <a:ext uri="{FF2B5EF4-FFF2-40B4-BE49-F238E27FC236}">
                  <a16:creationId xmlns:a16="http://schemas.microsoft.com/office/drawing/2014/main" id="{19F2C948-3CEE-4A2D-ABDC-C0D772B89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4" name="Straight Connector 452">
              <a:extLst>
                <a:ext uri="{FF2B5EF4-FFF2-40B4-BE49-F238E27FC236}">
                  <a16:creationId xmlns:a16="http://schemas.microsoft.com/office/drawing/2014/main" id="{EC37844B-B3A4-4535-B69F-9D6B068C8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5" name="Straight Connector 452">
              <a:extLst>
                <a:ext uri="{FF2B5EF4-FFF2-40B4-BE49-F238E27FC236}">
                  <a16:creationId xmlns:a16="http://schemas.microsoft.com/office/drawing/2014/main" id="{BBA64102-982E-4B89-9732-B574D3D5E6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6" name="Straight Connector 452">
              <a:extLst>
                <a:ext uri="{FF2B5EF4-FFF2-40B4-BE49-F238E27FC236}">
                  <a16:creationId xmlns:a16="http://schemas.microsoft.com/office/drawing/2014/main" id="{87400C67-63D2-45EB-BB89-13385B970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7" name="Straight Connector 452">
              <a:extLst>
                <a:ext uri="{FF2B5EF4-FFF2-40B4-BE49-F238E27FC236}">
                  <a16:creationId xmlns:a16="http://schemas.microsoft.com/office/drawing/2014/main" id="{44C96F5C-2992-4045-9A7D-1A58C8E22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8" name="Straight Connector 452">
              <a:extLst>
                <a:ext uri="{FF2B5EF4-FFF2-40B4-BE49-F238E27FC236}">
                  <a16:creationId xmlns:a16="http://schemas.microsoft.com/office/drawing/2014/main" id="{890FB18E-40DC-48A2-9DE5-DA68DB95C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9" name="Straight Connector 452">
              <a:extLst>
                <a:ext uri="{FF2B5EF4-FFF2-40B4-BE49-F238E27FC236}">
                  <a16:creationId xmlns:a16="http://schemas.microsoft.com/office/drawing/2014/main" id="{6226A682-86C4-47FC-8C0E-FC8AE727A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0" name="Straight Connector 452">
              <a:extLst>
                <a:ext uri="{FF2B5EF4-FFF2-40B4-BE49-F238E27FC236}">
                  <a16:creationId xmlns:a16="http://schemas.microsoft.com/office/drawing/2014/main" id="{94A8F52D-8600-402C-A8D4-4FE19179B5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1" name="Straight Connector 452">
              <a:extLst>
                <a:ext uri="{FF2B5EF4-FFF2-40B4-BE49-F238E27FC236}">
                  <a16:creationId xmlns:a16="http://schemas.microsoft.com/office/drawing/2014/main" id="{7E14EFC7-4EE6-4B57-8CFF-64736D0EC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2" name="Straight Connector 452">
              <a:extLst>
                <a:ext uri="{FF2B5EF4-FFF2-40B4-BE49-F238E27FC236}">
                  <a16:creationId xmlns:a16="http://schemas.microsoft.com/office/drawing/2014/main" id="{4B1E04B1-9348-47B8-9EBD-0D4B513FA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3" name="Straight Connector 452">
              <a:extLst>
                <a:ext uri="{FF2B5EF4-FFF2-40B4-BE49-F238E27FC236}">
                  <a16:creationId xmlns:a16="http://schemas.microsoft.com/office/drawing/2014/main" id="{43CE1CD0-EBAA-47DC-83A2-A739DFBE8AE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9" name="Hexagon 3601">
              <a:extLst>
                <a:ext uri="{FF2B5EF4-FFF2-40B4-BE49-F238E27FC236}">
                  <a16:creationId xmlns:a16="http://schemas.microsoft.com/office/drawing/2014/main" id="{CCC541F0-63DA-4D48-8857-ACD4841B78ED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20" name="Straight Connector 452">
              <a:extLst>
                <a:ext uri="{FF2B5EF4-FFF2-40B4-BE49-F238E27FC236}">
                  <a16:creationId xmlns:a16="http://schemas.microsoft.com/office/drawing/2014/main" id="{B0E62359-B7C0-4F6A-80A8-72038F4CB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1" name="Straight Connector 452">
              <a:extLst>
                <a:ext uri="{FF2B5EF4-FFF2-40B4-BE49-F238E27FC236}">
                  <a16:creationId xmlns:a16="http://schemas.microsoft.com/office/drawing/2014/main" id="{9ACB8AE1-6041-409A-9958-BC13A45EA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2" name="Straight Connector 452">
              <a:extLst>
                <a:ext uri="{FF2B5EF4-FFF2-40B4-BE49-F238E27FC236}">
                  <a16:creationId xmlns:a16="http://schemas.microsoft.com/office/drawing/2014/main" id="{29008C2F-2201-4582-BDA8-762D66D923DA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3" name="Straight Connector 452">
              <a:extLst>
                <a:ext uri="{FF2B5EF4-FFF2-40B4-BE49-F238E27FC236}">
                  <a16:creationId xmlns:a16="http://schemas.microsoft.com/office/drawing/2014/main" id="{B076B102-B9C0-4793-8754-4715E8888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4" name="Straight Connector 452">
              <a:extLst>
                <a:ext uri="{FF2B5EF4-FFF2-40B4-BE49-F238E27FC236}">
                  <a16:creationId xmlns:a16="http://schemas.microsoft.com/office/drawing/2014/main" id="{DCB557B0-5071-4636-8062-3DDA689175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5" name="Straight Connector 452">
              <a:extLst>
                <a:ext uri="{FF2B5EF4-FFF2-40B4-BE49-F238E27FC236}">
                  <a16:creationId xmlns:a16="http://schemas.microsoft.com/office/drawing/2014/main" id="{2DEEE47B-83F3-424D-B393-7B82B69CB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6" name="Straight Connector 452">
              <a:extLst>
                <a:ext uri="{FF2B5EF4-FFF2-40B4-BE49-F238E27FC236}">
                  <a16:creationId xmlns:a16="http://schemas.microsoft.com/office/drawing/2014/main" id="{FC835253-53AB-481B-8A41-8967DA234F3A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7" name="Straight Connector 452">
              <a:extLst>
                <a:ext uri="{FF2B5EF4-FFF2-40B4-BE49-F238E27FC236}">
                  <a16:creationId xmlns:a16="http://schemas.microsoft.com/office/drawing/2014/main" id="{7109ABBE-1A2A-42AF-BF2C-5D62C6E0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8" name="Straight Connector 452">
              <a:extLst>
                <a:ext uri="{FF2B5EF4-FFF2-40B4-BE49-F238E27FC236}">
                  <a16:creationId xmlns:a16="http://schemas.microsoft.com/office/drawing/2014/main" id="{052A7244-CBC3-4512-B03C-AD073613D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9" name="Straight Connector 452">
              <a:extLst>
                <a:ext uri="{FF2B5EF4-FFF2-40B4-BE49-F238E27FC236}">
                  <a16:creationId xmlns:a16="http://schemas.microsoft.com/office/drawing/2014/main" id="{BABC5CC1-4FB6-42B7-B9E6-6328F5592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0" name="Straight Connector 452">
              <a:extLst>
                <a:ext uri="{FF2B5EF4-FFF2-40B4-BE49-F238E27FC236}">
                  <a16:creationId xmlns:a16="http://schemas.microsoft.com/office/drawing/2014/main" id="{7072B687-E131-4B89-A97F-D111A39F4BA1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1" name="Straight Connector 452">
              <a:extLst>
                <a:ext uri="{FF2B5EF4-FFF2-40B4-BE49-F238E27FC236}">
                  <a16:creationId xmlns:a16="http://schemas.microsoft.com/office/drawing/2014/main" id="{7AE23AF6-E3A1-48DE-8467-B66CB404C0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2" name="Straight Connector 452">
              <a:extLst>
                <a:ext uri="{FF2B5EF4-FFF2-40B4-BE49-F238E27FC236}">
                  <a16:creationId xmlns:a16="http://schemas.microsoft.com/office/drawing/2014/main" id="{E7DC3402-F9AC-402B-A09E-6FD0716B921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3" name="Straight Connector 452">
              <a:extLst>
                <a:ext uri="{FF2B5EF4-FFF2-40B4-BE49-F238E27FC236}">
                  <a16:creationId xmlns:a16="http://schemas.microsoft.com/office/drawing/2014/main" id="{2C1FD626-64CB-4428-879D-A32A872E77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4" name="Straight Connector 452">
              <a:extLst>
                <a:ext uri="{FF2B5EF4-FFF2-40B4-BE49-F238E27FC236}">
                  <a16:creationId xmlns:a16="http://schemas.microsoft.com/office/drawing/2014/main" id="{53CCB28D-F6CE-4446-B450-0509C6FB92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5" name="Straight Connector 452">
              <a:extLst>
                <a:ext uri="{FF2B5EF4-FFF2-40B4-BE49-F238E27FC236}">
                  <a16:creationId xmlns:a16="http://schemas.microsoft.com/office/drawing/2014/main" id="{D282096B-0032-4B62-B8C4-49BDC42C29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6" name="Straight Connector 452">
              <a:extLst>
                <a:ext uri="{FF2B5EF4-FFF2-40B4-BE49-F238E27FC236}">
                  <a16:creationId xmlns:a16="http://schemas.microsoft.com/office/drawing/2014/main" id="{6CAC35EF-8AA8-4FEC-8B73-DAA30DEC4A8F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7" name="Straight Connector 452">
              <a:extLst>
                <a:ext uri="{FF2B5EF4-FFF2-40B4-BE49-F238E27FC236}">
                  <a16:creationId xmlns:a16="http://schemas.microsoft.com/office/drawing/2014/main" id="{F217D257-E977-4DB1-807D-43DD6E5ADC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8" name="Straight Connector 452">
              <a:extLst>
                <a:ext uri="{FF2B5EF4-FFF2-40B4-BE49-F238E27FC236}">
                  <a16:creationId xmlns:a16="http://schemas.microsoft.com/office/drawing/2014/main" id="{E8B3807D-0DCD-4E2C-806C-7ED943548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9" name="Straight Connector 452">
              <a:extLst>
                <a:ext uri="{FF2B5EF4-FFF2-40B4-BE49-F238E27FC236}">
                  <a16:creationId xmlns:a16="http://schemas.microsoft.com/office/drawing/2014/main" id="{514F4593-E178-478D-9B09-EDE46827F45B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0" name="Straight Connector 452">
              <a:extLst>
                <a:ext uri="{FF2B5EF4-FFF2-40B4-BE49-F238E27FC236}">
                  <a16:creationId xmlns:a16="http://schemas.microsoft.com/office/drawing/2014/main" id="{385DED8D-5B58-400A-9831-85524C83A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1" name="Straight Connector 452">
              <a:extLst>
                <a:ext uri="{FF2B5EF4-FFF2-40B4-BE49-F238E27FC236}">
                  <a16:creationId xmlns:a16="http://schemas.microsoft.com/office/drawing/2014/main" id="{156F0384-08A9-4518-8D58-B77F57735618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2" name="Straight Connector 452">
              <a:extLst>
                <a:ext uri="{FF2B5EF4-FFF2-40B4-BE49-F238E27FC236}">
                  <a16:creationId xmlns:a16="http://schemas.microsoft.com/office/drawing/2014/main" id="{230B139E-C353-4748-BDDE-16BFB74CB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3" name="Straight Connector 452">
              <a:extLst>
                <a:ext uri="{FF2B5EF4-FFF2-40B4-BE49-F238E27FC236}">
                  <a16:creationId xmlns:a16="http://schemas.microsoft.com/office/drawing/2014/main" id="{D93CB059-BEB4-45A2-92E0-7504CE7F77A3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4" name="Straight Connector 452">
              <a:extLst>
                <a:ext uri="{FF2B5EF4-FFF2-40B4-BE49-F238E27FC236}">
                  <a16:creationId xmlns:a16="http://schemas.microsoft.com/office/drawing/2014/main" id="{9621116B-AB6E-4E72-B1B4-9ED13A6AC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5" name="Straight Connector 452">
              <a:extLst>
                <a:ext uri="{FF2B5EF4-FFF2-40B4-BE49-F238E27FC236}">
                  <a16:creationId xmlns:a16="http://schemas.microsoft.com/office/drawing/2014/main" id="{1BC716F6-F95C-42C8-9D73-1B51CF16F096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6" name="Straight Connector 452">
              <a:extLst>
                <a:ext uri="{FF2B5EF4-FFF2-40B4-BE49-F238E27FC236}">
                  <a16:creationId xmlns:a16="http://schemas.microsoft.com/office/drawing/2014/main" id="{685D4547-B403-47DF-AC1C-99846CEB1B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7" name="Straight Connector 452">
              <a:extLst>
                <a:ext uri="{FF2B5EF4-FFF2-40B4-BE49-F238E27FC236}">
                  <a16:creationId xmlns:a16="http://schemas.microsoft.com/office/drawing/2014/main" id="{8978FCCB-6B65-4FD6-ADAB-4A7AF7FD22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8" name="Straight Connector 452">
              <a:extLst>
                <a:ext uri="{FF2B5EF4-FFF2-40B4-BE49-F238E27FC236}">
                  <a16:creationId xmlns:a16="http://schemas.microsoft.com/office/drawing/2014/main" id="{4256B4D9-8859-4CFF-8EF9-BB5BC79F7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9" name="Straight Connector 452">
              <a:extLst>
                <a:ext uri="{FF2B5EF4-FFF2-40B4-BE49-F238E27FC236}">
                  <a16:creationId xmlns:a16="http://schemas.microsoft.com/office/drawing/2014/main" id="{4674925E-E9F7-49B5-8E09-459C0B367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0" name="Straight Connector 452">
              <a:extLst>
                <a:ext uri="{FF2B5EF4-FFF2-40B4-BE49-F238E27FC236}">
                  <a16:creationId xmlns:a16="http://schemas.microsoft.com/office/drawing/2014/main" id="{BD87A29F-3672-4192-B9AF-6450FDEEF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1" name="Straight Connector 452">
              <a:extLst>
                <a:ext uri="{FF2B5EF4-FFF2-40B4-BE49-F238E27FC236}">
                  <a16:creationId xmlns:a16="http://schemas.microsoft.com/office/drawing/2014/main" id="{5E80D3F8-296E-412E-B00D-5F63459AF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52" name="Straight Connector 452">
              <a:extLst>
                <a:ext uri="{FF2B5EF4-FFF2-40B4-BE49-F238E27FC236}">
                  <a16:creationId xmlns:a16="http://schemas.microsoft.com/office/drawing/2014/main" id="{06AE98F8-A6A1-497C-A73A-BBDCDD75CD64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3" name="Straight Connector 452">
              <a:extLst>
                <a:ext uri="{FF2B5EF4-FFF2-40B4-BE49-F238E27FC236}">
                  <a16:creationId xmlns:a16="http://schemas.microsoft.com/office/drawing/2014/main" id="{F30CF4DE-5265-424B-91BD-B6A614A543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4" name="Straight Connector 452">
              <a:extLst>
                <a:ext uri="{FF2B5EF4-FFF2-40B4-BE49-F238E27FC236}">
                  <a16:creationId xmlns:a16="http://schemas.microsoft.com/office/drawing/2014/main" id="{1F3ECB30-34BC-4E62-A07A-2E0EF075F5A4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5" name="Straight Connector 452">
              <a:extLst>
                <a:ext uri="{FF2B5EF4-FFF2-40B4-BE49-F238E27FC236}">
                  <a16:creationId xmlns:a16="http://schemas.microsoft.com/office/drawing/2014/main" id="{7742D689-8948-47B6-8AEB-33FB3BE168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6" name="Straight Connector 452">
              <a:extLst>
                <a:ext uri="{FF2B5EF4-FFF2-40B4-BE49-F238E27FC236}">
                  <a16:creationId xmlns:a16="http://schemas.microsoft.com/office/drawing/2014/main" id="{12D88337-1708-45BB-ACF0-0A76EF250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7" name="Straight Connector 452">
              <a:extLst>
                <a:ext uri="{FF2B5EF4-FFF2-40B4-BE49-F238E27FC236}">
                  <a16:creationId xmlns:a16="http://schemas.microsoft.com/office/drawing/2014/main" id="{3EE375D6-6F48-4E39-9877-EFED2B992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8" name="Straight Connector 452">
              <a:extLst>
                <a:ext uri="{FF2B5EF4-FFF2-40B4-BE49-F238E27FC236}">
                  <a16:creationId xmlns:a16="http://schemas.microsoft.com/office/drawing/2014/main" id="{4C672552-5D05-434B-836E-A308C6A654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9" name="Straight Connector 452">
              <a:extLst>
                <a:ext uri="{FF2B5EF4-FFF2-40B4-BE49-F238E27FC236}">
                  <a16:creationId xmlns:a16="http://schemas.microsoft.com/office/drawing/2014/main" id="{A73D6FCE-CB80-4B29-AA1A-86743EF6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0" name="Straight Connector 452">
              <a:extLst>
                <a:ext uri="{FF2B5EF4-FFF2-40B4-BE49-F238E27FC236}">
                  <a16:creationId xmlns:a16="http://schemas.microsoft.com/office/drawing/2014/main" id="{5B74E955-F6F8-42BD-8CA3-2C7BAFD269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1" name="Straight Connector 452">
              <a:extLst>
                <a:ext uri="{FF2B5EF4-FFF2-40B4-BE49-F238E27FC236}">
                  <a16:creationId xmlns:a16="http://schemas.microsoft.com/office/drawing/2014/main" id="{76864D58-16EB-4984-BF16-BD85F0283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2" name="Straight Connector 452">
              <a:extLst>
                <a:ext uri="{FF2B5EF4-FFF2-40B4-BE49-F238E27FC236}">
                  <a16:creationId xmlns:a16="http://schemas.microsoft.com/office/drawing/2014/main" id="{770D27AF-6C64-4D61-A505-46EDC5864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3" name="Straight Connector 452">
              <a:extLst>
                <a:ext uri="{FF2B5EF4-FFF2-40B4-BE49-F238E27FC236}">
                  <a16:creationId xmlns:a16="http://schemas.microsoft.com/office/drawing/2014/main" id="{10CFEE13-7809-479A-AF73-38E41FD68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4" name="Straight Connector 452">
              <a:extLst>
                <a:ext uri="{FF2B5EF4-FFF2-40B4-BE49-F238E27FC236}">
                  <a16:creationId xmlns:a16="http://schemas.microsoft.com/office/drawing/2014/main" id="{AC4DAE72-E6BE-4D1A-B256-563EA7AC7AD8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5" name="Straight Connector 452">
              <a:extLst>
                <a:ext uri="{FF2B5EF4-FFF2-40B4-BE49-F238E27FC236}">
                  <a16:creationId xmlns:a16="http://schemas.microsoft.com/office/drawing/2014/main" id="{7B3468DB-0271-4FE4-826D-855739CCE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6" name="Straight Connector 452">
              <a:extLst>
                <a:ext uri="{FF2B5EF4-FFF2-40B4-BE49-F238E27FC236}">
                  <a16:creationId xmlns:a16="http://schemas.microsoft.com/office/drawing/2014/main" id="{432BBBF6-E5DE-4905-97F2-C42939ACF6FA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7" name="Straight Connector 452">
              <a:extLst>
                <a:ext uri="{FF2B5EF4-FFF2-40B4-BE49-F238E27FC236}">
                  <a16:creationId xmlns:a16="http://schemas.microsoft.com/office/drawing/2014/main" id="{13954A63-0B5A-4AB3-AE6B-DF195F54B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8" name="Straight Connector 452">
              <a:extLst>
                <a:ext uri="{FF2B5EF4-FFF2-40B4-BE49-F238E27FC236}">
                  <a16:creationId xmlns:a16="http://schemas.microsoft.com/office/drawing/2014/main" id="{EC6DD875-B7DD-4C56-857C-B124EFC37D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9" name="Hexagon 3601">
              <a:extLst>
                <a:ext uri="{FF2B5EF4-FFF2-40B4-BE49-F238E27FC236}">
                  <a16:creationId xmlns:a16="http://schemas.microsoft.com/office/drawing/2014/main" id="{64733B1D-320E-4166-BD50-BB91DFE53C04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0" name="Hexagon 3601">
              <a:extLst>
                <a:ext uri="{FF2B5EF4-FFF2-40B4-BE49-F238E27FC236}">
                  <a16:creationId xmlns:a16="http://schemas.microsoft.com/office/drawing/2014/main" id="{403B0C01-C45A-4161-B4EC-0BF5B253C0CB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71" name="Straight Connector 452">
              <a:extLst>
                <a:ext uri="{FF2B5EF4-FFF2-40B4-BE49-F238E27FC236}">
                  <a16:creationId xmlns:a16="http://schemas.microsoft.com/office/drawing/2014/main" id="{DD3D26A5-9E59-4EA1-AA17-B25233183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2" name="Straight Connector 452">
              <a:extLst>
                <a:ext uri="{FF2B5EF4-FFF2-40B4-BE49-F238E27FC236}">
                  <a16:creationId xmlns:a16="http://schemas.microsoft.com/office/drawing/2014/main" id="{BEAC7461-E893-4471-B8F6-9049364CC2E5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3" name="Straight Connector 452">
              <a:extLst>
                <a:ext uri="{FF2B5EF4-FFF2-40B4-BE49-F238E27FC236}">
                  <a16:creationId xmlns:a16="http://schemas.microsoft.com/office/drawing/2014/main" id="{9C977839-3AA2-4259-B69C-A94BF3AA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4" name="Straight Connector 452">
              <a:extLst>
                <a:ext uri="{FF2B5EF4-FFF2-40B4-BE49-F238E27FC236}">
                  <a16:creationId xmlns:a16="http://schemas.microsoft.com/office/drawing/2014/main" id="{BA32F9F6-7CAB-4ABB-8065-573CE53F5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5" name="Straight Connector 452">
              <a:extLst>
                <a:ext uri="{FF2B5EF4-FFF2-40B4-BE49-F238E27FC236}">
                  <a16:creationId xmlns:a16="http://schemas.microsoft.com/office/drawing/2014/main" id="{4969C99E-B98A-429E-954C-36FB9BB09916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6" name="Straight Connector 452">
              <a:extLst>
                <a:ext uri="{FF2B5EF4-FFF2-40B4-BE49-F238E27FC236}">
                  <a16:creationId xmlns:a16="http://schemas.microsoft.com/office/drawing/2014/main" id="{1550F7FC-3D1C-42A1-AFB7-735737157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7" name="Straight Connector 452">
              <a:extLst>
                <a:ext uri="{FF2B5EF4-FFF2-40B4-BE49-F238E27FC236}">
                  <a16:creationId xmlns:a16="http://schemas.microsoft.com/office/drawing/2014/main" id="{D37D9035-8D78-440C-B99E-B75D30F58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8" name="Straight Connector 452">
              <a:extLst>
                <a:ext uri="{FF2B5EF4-FFF2-40B4-BE49-F238E27FC236}">
                  <a16:creationId xmlns:a16="http://schemas.microsoft.com/office/drawing/2014/main" id="{D9385394-0C9E-44B4-8142-CD6FF23664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9" name="Straight Connector 452">
              <a:extLst>
                <a:ext uri="{FF2B5EF4-FFF2-40B4-BE49-F238E27FC236}">
                  <a16:creationId xmlns:a16="http://schemas.microsoft.com/office/drawing/2014/main" id="{963E60D7-8960-4455-B860-A233A0560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0" name="Straight Connector 452">
              <a:extLst>
                <a:ext uri="{FF2B5EF4-FFF2-40B4-BE49-F238E27FC236}">
                  <a16:creationId xmlns:a16="http://schemas.microsoft.com/office/drawing/2014/main" id="{2AC944D8-C7F9-40DD-A79B-AA10E033E8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1" name="Straight Connector 452">
              <a:extLst>
                <a:ext uri="{FF2B5EF4-FFF2-40B4-BE49-F238E27FC236}">
                  <a16:creationId xmlns:a16="http://schemas.microsoft.com/office/drawing/2014/main" id="{33F34C54-88C0-4CEB-BF9B-387B10730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2" name="Straight Connector 452">
              <a:extLst>
                <a:ext uri="{FF2B5EF4-FFF2-40B4-BE49-F238E27FC236}">
                  <a16:creationId xmlns:a16="http://schemas.microsoft.com/office/drawing/2014/main" id="{F3E30714-DFCE-4D6E-B196-CDDAB614F1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3" name="Straight Connector 452">
              <a:extLst>
                <a:ext uri="{FF2B5EF4-FFF2-40B4-BE49-F238E27FC236}">
                  <a16:creationId xmlns:a16="http://schemas.microsoft.com/office/drawing/2014/main" id="{DB513690-755A-4FD3-85AA-F989D38C2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4" name="Straight Connector 452">
              <a:extLst>
                <a:ext uri="{FF2B5EF4-FFF2-40B4-BE49-F238E27FC236}">
                  <a16:creationId xmlns:a16="http://schemas.microsoft.com/office/drawing/2014/main" id="{1BB88327-CF26-4D1F-B0F6-A89C353523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5" name="Straight Connector 452">
              <a:extLst>
                <a:ext uri="{FF2B5EF4-FFF2-40B4-BE49-F238E27FC236}">
                  <a16:creationId xmlns:a16="http://schemas.microsoft.com/office/drawing/2014/main" id="{7D96EC3A-71DC-4742-912A-E8857778C5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6" name="Straight Connector 452">
              <a:extLst>
                <a:ext uri="{FF2B5EF4-FFF2-40B4-BE49-F238E27FC236}">
                  <a16:creationId xmlns:a16="http://schemas.microsoft.com/office/drawing/2014/main" id="{1C221950-B53C-467D-934E-817B334DA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7" name="Straight Connector 452">
              <a:extLst>
                <a:ext uri="{FF2B5EF4-FFF2-40B4-BE49-F238E27FC236}">
                  <a16:creationId xmlns:a16="http://schemas.microsoft.com/office/drawing/2014/main" id="{3B35F66E-3E3B-4E6D-A6C0-B0628A0FD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8" name="Straight Connector 452">
              <a:extLst>
                <a:ext uri="{FF2B5EF4-FFF2-40B4-BE49-F238E27FC236}">
                  <a16:creationId xmlns:a16="http://schemas.microsoft.com/office/drawing/2014/main" id="{934B6B19-22EF-4DD3-8382-0867DFB110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9" name="Straight Connector 452">
              <a:extLst>
                <a:ext uri="{FF2B5EF4-FFF2-40B4-BE49-F238E27FC236}">
                  <a16:creationId xmlns:a16="http://schemas.microsoft.com/office/drawing/2014/main" id="{13084179-7B9C-45C0-84B1-5CCF15874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0" name="Straight Connector 452">
              <a:extLst>
                <a:ext uri="{FF2B5EF4-FFF2-40B4-BE49-F238E27FC236}">
                  <a16:creationId xmlns:a16="http://schemas.microsoft.com/office/drawing/2014/main" id="{37781C3E-635D-46E3-95A3-FD2C3272C41F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1" name="Straight Connector 452">
              <a:extLst>
                <a:ext uri="{FF2B5EF4-FFF2-40B4-BE49-F238E27FC236}">
                  <a16:creationId xmlns:a16="http://schemas.microsoft.com/office/drawing/2014/main" id="{81DBFFE5-5C76-4018-8AE7-6A1CF19AA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2" name="Straight Connector 452">
              <a:extLst>
                <a:ext uri="{FF2B5EF4-FFF2-40B4-BE49-F238E27FC236}">
                  <a16:creationId xmlns:a16="http://schemas.microsoft.com/office/drawing/2014/main" id="{A1C8E5BE-4873-476E-981B-5FB161F28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3" name="Straight Connector 452">
              <a:extLst>
                <a:ext uri="{FF2B5EF4-FFF2-40B4-BE49-F238E27FC236}">
                  <a16:creationId xmlns:a16="http://schemas.microsoft.com/office/drawing/2014/main" id="{14A36E5A-60C6-4177-A810-ABA330D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4" name="Straight Connector 452">
              <a:extLst>
                <a:ext uri="{FF2B5EF4-FFF2-40B4-BE49-F238E27FC236}">
                  <a16:creationId xmlns:a16="http://schemas.microsoft.com/office/drawing/2014/main" id="{8D91075B-560D-4D04-BB52-1F46E6940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5" name="Straight Connector 452">
              <a:extLst>
                <a:ext uri="{FF2B5EF4-FFF2-40B4-BE49-F238E27FC236}">
                  <a16:creationId xmlns:a16="http://schemas.microsoft.com/office/drawing/2014/main" id="{C740A0D5-6AF6-40A0-93D7-0680C305B8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6" name="Hexagon 3601">
              <a:extLst>
                <a:ext uri="{FF2B5EF4-FFF2-40B4-BE49-F238E27FC236}">
                  <a16:creationId xmlns:a16="http://schemas.microsoft.com/office/drawing/2014/main" id="{90BB451C-9653-4AAA-9410-4117599393A7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97" name="Straight Connector 452">
              <a:extLst>
                <a:ext uri="{FF2B5EF4-FFF2-40B4-BE49-F238E27FC236}">
                  <a16:creationId xmlns:a16="http://schemas.microsoft.com/office/drawing/2014/main" id="{94DF3028-5C59-4123-BFEB-8DBA62976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8" name="Straight Connector 452">
              <a:extLst>
                <a:ext uri="{FF2B5EF4-FFF2-40B4-BE49-F238E27FC236}">
                  <a16:creationId xmlns:a16="http://schemas.microsoft.com/office/drawing/2014/main" id="{61BE547F-9537-4055-ABEE-9CAA1EACF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52">
              <a:extLst>
                <a:ext uri="{FF2B5EF4-FFF2-40B4-BE49-F238E27FC236}">
                  <a16:creationId xmlns:a16="http://schemas.microsoft.com/office/drawing/2014/main" id="{312B6DCB-D849-454F-9284-AB7469A65C5D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52">
              <a:extLst>
                <a:ext uri="{FF2B5EF4-FFF2-40B4-BE49-F238E27FC236}">
                  <a16:creationId xmlns:a16="http://schemas.microsoft.com/office/drawing/2014/main" id="{47287907-54AC-48D7-8095-4D1D95A06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Straight Connector 452">
              <a:extLst>
                <a:ext uri="{FF2B5EF4-FFF2-40B4-BE49-F238E27FC236}">
                  <a16:creationId xmlns:a16="http://schemas.microsoft.com/office/drawing/2014/main" id="{C616002F-B29E-4795-BD64-48DD4C0E0EB8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Straight Connector 452">
              <a:extLst>
                <a:ext uri="{FF2B5EF4-FFF2-40B4-BE49-F238E27FC236}">
                  <a16:creationId xmlns:a16="http://schemas.microsoft.com/office/drawing/2014/main" id="{AD41C9F9-C685-4292-AE0A-847CFE40C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52">
              <a:extLst>
                <a:ext uri="{FF2B5EF4-FFF2-40B4-BE49-F238E27FC236}">
                  <a16:creationId xmlns:a16="http://schemas.microsoft.com/office/drawing/2014/main" id="{2A9737F5-D192-4A01-9B76-3EE1DC2E5B1D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52">
              <a:extLst>
                <a:ext uri="{FF2B5EF4-FFF2-40B4-BE49-F238E27FC236}">
                  <a16:creationId xmlns:a16="http://schemas.microsoft.com/office/drawing/2014/main" id="{F5B17ECF-C29F-41D0-ABFE-BE075F123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52">
              <a:extLst>
                <a:ext uri="{FF2B5EF4-FFF2-40B4-BE49-F238E27FC236}">
                  <a16:creationId xmlns:a16="http://schemas.microsoft.com/office/drawing/2014/main" id="{61EB121E-625C-40C8-9BA6-F4F6B7E2CF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52">
              <a:extLst>
                <a:ext uri="{FF2B5EF4-FFF2-40B4-BE49-F238E27FC236}">
                  <a16:creationId xmlns:a16="http://schemas.microsoft.com/office/drawing/2014/main" id="{E0E10959-D0EA-450B-A158-1AFE3E694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52">
              <a:extLst>
                <a:ext uri="{FF2B5EF4-FFF2-40B4-BE49-F238E27FC236}">
                  <a16:creationId xmlns:a16="http://schemas.microsoft.com/office/drawing/2014/main" id="{4C69BE5E-9036-49E3-B5E8-A2219BC4A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52">
              <a:extLst>
                <a:ext uri="{FF2B5EF4-FFF2-40B4-BE49-F238E27FC236}">
                  <a16:creationId xmlns:a16="http://schemas.microsoft.com/office/drawing/2014/main" id="{E81A4426-4371-4A2B-9413-52ECA92A9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52">
              <a:extLst>
                <a:ext uri="{FF2B5EF4-FFF2-40B4-BE49-F238E27FC236}">
                  <a16:creationId xmlns:a16="http://schemas.microsoft.com/office/drawing/2014/main" id="{CE55B38C-9EB6-4688-8B8E-43F7FC4F6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52">
              <a:extLst>
                <a:ext uri="{FF2B5EF4-FFF2-40B4-BE49-F238E27FC236}">
                  <a16:creationId xmlns:a16="http://schemas.microsoft.com/office/drawing/2014/main" id="{8CA721F9-83D5-4E61-9BCF-39B65CAD6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52">
              <a:extLst>
                <a:ext uri="{FF2B5EF4-FFF2-40B4-BE49-F238E27FC236}">
                  <a16:creationId xmlns:a16="http://schemas.microsoft.com/office/drawing/2014/main" id="{A91D4208-B3AC-445D-8C49-ACCC6E636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52">
              <a:extLst>
                <a:ext uri="{FF2B5EF4-FFF2-40B4-BE49-F238E27FC236}">
                  <a16:creationId xmlns:a16="http://schemas.microsoft.com/office/drawing/2014/main" id="{69527ACF-A893-45CF-A5FF-47106530235E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3" name="Straight Connector 452">
              <a:extLst>
                <a:ext uri="{FF2B5EF4-FFF2-40B4-BE49-F238E27FC236}">
                  <a16:creationId xmlns:a16="http://schemas.microsoft.com/office/drawing/2014/main" id="{B06A87B7-136A-4023-BC43-31D0BBF83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4" name="Straight Connector 452">
              <a:extLst>
                <a:ext uri="{FF2B5EF4-FFF2-40B4-BE49-F238E27FC236}">
                  <a16:creationId xmlns:a16="http://schemas.microsoft.com/office/drawing/2014/main" id="{50A16ACB-8BA6-4873-B90D-578CEF6653B4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5" name="Straight Connector 452">
              <a:extLst>
                <a:ext uri="{FF2B5EF4-FFF2-40B4-BE49-F238E27FC236}">
                  <a16:creationId xmlns:a16="http://schemas.microsoft.com/office/drawing/2014/main" id="{5BD47D65-03FE-48C8-B7C4-8FEEF536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6" name="Straight Connector 452">
              <a:extLst>
                <a:ext uri="{FF2B5EF4-FFF2-40B4-BE49-F238E27FC236}">
                  <a16:creationId xmlns:a16="http://schemas.microsoft.com/office/drawing/2014/main" id="{CD21F93A-AE53-4945-8B53-1EFF6780E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7" name="Straight Connector 452">
              <a:extLst>
                <a:ext uri="{FF2B5EF4-FFF2-40B4-BE49-F238E27FC236}">
                  <a16:creationId xmlns:a16="http://schemas.microsoft.com/office/drawing/2014/main" id="{A9A61890-CEF4-403A-9611-511B20523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52">
              <a:extLst>
                <a:ext uri="{FF2B5EF4-FFF2-40B4-BE49-F238E27FC236}">
                  <a16:creationId xmlns:a16="http://schemas.microsoft.com/office/drawing/2014/main" id="{D4109158-74F6-484E-8DFE-2F7370492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19" name="Straight Connector 452">
              <a:extLst>
                <a:ext uri="{FF2B5EF4-FFF2-40B4-BE49-F238E27FC236}">
                  <a16:creationId xmlns:a16="http://schemas.microsoft.com/office/drawing/2014/main" id="{1F46191F-401B-4D9F-BAD5-96AE8B0A0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52">
              <a:extLst>
                <a:ext uri="{FF2B5EF4-FFF2-40B4-BE49-F238E27FC236}">
                  <a16:creationId xmlns:a16="http://schemas.microsoft.com/office/drawing/2014/main" id="{9E3F2F91-F9F9-4B6A-8F1B-769A193B6D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52">
              <a:extLst>
                <a:ext uri="{FF2B5EF4-FFF2-40B4-BE49-F238E27FC236}">
                  <a16:creationId xmlns:a16="http://schemas.microsoft.com/office/drawing/2014/main" id="{40730D0E-1AD5-49C4-857A-8898FCA3A4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52">
              <a:extLst>
                <a:ext uri="{FF2B5EF4-FFF2-40B4-BE49-F238E27FC236}">
                  <a16:creationId xmlns:a16="http://schemas.microsoft.com/office/drawing/2014/main" id="{3FFFA582-2CD8-4EEF-9729-9C4B89870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Straight Connector 452">
              <a:extLst>
                <a:ext uri="{FF2B5EF4-FFF2-40B4-BE49-F238E27FC236}">
                  <a16:creationId xmlns:a16="http://schemas.microsoft.com/office/drawing/2014/main" id="{FE571A02-5714-4178-A6BF-31B1B4744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Straight Connector 452">
              <a:extLst>
                <a:ext uri="{FF2B5EF4-FFF2-40B4-BE49-F238E27FC236}">
                  <a16:creationId xmlns:a16="http://schemas.microsoft.com/office/drawing/2014/main" id="{A9736E9D-CB12-4C1E-B71E-5F4BA73DF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Straight Connector 452">
              <a:extLst>
                <a:ext uri="{FF2B5EF4-FFF2-40B4-BE49-F238E27FC236}">
                  <a16:creationId xmlns:a16="http://schemas.microsoft.com/office/drawing/2014/main" id="{F8541166-D408-4BA1-AFFD-821941AE37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52">
              <a:extLst>
                <a:ext uri="{FF2B5EF4-FFF2-40B4-BE49-F238E27FC236}">
                  <a16:creationId xmlns:a16="http://schemas.microsoft.com/office/drawing/2014/main" id="{381B6261-48C4-4DC8-8F3C-9FC6B7322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Straight Connector 452">
              <a:extLst>
                <a:ext uri="{FF2B5EF4-FFF2-40B4-BE49-F238E27FC236}">
                  <a16:creationId xmlns:a16="http://schemas.microsoft.com/office/drawing/2014/main" id="{E928CD99-633C-41A5-B7B4-F579997FF5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Straight Connector 452">
              <a:extLst>
                <a:ext uri="{FF2B5EF4-FFF2-40B4-BE49-F238E27FC236}">
                  <a16:creationId xmlns:a16="http://schemas.microsoft.com/office/drawing/2014/main" id="{07FA3C43-AEC4-41AD-993F-0E80162DA68B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52">
              <a:extLst>
                <a:ext uri="{FF2B5EF4-FFF2-40B4-BE49-F238E27FC236}">
                  <a16:creationId xmlns:a16="http://schemas.microsoft.com/office/drawing/2014/main" id="{BE259338-EEF6-4809-9D1E-C185656034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52">
              <a:extLst>
                <a:ext uri="{FF2B5EF4-FFF2-40B4-BE49-F238E27FC236}">
                  <a16:creationId xmlns:a16="http://schemas.microsoft.com/office/drawing/2014/main" id="{34518243-FE17-4276-A753-C23F9CDEDC16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Straight Connector 452">
              <a:extLst>
                <a:ext uri="{FF2B5EF4-FFF2-40B4-BE49-F238E27FC236}">
                  <a16:creationId xmlns:a16="http://schemas.microsoft.com/office/drawing/2014/main" id="{BC32FD19-3676-4CD7-ABBB-B689F66EF8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Straight Connector 452">
              <a:extLst>
                <a:ext uri="{FF2B5EF4-FFF2-40B4-BE49-F238E27FC236}">
                  <a16:creationId xmlns:a16="http://schemas.microsoft.com/office/drawing/2014/main" id="{FFFDAE7A-0932-44C9-8B8B-FC310B391F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52">
              <a:extLst>
                <a:ext uri="{FF2B5EF4-FFF2-40B4-BE49-F238E27FC236}">
                  <a16:creationId xmlns:a16="http://schemas.microsoft.com/office/drawing/2014/main" id="{526DB8E3-F3B3-479B-B25E-BD9596131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Straight Connector 452">
              <a:extLst>
                <a:ext uri="{FF2B5EF4-FFF2-40B4-BE49-F238E27FC236}">
                  <a16:creationId xmlns:a16="http://schemas.microsoft.com/office/drawing/2014/main" id="{CB92CBC2-B87D-4522-AE90-59B8F5602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5" name="Straight Connector 452">
              <a:extLst>
                <a:ext uri="{FF2B5EF4-FFF2-40B4-BE49-F238E27FC236}">
                  <a16:creationId xmlns:a16="http://schemas.microsoft.com/office/drawing/2014/main" id="{87061F19-4BB5-4A0F-8025-637D7C939B37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52">
              <a:extLst>
                <a:ext uri="{FF2B5EF4-FFF2-40B4-BE49-F238E27FC236}">
                  <a16:creationId xmlns:a16="http://schemas.microsoft.com/office/drawing/2014/main" id="{8761B490-2C13-4035-A585-1BCED3BCDA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Straight Connector 452">
              <a:extLst>
                <a:ext uri="{FF2B5EF4-FFF2-40B4-BE49-F238E27FC236}">
                  <a16:creationId xmlns:a16="http://schemas.microsoft.com/office/drawing/2014/main" id="{BAD098E0-B6DB-42A7-9545-8E99B068D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8" name="Straight Connector 452">
              <a:extLst>
                <a:ext uri="{FF2B5EF4-FFF2-40B4-BE49-F238E27FC236}">
                  <a16:creationId xmlns:a16="http://schemas.microsoft.com/office/drawing/2014/main" id="{74D64741-AD9B-44DC-89CF-2B794BF31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Straight Connector 452">
              <a:extLst>
                <a:ext uri="{FF2B5EF4-FFF2-40B4-BE49-F238E27FC236}">
                  <a16:creationId xmlns:a16="http://schemas.microsoft.com/office/drawing/2014/main" id="{41AC354C-7655-45FA-80AF-5AC909797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0" name="Straight Connector 452">
              <a:extLst>
                <a:ext uri="{FF2B5EF4-FFF2-40B4-BE49-F238E27FC236}">
                  <a16:creationId xmlns:a16="http://schemas.microsoft.com/office/drawing/2014/main" id="{03AAECC3-F53C-4811-8E12-0D134C0D5365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Straight Connector 452">
              <a:extLst>
                <a:ext uri="{FF2B5EF4-FFF2-40B4-BE49-F238E27FC236}">
                  <a16:creationId xmlns:a16="http://schemas.microsoft.com/office/drawing/2014/main" id="{BF6A6B24-07C8-4FA0-BCCE-FF39BF956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Straight Connector 452">
              <a:extLst>
                <a:ext uri="{FF2B5EF4-FFF2-40B4-BE49-F238E27FC236}">
                  <a16:creationId xmlns:a16="http://schemas.microsoft.com/office/drawing/2014/main" id="{CE33B562-F88B-4439-BA4E-EF9D4742E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Straight Connector 452">
              <a:extLst>
                <a:ext uri="{FF2B5EF4-FFF2-40B4-BE49-F238E27FC236}">
                  <a16:creationId xmlns:a16="http://schemas.microsoft.com/office/drawing/2014/main" id="{814D9054-8740-443D-A40E-B9BF61E0D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Straight Connector 452">
              <a:extLst>
                <a:ext uri="{FF2B5EF4-FFF2-40B4-BE49-F238E27FC236}">
                  <a16:creationId xmlns:a16="http://schemas.microsoft.com/office/drawing/2014/main" id="{C72A9E35-201F-497C-9ACC-875352A84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Straight Connector 452">
              <a:extLst>
                <a:ext uri="{FF2B5EF4-FFF2-40B4-BE49-F238E27FC236}">
                  <a16:creationId xmlns:a16="http://schemas.microsoft.com/office/drawing/2014/main" id="{283B03F0-3C4C-44E6-A799-4BA6FA26C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6" name="Straight Connector 452">
              <a:extLst>
                <a:ext uri="{FF2B5EF4-FFF2-40B4-BE49-F238E27FC236}">
                  <a16:creationId xmlns:a16="http://schemas.microsoft.com/office/drawing/2014/main" id="{BB1E4FD6-355F-4AD6-964C-B3B21DCD5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Straight Connector 452">
              <a:extLst>
                <a:ext uri="{FF2B5EF4-FFF2-40B4-BE49-F238E27FC236}">
                  <a16:creationId xmlns:a16="http://schemas.microsoft.com/office/drawing/2014/main" id="{45580FDE-F315-42A8-B406-1A30A3C005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8" name="Straight Connector 452">
              <a:extLst>
                <a:ext uri="{FF2B5EF4-FFF2-40B4-BE49-F238E27FC236}">
                  <a16:creationId xmlns:a16="http://schemas.microsoft.com/office/drawing/2014/main" id="{A21BC56C-9189-47B8-8F57-ACDE16B4C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Straight Connector 452">
              <a:extLst>
                <a:ext uri="{FF2B5EF4-FFF2-40B4-BE49-F238E27FC236}">
                  <a16:creationId xmlns:a16="http://schemas.microsoft.com/office/drawing/2014/main" id="{049D04F9-7D96-4EE2-985F-53743F178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0" name="Straight Connector 452">
              <a:extLst>
                <a:ext uri="{FF2B5EF4-FFF2-40B4-BE49-F238E27FC236}">
                  <a16:creationId xmlns:a16="http://schemas.microsoft.com/office/drawing/2014/main" id="{C4C6C25C-43C7-4857-8ACE-E4EE6C683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1" name="Straight Connector 452">
              <a:extLst>
                <a:ext uri="{FF2B5EF4-FFF2-40B4-BE49-F238E27FC236}">
                  <a16:creationId xmlns:a16="http://schemas.microsoft.com/office/drawing/2014/main" id="{16CD2263-DB0E-4CB4-9194-6EF07A0CB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Straight Connector 452">
              <a:extLst>
                <a:ext uri="{FF2B5EF4-FFF2-40B4-BE49-F238E27FC236}">
                  <a16:creationId xmlns:a16="http://schemas.microsoft.com/office/drawing/2014/main" id="{D74E2997-00AF-43A8-B3CF-86456EC70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3" name="Straight Connector 452">
              <a:extLst>
                <a:ext uri="{FF2B5EF4-FFF2-40B4-BE49-F238E27FC236}">
                  <a16:creationId xmlns:a16="http://schemas.microsoft.com/office/drawing/2014/main" id="{53D4BD15-A648-455B-A80A-18E8404AE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Straight Connector 452">
              <a:extLst>
                <a:ext uri="{FF2B5EF4-FFF2-40B4-BE49-F238E27FC236}">
                  <a16:creationId xmlns:a16="http://schemas.microsoft.com/office/drawing/2014/main" id="{4F40DA8F-8A5B-4C07-B2F5-416634398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5" name="Straight Connector 452">
              <a:extLst>
                <a:ext uri="{FF2B5EF4-FFF2-40B4-BE49-F238E27FC236}">
                  <a16:creationId xmlns:a16="http://schemas.microsoft.com/office/drawing/2014/main" id="{BAD61F49-1471-4257-A571-230DC64672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6" name="Straight Connector 452">
              <a:extLst>
                <a:ext uri="{FF2B5EF4-FFF2-40B4-BE49-F238E27FC236}">
                  <a16:creationId xmlns:a16="http://schemas.microsoft.com/office/drawing/2014/main" id="{029864C5-316E-4A14-8AEC-C02D32641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7" name="Straight Connector 452">
              <a:extLst>
                <a:ext uri="{FF2B5EF4-FFF2-40B4-BE49-F238E27FC236}">
                  <a16:creationId xmlns:a16="http://schemas.microsoft.com/office/drawing/2014/main" id="{31AEB4D4-7E73-4287-8455-98EE04665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8" name="Straight Connector 452">
              <a:extLst>
                <a:ext uri="{FF2B5EF4-FFF2-40B4-BE49-F238E27FC236}">
                  <a16:creationId xmlns:a16="http://schemas.microsoft.com/office/drawing/2014/main" id="{676FB490-11F2-4434-B148-02E85CF2E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9" name="Straight Connector 452">
              <a:extLst>
                <a:ext uri="{FF2B5EF4-FFF2-40B4-BE49-F238E27FC236}">
                  <a16:creationId xmlns:a16="http://schemas.microsoft.com/office/drawing/2014/main" id="{55BC23B3-D80F-4E51-B96E-6B4BAFA8B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0" name="Straight Connector 452">
              <a:extLst>
                <a:ext uri="{FF2B5EF4-FFF2-40B4-BE49-F238E27FC236}">
                  <a16:creationId xmlns:a16="http://schemas.microsoft.com/office/drawing/2014/main" id="{E2D68B00-2C44-4DB3-9720-EA2BC0600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1" name="Straight Connector 452">
              <a:extLst>
                <a:ext uri="{FF2B5EF4-FFF2-40B4-BE49-F238E27FC236}">
                  <a16:creationId xmlns:a16="http://schemas.microsoft.com/office/drawing/2014/main" id="{09399ED3-791C-4015-BDDD-5BE5A3512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2" name="Straight Connector 452">
              <a:extLst>
                <a:ext uri="{FF2B5EF4-FFF2-40B4-BE49-F238E27FC236}">
                  <a16:creationId xmlns:a16="http://schemas.microsoft.com/office/drawing/2014/main" id="{A4B18691-14B7-4850-8A49-5260CC401D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3" name="Straight Connector 452">
              <a:extLst>
                <a:ext uri="{FF2B5EF4-FFF2-40B4-BE49-F238E27FC236}">
                  <a16:creationId xmlns:a16="http://schemas.microsoft.com/office/drawing/2014/main" id="{F7C42187-A9C2-40F8-B232-C66AD7D19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Straight Connector 452">
              <a:extLst>
                <a:ext uri="{FF2B5EF4-FFF2-40B4-BE49-F238E27FC236}">
                  <a16:creationId xmlns:a16="http://schemas.microsoft.com/office/drawing/2014/main" id="{381134C5-8625-4A98-8201-EFDB6B255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5" name="Straight Connector 452">
              <a:extLst>
                <a:ext uri="{FF2B5EF4-FFF2-40B4-BE49-F238E27FC236}">
                  <a16:creationId xmlns:a16="http://schemas.microsoft.com/office/drawing/2014/main" id="{89D411D4-1A3D-4175-A1E8-1BA73C210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6" name="Straight Connector 452">
              <a:extLst>
                <a:ext uri="{FF2B5EF4-FFF2-40B4-BE49-F238E27FC236}">
                  <a16:creationId xmlns:a16="http://schemas.microsoft.com/office/drawing/2014/main" id="{781B8B6D-001B-411D-9DBC-903437549404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67" name="Straight Connector 452">
              <a:extLst>
                <a:ext uri="{FF2B5EF4-FFF2-40B4-BE49-F238E27FC236}">
                  <a16:creationId xmlns:a16="http://schemas.microsoft.com/office/drawing/2014/main" id="{2D855C93-FBC6-471A-BE33-BF5C686C2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8" name="Straight Connector 452">
              <a:extLst>
                <a:ext uri="{FF2B5EF4-FFF2-40B4-BE49-F238E27FC236}">
                  <a16:creationId xmlns:a16="http://schemas.microsoft.com/office/drawing/2014/main" id="{96BA4042-C467-45A4-9729-771A6296F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9" name="Straight Connector 452">
              <a:extLst>
                <a:ext uri="{FF2B5EF4-FFF2-40B4-BE49-F238E27FC236}">
                  <a16:creationId xmlns:a16="http://schemas.microsoft.com/office/drawing/2014/main" id="{91D691E4-95A9-44C2-A3D2-A146D559B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0" name="Straight Connector 452">
              <a:extLst>
                <a:ext uri="{FF2B5EF4-FFF2-40B4-BE49-F238E27FC236}">
                  <a16:creationId xmlns:a16="http://schemas.microsoft.com/office/drawing/2014/main" id="{157D90FC-3CE9-4894-BD9B-995DAA75DF6A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1" name="Straight Connector 452">
              <a:extLst>
                <a:ext uri="{FF2B5EF4-FFF2-40B4-BE49-F238E27FC236}">
                  <a16:creationId xmlns:a16="http://schemas.microsoft.com/office/drawing/2014/main" id="{FBF66101-E292-4268-873D-4A282C445E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2" name="Straight Connector 452">
              <a:extLst>
                <a:ext uri="{FF2B5EF4-FFF2-40B4-BE49-F238E27FC236}">
                  <a16:creationId xmlns:a16="http://schemas.microsoft.com/office/drawing/2014/main" id="{1FD9AA7A-2DCD-462D-831D-8CCFB32C7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73" name="Straight Connector 452">
              <a:extLst>
                <a:ext uri="{FF2B5EF4-FFF2-40B4-BE49-F238E27FC236}">
                  <a16:creationId xmlns:a16="http://schemas.microsoft.com/office/drawing/2014/main" id="{325AB775-883D-41FC-A0B3-755AE48E3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4" name="Straight Connector 452">
              <a:extLst>
                <a:ext uri="{FF2B5EF4-FFF2-40B4-BE49-F238E27FC236}">
                  <a16:creationId xmlns:a16="http://schemas.microsoft.com/office/drawing/2014/main" id="{A1E9999D-7078-4956-89C1-A829C99E94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5" name="Straight Connector 452">
              <a:extLst>
                <a:ext uri="{FF2B5EF4-FFF2-40B4-BE49-F238E27FC236}">
                  <a16:creationId xmlns:a16="http://schemas.microsoft.com/office/drawing/2014/main" id="{1AB2807F-D3CA-4013-BFEF-D877AEE36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6" name="Straight Connector 452">
              <a:extLst>
                <a:ext uri="{FF2B5EF4-FFF2-40B4-BE49-F238E27FC236}">
                  <a16:creationId xmlns:a16="http://schemas.microsoft.com/office/drawing/2014/main" id="{34CEF7E0-A134-4934-86D2-B412FA839A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7" name="Straight Connector 452">
              <a:extLst>
                <a:ext uri="{FF2B5EF4-FFF2-40B4-BE49-F238E27FC236}">
                  <a16:creationId xmlns:a16="http://schemas.microsoft.com/office/drawing/2014/main" id="{6514ACA0-94D7-4855-878B-91C7C0EEDAE8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8" name="Straight Connector 452">
              <a:extLst>
                <a:ext uri="{FF2B5EF4-FFF2-40B4-BE49-F238E27FC236}">
                  <a16:creationId xmlns:a16="http://schemas.microsoft.com/office/drawing/2014/main" id="{2CB9A25D-FF6C-4879-AD84-503F06A97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9" name="Straight Connector 452">
              <a:extLst>
                <a:ext uri="{FF2B5EF4-FFF2-40B4-BE49-F238E27FC236}">
                  <a16:creationId xmlns:a16="http://schemas.microsoft.com/office/drawing/2014/main" id="{114A0467-A8A8-4568-AA9A-00153C42F4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0" name="Straight Connector 452">
              <a:extLst>
                <a:ext uri="{FF2B5EF4-FFF2-40B4-BE49-F238E27FC236}">
                  <a16:creationId xmlns:a16="http://schemas.microsoft.com/office/drawing/2014/main" id="{3193CFA1-DFCC-45D2-9F44-CD1A59985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1" name="Straight Connector 452">
              <a:extLst>
                <a:ext uri="{FF2B5EF4-FFF2-40B4-BE49-F238E27FC236}">
                  <a16:creationId xmlns:a16="http://schemas.microsoft.com/office/drawing/2014/main" id="{68A30ACD-3A8C-4EFF-918B-50971C2AD6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2" name="Straight Connector 452">
              <a:extLst>
                <a:ext uri="{FF2B5EF4-FFF2-40B4-BE49-F238E27FC236}">
                  <a16:creationId xmlns:a16="http://schemas.microsoft.com/office/drawing/2014/main" id="{BD72AFBD-1FF3-4909-BE3A-CC2CB49DD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3" name="Straight Connector 452">
              <a:extLst>
                <a:ext uri="{FF2B5EF4-FFF2-40B4-BE49-F238E27FC236}">
                  <a16:creationId xmlns:a16="http://schemas.microsoft.com/office/drawing/2014/main" id="{6D107005-A2B8-4BA7-A0F8-BD5FE4CDA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4" name="Straight Connector 452">
              <a:extLst>
                <a:ext uri="{FF2B5EF4-FFF2-40B4-BE49-F238E27FC236}">
                  <a16:creationId xmlns:a16="http://schemas.microsoft.com/office/drawing/2014/main" id="{2C6765D2-F993-4717-9900-0B4830EDC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5" name="Straight Connector 452">
              <a:extLst>
                <a:ext uri="{FF2B5EF4-FFF2-40B4-BE49-F238E27FC236}">
                  <a16:creationId xmlns:a16="http://schemas.microsoft.com/office/drawing/2014/main" id="{B86524FC-2AAF-4473-AB6E-1942A948B0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6" name="Straight Connector 452">
              <a:extLst>
                <a:ext uri="{FF2B5EF4-FFF2-40B4-BE49-F238E27FC236}">
                  <a16:creationId xmlns:a16="http://schemas.microsoft.com/office/drawing/2014/main" id="{CFD605F9-D784-439F-AFE3-A062C1A5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7" name="Straight Connector 452">
              <a:extLst>
                <a:ext uri="{FF2B5EF4-FFF2-40B4-BE49-F238E27FC236}">
                  <a16:creationId xmlns:a16="http://schemas.microsoft.com/office/drawing/2014/main" id="{BE3CDF6B-EDCA-4E67-973A-CDBED4D0B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8" name="Straight Connector 452">
              <a:extLst>
                <a:ext uri="{FF2B5EF4-FFF2-40B4-BE49-F238E27FC236}">
                  <a16:creationId xmlns:a16="http://schemas.microsoft.com/office/drawing/2014/main" id="{5B4061C9-C62C-4EAA-83A7-32396E143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9" name="Straight Connector 452">
              <a:extLst>
                <a:ext uri="{FF2B5EF4-FFF2-40B4-BE49-F238E27FC236}">
                  <a16:creationId xmlns:a16="http://schemas.microsoft.com/office/drawing/2014/main" id="{3E90FA8A-C461-4ADF-921A-EBE5DA8AB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0" name="Straight Connector 452">
              <a:extLst>
                <a:ext uri="{FF2B5EF4-FFF2-40B4-BE49-F238E27FC236}">
                  <a16:creationId xmlns:a16="http://schemas.microsoft.com/office/drawing/2014/main" id="{08F1B637-C3E7-4962-BAEE-F78ABB3E4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1" name="Straight Connector 452">
              <a:extLst>
                <a:ext uri="{FF2B5EF4-FFF2-40B4-BE49-F238E27FC236}">
                  <a16:creationId xmlns:a16="http://schemas.microsoft.com/office/drawing/2014/main" id="{60E36406-301D-4674-9F50-5727A57EA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2" name="Straight Connector 452">
              <a:extLst>
                <a:ext uri="{FF2B5EF4-FFF2-40B4-BE49-F238E27FC236}">
                  <a16:creationId xmlns:a16="http://schemas.microsoft.com/office/drawing/2014/main" id="{40A74610-84FC-4232-AAFD-13DF2D5238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3" name="Straight Connector 452">
              <a:extLst>
                <a:ext uri="{FF2B5EF4-FFF2-40B4-BE49-F238E27FC236}">
                  <a16:creationId xmlns:a16="http://schemas.microsoft.com/office/drawing/2014/main" id="{F41B1B6F-5ACF-4232-88C3-E66FA19AC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4" name="Straight Connector 452">
              <a:extLst>
                <a:ext uri="{FF2B5EF4-FFF2-40B4-BE49-F238E27FC236}">
                  <a16:creationId xmlns:a16="http://schemas.microsoft.com/office/drawing/2014/main" id="{9A0CBFD1-4708-48F1-A671-8906C451C7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5" name="Straight Connector 452">
              <a:extLst>
                <a:ext uri="{FF2B5EF4-FFF2-40B4-BE49-F238E27FC236}">
                  <a16:creationId xmlns:a16="http://schemas.microsoft.com/office/drawing/2014/main" id="{2E377FFC-F333-4FF3-91CA-767AFFBC6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6" name="Straight Connector 452">
              <a:extLst>
                <a:ext uri="{FF2B5EF4-FFF2-40B4-BE49-F238E27FC236}">
                  <a16:creationId xmlns:a16="http://schemas.microsoft.com/office/drawing/2014/main" id="{D4FDED11-53E5-48AD-8A92-08937A5FD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7" name="Straight Connector 452">
              <a:extLst>
                <a:ext uri="{FF2B5EF4-FFF2-40B4-BE49-F238E27FC236}">
                  <a16:creationId xmlns:a16="http://schemas.microsoft.com/office/drawing/2014/main" id="{81619175-8044-4E12-9A27-DD56382A11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8" name="Straight Connector 452">
              <a:extLst>
                <a:ext uri="{FF2B5EF4-FFF2-40B4-BE49-F238E27FC236}">
                  <a16:creationId xmlns:a16="http://schemas.microsoft.com/office/drawing/2014/main" id="{AF6AA3F0-5552-4845-B96F-E3C7F64802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9" name="Straight Connector 452">
              <a:extLst>
                <a:ext uri="{FF2B5EF4-FFF2-40B4-BE49-F238E27FC236}">
                  <a16:creationId xmlns:a16="http://schemas.microsoft.com/office/drawing/2014/main" id="{E40AF9D2-6EFF-4804-8302-A8C1890BB874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0" name="Straight Connector 452">
              <a:extLst>
                <a:ext uri="{FF2B5EF4-FFF2-40B4-BE49-F238E27FC236}">
                  <a16:creationId xmlns:a16="http://schemas.microsoft.com/office/drawing/2014/main" id="{CED864FD-14A3-49E0-B6AB-0EAABDBEBCFA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1" name="Straight Connector 452">
              <a:extLst>
                <a:ext uri="{FF2B5EF4-FFF2-40B4-BE49-F238E27FC236}">
                  <a16:creationId xmlns:a16="http://schemas.microsoft.com/office/drawing/2014/main" id="{D4560942-A85B-448F-9BC3-46E998D51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2" name="Straight Connector 452">
              <a:extLst>
                <a:ext uri="{FF2B5EF4-FFF2-40B4-BE49-F238E27FC236}">
                  <a16:creationId xmlns:a16="http://schemas.microsoft.com/office/drawing/2014/main" id="{EF6745B9-A2F4-4BEF-867D-DA954849B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3" name="Straight Connector 452">
              <a:extLst>
                <a:ext uri="{FF2B5EF4-FFF2-40B4-BE49-F238E27FC236}">
                  <a16:creationId xmlns:a16="http://schemas.microsoft.com/office/drawing/2014/main" id="{3CE09811-B5D4-43B4-9E63-FC3FA84CE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4" name="Straight Connector 452">
              <a:extLst>
                <a:ext uri="{FF2B5EF4-FFF2-40B4-BE49-F238E27FC236}">
                  <a16:creationId xmlns:a16="http://schemas.microsoft.com/office/drawing/2014/main" id="{2453F66C-60F3-458D-8972-761F3C4914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5" name="Straight Connector 452">
              <a:extLst>
                <a:ext uri="{FF2B5EF4-FFF2-40B4-BE49-F238E27FC236}">
                  <a16:creationId xmlns:a16="http://schemas.microsoft.com/office/drawing/2014/main" id="{5B615546-7C2B-4CBF-9F8C-6DB4702AF16B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6" name="Straight Connector 452">
              <a:extLst>
                <a:ext uri="{FF2B5EF4-FFF2-40B4-BE49-F238E27FC236}">
                  <a16:creationId xmlns:a16="http://schemas.microsoft.com/office/drawing/2014/main" id="{0ADCE44E-4B08-41DF-A5EF-CA2DCB0359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7" name="Straight Connector 452">
              <a:extLst>
                <a:ext uri="{FF2B5EF4-FFF2-40B4-BE49-F238E27FC236}">
                  <a16:creationId xmlns:a16="http://schemas.microsoft.com/office/drawing/2014/main" id="{5ADDF1EB-F0EC-4173-B0EF-8CEEE4BFA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8" name="Straight Connector 452">
              <a:extLst>
                <a:ext uri="{FF2B5EF4-FFF2-40B4-BE49-F238E27FC236}">
                  <a16:creationId xmlns:a16="http://schemas.microsoft.com/office/drawing/2014/main" id="{80BA6B37-2199-49E8-9206-126A225A8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9" name="Straight Connector 452">
              <a:extLst>
                <a:ext uri="{FF2B5EF4-FFF2-40B4-BE49-F238E27FC236}">
                  <a16:creationId xmlns:a16="http://schemas.microsoft.com/office/drawing/2014/main" id="{CB0BE632-0FED-4C8B-B8E5-2E55E5DE6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0" name="Straight Connector 452">
              <a:extLst>
                <a:ext uri="{FF2B5EF4-FFF2-40B4-BE49-F238E27FC236}">
                  <a16:creationId xmlns:a16="http://schemas.microsoft.com/office/drawing/2014/main" id="{62CD5A94-1295-4541-AD5D-82F15E7F96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1" name="Straight Connector 452">
              <a:extLst>
                <a:ext uri="{FF2B5EF4-FFF2-40B4-BE49-F238E27FC236}">
                  <a16:creationId xmlns:a16="http://schemas.microsoft.com/office/drawing/2014/main" id="{09473313-9399-43AC-A2CC-4DE17126F1F7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2" name="Straight Connector 452">
              <a:extLst>
                <a:ext uri="{FF2B5EF4-FFF2-40B4-BE49-F238E27FC236}">
                  <a16:creationId xmlns:a16="http://schemas.microsoft.com/office/drawing/2014/main" id="{1C66889A-A463-4B42-94C0-29136B3898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3" name="Straight Connector 452">
              <a:extLst>
                <a:ext uri="{FF2B5EF4-FFF2-40B4-BE49-F238E27FC236}">
                  <a16:creationId xmlns:a16="http://schemas.microsoft.com/office/drawing/2014/main" id="{58B19CDE-3145-4742-BCF6-AB6C1C3DC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4" name="Straight Connector 452">
              <a:extLst>
                <a:ext uri="{FF2B5EF4-FFF2-40B4-BE49-F238E27FC236}">
                  <a16:creationId xmlns:a16="http://schemas.microsoft.com/office/drawing/2014/main" id="{49E04481-F841-42CF-B520-E57C6D5A1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5" name="Straight Connector 452">
              <a:extLst>
                <a:ext uri="{FF2B5EF4-FFF2-40B4-BE49-F238E27FC236}">
                  <a16:creationId xmlns:a16="http://schemas.microsoft.com/office/drawing/2014/main" id="{EE3F6C0F-E1FE-4825-A713-4612C9D6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6" name="Straight Connector 452">
              <a:extLst>
                <a:ext uri="{FF2B5EF4-FFF2-40B4-BE49-F238E27FC236}">
                  <a16:creationId xmlns:a16="http://schemas.microsoft.com/office/drawing/2014/main" id="{B75D2039-F279-4743-9587-CC92452C98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7" name="Straight Connector 452">
              <a:extLst>
                <a:ext uri="{FF2B5EF4-FFF2-40B4-BE49-F238E27FC236}">
                  <a16:creationId xmlns:a16="http://schemas.microsoft.com/office/drawing/2014/main" id="{C6EE91BE-6628-42C6-AA3D-DC258E709A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8" name="Straight Connector 452">
              <a:extLst>
                <a:ext uri="{FF2B5EF4-FFF2-40B4-BE49-F238E27FC236}">
                  <a16:creationId xmlns:a16="http://schemas.microsoft.com/office/drawing/2014/main" id="{F711521D-F3AA-4CB0-B092-1D2187380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9" name="Straight Connector 452">
              <a:extLst>
                <a:ext uri="{FF2B5EF4-FFF2-40B4-BE49-F238E27FC236}">
                  <a16:creationId xmlns:a16="http://schemas.microsoft.com/office/drawing/2014/main" id="{1BE70245-3353-40AD-9026-BDC2F424D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0" name="Straight Connector 452">
              <a:extLst>
                <a:ext uri="{FF2B5EF4-FFF2-40B4-BE49-F238E27FC236}">
                  <a16:creationId xmlns:a16="http://schemas.microsoft.com/office/drawing/2014/main" id="{B469AAE3-F95C-40C4-9687-D72563309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1" name="Straight Connector 452">
              <a:extLst>
                <a:ext uri="{FF2B5EF4-FFF2-40B4-BE49-F238E27FC236}">
                  <a16:creationId xmlns:a16="http://schemas.microsoft.com/office/drawing/2014/main" id="{A7AA260D-C035-4DA0-8D4B-ABBF5E3A4C1A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2" name="Straight Connector 452">
              <a:extLst>
                <a:ext uri="{FF2B5EF4-FFF2-40B4-BE49-F238E27FC236}">
                  <a16:creationId xmlns:a16="http://schemas.microsoft.com/office/drawing/2014/main" id="{61C50802-3FF0-469B-98D6-1C795AE77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3" name="Straight Connector 452">
              <a:extLst>
                <a:ext uri="{FF2B5EF4-FFF2-40B4-BE49-F238E27FC236}">
                  <a16:creationId xmlns:a16="http://schemas.microsoft.com/office/drawing/2014/main" id="{803CF43E-41BA-4909-BCB8-98B5EEC87EC5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4" name="Straight Connector 452">
              <a:extLst>
                <a:ext uri="{FF2B5EF4-FFF2-40B4-BE49-F238E27FC236}">
                  <a16:creationId xmlns:a16="http://schemas.microsoft.com/office/drawing/2014/main" id="{DDF7F122-C9CB-43A8-8BD7-326D9EF3239C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5" name="Straight Connector 452">
              <a:extLst>
                <a:ext uri="{FF2B5EF4-FFF2-40B4-BE49-F238E27FC236}">
                  <a16:creationId xmlns:a16="http://schemas.microsoft.com/office/drawing/2014/main" id="{BC74F7E4-10B3-43A1-9227-E6F5ADCFA4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6" name="Straight Connector 452">
              <a:extLst>
                <a:ext uri="{FF2B5EF4-FFF2-40B4-BE49-F238E27FC236}">
                  <a16:creationId xmlns:a16="http://schemas.microsoft.com/office/drawing/2014/main" id="{8F8FEFFE-2758-46A4-AEAE-3EC2B301A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7" name="Straight Connector 452">
              <a:extLst>
                <a:ext uri="{FF2B5EF4-FFF2-40B4-BE49-F238E27FC236}">
                  <a16:creationId xmlns:a16="http://schemas.microsoft.com/office/drawing/2014/main" id="{9E51B646-6BB4-42B2-A7DB-51FD93D19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8" name="Straight Connector 452">
              <a:extLst>
                <a:ext uri="{FF2B5EF4-FFF2-40B4-BE49-F238E27FC236}">
                  <a16:creationId xmlns:a16="http://schemas.microsoft.com/office/drawing/2014/main" id="{3EF832D4-AD10-4256-B515-3797F94DE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9" name="Straight Connector 452">
              <a:extLst>
                <a:ext uri="{FF2B5EF4-FFF2-40B4-BE49-F238E27FC236}">
                  <a16:creationId xmlns:a16="http://schemas.microsoft.com/office/drawing/2014/main" id="{72028C43-D0E7-4A2B-B932-13C98F6752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0" name="Straight Connector 452">
              <a:extLst>
                <a:ext uri="{FF2B5EF4-FFF2-40B4-BE49-F238E27FC236}">
                  <a16:creationId xmlns:a16="http://schemas.microsoft.com/office/drawing/2014/main" id="{F04E2456-41B7-411A-898D-C617BF628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1" name="Straight Connector 452">
              <a:extLst>
                <a:ext uri="{FF2B5EF4-FFF2-40B4-BE49-F238E27FC236}">
                  <a16:creationId xmlns:a16="http://schemas.microsoft.com/office/drawing/2014/main" id="{63FDD261-1B1A-47C6-B522-943A67E3F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2" name="Straight Connector 452">
              <a:extLst>
                <a:ext uri="{FF2B5EF4-FFF2-40B4-BE49-F238E27FC236}">
                  <a16:creationId xmlns:a16="http://schemas.microsoft.com/office/drawing/2014/main" id="{92224B23-88DA-4DCA-A72C-12065B345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3" name="Straight Connector 452">
              <a:extLst>
                <a:ext uri="{FF2B5EF4-FFF2-40B4-BE49-F238E27FC236}">
                  <a16:creationId xmlns:a16="http://schemas.microsoft.com/office/drawing/2014/main" id="{E9C0F280-5A9F-434F-BC9F-88162E48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4" name="Straight Connector 452">
              <a:extLst>
                <a:ext uri="{FF2B5EF4-FFF2-40B4-BE49-F238E27FC236}">
                  <a16:creationId xmlns:a16="http://schemas.microsoft.com/office/drawing/2014/main" id="{C2F23B2D-FADF-438A-A13D-8A8F67BC9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5" name="Straight Connector 452">
              <a:extLst>
                <a:ext uri="{FF2B5EF4-FFF2-40B4-BE49-F238E27FC236}">
                  <a16:creationId xmlns:a16="http://schemas.microsoft.com/office/drawing/2014/main" id="{DC0EF43E-83E8-41C5-840F-B63A76AB29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6" name="Straight Connector 452">
              <a:extLst>
                <a:ext uri="{FF2B5EF4-FFF2-40B4-BE49-F238E27FC236}">
                  <a16:creationId xmlns:a16="http://schemas.microsoft.com/office/drawing/2014/main" id="{71A628C8-BC44-4C46-909E-60291F4F4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7" name="Straight Connector 452">
              <a:extLst>
                <a:ext uri="{FF2B5EF4-FFF2-40B4-BE49-F238E27FC236}">
                  <a16:creationId xmlns:a16="http://schemas.microsoft.com/office/drawing/2014/main" id="{5691F2C6-CCBE-4053-85AB-DB32C1FE45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8" name="Straight Connector 452">
              <a:extLst>
                <a:ext uri="{FF2B5EF4-FFF2-40B4-BE49-F238E27FC236}">
                  <a16:creationId xmlns:a16="http://schemas.microsoft.com/office/drawing/2014/main" id="{C7ECF288-0212-4E7B-BE21-CF024D4EE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9" name="Straight Connector 452">
              <a:extLst>
                <a:ext uri="{FF2B5EF4-FFF2-40B4-BE49-F238E27FC236}">
                  <a16:creationId xmlns:a16="http://schemas.microsoft.com/office/drawing/2014/main" id="{ECA7626E-14D8-4DBC-B281-44E9375FF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0" name="Straight Connector 452">
              <a:extLst>
                <a:ext uri="{FF2B5EF4-FFF2-40B4-BE49-F238E27FC236}">
                  <a16:creationId xmlns:a16="http://schemas.microsoft.com/office/drawing/2014/main" id="{AC2B8415-C1CD-43B4-B6A7-B4A8739A9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1" name="Straight Connector 452">
              <a:extLst>
                <a:ext uri="{FF2B5EF4-FFF2-40B4-BE49-F238E27FC236}">
                  <a16:creationId xmlns:a16="http://schemas.microsoft.com/office/drawing/2014/main" id="{E9D72DA0-57DD-4F4F-B1E1-470710FAD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2" name="Straight Connector 452">
              <a:extLst>
                <a:ext uri="{FF2B5EF4-FFF2-40B4-BE49-F238E27FC236}">
                  <a16:creationId xmlns:a16="http://schemas.microsoft.com/office/drawing/2014/main" id="{CAB2B565-6E4B-462E-8948-D2EEB12E3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3" name="Straight Connector 452">
              <a:extLst>
                <a:ext uri="{FF2B5EF4-FFF2-40B4-BE49-F238E27FC236}">
                  <a16:creationId xmlns:a16="http://schemas.microsoft.com/office/drawing/2014/main" id="{F979F77D-A2DA-45D7-A842-D41F2A8C5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4" name="Straight Connector 452">
              <a:extLst>
                <a:ext uri="{FF2B5EF4-FFF2-40B4-BE49-F238E27FC236}">
                  <a16:creationId xmlns:a16="http://schemas.microsoft.com/office/drawing/2014/main" id="{5B4E554A-0093-4A1E-AB0E-BB3A38DC3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5" name="Straight Connector 452">
              <a:extLst>
                <a:ext uri="{FF2B5EF4-FFF2-40B4-BE49-F238E27FC236}">
                  <a16:creationId xmlns:a16="http://schemas.microsoft.com/office/drawing/2014/main" id="{EDD75720-A65F-4904-AC62-84EF6DDEA8B1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6" name="Straight Connector 452">
              <a:extLst>
                <a:ext uri="{FF2B5EF4-FFF2-40B4-BE49-F238E27FC236}">
                  <a16:creationId xmlns:a16="http://schemas.microsoft.com/office/drawing/2014/main" id="{273B9D90-C1B1-4591-A1F0-454FEBBE4378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7" name="Straight Connector 452">
              <a:extLst>
                <a:ext uri="{FF2B5EF4-FFF2-40B4-BE49-F238E27FC236}">
                  <a16:creationId xmlns:a16="http://schemas.microsoft.com/office/drawing/2014/main" id="{FF0531FC-4A98-40F8-945A-668135D59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8" name="Straight Connector 452">
              <a:extLst>
                <a:ext uri="{FF2B5EF4-FFF2-40B4-BE49-F238E27FC236}">
                  <a16:creationId xmlns:a16="http://schemas.microsoft.com/office/drawing/2014/main" id="{71461F62-DDB5-45CA-972A-25525E0A89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9" name="Straight Connector 452">
              <a:extLst>
                <a:ext uri="{FF2B5EF4-FFF2-40B4-BE49-F238E27FC236}">
                  <a16:creationId xmlns:a16="http://schemas.microsoft.com/office/drawing/2014/main" id="{C7937B1A-CB09-49E2-8F26-B48400830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0" name="Straight Connector 452">
              <a:extLst>
                <a:ext uri="{FF2B5EF4-FFF2-40B4-BE49-F238E27FC236}">
                  <a16:creationId xmlns:a16="http://schemas.microsoft.com/office/drawing/2014/main" id="{4B04F51B-FA97-4D40-BB45-5CFDED465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1" name="Straight Connector 452">
              <a:extLst>
                <a:ext uri="{FF2B5EF4-FFF2-40B4-BE49-F238E27FC236}">
                  <a16:creationId xmlns:a16="http://schemas.microsoft.com/office/drawing/2014/main" id="{F7949DBF-87F1-4B86-AD42-9A31451D6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2" name="Straight Connector 452">
              <a:extLst>
                <a:ext uri="{FF2B5EF4-FFF2-40B4-BE49-F238E27FC236}">
                  <a16:creationId xmlns:a16="http://schemas.microsoft.com/office/drawing/2014/main" id="{31EC5A1A-FAF6-4944-8681-6BE091B764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3" name="Straight Connector 452">
              <a:extLst>
                <a:ext uri="{FF2B5EF4-FFF2-40B4-BE49-F238E27FC236}">
                  <a16:creationId xmlns:a16="http://schemas.microsoft.com/office/drawing/2014/main" id="{0A566EFD-786B-4EB3-9230-2E887FC71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4" name="Straight Connector 452">
              <a:extLst>
                <a:ext uri="{FF2B5EF4-FFF2-40B4-BE49-F238E27FC236}">
                  <a16:creationId xmlns:a16="http://schemas.microsoft.com/office/drawing/2014/main" id="{7B3C78AF-454E-47BB-9CDE-130059084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5" name="Straight Connector 452">
              <a:extLst>
                <a:ext uri="{FF2B5EF4-FFF2-40B4-BE49-F238E27FC236}">
                  <a16:creationId xmlns:a16="http://schemas.microsoft.com/office/drawing/2014/main" id="{5C8598C6-E760-41CC-B467-EA14196F7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6" name="Straight Connector 452">
              <a:extLst>
                <a:ext uri="{FF2B5EF4-FFF2-40B4-BE49-F238E27FC236}">
                  <a16:creationId xmlns:a16="http://schemas.microsoft.com/office/drawing/2014/main" id="{18DE5983-9A5B-49AE-987F-7F77276691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7" name="Straight Connector 452">
              <a:extLst>
                <a:ext uri="{FF2B5EF4-FFF2-40B4-BE49-F238E27FC236}">
                  <a16:creationId xmlns:a16="http://schemas.microsoft.com/office/drawing/2014/main" id="{CF402271-A613-43FD-A982-9B52C715EE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8" name="Straight Connector 452">
              <a:extLst>
                <a:ext uri="{FF2B5EF4-FFF2-40B4-BE49-F238E27FC236}">
                  <a16:creationId xmlns:a16="http://schemas.microsoft.com/office/drawing/2014/main" id="{E64288C8-47D7-4AE2-BB11-66F1B1819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9" name="Straight Connector 452">
              <a:extLst>
                <a:ext uri="{FF2B5EF4-FFF2-40B4-BE49-F238E27FC236}">
                  <a16:creationId xmlns:a16="http://schemas.microsoft.com/office/drawing/2014/main" id="{D4D90A1E-B241-4DB4-8B16-9B5418CD5A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0" name="Straight Connector 452">
              <a:extLst>
                <a:ext uri="{FF2B5EF4-FFF2-40B4-BE49-F238E27FC236}">
                  <a16:creationId xmlns:a16="http://schemas.microsoft.com/office/drawing/2014/main" id="{DB5AF3B3-29C6-478C-9E50-4397AF051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1" name="Straight Connector 452">
              <a:extLst>
                <a:ext uri="{FF2B5EF4-FFF2-40B4-BE49-F238E27FC236}">
                  <a16:creationId xmlns:a16="http://schemas.microsoft.com/office/drawing/2014/main" id="{33F10F9B-5E9C-4F4E-AA0E-39D174F95596}"/>
                </a:ext>
              </a:extLst>
            </p:cNvPr>
            <p:cNvCxnSpPr>
              <a:cxnSpLocks/>
              <a:stCxn id="4262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2" name="椭圆 4261">
              <a:extLst>
                <a:ext uri="{FF2B5EF4-FFF2-40B4-BE49-F238E27FC236}">
                  <a16:creationId xmlns:a16="http://schemas.microsoft.com/office/drawing/2014/main" id="{68A9FF9A-CCD9-4DBA-8653-7153D004D3D9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63" name="Straight Connector 452">
              <a:extLst>
                <a:ext uri="{FF2B5EF4-FFF2-40B4-BE49-F238E27FC236}">
                  <a16:creationId xmlns:a16="http://schemas.microsoft.com/office/drawing/2014/main" id="{633EEF85-31A6-4B2C-9DA7-34E36AA83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4" name="Straight Connector 452">
              <a:extLst>
                <a:ext uri="{FF2B5EF4-FFF2-40B4-BE49-F238E27FC236}">
                  <a16:creationId xmlns:a16="http://schemas.microsoft.com/office/drawing/2014/main" id="{C30277F9-93CF-43A6-9EDF-270C59314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5" name="Straight Connector 452">
              <a:extLst>
                <a:ext uri="{FF2B5EF4-FFF2-40B4-BE49-F238E27FC236}">
                  <a16:creationId xmlns:a16="http://schemas.microsoft.com/office/drawing/2014/main" id="{D8F32A7D-E340-48E8-9751-2E91B1AAFF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6" name="Straight Connector 452">
              <a:extLst>
                <a:ext uri="{FF2B5EF4-FFF2-40B4-BE49-F238E27FC236}">
                  <a16:creationId xmlns:a16="http://schemas.microsoft.com/office/drawing/2014/main" id="{5F3994E4-00C8-4BA2-94C4-2E699B40E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7" name="Straight Connector 452">
              <a:extLst>
                <a:ext uri="{FF2B5EF4-FFF2-40B4-BE49-F238E27FC236}">
                  <a16:creationId xmlns:a16="http://schemas.microsoft.com/office/drawing/2014/main" id="{74230D2D-5842-4E9E-B5EE-44518F448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8" name="Straight Connector 452">
              <a:extLst>
                <a:ext uri="{FF2B5EF4-FFF2-40B4-BE49-F238E27FC236}">
                  <a16:creationId xmlns:a16="http://schemas.microsoft.com/office/drawing/2014/main" id="{FCAF201A-B22B-41BE-872D-9DB212E19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9" name="Straight Connector 452">
              <a:extLst>
                <a:ext uri="{FF2B5EF4-FFF2-40B4-BE49-F238E27FC236}">
                  <a16:creationId xmlns:a16="http://schemas.microsoft.com/office/drawing/2014/main" id="{DE854392-1C28-4D92-856E-F9F00195B275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0" name="Straight Connector 452">
              <a:extLst>
                <a:ext uri="{FF2B5EF4-FFF2-40B4-BE49-F238E27FC236}">
                  <a16:creationId xmlns:a16="http://schemas.microsoft.com/office/drawing/2014/main" id="{3A4A024C-9C57-4C1F-8C3B-5D6087F6D3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1" name="Straight Connector 452">
              <a:extLst>
                <a:ext uri="{FF2B5EF4-FFF2-40B4-BE49-F238E27FC236}">
                  <a16:creationId xmlns:a16="http://schemas.microsoft.com/office/drawing/2014/main" id="{E389C142-03F9-4537-BFCF-3360643CA6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2" name="Straight Connector 452">
              <a:extLst>
                <a:ext uri="{FF2B5EF4-FFF2-40B4-BE49-F238E27FC236}">
                  <a16:creationId xmlns:a16="http://schemas.microsoft.com/office/drawing/2014/main" id="{2B02A0EA-5331-4F39-8EAC-469ABCD78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3" name="Straight Connector 452">
              <a:extLst>
                <a:ext uri="{FF2B5EF4-FFF2-40B4-BE49-F238E27FC236}">
                  <a16:creationId xmlns:a16="http://schemas.microsoft.com/office/drawing/2014/main" id="{465709EE-8562-48B3-AE57-52F94D15B0CD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4" name="Straight Connector 452">
              <a:extLst>
                <a:ext uri="{FF2B5EF4-FFF2-40B4-BE49-F238E27FC236}">
                  <a16:creationId xmlns:a16="http://schemas.microsoft.com/office/drawing/2014/main" id="{2C785C35-9288-4793-AA2A-41FF5D6885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5" name="椭圆 4274">
              <a:extLst>
                <a:ext uri="{FF2B5EF4-FFF2-40B4-BE49-F238E27FC236}">
                  <a16:creationId xmlns:a16="http://schemas.microsoft.com/office/drawing/2014/main" id="{C00D865C-3B48-4F28-AD40-574B86A642A2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76" name="Straight Connector 452">
              <a:extLst>
                <a:ext uri="{FF2B5EF4-FFF2-40B4-BE49-F238E27FC236}">
                  <a16:creationId xmlns:a16="http://schemas.microsoft.com/office/drawing/2014/main" id="{F77EE5A7-3B2F-4083-8EA6-026D28997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7" name="Straight Connector 452">
              <a:extLst>
                <a:ext uri="{FF2B5EF4-FFF2-40B4-BE49-F238E27FC236}">
                  <a16:creationId xmlns:a16="http://schemas.microsoft.com/office/drawing/2014/main" id="{72CC38A6-2B5C-4A71-8AD3-8DD80222308F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8" name="Straight Connector 452">
              <a:extLst>
                <a:ext uri="{FF2B5EF4-FFF2-40B4-BE49-F238E27FC236}">
                  <a16:creationId xmlns:a16="http://schemas.microsoft.com/office/drawing/2014/main" id="{400E7876-F844-4772-957C-45F1D09A6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9" name="Straight Connector 452">
              <a:extLst>
                <a:ext uri="{FF2B5EF4-FFF2-40B4-BE49-F238E27FC236}">
                  <a16:creationId xmlns:a16="http://schemas.microsoft.com/office/drawing/2014/main" id="{22AC01AA-DFE5-4A6F-A210-539A0496C571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0" name="椭圆 4279">
              <a:extLst>
                <a:ext uri="{FF2B5EF4-FFF2-40B4-BE49-F238E27FC236}">
                  <a16:creationId xmlns:a16="http://schemas.microsoft.com/office/drawing/2014/main" id="{9AEC4825-78ED-428E-A155-7F449238E4BA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81" name="Straight Connector 452">
              <a:extLst>
                <a:ext uri="{FF2B5EF4-FFF2-40B4-BE49-F238E27FC236}">
                  <a16:creationId xmlns:a16="http://schemas.microsoft.com/office/drawing/2014/main" id="{320DC1DF-B1D5-4257-A4A7-BB450C1AC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2" name="Straight Connector 452">
              <a:extLst>
                <a:ext uri="{FF2B5EF4-FFF2-40B4-BE49-F238E27FC236}">
                  <a16:creationId xmlns:a16="http://schemas.microsoft.com/office/drawing/2014/main" id="{4313FFBC-E223-4D5A-AD6A-6DA0D21733AD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3" name="Straight Connector 452">
              <a:extLst>
                <a:ext uri="{FF2B5EF4-FFF2-40B4-BE49-F238E27FC236}">
                  <a16:creationId xmlns:a16="http://schemas.microsoft.com/office/drawing/2014/main" id="{A518BA63-F98B-445A-AB8A-F3677E1E6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4" name="Straight Connector 452">
              <a:extLst>
                <a:ext uri="{FF2B5EF4-FFF2-40B4-BE49-F238E27FC236}">
                  <a16:creationId xmlns:a16="http://schemas.microsoft.com/office/drawing/2014/main" id="{3F891741-D54A-492F-A5C8-826F5DD999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85" name="Straight Connector 452">
              <a:extLst>
                <a:ext uri="{FF2B5EF4-FFF2-40B4-BE49-F238E27FC236}">
                  <a16:creationId xmlns:a16="http://schemas.microsoft.com/office/drawing/2014/main" id="{F3111CF6-01F6-4328-83F9-9E590E4FC9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6" name="Straight Connector 452">
              <a:extLst>
                <a:ext uri="{FF2B5EF4-FFF2-40B4-BE49-F238E27FC236}">
                  <a16:creationId xmlns:a16="http://schemas.microsoft.com/office/drawing/2014/main" id="{7521C67A-33DF-40EB-8DEF-D9038EE75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7" name="Straight Connector 452">
              <a:extLst>
                <a:ext uri="{FF2B5EF4-FFF2-40B4-BE49-F238E27FC236}">
                  <a16:creationId xmlns:a16="http://schemas.microsoft.com/office/drawing/2014/main" id="{EC639A7E-128B-4D72-8D93-BA2A36F5301E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8" name="Straight Connector 452">
              <a:extLst>
                <a:ext uri="{FF2B5EF4-FFF2-40B4-BE49-F238E27FC236}">
                  <a16:creationId xmlns:a16="http://schemas.microsoft.com/office/drawing/2014/main" id="{35B7EB23-3627-4BB6-AEFE-0443F4C06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9" name="Straight Connector 452">
              <a:extLst>
                <a:ext uri="{FF2B5EF4-FFF2-40B4-BE49-F238E27FC236}">
                  <a16:creationId xmlns:a16="http://schemas.microsoft.com/office/drawing/2014/main" id="{936FB2A4-DD01-40BC-920B-1162AB4A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0" name="Straight Connector 452">
              <a:extLst>
                <a:ext uri="{FF2B5EF4-FFF2-40B4-BE49-F238E27FC236}">
                  <a16:creationId xmlns:a16="http://schemas.microsoft.com/office/drawing/2014/main" id="{671D793E-31CC-4B30-BFBD-7B0612E11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1" name="Straight Connector 452">
              <a:extLst>
                <a:ext uri="{FF2B5EF4-FFF2-40B4-BE49-F238E27FC236}">
                  <a16:creationId xmlns:a16="http://schemas.microsoft.com/office/drawing/2014/main" id="{2B2CDA16-DFA4-4114-B778-67865989A7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2" name="Straight Connector 452">
              <a:extLst>
                <a:ext uri="{FF2B5EF4-FFF2-40B4-BE49-F238E27FC236}">
                  <a16:creationId xmlns:a16="http://schemas.microsoft.com/office/drawing/2014/main" id="{433ED568-82EF-4357-81C9-541C16F637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3" name="Straight Connector 452">
              <a:extLst>
                <a:ext uri="{FF2B5EF4-FFF2-40B4-BE49-F238E27FC236}">
                  <a16:creationId xmlns:a16="http://schemas.microsoft.com/office/drawing/2014/main" id="{688EDC39-CD09-45AF-B04B-154280B7D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4" name="Straight Connector 452">
              <a:extLst>
                <a:ext uri="{FF2B5EF4-FFF2-40B4-BE49-F238E27FC236}">
                  <a16:creationId xmlns:a16="http://schemas.microsoft.com/office/drawing/2014/main" id="{392FFD6B-7941-477D-9CAC-D02203AD2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5" name="Straight Connector 452">
              <a:extLst>
                <a:ext uri="{FF2B5EF4-FFF2-40B4-BE49-F238E27FC236}">
                  <a16:creationId xmlns:a16="http://schemas.microsoft.com/office/drawing/2014/main" id="{CCCA45CE-D468-4252-98C8-87959202F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6" name="Straight Connector 452">
              <a:extLst>
                <a:ext uri="{FF2B5EF4-FFF2-40B4-BE49-F238E27FC236}">
                  <a16:creationId xmlns:a16="http://schemas.microsoft.com/office/drawing/2014/main" id="{14EE6A3C-D42C-4692-BFF1-8A0EB1452CC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7" name="Straight Connector 452">
              <a:extLst>
                <a:ext uri="{FF2B5EF4-FFF2-40B4-BE49-F238E27FC236}">
                  <a16:creationId xmlns:a16="http://schemas.microsoft.com/office/drawing/2014/main" id="{01C8CD05-8D1D-4496-B5D5-9C668B14D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8" name="Straight Connector 452">
              <a:extLst>
                <a:ext uri="{FF2B5EF4-FFF2-40B4-BE49-F238E27FC236}">
                  <a16:creationId xmlns:a16="http://schemas.microsoft.com/office/drawing/2014/main" id="{70051C4D-3ECD-43DD-B13D-95E85F89E33E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9" name="Straight Connector 452">
              <a:extLst>
                <a:ext uri="{FF2B5EF4-FFF2-40B4-BE49-F238E27FC236}">
                  <a16:creationId xmlns:a16="http://schemas.microsoft.com/office/drawing/2014/main" id="{1918A444-2321-4843-BE16-0E81D8E2A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0" name="Straight Connector 452">
              <a:extLst>
                <a:ext uri="{FF2B5EF4-FFF2-40B4-BE49-F238E27FC236}">
                  <a16:creationId xmlns:a16="http://schemas.microsoft.com/office/drawing/2014/main" id="{4A322035-AD0B-4BD4-BAB6-62DB7C3A3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1" name="Straight Connector 452">
              <a:extLst>
                <a:ext uri="{FF2B5EF4-FFF2-40B4-BE49-F238E27FC236}">
                  <a16:creationId xmlns:a16="http://schemas.microsoft.com/office/drawing/2014/main" id="{F9BF6988-D006-456E-93B6-9E278F09C53B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2" name="Straight Connector 452">
              <a:extLst>
                <a:ext uri="{FF2B5EF4-FFF2-40B4-BE49-F238E27FC236}">
                  <a16:creationId xmlns:a16="http://schemas.microsoft.com/office/drawing/2014/main" id="{683BAA00-3062-49D9-B654-71F84C5A3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3" name="Straight Connector 452">
              <a:extLst>
                <a:ext uri="{FF2B5EF4-FFF2-40B4-BE49-F238E27FC236}">
                  <a16:creationId xmlns:a16="http://schemas.microsoft.com/office/drawing/2014/main" id="{E525DF14-6C11-4C21-A2ED-646085930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4" name="Straight Connector 452">
              <a:extLst>
                <a:ext uri="{FF2B5EF4-FFF2-40B4-BE49-F238E27FC236}">
                  <a16:creationId xmlns:a16="http://schemas.microsoft.com/office/drawing/2014/main" id="{353A6D85-5E8B-4C0D-A52F-43F8D66D9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5" name="Straight Connector 452">
              <a:extLst>
                <a:ext uri="{FF2B5EF4-FFF2-40B4-BE49-F238E27FC236}">
                  <a16:creationId xmlns:a16="http://schemas.microsoft.com/office/drawing/2014/main" id="{12DC67B1-9AFA-4F00-A60A-9162625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6" name="Straight Connector 452">
              <a:extLst>
                <a:ext uri="{FF2B5EF4-FFF2-40B4-BE49-F238E27FC236}">
                  <a16:creationId xmlns:a16="http://schemas.microsoft.com/office/drawing/2014/main" id="{548CE473-B4D5-4E02-AB51-A87CC5877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7" name="Straight Connector 452">
              <a:extLst>
                <a:ext uri="{FF2B5EF4-FFF2-40B4-BE49-F238E27FC236}">
                  <a16:creationId xmlns:a16="http://schemas.microsoft.com/office/drawing/2014/main" id="{AEA3DCDF-204B-474C-9E5A-D239179E8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8" name="Straight Connector 452">
              <a:extLst>
                <a:ext uri="{FF2B5EF4-FFF2-40B4-BE49-F238E27FC236}">
                  <a16:creationId xmlns:a16="http://schemas.microsoft.com/office/drawing/2014/main" id="{9370C485-B4B6-4759-85C8-87289DE01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9" name="Straight Connector 452">
              <a:extLst>
                <a:ext uri="{FF2B5EF4-FFF2-40B4-BE49-F238E27FC236}">
                  <a16:creationId xmlns:a16="http://schemas.microsoft.com/office/drawing/2014/main" id="{483FB0A9-E2E1-4DB4-916E-A28EB23A40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0" name="Straight Connector 452">
              <a:extLst>
                <a:ext uri="{FF2B5EF4-FFF2-40B4-BE49-F238E27FC236}">
                  <a16:creationId xmlns:a16="http://schemas.microsoft.com/office/drawing/2014/main" id="{6178E42C-2379-4F04-BF77-DFE54C94E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1" name="Straight Connector 452">
              <a:extLst>
                <a:ext uri="{FF2B5EF4-FFF2-40B4-BE49-F238E27FC236}">
                  <a16:creationId xmlns:a16="http://schemas.microsoft.com/office/drawing/2014/main" id="{CA6BA4C0-5441-489F-B08F-B46165DBEF74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2" name="Straight Connector 452">
              <a:extLst>
                <a:ext uri="{FF2B5EF4-FFF2-40B4-BE49-F238E27FC236}">
                  <a16:creationId xmlns:a16="http://schemas.microsoft.com/office/drawing/2014/main" id="{0B961FF4-6E3D-4490-86F6-E644CDD37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3" name="Straight Connector 452">
              <a:extLst>
                <a:ext uri="{FF2B5EF4-FFF2-40B4-BE49-F238E27FC236}">
                  <a16:creationId xmlns:a16="http://schemas.microsoft.com/office/drawing/2014/main" id="{9617BDF4-6025-4253-A57C-8AF5B64C0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4" name="Straight Connector 452">
              <a:extLst>
                <a:ext uri="{FF2B5EF4-FFF2-40B4-BE49-F238E27FC236}">
                  <a16:creationId xmlns:a16="http://schemas.microsoft.com/office/drawing/2014/main" id="{C3B64F7D-471E-4640-8B07-6C707303B5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5" name="Straight Connector 452">
              <a:extLst>
                <a:ext uri="{FF2B5EF4-FFF2-40B4-BE49-F238E27FC236}">
                  <a16:creationId xmlns:a16="http://schemas.microsoft.com/office/drawing/2014/main" id="{462A380D-3218-4956-9F45-753E80A6A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6" name="Straight Connector 452">
              <a:extLst>
                <a:ext uri="{FF2B5EF4-FFF2-40B4-BE49-F238E27FC236}">
                  <a16:creationId xmlns:a16="http://schemas.microsoft.com/office/drawing/2014/main" id="{1E3D9DDD-04F4-4203-811D-3208D80FB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7" name="Straight Connector 452">
              <a:extLst>
                <a:ext uri="{FF2B5EF4-FFF2-40B4-BE49-F238E27FC236}">
                  <a16:creationId xmlns:a16="http://schemas.microsoft.com/office/drawing/2014/main" id="{CB365B26-3128-4F2C-A8B6-BC2206CD9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8" name="Straight Connector 452">
              <a:extLst>
                <a:ext uri="{FF2B5EF4-FFF2-40B4-BE49-F238E27FC236}">
                  <a16:creationId xmlns:a16="http://schemas.microsoft.com/office/drawing/2014/main" id="{34E3B23D-CCF4-4DA4-94E8-4F92A1960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9" name="Straight Connector 452">
              <a:extLst>
                <a:ext uri="{FF2B5EF4-FFF2-40B4-BE49-F238E27FC236}">
                  <a16:creationId xmlns:a16="http://schemas.microsoft.com/office/drawing/2014/main" id="{F3997243-EE7C-4473-A866-D0428E9FF2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0" name="Straight Connector 452">
              <a:extLst>
                <a:ext uri="{FF2B5EF4-FFF2-40B4-BE49-F238E27FC236}">
                  <a16:creationId xmlns:a16="http://schemas.microsoft.com/office/drawing/2014/main" id="{F2D576F5-F830-4C16-ACEB-B7F11B5C2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1" name="Straight Connector 452">
              <a:extLst>
                <a:ext uri="{FF2B5EF4-FFF2-40B4-BE49-F238E27FC236}">
                  <a16:creationId xmlns:a16="http://schemas.microsoft.com/office/drawing/2014/main" id="{C147E105-F801-43E4-AC3F-D2403A9152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2" name="Straight Connector 452">
              <a:extLst>
                <a:ext uri="{FF2B5EF4-FFF2-40B4-BE49-F238E27FC236}">
                  <a16:creationId xmlns:a16="http://schemas.microsoft.com/office/drawing/2014/main" id="{93BF5CE9-B8F5-42D5-A224-F2C5FA0AC6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3" name="Straight Connector 452">
              <a:extLst>
                <a:ext uri="{FF2B5EF4-FFF2-40B4-BE49-F238E27FC236}">
                  <a16:creationId xmlns:a16="http://schemas.microsoft.com/office/drawing/2014/main" id="{7D6287FF-9564-4CC8-A43F-9F1808A21F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4" name="Straight Connector 452">
              <a:extLst>
                <a:ext uri="{FF2B5EF4-FFF2-40B4-BE49-F238E27FC236}">
                  <a16:creationId xmlns:a16="http://schemas.microsoft.com/office/drawing/2014/main" id="{613D6B35-C677-4BF2-A524-17241F544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5" name="Straight Connector 452">
              <a:extLst>
                <a:ext uri="{FF2B5EF4-FFF2-40B4-BE49-F238E27FC236}">
                  <a16:creationId xmlns:a16="http://schemas.microsoft.com/office/drawing/2014/main" id="{4AD127B1-01CD-4AA3-B85E-ED26BD441D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6" name="Straight Connector 452">
              <a:extLst>
                <a:ext uri="{FF2B5EF4-FFF2-40B4-BE49-F238E27FC236}">
                  <a16:creationId xmlns:a16="http://schemas.microsoft.com/office/drawing/2014/main" id="{F4FA901C-CE23-4729-A4BE-6E020CE330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7" name="Straight Connector 452">
              <a:extLst>
                <a:ext uri="{FF2B5EF4-FFF2-40B4-BE49-F238E27FC236}">
                  <a16:creationId xmlns:a16="http://schemas.microsoft.com/office/drawing/2014/main" id="{F7E00015-2AF6-40DA-981B-59B126EA3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8" name="Straight Connector 452">
              <a:extLst>
                <a:ext uri="{FF2B5EF4-FFF2-40B4-BE49-F238E27FC236}">
                  <a16:creationId xmlns:a16="http://schemas.microsoft.com/office/drawing/2014/main" id="{ECB629AA-0649-4833-A263-3D44183921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9" name="Straight Connector 452">
              <a:extLst>
                <a:ext uri="{FF2B5EF4-FFF2-40B4-BE49-F238E27FC236}">
                  <a16:creationId xmlns:a16="http://schemas.microsoft.com/office/drawing/2014/main" id="{EF0B5590-83A9-44CF-83F2-0F5BBC2C4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0" name="Straight Connector 452">
              <a:extLst>
                <a:ext uri="{FF2B5EF4-FFF2-40B4-BE49-F238E27FC236}">
                  <a16:creationId xmlns:a16="http://schemas.microsoft.com/office/drawing/2014/main" id="{A3A9C013-9DAE-4101-A49B-43C756095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1" name="矩形 4330">
              <a:extLst>
                <a:ext uri="{FF2B5EF4-FFF2-40B4-BE49-F238E27FC236}">
                  <a16:creationId xmlns:a16="http://schemas.microsoft.com/office/drawing/2014/main" id="{B43F2956-32E5-4876-B7A5-6ADB856B02A0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4332" name="文本框 4331">
              <a:extLst>
                <a:ext uri="{FF2B5EF4-FFF2-40B4-BE49-F238E27FC236}">
                  <a16:creationId xmlns:a16="http://schemas.microsoft.com/office/drawing/2014/main" id="{BAF59EF4-DA5D-4486-9FBD-AB516EFFC331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3" name="文本框 4332">
              <a:extLst>
                <a:ext uri="{FF2B5EF4-FFF2-40B4-BE49-F238E27FC236}">
                  <a16:creationId xmlns:a16="http://schemas.microsoft.com/office/drawing/2014/main" id="{99F788B5-396A-4A5B-B2BD-277E88B1D9C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4" name="文本框 4333">
              <a:extLst>
                <a:ext uri="{FF2B5EF4-FFF2-40B4-BE49-F238E27FC236}">
                  <a16:creationId xmlns:a16="http://schemas.microsoft.com/office/drawing/2014/main" id="{C9F8B2CF-67B4-458E-86DA-E6D52B4AC887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5" name="文本框 4334">
              <a:extLst>
                <a:ext uri="{FF2B5EF4-FFF2-40B4-BE49-F238E27FC236}">
                  <a16:creationId xmlns:a16="http://schemas.microsoft.com/office/drawing/2014/main" id="{61BB1028-BD91-4ABF-A3E5-4A4161746841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6" name="文本框 4335">
              <a:extLst>
                <a:ext uri="{FF2B5EF4-FFF2-40B4-BE49-F238E27FC236}">
                  <a16:creationId xmlns:a16="http://schemas.microsoft.com/office/drawing/2014/main" id="{0EDC594C-261C-4A88-9B96-0FDFF96A90A8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7" name="文本框 4336">
              <a:extLst>
                <a:ext uri="{FF2B5EF4-FFF2-40B4-BE49-F238E27FC236}">
                  <a16:creationId xmlns:a16="http://schemas.microsoft.com/office/drawing/2014/main" id="{D300A33D-50EB-4739-B779-000D1EE3CC6E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8" name="文本框 4337">
              <a:extLst>
                <a:ext uri="{FF2B5EF4-FFF2-40B4-BE49-F238E27FC236}">
                  <a16:creationId xmlns:a16="http://schemas.microsoft.com/office/drawing/2014/main" id="{5EAB8ACD-0BCF-48F6-93E3-ACDD9676433D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4339" name="Straight Connector 452">
              <a:extLst>
                <a:ext uri="{FF2B5EF4-FFF2-40B4-BE49-F238E27FC236}">
                  <a16:creationId xmlns:a16="http://schemas.microsoft.com/office/drawing/2014/main" id="{58ACA803-31B1-4A31-AF1F-A9784762AD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4" y="7570791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0" name="Straight Connector 452">
              <a:extLst>
                <a:ext uri="{FF2B5EF4-FFF2-40B4-BE49-F238E27FC236}">
                  <a16:creationId xmlns:a16="http://schemas.microsoft.com/office/drawing/2014/main" id="{CA9711EE-E258-4E13-A0CD-B9A6657AB9A6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1" name="Straight Connector 452">
              <a:extLst>
                <a:ext uri="{FF2B5EF4-FFF2-40B4-BE49-F238E27FC236}">
                  <a16:creationId xmlns:a16="http://schemas.microsoft.com/office/drawing/2014/main" id="{8325DC0C-A69F-484F-A268-480C77E8D0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2" name="Straight Connector 452">
              <a:extLst>
                <a:ext uri="{FF2B5EF4-FFF2-40B4-BE49-F238E27FC236}">
                  <a16:creationId xmlns:a16="http://schemas.microsoft.com/office/drawing/2014/main" id="{817B5E19-405D-4CA3-9C9F-95AC72F36A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3" name="Straight Connector 452">
              <a:extLst>
                <a:ext uri="{FF2B5EF4-FFF2-40B4-BE49-F238E27FC236}">
                  <a16:creationId xmlns:a16="http://schemas.microsoft.com/office/drawing/2014/main" id="{69F30627-3E08-468B-AE50-4039BB197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44" name="Straight Connector 452">
              <a:extLst>
                <a:ext uri="{FF2B5EF4-FFF2-40B4-BE49-F238E27FC236}">
                  <a16:creationId xmlns:a16="http://schemas.microsoft.com/office/drawing/2014/main" id="{289B8668-A7B0-420F-9EEF-8CBA0A41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5" name="Straight Connector 452">
              <a:extLst>
                <a:ext uri="{FF2B5EF4-FFF2-40B4-BE49-F238E27FC236}">
                  <a16:creationId xmlns:a16="http://schemas.microsoft.com/office/drawing/2014/main" id="{8CF19C59-918D-45B0-B14F-DE80A4802683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6" name="Arrow: Down 1">
              <a:extLst>
                <a:ext uri="{FF2B5EF4-FFF2-40B4-BE49-F238E27FC236}">
                  <a16:creationId xmlns:a16="http://schemas.microsoft.com/office/drawing/2014/main" id="{36B0BC0B-A9BD-4DAB-A976-01A7183A8BA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47" name="Straight Connector 452">
              <a:extLst>
                <a:ext uri="{FF2B5EF4-FFF2-40B4-BE49-F238E27FC236}">
                  <a16:creationId xmlns:a16="http://schemas.microsoft.com/office/drawing/2014/main" id="{C4AF5BF0-E5E3-49E1-80C5-5D0A84A97587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8" name="Straight Connector 452">
              <a:extLst>
                <a:ext uri="{FF2B5EF4-FFF2-40B4-BE49-F238E27FC236}">
                  <a16:creationId xmlns:a16="http://schemas.microsoft.com/office/drawing/2014/main" id="{A173461C-6C72-435E-B8CB-AE2D0545D62A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9" name="TextBox 647">
              <a:extLst>
                <a:ext uri="{FF2B5EF4-FFF2-40B4-BE49-F238E27FC236}">
                  <a16:creationId xmlns:a16="http://schemas.microsoft.com/office/drawing/2014/main" id="{08F8306A-EC76-4214-A5CB-F948A6BCD620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4350" name="TextBox 648">
              <a:extLst>
                <a:ext uri="{FF2B5EF4-FFF2-40B4-BE49-F238E27FC236}">
                  <a16:creationId xmlns:a16="http://schemas.microsoft.com/office/drawing/2014/main" id="{7C76563A-CCE5-4521-A6C1-780AEAE79760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4351" name="TextBox 649">
              <a:extLst>
                <a:ext uri="{FF2B5EF4-FFF2-40B4-BE49-F238E27FC236}">
                  <a16:creationId xmlns:a16="http://schemas.microsoft.com/office/drawing/2014/main" id="{3D4CD7B4-DEE4-47DD-A676-E583DC116E93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4352" name="TextBox 650">
              <a:extLst>
                <a:ext uri="{FF2B5EF4-FFF2-40B4-BE49-F238E27FC236}">
                  <a16:creationId xmlns:a16="http://schemas.microsoft.com/office/drawing/2014/main" id="{5046CB53-6D7F-4C11-844D-FA67B14E121D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4353" name="TextBox 651">
              <a:extLst>
                <a:ext uri="{FF2B5EF4-FFF2-40B4-BE49-F238E27FC236}">
                  <a16:creationId xmlns:a16="http://schemas.microsoft.com/office/drawing/2014/main" id="{1A21DDD7-2661-4163-A941-A844B262941B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4354" name="TextBox 652">
              <a:extLst>
                <a:ext uri="{FF2B5EF4-FFF2-40B4-BE49-F238E27FC236}">
                  <a16:creationId xmlns:a16="http://schemas.microsoft.com/office/drawing/2014/main" id="{DB524DFE-A454-4CDD-9F1D-15F786063744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4355" name="TextBox 653">
              <a:extLst>
                <a:ext uri="{FF2B5EF4-FFF2-40B4-BE49-F238E27FC236}">
                  <a16:creationId xmlns:a16="http://schemas.microsoft.com/office/drawing/2014/main" id="{8E0513E7-2885-4D5C-A24C-4D0042C598CF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4356" name="TextBox 654">
              <a:extLst>
                <a:ext uri="{FF2B5EF4-FFF2-40B4-BE49-F238E27FC236}">
                  <a16:creationId xmlns:a16="http://schemas.microsoft.com/office/drawing/2014/main" id="{E148B14E-1858-41DB-9807-D5726AF3EC3A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4357" name="TextBox 657">
              <a:extLst>
                <a:ext uri="{FF2B5EF4-FFF2-40B4-BE49-F238E27FC236}">
                  <a16:creationId xmlns:a16="http://schemas.microsoft.com/office/drawing/2014/main" id="{BBE5BCC6-C2BD-4351-86D8-5B0E9D1FD08E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4358" name="Straight Connector 452">
              <a:extLst>
                <a:ext uri="{FF2B5EF4-FFF2-40B4-BE49-F238E27FC236}">
                  <a16:creationId xmlns:a16="http://schemas.microsoft.com/office/drawing/2014/main" id="{7A195414-DDFA-48F6-A0A2-DD50E55B37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9" name="Straight Connector 452">
              <a:extLst>
                <a:ext uri="{FF2B5EF4-FFF2-40B4-BE49-F238E27FC236}">
                  <a16:creationId xmlns:a16="http://schemas.microsoft.com/office/drawing/2014/main" id="{D75A4C1B-2185-4F3E-A49F-E7F1474C9287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0" name="Straight Connector 452">
              <a:extLst>
                <a:ext uri="{FF2B5EF4-FFF2-40B4-BE49-F238E27FC236}">
                  <a16:creationId xmlns:a16="http://schemas.microsoft.com/office/drawing/2014/main" id="{F5255874-BD69-4EA3-B676-3B3EF26C47C0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1" name="Straight Connector 452">
              <a:extLst>
                <a:ext uri="{FF2B5EF4-FFF2-40B4-BE49-F238E27FC236}">
                  <a16:creationId xmlns:a16="http://schemas.microsoft.com/office/drawing/2014/main" id="{4546213C-7FC8-4296-8212-B5F73EB82D0A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2" name="Straight Connector 452">
              <a:extLst>
                <a:ext uri="{FF2B5EF4-FFF2-40B4-BE49-F238E27FC236}">
                  <a16:creationId xmlns:a16="http://schemas.microsoft.com/office/drawing/2014/main" id="{1D40D034-0CB5-4C7D-88C5-4DE4049A3D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3" name="Straight Connector 452">
              <a:extLst>
                <a:ext uri="{FF2B5EF4-FFF2-40B4-BE49-F238E27FC236}">
                  <a16:creationId xmlns:a16="http://schemas.microsoft.com/office/drawing/2014/main" id="{A7F9B7C6-4D2A-4D61-BE57-6DA6FDEE5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4" name="Straight Connector 452">
              <a:extLst>
                <a:ext uri="{FF2B5EF4-FFF2-40B4-BE49-F238E27FC236}">
                  <a16:creationId xmlns:a16="http://schemas.microsoft.com/office/drawing/2014/main" id="{FE495D79-CDB0-42EA-921B-C003BB15DF8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5" name="Straight Connector 452">
              <a:extLst>
                <a:ext uri="{FF2B5EF4-FFF2-40B4-BE49-F238E27FC236}">
                  <a16:creationId xmlns:a16="http://schemas.microsoft.com/office/drawing/2014/main" id="{E7A154C7-D83D-4950-8AF7-63868FB0CE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6" name="Straight Connector 452">
              <a:extLst>
                <a:ext uri="{FF2B5EF4-FFF2-40B4-BE49-F238E27FC236}">
                  <a16:creationId xmlns:a16="http://schemas.microsoft.com/office/drawing/2014/main" id="{79A3FC47-616E-43C0-AF8A-55620A173595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7" name="Straight Connector 452">
              <a:extLst>
                <a:ext uri="{FF2B5EF4-FFF2-40B4-BE49-F238E27FC236}">
                  <a16:creationId xmlns:a16="http://schemas.microsoft.com/office/drawing/2014/main" id="{4147A6A0-CC58-4EC9-90FB-11E7E029E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8" name="Straight Connector 452">
              <a:extLst>
                <a:ext uri="{FF2B5EF4-FFF2-40B4-BE49-F238E27FC236}">
                  <a16:creationId xmlns:a16="http://schemas.microsoft.com/office/drawing/2014/main" id="{1362F279-83B2-45C5-9AE4-723D7BE84404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9" name="Straight Connector 452">
              <a:extLst>
                <a:ext uri="{FF2B5EF4-FFF2-40B4-BE49-F238E27FC236}">
                  <a16:creationId xmlns:a16="http://schemas.microsoft.com/office/drawing/2014/main" id="{02E8DE0E-5507-498A-96DB-5E6EF16DF7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0" name="Straight Connector 452">
              <a:extLst>
                <a:ext uri="{FF2B5EF4-FFF2-40B4-BE49-F238E27FC236}">
                  <a16:creationId xmlns:a16="http://schemas.microsoft.com/office/drawing/2014/main" id="{AA585F63-633D-40AE-808A-072D15B9D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1" name="Straight Connector 452">
              <a:extLst>
                <a:ext uri="{FF2B5EF4-FFF2-40B4-BE49-F238E27FC236}">
                  <a16:creationId xmlns:a16="http://schemas.microsoft.com/office/drawing/2014/main" id="{3FB7D667-93FC-4A13-8E70-9AC14ABFD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2" name="Straight Connector 452">
              <a:extLst>
                <a:ext uri="{FF2B5EF4-FFF2-40B4-BE49-F238E27FC236}">
                  <a16:creationId xmlns:a16="http://schemas.microsoft.com/office/drawing/2014/main" id="{0B65B46A-350C-499F-822E-38E40297FAE8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3" name="Straight Connector 452">
              <a:extLst>
                <a:ext uri="{FF2B5EF4-FFF2-40B4-BE49-F238E27FC236}">
                  <a16:creationId xmlns:a16="http://schemas.microsoft.com/office/drawing/2014/main" id="{254A8F7D-97B3-46B1-BB2B-A060DED590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4" name="Straight Connector 452">
              <a:extLst>
                <a:ext uri="{FF2B5EF4-FFF2-40B4-BE49-F238E27FC236}">
                  <a16:creationId xmlns:a16="http://schemas.microsoft.com/office/drawing/2014/main" id="{5650148C-8061-477C-A378-8F8E42B09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5" name="Straight Connector 452">
              <a:extLst>
                <a:ext uri="{FF2B5EF4-FFF2-40B4-BE49-F238E27FC236}">
                  <a16:creationId xmlns:a16="http://schemas.microsoft.com/office/drawing/2014/main" id="{889FB54B-A238-44ED-AEA9-3DBAFA06D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6" name="Straight Connector 452">
              <a:extLst>
                <a:ext uri="{FF2B5EF4-FFF2-40B4-BE49-F238E27FC236}">
                  <a16:creationId xmlns:a16="http://schemas.microsoft.com/office/drawing/2014/main" id="{04536D96-915A-4B54-8B42-AA2A3A33E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7" name="Straight Connector 452">
              <a:extLst>
                <a:ext uri="{FF2B5EF4-FFF2-40B4-BE49-F238E27FC236}">
                  <a16:creationId xmlns:a16="http://schemas.microsoft.com/office/drawing/2014/main" id="{95FDC19E-ACB8-4A62-8A57-847F1FAC7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8" name="Straight Connector 452">
              <a:extLst>
                <a:ext uri="{FF2B5EF4-FFF2-40B4-BE49-F238E27FC236}">
                  <a16:creationId xmlns:a16="http://schemas.microsoft.com/office/drawing/2014/main" id="{4C57B86D-8934-4122-A98C-0FCDC33F03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9" name="Straight Connector 452">
              <a:extLst>
                <a:ext uri="{FF2B5EF4-FFF2-40B4-BE49-F238E27FC236}">
                  <a16:creationId xmlns:a16="http://schemas.microsoft.com/office/drawing/2014/main" id="{9F7D4685-CD78-47BD-B3B5-6C3CE09173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0" name="Straight Connector 452">
              <a:extLst>
                <a:ext uri="{FF2B5EF4-FFF2-40B4-BE49-F238E27FC236}">
                  <a16:creationId xmlns:a16="http://schemas.microsoft.com/office/drawing/2014/main" id="{8BF3A4FE-4A04-490C-9298-60432BB2562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1" name="Straight Connector 452">
              <a:extLst>
                <a:ext uri="{FF2B5EF4-FFF2-40B4-BE49-F238E27FC236}">
                  <a16:creationId xmlns:a16="http://schemas.microsoft.com/office/drawing/2014/main" id="{70AB4A55-9523-4A21-900C-8ADDE5312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2" name="Straight Connector 452">
              <a:extLst>
                <a:ext uri="{FF2B5EF4-FFF2-40B4-BE49-F238E27FC236}">
                  <a16:creationId xmlns:a16="http://schemas.microsoft.com/office/drawing/2014/main" id="{AD1C75A3-3D5F-48E6-8F27-9F83F7788A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3" name="Straight Connector 452">
              <a:extLst>
                <a:ext uri="{FF2B5EF4-FFF2-40B4-BE49-F238E27FC236}">
                  <a16:creationId xmlns:a16="http://schemas.microsoft.com/office/drawing/2014/main" id="{448C6D56-FBCD-4DA9-94B4-707B4013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4" name="Straight Connector 452">
              <a:extLst>
                <a:ext uri="{FF2B5EF4-FFF2-40B4-BE49-F238E27FC236}">
                  <a16:creationId xmlns:a16="http://schemas.microsoft.com/office/drawing/2014/main" id="{B8674A0A-4315-4AB3-84E4-C4C9810BB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5" name="Straight Connector 452">
              <a:extLst>
                <a:ext uri="{FF2B5EF4-FFF2-40B4-BE49-F238E27FC236}">
                  <a16:creationId xmlns:a16="http://schemas.microsoft.com/office/drawing/2014/main" id="{3DD44A7F-6D53-47CA-ACEB-42E99885FB09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6" name="Straight Connector 452">
              <a:extLst>
                <a:ext uri="{FF2B5EF4-FFF2-40B4-BE49-F238E27FC236}">
                  <a16:creationId xmlns:a16="http://schemas.microsoft.com/office/drawing/2014/main" id="{EDB04873-5A99-4480-938D-1C53EC81C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7" name="Straight Connector 452">
              <a:extLst>
                <a:ext uri="{FF2B5EF4-FFF2-40B4-BE49-F238E27FC236}">
                  <a16:creationId xmlns:a16="http://schemas.microsoft.com/office/drawing/2014/main" id="{635C4D2E-C497-4D1A-AEF7-5172DC703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8" name="Straight Connector 452">
              <a:extLst>
                <a:ext uri="{FF2B5EF4-FFF2-40B4-BE49-F238E27FC236}">
                  <a16:creationId xmlns:a16="http://schemas.microsoft.com/office/drawing/2014/main" id="{6DF7AA9E-2121-4C4A-A5E6-84F769FD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9" name="Straight Connector 452">
              <a:extLst>
                <a:ext uri="{FF2B5EF4-FFF2-40B4-BE49-F238E27FC236}">
                  <a16:creationId xmlns:a16="http://schemas.microsoft.com/office/drawing/2014/main" id="{4AE72BE0-CFF1-4CAE-A34C-8C695FD766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0" name="Straight Connector 452">
              <a:extLst>
                <a:ext uri="{FF2B5EF4-FFF2-40B4-BE49-F238E27FC236}">
                  <a16:creationId xmlns:a16="http://schemas.microsoft.com/office/drawing/2014/main" id="{79CE0335-E9DF-4C4D-B8DF-CE1CCEC55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1" name="Straight Connector 452">
              <a:extLst>
                <a:ext uri="{FF2B5EF4-FFF2-40B4-BE49-F238E27FC236}">
                  <a16:creationId xmlns:a16="http://schemas.microsoft.com/office/drawing/2014/main" id="{B9A00018-E21D-46B9-ABFC-46EBBBAB83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2" name="Straight Connector 452">
              <a:extLst>
                <a:ext uri="{FF2B5EF4-FFF2-40B4-BE49-F238E27FC236}">
                  <a16:creationId xmlns:a16="http://schemas.microsoft.com/office/drawing/2014/main" id="{33572909-BDF2-4153-8A40-8B6DADFBD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3" name="Straight Connector 452">
              <a:extLst>
                <a:ext uri="{FF2B5EF4-FFF2-40B4-BE49-F238E27FC236}">
                  <a16:creationId xmlns:a16="http://schemas.microsoft.com/office/drawing/2014/main" id="{FCD0302B-1674-4521-A72D-5C65908633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4" name="Straight Connector 452">
              <a:extLst>
                <a:ext uri="{FF2B5EF4-FFF2-40B4-BE49-F238E27FC236}">
                  <a16:creationId xmlns:a16="http://schemas.microsoft.com/office/drawing/2014/main" id="{71A49FA3-1291-495D-8656-B9F37C5223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5" name="Straight Connector 452">
              <a:extLst>
                <a:ext uri="{FF2B5EF4-FFF2-40B4-BE49-F238E27FC236}">
                  <a16:creationId xmlns:a16="http://schemas.microsoft.com/office/drawing/2014/main" id="{CBEAE8DA-0DFE-47E3-9B1E-03E180E7E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6" name="Straight Connector 452">
              <a:extLst>
                <a:ext uri="{FF2B5EF4-FFF2-40B4-BE49-F238E27FC236}">
                  <a16:creationId xmlns:a16="http://schemas.microsoft.com/office/drawing/2014/main" id="{34A72428-4D9D-45A3-B85A-D0FD74CB5C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7" name="Straight Connector 452">
              <a:extLst>
                <a:ext uri="{FF2B5EF4-FFF2-40B4-BE49-F238E27FC236}">
                  <a16:creationId xmlns:a16="http://schemas.microsoft.com/office/drawing/2014/main" id="{9AA7EFD7-3E88-43AD-9334-D6A147BB4F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8" name="Straight Connector 452">
              <a:extLst>
                <a:ext uri="{FF2B5EF4-FFF2-40B4-BE49-F238E27FC236}">
                  <a16:creationId xmlns:a16="http://schemas.microsoft.com/office/drawing/2014/main" id="{9CB3566B-C082-451A-BEC5-C8A9DB993792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9" name="Straight Connector 452">
              <a:extLst>
                <a:ext uri="{FF2B5EF4-FFF2-40B4-BE49-F238E27FC236}">
                  <a16:creationId xmlns:a16="http://schemas.microsoft.com/office/drawing/2014/main" id="{6FE96E62-CAB1-4BCA-8D5B-49FDB65B5DF8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0" name="Straight Connector 452">
              <a:extLst>
                <a:ext uri="{FF2B5EF4-FFF2-40B4-BE49-F238E27FC236}">
                  <a16:creationId xmlns:a16="http://schemas.microsoft.com/office/drawing/2014/main" id="{DECD1EBE-578C-4D67-BC67-DE473AE50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1" name="Straight Connector 452">
              <a:extLst>
                <a:ext uri="{FF2B5EF4-FFF2-40B4-BE49-F238E27FC236}">
                  <a16:creationId xmlns:a16="http://schemas.microsoft.com/office/drawing/2014/main" id="{6EDBE9A4-C9F1-489B-A7D3-E55E17941E2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2" name="Straight Connector 452">
              <a:extLst>
                <a:ext uri="{FF2B5EF4-FFF2-40B4-BE49-F238E27FC236}">
                  <a16:creationId xmlns:a16="http://schemas.microsoft.com/office/drawing/2014/main" id="{8BBBC7EB-D19C-4EC4-9D2F-656AAF058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3" name="Straight Connector 452">
              <a:extLst>
                <a:ext uri="{FF2B5EF4-FFF2-40B4-BE49-F238E27FC236}">
                  <a16:creationId xmlns:a16="http://schemas.microsoft.com/office/drawing/2014/main" id="{3F44BEEB-1604-4E1E-934C-470B965E091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4" name="Straight Connector 452">
              <a:extLst>
                <a:ext uri="{FF2B5EF4-FFF2-40B4-BE49-F238E27FC236}">
                  <a16:creationId xmlns:a16="http://schemas.microsoft.com/office/drawing/2014/main" id="{DE633FE8-C27F-4F5A-A4A7-230DFA34F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5" name="Straight Connector 452">
              <a:extLst>
                <a:ext uri="{FF2B5EF4-FFF2-40B4-BE49-F238E27FC236}">
                  <a16:creationId xmlns:a16="http://schemas.microsoft.com/office/drawing/2014/main" id="{3DE4D7D2-417A-471B-B7B3-B447DA790847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6" name="Straight Connector 452">
              <a:extLst>
                <a:ext uri="{FF2B5EF4-FFF2-40B4-BE49-F238E27FC236}">
                  <a16:creationId xmlns:a16="http://schemas.microsoft.com/office/drawing/2014/main" id="{9E105298-C3E3-484E-B690-E0599A7AF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7" name="Straight Connector 452">
              <a:extLst>
                <a:ext uri="{FF2B5EF4-FFF2-40B4-BE49-F238E27FC236}">
                  <a16:creationId xmlns:a16="http://schemas.microsoft.com/office/drawing/2014/main" id="{89CED2E8-9520-4290-B0B9-C440A76C2B40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8" name="Straight Connector 452">
              <a:extLst>
                <a:ext uri="{FF2B5EF4-FFF2-40B4-BE49-F238E27FC236}">
                  <a16:creationId xmlns:a16="http://schemas.microsoft.com/office/drawing/2014/main" id="{9F0DE2E7-E833-4F26-A37A-0579A20A4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9" name="Straight Connector 452">
              <a:extLst>
                <a:ext uri="{FF2B5EF4-FFF2-40B4-BE49-F238E27FC236}">
                  <a16:creationId xmlns:a16="http://schemas.microsoft.com/office/drawing/2014/main" id="{47725BF9-93DA-4096-89C2-4025BDAAF3A8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0" name="Straight Connector 452">
              <a:extLst>
                <a:ext uri="{FF2B5EF4-FFF2-40B4-BE49-F238E27FC236}">
                  <a16:creationId xmlns:a16="http://schemas.microsoft.com/office/drawing/2014/main" id="{4CE7E86A-324D-4FBA-BBD1-E4A91EEF1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1" name="Straight Connector 452">
              <a:extLst>
                <a:ext uri="{FF2B5EF4-FFF2-40B4-BE49-F238E27FC236}">
                  <a16:creationId xmlns:a16="http://schemas.microsoft.com/office/drawing/2014/main" id="{9C645E6C-6470-4116-B3B7-4163EB2B03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2" name="Straight Connector 452">
              <a:extLst>
                <a:ext uri="{FF2B5EF4-FFF2-40B4-BE49-F238E27FC236}">
                  <a16:creationId xmlns:a16="http://schemas.microsoft.com/office/drawing/2014/main" id="{C232B75A-95A6-4245-A093-FB35142E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3" name="Straight Connector 452">
              <a:extLst>
                <a:ext uri="{FF2B5EF4-FFF2-40B4-BE49-F238E27FC236}">
                  <a16:creationId xmlns:a16="http://schemas.microsoft.com/office/drawing/2014/main" id="{72FC46FE-9CD2-479A-9B63-1BEE3D5FE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4" name="Straight Connector 452">
              <a:extLst>
                <a:ext uri="{FF2B5EF4-FFF2-40B4-BE49-F238E27FC236}">
                  <a16:creationId xmlns:a16="http://schemas.microsoft.com/office/drawing/2014/main" id="{0B163107-0549-4DB5-A7F5-814AAAD32A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5" name="Arrow: Down 638">
              <a:extLst>
                <a:ext uri="{FF2B5EF4-FFF2-40B4-BE49-F238E27FC236}">
                  <a16:creationId xmlns:a16="http://schemas.microsoft.com/office/drawing/2014/main" id="{7C01356B-A994-47CF-AC4B-22638E4D616A}"/>
                </a:ext>
              </a:extLst>
            </p:cNvPr>
            <p:cNvSpPr/>
            <p:nvPr/>
          </p:nvSpPr>
          <p:spPr>
            <a:xfrm rot="1589971">
              <a:off x="8706917" y="685567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6" name="Arrow: Down 656">
              <a:extLst>
                <a:ext uri="{FF2B5EF4-FFF2-40B4-BE49-F238E27FC236}">
                  <a16:creationId xmlns:a16="http://schemas.microsoft.com/office/drawing/2014/main" id="{CBD2AA7D-B459-4F68-8A5F-11F5F518B897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17" name="Straight Connector 452">
              <a:extLst>
                <a:ext uri="{FF2B5EF4-FFF2-40B4-BE49-F238E27FC236}">
                  <a16:creationId xmlns:a16="http://schemas.microsoft.com/office/drawing/2014/main" id="{E8D940F9-49FA-4DA0-84B7-BDABA67DBB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8" name="Straight Connector 452">
              <a:extLst>
                <a:ext uri="{FF2B5EF4-FFF2-40B4-BE49-F238E27FC236}">
                  <a16:creationId xmlns:a16="http://schemas.microsoft.com/office/drawing/2014/main" id="{B669AA17-3DDE-4D1E-88C5-1F88A76C8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9" name="Straight Connector 452">
              <a:extLst>
                <a:ext uri="{FF2B5EF4-FFF2-40B4-BE49-F238E27FC236}">
                  <a16:creationId xmlns:a16="http://schemas.microsoft.com/office/drawing/2014/main" id="{2F87F672-0F76-4D2A-B245-4510A322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0" name="Straight Connector 452">
              <a:extLst>
                <a:ext uri="{FF2B5EF4-FFF2-40B4-BE49-F238E27FC236}">
                  <a16:creationId xmlns:a16="http://schemas.microsoft.com/office/drawing/2014/main" id="{F0B3C892-8168-4B02-A97E-FBDE3CCB572C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1" name="Straight Connector 452">
              <a:extLst>
                <a:ext uri="{FF2B5EF4-FFF2-40B4-BE49-F238E27FC236}">
                  <a16:creationId xmlns:a16="http://schemas.microsoft.com/office/drawing/2014/main" id="{D85625D7-43A4-4AF3-89F8-97FE76878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2" name="Straight Connector 452">
              <a:extLst>
                <a:ext uri="{FF2B5EF4-FFF2-40B4-BE49-F238E27FC236}">
                  <a16:creationId xmlns:a16="http://schemas.microsoft.com/office/drawing/2014/main" id="{F94D52FC-9F14-4CF5-9C40-5D0B53BF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3" name="Straight Connector 452">
              <a:extLst>
                <a:ext uri="{FF2B5EF4-FFF2-40B4-BE49-F238E27FC236}">
                  <a16:creationId xmlns:a16="http://schemas.microsoft.com/office/drawing/2014/main" id="{480C9C8E-76F4-4425-A46A-D12FEBDEB9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4" name="Straight Connector 452">
              <a:extLst>
                <a:ext uri="{FF2B5EF4-FFF2-40B4-BE49-F238E27FC236}">
                  <a16:creationId xmlns:a16="http://schemas.microsoft.com/office/drawing/2014/main" id="{68A68102-0587-4474-8649-A6AE81DD6B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5" name="Straight Connector 452">
              <a:extLst>
                <a:ext uri="{FF2B5EF4-FFF2-40B4-BE49-F238E27FC236}">
                  <a16:creationId xmlns:a16="http://schemas.microsoft.com/office/drawing/2014/main" id="{69ABD5BC-50DB-46A4-A72D-63291854A12E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6" name="Straight Connector 452">
              <a:extLst>
                <a:ext uri="{FF2B5EF4-FFF2-40B4-BE49-F238E27FC236}">
                  <a16:creationId xmlns:a16="http://schemas.microsoft.com/office/drawing/2014/main" id="{904BB618-62E6-4B02-894D-26C3F290A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7" name="Straight Connector 452">
              <a:extLst>
                <a:ext uri="{FF2B5EF4-FFF2-40B4-BE49-F238E27FC236}">
                  <a16:creationId xmlns:a16="http://schemas.microsoft.com/office/drawing/2014/main" id="{883A772E-6E63-4969-A526-DF3869526E30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8" name="Straight Connector 452">
              <a:extLst>
                <a:ext uri="{FF2B5EF4-FFF2-40B4-BE49-F238E27FC236}">
                  <a16:creationId xmlns:a16="http://schemas.microsoft.com/office/drawing/2014/main" id="{7C3317BA-F36F-4BB7-84AF-60E8DB3B30FD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9" name="Straight Connector 452">
              <a:extLst>
                <a:ext uri="{FF2B5EF4-FFF2-40B4-BE49-F238E27FC236}">
                  <a16:creationId xmlns:a16="http://schemas.microsoft.com/office/drawing/2014/main" id="{4467B707-E8E4-4487-82E7-8950B6B7DA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0" name="Straight Connector 452">
              <a:extLst>
                <a:ext uri="{FF2B5EF4-FFF2-40B4-BE49-F238E27FC236}">
                  <a16:creationId xmlns:a16="http://schemas.microsoft.com/office/drawing/2014/main" id="{4AC4E780-9A71-4479-A8FF-623B5DED7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599" y="7662964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1" name="Straight Connector 452">
              <a:extLst>
                <a:ext uri="{FF2B5EF4-FFF2-40B4-BE49-F238E27FC236}">
                  <a16:creationId xmlns:a16="http://schemas.microsoft.com/office/drawing/2014/main" id="{2B0C3E9F-751B-4092-A340-7F3AF7A18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245" y="8123078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2" name="Straight Connector 452">
              <a:extLst>
                <a:ext uri="{FF2B5EF4-FFF2-40B4-BE49-F238E27FC236}">
                  <a16:creationId xmlns:a16="http://schemas.microsoft.com/office/drawing/2014/main" id="{6BC49785-A1A2-43BC-83BA-91B762875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3" name="Straight Connector 452">
              <a:extLst>
                <a:ext uri="{FF2B5EF4-FFF2-40B4-BE49-F238E27FC236}">
                  <a16:creationId xmlns:a16="http://schemas.microsoft.com/office/drawing/2014/main" id="{773EC502-55BC-41C3-A410-B99C690764F5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4" name="Straight Connector 452">
              <a:extLst>
                <a:ext uri="{FF2B5EF4-FFF2-40B4-BE49-F238E27FC236}">
                  <a16:creationId xmlns:a16="http://schemas.microsoft.com/office/drawing/2014/main" id="{31B35229-A10A-4A2E-B561-2BF03647D4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5" name="Straight Connector 452">
              <a:extLst>
                <a:ext uri="{FF2B5EF4-FFF2-40B4-BE49-F238E27FC236}">
                  <a16:creationId xmlns:a16="http://schemas.microsoft.com/office/drawing/2014/main" id="{33D2F54E-1AE9-426D-86F1-76698847C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36" name="Straight Connector 452">
              <a:extLst>
                <a:ext uri="{FF2B5EF4-FFF2-40B4-BE49-F238E27FC236}">
                  <a16:creationId xmlns:a16="http://schemas.microsoft.com/office/drawing/2014/main" id="{A215B9EE-87D0-48A4-B5B5-58ACF2802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7" name="Straight Connector 452">
              <a:extLst>
                <a:ext uri="{FF2B5EF4-FFF2-40B4-BE49-F238E27FC236}">
                  <a16:creationId xmlns:a16="http://schemas.microsoft.com/office/drawing/2014/main" id="{2ABCD189-CB4B-4EC6-BD3F-12636217FBDB}"/>
                </a:ext>
              </a:extLst>
            </p:cNvPr>
            <p:cNvCxnSpPr>
              <a:cxnSpLocks/>
              <a:stCxn id="3637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8" name="椭圆 4437">
              <a:extLst>
                <a:ext uri="{FF2B5EF4-FFF2-40B4-BE49-F238E27FC236}">
                  <a16:creationId xmlns:a16="http://schemas.microsoft.com/office/drawing/2014/main" id="{AC238F19-8BEE-4453-ACFA-D0AE2FE69E3B}"/>
                </a:ext>
              </a:extLst>
            </p:cNvPr>
            <p:cNvSpPr/>
            <p:nvPr/>
          </p:nvSpPr>
          <p:spPr>
            <a:xfrm>
              <a:off x="4798823" y="610107"/>
              <a:ext cx="1179150" cy="1061992"/>
            </a:xfrm>
            <a:prstGeom prst="ellipse">
              <a:avLst/>
            </a:prstGeom>
            <a:noFill/>
            <a:ln w="444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39" name="Straight Connector 452">
              <a:extLst>
                <a:ext uri="{FF2B5EF4-FFF2-40B4-BE49-F238E27FC236}">
                  <a16:creationId xmlns:a16="http://schemas.microsoft.com/office/drawing/2014/main" id="{693C8E98-4695-41ED-8EEE-5D75C4E06074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0" name="Straight Connector 452">
              <a:extLst>
                <a:ext uri="{FF2B5EF4-FFF2-40B4-BE49-F238E27FC236}">
                  <a16:creationId xmlns:a16="http://schemas.microsoft.com/office/drawing/2014/main" id="{80649263-D70A-4EE6-8A2C-6B969A86A7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1" name="Straight Connector 452">
              <a:extLst>
                <a:ext uri="{FF2B5EF4-FFF2-40B4-BE49-F238E27FC236}">
                  <a16:creationId xmlns:a16="http://schemas.microsoft.com/office/drawing/2014/main" id="{39CBAFBE-2546-494D-B183-AC2F891F1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2" name="Straight Connector 452">
              <a:extLst>
                <a:ext uri="{FF2B5EF4-FFF2-40B4-BE49-F238E27FC236}">
                  <a16:creationId xmlns:a16="http://schemas.microsoft.com/office/drawing/2014/main" id="{59B2D2AB-7634-4585-95F0-44442E7E755A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3" name="Straight Connector 452">
              <a:extLst>
                <a:ext uri="{FF2B5EF4-FFF2-40B4-BE49-F238E27FC236}">
                  <a16:creationId xmlns:a16="http://schemas.microsoft.com/office/drawing/2014/main" id="{2569FBBA-DC24-42A2-BF6F-4DB6D08E1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4" name="Straight Connector 452">
              <a:extLst>
                <a:ext uri="{FF2B5EF4-FFF2-40B4-BE49-F238E27FC236}">
                  <a16:creationId xmlns:a16="http://schemas.microsoft.com/office/drawing/2014/main" id="{B5B59D20-E844-4FE9-AF0D-F0AEA3B90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5" name="Straight Connector 452">
              <a:extLst>
                <a:ext uri="{FF2B5EF4-FFF2-40B4-BE49-F238E27FC236}">
                  <a16:creationId xmlns:a16="http://schemas.microsoft.com/office/drawing/2014/main" id="{486F5050-A9D5-4D24-A0E1-0DA90D717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6" name="Straight Connector 452">
              <a:extLst>
                <a:ext uri="{FF2B5EF4-FFF2-40B4-BE49-F238E27FC236}">
                  <a16:creationId xmlns:a16="http://schemas.microsoft.com/office/drawing/2014/main" id="{9D261BCF-47F3-4E28-B573-758F276472C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7" name="Straight Connector 452">
              <a:extLst>
                <a:ext uri="{FF2B5EF4-FFF2-40B4-BE49-F238E27FC236}">
                  <a16:creationId xmlns:a16="http://schemas.microsoft.com/office/drawing/2014/main" id="{39CD3CAC-D2D9-472D-8B07-049FBF0EA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8" name="Straight Connector 452">
              <a:extLst>
                <a:ext uri="{FF2B5EF4-FFF2-40B4-BE49-F238E27FC236}">
                  <a16:creationId xmlns:a16="http://schemas.microsoft.com/office/drawing/2014/main" id="{191C355E-4B53-4956-BB47-1B7EEC610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9" name="Straight Connector 452">
              <a:extLst>
                <a:ext uri="{FF2B5EF4-FFF2-40B4-BE49-F238E27FC236}">
                  <a16:creationId xmlns:a16="http://schemas.microsoft.com/office/drawing/2014/main" id="{873013A0-DACA-4192-B745-C11CAF4F3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0" name="Straight Connector 452">
              <a:extLst>
                <a:ext uri="{FF2B5EF4-FFF2-40B4-BE49-F238E27FC236}">
                  <a16:creationId xmlns:a16="http://schemas.microsoft.com/office/drawing/2014/main" id="{FB2F6FA5-5890-48FA-80B2-A956C42005A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1" name="Straight Connector 452">
              <a:extLst>
                <a:ext uri="{FF2B5EF4-FFF2-40B4-BE49-F238E27FC236}">
                  <a16:creationId xmlns:a16="http://schemas.microsoft.com/office/drawing/2014/main" id="{9D9AFD80-F543-4B79-B21B-6434C54C8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2" name="Straight Connector 452">
              <a:extLst>
                <a:ext uri="{FF2B5EF4-FFF2-40B4-BE49-F238E27FC236}">
                  <a16:creationId xmlns:a16="http://schemas.microsoft.com/office/drawing/2014/main" id="{0B241944-42FA-4F1E-8E5C-9DF4AC7F1988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3" name="Straight Connector 452">
              <a:extLst>
                <a:ext uri="{FF2B5EF4-FFF2-40B4-BE49-F238E27FC236}">
                  <a16:creationId xmlns:a16="http://schemas.microsoft.com/office/drawing/2014/main" id="{836908DD-72F9-41F1-958B-7174B22150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4" name="Straight Connector 452">
              <a:extLst>
                <a:ext uri="{FF2B5EF4-FFF2-40B4-BE49-F238E27FC236}">
                  <a16:creationId xmlns:a16="http://schemas.microsoft.com/office/drawing/2014/main" id="{F26C794E-2D1D-465B-932E-87A7A9D06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5">
            <a:extLst>
              <a:ext uri="{FF2B5EF4-FFF2-40B4-BE49-F238E27FC236}">
                <a16:creationId xmlns:a16="http://schemas.microsoft.com/office/drawing/2014/main" id="{62C26D11-1D3A-4B63-967A-189BD13BB47E}"/>
              </a:ext>
            </a:extLst>
          </p:cNvPr>
          <p:cNvGrpSpPr/>
          <p:nvPr/>
        </p:nvGrpSpPr>
        <p:grpSpPr>
          <a:xfrm>
            <a:off x="5016207" y="846416"/>
            <a:ext cx="7685354" cy="2960661"/>
            <a:chOff x="5016207" y="84641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73696" y="324206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83179" y="305176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73696" y="361677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73696" y="342646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40335" y="352162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9194" y="333131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4590" y="3425839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91835" y="323490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9194" y="313912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7681" y="296649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7681" y="277618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7712" y="269092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6261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7681" y="240846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83179" y="287039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33913" y="295566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9352" y="305176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6929" y="286672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33913" y="277458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80797" y="267705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834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73695" y="233003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32703" y="241825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34192" y="259437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7769" y="25137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9258" y="26898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74695" y="26084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6184" y="27845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9494" y="26944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40983" y="28705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6832" y="27858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696416" y="2962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61393" y="270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62882" y="28812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7721" y="26068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19210" y="27829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6064" y="242482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7553" y="260094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8636" y="23339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40125" y="2510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64619" y="2249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6108" y="24252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6614" y="2159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8103" y="23355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986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51352" y="22344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90858" y="197034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92347" y="21464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8376" y="161357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9865" y="17896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7681" y="15218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9170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7434" y="180079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8923" y="197691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74568" y="1883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6057" y="20639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702998" y="20690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704487" y="22452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8260" y="19761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62130" y="21522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8745" y="17120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702615" y="1888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31225" y="16167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35095" y="1792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6983" y="15346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70853" y="17107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404682" y="143869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8552" y="16221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45476" y="15223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9346" y="16984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62076" y="1244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5946" y="1420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31360" y="11594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35230" y="13356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91962" y="14306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95065" y="10566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43174" y="134459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9346" y="1158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7543" y="12520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9181" y="105870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63844" y="134428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70407" y="11531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7268" y="9627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25160" y="1435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22021" y="1244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95159" y="15304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92020" y="13400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6571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63432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33431" y="16919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30292" y="15016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90319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80817" y="19695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7678" y="17792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50019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6880" y="15076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14818" y="16092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11679" y="14189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7860" y="132273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9625" y="17829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7227" y="20546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43432" y="214511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7330" y="25114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92611" y="27925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9472" y="26021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42229" y="28847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9090" y="269440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6875" y="25197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43736" y="23293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804577" y="27936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801438" y="260327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6444" y="24266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803305" y="22363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40318" y="28060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41941" y="26208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7428" y="28954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104289" y="27051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6346" y="26121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63207" y="242179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9664" y="25169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6525" y="23266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42675" y="24364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9536" y="22460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81321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8182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4392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40784" y="186798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101308" y="21486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8169" y="19583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52992" y="1690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9853" y="149970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8819" y="17758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5680" y="15854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8819" y="14123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5680" y="12219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65354" y="16828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62215" y="14925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65127" y="132333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61988" y="113296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22514" y="17708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9375" y="15804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8726" y="14038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5587" y="12134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31974" y="10400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8835" y="8496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94871" y="11382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91732" y="94783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5715" y="15030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82576" y="13126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8397" y="18603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85258" y="16699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30354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7215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94912" y="24305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91773" y="22401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5770" y="12239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44654" y="17702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41515" y="15798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8984" y="21467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5845" y="195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7099" y="252495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53960" y="233458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8845" y="132139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5706" y="113102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72039" y="141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8900" y="122473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13492" y="16986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10353" y="15083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23326" y="20541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20187" y="18637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6325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73186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9153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6014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8893" y="17807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5754" y="159033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8094" y="18788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34955" y="16885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202392" y="19710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9253" y="17806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70977" y="18762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7838" y="16858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30293" y="19662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7154" y="17758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41637" y="15045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8498" y="13142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205011" y="1407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201872" y="1217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7805" y="122395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14666" y="103358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62040" y="12278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8901" y="103749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9346" y="13193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6207" y="11289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22594" y="94019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7722" y="8471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5605" y="9427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7120" y="846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63015" y="9478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6518" y="1034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34210" y="112534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63015" y="13097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7489" y="15911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93793" y="16841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20420" y="224255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12945" y="26151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53078" y="27100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400240" y="26150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6154" y="27036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9914" y="271423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9999" y="2882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7546" y="20482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7616" y="22342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65373" y="93340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51830" y="13100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3601">
              <a:extLst>
                <a:ext uri="{FF2B5EF4-FFF2-40B4-BE49-F238E27FC236}">
                  <a16:creationId xmlns:a16="http://schemas.microsoft.com/office/drawing/2014/main" id="{60A5CB08-1378-405B-98B7-018204E8C72A}"/>
                </a:ext>
              </a:extLst>
            </p:cNvPr>
            <p:cNvSpPr/>
            <p:nvPr/>
          </p:nvSpPr>
          <p:spPr>
            <a:xfrm>
              <a:off x="548134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3601">
              <a:extLst>
                <a:ext uri="{FF2B5EF4-FFF2-40B4-BE49-F238E27FC236}">
                  <a16:creationId xmlns:a16="http://schemas.microsoft.com/office/drawing/2014/main" id="{4AA4995D-9E9E-4054-89FD-D70BDD28C27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3601">
              <a:extLst>
                <a:ext uri="{FF2B5EF4-FFF2-40B4-BE49-F238E27FC236}">
                  <a16:creationId xmlns:a16="http://schemas.microsoft.com/office/drawing/2014/main" id="{FD2452F8-C8C0-440A-A43E-2F73C195860E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3601">
              <a:extLst>
                <a:ext uri="{FF2B5EF4-FFF2-40B4-BE49-F238E27FC236}">
                  <a16:creationId xmlns:a16="http://schemas.microsoft.com/office/drawing/2014/main" id="{051514BB-195A-4858-8CAE-D2F433077415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9" name="Hexagon 2238">
              <a:extLst>
                <a:ext uri="{FF2B5EF4-FFF2-40B4-BE49-F238E27FC236}">
                  <a16:creationId xmlns:a16="http://schemas.microsoft.com/office/drawing/2014/main" id="{5522A607-B676-4E96-AE66-6ACFE91939D4}"/>
                </a:ext>
              </a:extLst>
            </p:cNvPr>
            <p:cNvSpPr/>
            <p:nvPr/>
          </p:nvSpPr>
          <p:spPr>
            <a:xfrm>
              <a:off x="10929779" y="30548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0" name="Hexagon 2239">
              <a:extLst>
                <a:ext uri="{FF2B5EF4-FFF2-40B4-BE49-F238E27FC236}">
                  <a16:creationId xmlns:a16="http://schemas.microsoft.com/office/drawing/2014/main" id="{410B9829-F8A0-4856-8075-17FCBB1D1627}"/>
                </a:ext>
              </a:extLst>
            </p:cNvPr>
            <p:cNvSpPr/>
            <p:nvPr/>
          </p:nvSpPr>
          <p:spPr>
            <a:xfrm>
              <a:off x="11160760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1" name="Hexagon 2240">
              <a:extLst>
                <a:ext uri="{FF2B5EF4-FFF2-40B4-BE49-F238E27FC236}">
                  <a16:creationId xmlns:a16="http://schemas.microsoft.com/office/drawing/2014/main" id="{D675CCAB-A9C0-4299-A311-56E8992BA1DD}"/>
                </a:ext>
              </a:extLst>
            </p:cNvPr>
            <p:cNvSpPr/>
            <p:nvPr/>
          </p:nvSpPr>
          <p:spPr>
            <a:xfrm>
              <a:off x="10689272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7180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8909" y="14143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55" name="Picture 54" descr="A picture containing plant, flower, poplar, goldenrod&#10;&#10;Description automatically generated" hidden="1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263" y="362382"/>
            <a:ext cx="13669796" cy="106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</p:spTree>
    <p:extLst>
      <p:ext uri="{BB962C8B-B14F-4D97-AF65-F5344CB8AC3E}">
        <p14:creationId xmlns:p14="http://schemas.microsoft.com/office/powerpoint/2010/main" val="191335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1277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70723" cy="10108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1" y="3348020"/>
              <a:ext cx="0" cy="359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6748" y="3222726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1794" y="2880115"/>
              <a:ext cx="199475" cy="76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000216"/>
              <a:ext cx="471153" cy="1968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7018519"/>
              <a:ext cx="8092" cy="478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635" y="5709684"/>
              <a:ext cx="690111" cy="31728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0988" y="5916841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9321" y="5759798"/>
              <a:ext cx="0" cy="16783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519508"/>
              <a:ext cx="5272" cy="16621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5" y="7570792"/>
              <a:ext cx="25292" cy="204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93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254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338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383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113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240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35" y="5555097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74" y="5450071"/>
              <a:ext cx="232228" cy="831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>
              <a:off x="1166253" y="5369117"/>
              <a:ext cx="5822" cy="1731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3430053" y="157462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  <a:solidFill>
              <a:srgbClr val="FFFF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600" y="7662964"/>
              <a:ext cx="7976" cy="200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877" y="7761740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</p:grpSp>
      <p:sp>
        <p:nvSpPr>
          <p:cNvPr id="839" name="TextBox 838">
            <a:extLst>
              <a:ext uri="{FF2B5EF4-FFF2-40B4-BE49-F238E27FC236}">
                <a16:creationId xmlns:a16="http://schemas.microsoft.com/office/drawing/2014/main" id="{66B793E0-D10F-4E47-A3B5-A4DCD79EC79F}"/>
              </a:ext>
            </a:extLst>
          </p:cNvPr>
          <p:cNvSpPr txBox="1"/>
          <p:nvPr/>
        </p:nvSpPr>
        <p:spPr>
          <a:xfrm>
            <a:off x="4922250" y="1267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3DE30A59-6AE8-450B-B1F2-7FDD25123528}"/>
              </a:ext>
            </a:extLst>
          </p:cNvPr>
          <p:cNvCxnSpPr>
            <a:cxnSpLocks/>
          </p:cNvCxnSpPr>
          <p:nvPr/>
        </p:nvCxnSpPr>
        <p:spPr>
          <a:xfrm flipH="1">
            <a:off x="11347513" y="3139877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7A750297-8E80-4C6E-B5D4-A3EB0C1DE956}"/>
              </a:ext>
            </a:extLst>
          </p:cNvPr>
          <p:cNvCxnSpPr>
            <a:cxnSpLocks/>
          </p:cNvCxnSpPr>
          <p:nvPr/>
        </p:nvCxnSpPr>
        <p:spPr>
          <a:xfrm flipV="1">
            <a:off x="11551900" y="297363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72824AE1-6731-4707-B7F4-A16C6BA306AD}"/>
              </a:ext>
            </a:extLst>
          </p:cNvPr>
          <p:cNvCxnSpPr>
            <a:cxnSpLocks/>
          </p:cNvCxnSpPr>
          <p:nvPr/>
        </p:nvCxnSpPr>
        <p:spPr>
          <a:xfrm>
            <a:off x="11326019" y="2860746"/>
            <a:ext cx="240630" cy="120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F7652A49-5CE7-455A-AAB0-397F0BD76271}"/>
              </a:ext>
            </a:extLst>
          </p:cNvPr>
          <p:cNvCxnSpPr>
            <a:cxnSpLocks/>
          </p:cNvCxnSpPr>
          <p:nvPr/>
        </p:nvCxnSpPr>
        <p:spPr>
          <a:xfrm flipV="1">
            <a:off x="11108844" y="295434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8FF0F0A7-0607-4120-A415-7E0BE617004C}"/>
              </a:ext>
            </a:extLst>
          </p:cNvPr>
          <p:cNvCxnSpPr>
            <a:cxnSpLocks/>
          </p:cNvCxnSpPr>
          <p:nvPr/>
        </p:nvCxnSpPr>
        <p:spPr>
          <a:xfrm flipH="1">
            <a:off x="10852540" y="3149715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1E141416-771E-42B5-8490-153E854206CE}"/>
              </a:ext>
            </a:extLst>
          </p:cNvPr>
          <p:cNvCxnSpPr>
            <a:cxnSpLocks/>
          </p:cNvCxnSpPr>
          <p:nvPr/>
        </p:nvCxnSpPr>
        <p:spPr>
          <a:xfrm flipV="1">
            <a:off x="10879808" y="3040330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Arrow: Down 853">
            <a:extLst>
              <a:ext uri="{FF2B5EF4-FFF2-40B4-BE49-F238E27FC236}">
                <a16:creationId xmlns:a16="http://schemas.microsoft.com/office/drawing/2014/main" id="{C0F3834C-080B-48AC-BDE6-A752199A8CBE}"/>
              </a:ext>
            </a:extLst>
          </p:cNvPr>
          <p:cNvSpPr/>
          <p:nvPr/>
        </p:nvSpPr>
        <p:spPr>
          <a:xfrm rot="1589971">
            <a:off x="11077718" y="4704863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26679945-A325-45F9-B1F2-212A9DE3BAAD}"/>
              </a:ext>
            </a:extLst>
          </p:cNvPr>
          <p:cNvCxnSpPr>
            <a:cxnSpLocks/>
          </p:cNvCxnSpPr>
          <p:nvPr/>
        </p:nvCxnSpPr>
        <p:spPr>
          <a:xfrm>
            <a:off x="925261" y="5273624"/>
            <a:ext cx="5822" cy="17310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F4D73820-326F-48DD-9F9B-951E40C2D706}"/>
              </a:ext>
            </a:extLst>
          </p:cNvPr>
          <p:cNvCxnSpPr>
            <a:cxnSpLocks/>
          </p:cNvCxnSpPr>
          <p:nvPr/>
        </p:nvCxnSpPr>
        <p:spPr>
          <a:xfrm>
            <a:off x="934025" y="5279809"/>
            <a:ext cx="244915" cy="10110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7C93E3D4-90E2-4AE9-A55E-3960C2E800AE}"/>
              </a:ext>
            </a:extLst>
          </p:cNvPr>
          <p:cNvSpPr txBox="1"/>
          <p:nvPr/>
        </p:nvSpPr>
        <p:spPr>
          <a:xfrm>
            <a:off x="2540381" y="629004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395</a:t>
            </a:r>
          </a:p>
        </p:txBody>
      </p: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A40ADDA3-871E-4020-A322-70D3131824A8}"/>
              </a:ext>
            </a:extLst>
          </p:cNvPr>
          <p:cNvCxnSpPr>
            <a:cxnSpLocks/>
          </p:cNvCxnSpPr>
          <p:nvPr/>
        </p:nvCxnSpPr>
        <p:spPr>
          <a:xfrm flipV="1">
            <a:off x="2087628" y="3400212"/>
            <a:ext cx="240680" cy="1358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B09EC761-590B-46B1-A3CD-CBB75085C53D}"/>
              </a:ext>
            </a:extLst>
          </p:cNvPr>
          <p:cNvCxnSpPr>
            <a:cxnSpLocks/>
          </p:cNvCxnSpPr>
          <p:nvPr/>
        </p:nvCxnSpPr>
        <p:spPr>
          <a:xfrm flipV="1">
            <a:off x="2064907" y="3197490"/>
            <a:ext cx="240680" cy="1358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DD700890-3F41-438E-8731-364E0F93843E}"/>
              </a:ext>
            </a:extLst>
          </p:cNvPr>
          <p:cNvCxnSpPr>
            <a:cxnSpLocks/>
          </p:cNvCxnSpPr>
          <p:nvPr/>
        </p:nvCxnSpPr>
        <p:spPr>
          <a:xfrm flipV="1">
            <a:off x="2308273" y="3221448"/>
            <a:ext cx="5272" cy="16621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16872</TotalTime>
  <Words>557</Words>
  <Application>Microsoft Office PowerPoint</Application>
  <PresentationFormat>Custom</PresentationFormat>
  <Paragraphs>124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391</cp:revision>
  <cp:lastPrinted>2021-06-19T15:20:22Z</cp:lastPrinted>
  <dcterms:created xsi:type="dcterms:W3CDTF">2021-03-25T22:26:05Z</dcterms:created>
  <dcterms:modified xsi:type="dcterms:W3CDTF">2021-09-16T05:41:44Z</dcterms:modified>
</cp:coreProperties>
</file>