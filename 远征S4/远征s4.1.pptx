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6"/>
  </p:notesMasterIdLst>
  <p:sldIdLst>
    <p:sldId id="257" r:id="rId2"/>
    <p:sldId id="259" r:id="rId3"/>
    <p:sldId id="260" r:id="rId4"/>
    <p:sldId id="261" r:id="rId5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000000"/>
    <a:srgbClr val="666699"/>
    <a:srgbClr val="99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0" autoAdjust="0"/>
    <p:restoredTop sz="95648" autoAdjust="0"/>
  </p:normalViewPr>
  <p:slideViewPr>
    <p:cSldViewPr snapToGrid="0">
      <p:cViewPr varScale="1">
        <p:scale>
          <a:sx n="57" d="100"/>
          <a:sy n="57" d="100"/>
        </p:scale>
        <p:origin x="16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A picture containing plant, flower, poplar, goldenrod&#10;&#10;Description automatically generated" hidden="1">
            <a:extLst>
              <a:ext uri="{FF2B5EF4-FFF2-40B4-BE49-F238E27FC236}">
                <a16:creationId xmlns:a16="http://schemas.microsoft.com/office/drawing/2014/main" id="{ED3A3F74-2221-433E-891E-0E299C81CF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651" y="368142"/>
            <a:ext cx="13669796" cy="10642022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542278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r>
                        <a:rPr lang="en-US" altLang="zh-CN" sz="1600" u="none" strike="noStrike" dirty="0">
                          <a:effectLst/>
                        </a:rPr>
                        <a:t>260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r>
                        <a:rPr lang="en-US" altLang="zh-CN" sz="1600" u="none" strike="noStrike" dirty="0">
                          <a:effectLst/>
                        </a:rPr>
                        <a:t>217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r>
                        <a:rPr lang="en-US" altLang="zh-CN" sz="1600" u="none" strike="noStrike" dirty="0">
                          <a:effectLst/>
                        </a:rPr>
                        <a:t>174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0" name="portal">
            <a:extLst>
              <a:ext uri="{FF2B5EF4-FFF2-40B4-BE49-F238E27FC236}">
                <a16:creationId xmlns:a16="http://schemas.microsoft.com/office/drawing/2014/main" id="{4A4B817E-DC5F-4EAF-A2F4-10BCBD5557FF}"/>
              </a:ext>
            </a:extLst>
          </p:cNvPr>
          <p:cNvGrpSpPr/>
          <p:nvPr/>
        </p:nvGrpSpPr>
        <p:grpSpPr>
          <a:xfrm>
            <a:off x="3597572" y="1045300"/>
            <a:ext cx="7396447" cy="8178468"/>
            <a:chOff x="3631026" y="2784634"/>
            <a:chExt cx="7396447" cy="8178468"/>
          </a:xfrm>
        </p:grpSpPr>
        <p:sp>
          <p:nvSpPr>
            <p:cNvPr id="2948" name="Hexagon 2947">
              <a:extLst>
                <a:ext uri="{FF2B5EF4-FFF2-40B4-BE49-F238E27FC236}">
                  <a16:creationId xmlns:a16="http://schemas.microsoft.com/office/drawing/2014/main" id="{E6A5F7A2-1958-4E24-924F-0EFF7079880B}"/>
                </a:ext>
              </a:extLst>
            </p:cNvPr>
            <p:cNvSpPr/>
            <p:nvPr/>
          </p:nvSpPr>
          <p:spPr>
            <a:xfrm>
              <a:off x="3863417" y="10122447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9" name="Hexagon 2948">
              <a:extLst>
                <a:ext uri="{FF2B5EF4-FFF2-40B4-BE49-F238E27FC236}">
                  <a16:creationId xmlns:a16="http://schemas.microsoft.com/office/drawing/2014/main" id="{A2B89744-7E8E-443A-8C28-67BB57F1B886}"/>
                </a:ext>
              </a:extLst>
            </p:cNvPr>
            <p:cNvSpPr/>
            <p:nvPr/>
          </p:nvSpPr>
          <p:spPr>
            <a:xfrm>
              <a:off x="3853132" y="96043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0" name="Hexagon 2949">
              <a:extLst>
                <a:ext uri="{FF2B5EF4-FFF2-40B4-BE49-F238E27FC236}">
                  <a16:creationId xmlns:a16="http://schemas.microsoft.com/office/drawing/2014/main" id="{0A6B95B2-9CB8-4C67-A449-F2FC6E958D5D}"/>
                </a:ext>
              </a:extLst>
            </p:cNvPr>
            <p:cNvSpPr/>
            <p:nvPr/>
          </p:nvSpPr>
          <p:spPr>
            <a:xfrm>
              <a:off x="5513709" y="361556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1" name="Hexagon 2950">
              <a:extLst>
                <a:ext uri="{FF2B5EF4-FFF2-40B4-BE49-F238E27FC236}">
                  <a16:creationId xmlns:a16="http://schemas.microsoft.com/office/drawing/2014/main" id="{1B37AF3D-AE61-4FCD-BC0E-E3B1BEA60475}"/>
                </a:ext>
              </a:extLst>
            </p:cNvPr>
            <p:cNvSpPr/>
            <p:nvPr/>
          </p:nvSpPr>
          <p:spPr>
            <a:xfrm>
              <a:off x="5073474" y="3969979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2" name="Hexagon 2951">
              <a:extLst>
                <a:ext uri="{FF2B5EF4-FFF2-40B4-BE49-F238E27FC236}">
                  <a16:creationId xmlns:a16="http://schemas.microsoft.com/office/drawing/2014/main" id="{65CB1021-FEAF-49EE-B9A6-D6E60968B05F}"/>
                </a:ext>
              </a:extLst>
            </p:cNvPr>
            <p:cNvSpPr/>
            <p:nvPr/>
          </p:nvSpPr>
          <p:spPr>
            <a:xfrm>
              <a:off x="7424771" y="930950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3" name="Hexagon 2952">
              <a:extLst>
                <a:ext uri="{FF2B5EF4-FFF2-40B4-BE49-F238E27FC236}">
                  <a16:creationId xmlns:a16="http://schemas.microsoft.com/office/drawing/2014/main" id="{CA126DCD-5C72-4C05-83C0-72B161278562}"/>
                </a:ext>
              </a:extLst>
            </p:cNvPr>
            <p:cNvSpPr/>
            <p:nvPr/>
          </p:nvSpPr>
          <p:spPr>
            <a:xfrm>
              <a:off x="6714541" y="95916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4" name="Hexagon 2953">
              <a:extLst>
                <a:ext uri="{FF2B5EF4-FFF2-40B4-BE49-F238E27FC236}">
                  <a16:creationId xmlns:a16="http://schemas.microsoft.com/office/drawing/2014/main" id="{E2235315-9E42-4708-8895-F3DA9E9E51EE}"/>
                </a:ext>
              </a:extLst>
            </p:cNvPr>
            <p:cNvSpPr/>
            <p:nvPr/>
          </p:nvSpPr>
          <p:spPr>
            <a:xfrm>
              <a:off x="3878532" y="62739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5" name="Hexagon 2954">
              <a:extLst>
                <a:ext uri="{FF2B5EF4-FFF2-40B4-BE49-F238E27FC236}">
                  <a16:creationId xmlns:a16="http://schemas.microsoft.com/office/drawing/2014/main" id="{A2096ABB-51F2-4C05-8091-1470C602ACF8}"/>
                </a:ext>
              </a:extLst>
            </p:cNvPr>
            <p:cNvSpPr/>
            <p:nvPr/>
          </p:nvSpPr>
          <p:spPr>
            <a:xfrm>
              <a:off x="3631026" y="673166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2" name="Hexagon 2241">
              <a:extLst>
                <a:ext uri="{FF2B5EF4-FFF2-40B4-BE49-F238E27FC236}">
                  <a16:creationId xmlns:a16="http://schemas.microsoft.com/office/drawing/2014/main" id="{E4D3FD1C-B4E7-49F3-AAEE-0F1F8DB86F47}"/>
                </a:ext>
              </a:extLst>
            </p:cNvPr>
            <p:cNvSpPr/>
            <p:nvPr/>
          </p:nvSpPr>
          <p:spPr>
            <a:xfrm>
              <a:off x="10253442" y="10422942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3" name="Hexagon 2242">
              <a:extLst>
                <a:ext uri="{FF2B5EF4-FFF2-40B4-BE49-F238E27FC236}">
                  <a16:creationId xmlns:a16="http://schemas.microsoft.com/office/drawing/2014/main" id="{064B39FF-AF7D-40A9-947D-4FBFCCEB7437}"/>
                </a:ext>
              </a:extLst>
            </p:cNvPr>
            <p:cNvSpPr/>
            <p:nvPr/>
          </p:nvSpPr>
          <p:spPr>
            <a:xfrm>
              <a:off x="10726517" y="1078415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4" name="Hexagon 2243">
              <a:extLst>
                <a:ext uri="{FF2B5EF4-FFF2-40B4-BE49-F238E27FC236}">
                  <a16:creationId xmlns:a16="http://schemas.microsoft.com/office/drawing/2014/main" id="{FB0AB6A9-C38B-442A-AE90-A66372D09D7E}"/>
                </a:ext>
              </a:extLst>
            </p:cNvPr>
            <p:cNvSpPr/>
            <p:nvPr/>
          </p:nvSpPr>
          <p:spPr>
            <a:xfrm>
              <a:off x="10506189" y="773952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5" name="Hexagon 2244">
              <a:extLst>
                <a:ext uri="{FF2B5EF4-FFF2-40B4-BE49-F238E27FC236}">
                  <a16:creationId xmlns:a16="http://schemas.microsoft.com/office/drawing/2014/main" id="{6CA99AC9-29B3-4570-8027-DB834ACDF16A}"/>
                </a:ext>
              </a:extLst>
            </p:cNvPr>
            <p:cNvSpPr/>
            <p:nvPr/>
          </p:nvSpPr>
          <p:spPr>
            <a:xfrm>
              <a:off x="10720167" y="7301203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6" name="Hexagon 2245">
              <a:extLst>
                <a:ext uri="{FF2B5EF4-FFF2-40B4-BE49-F238E27FC236}">
                  <a16:creationId xmlns:a16="http://schemas.microsoft.com/office/drawing/2014/main" id="{ACF64C87-E42E-4E32-A740-AE093C165483}"/>
                </a:ext>
              </a:extLst>
            </p:cNvPr>
            <p:cNvSpPr/>
            <p:nvPr/>
          </p:nvSpPr>
          <p:spPr>
            <a:xfrm>
              <a:off x="9077676" y="554435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7" name="Hexagon 2246">
              <a:extLst>
                <a:ext uri="{FF2B5EF4-FFF2-40B4-BE49-F238E27FC236}">
                  <a16:creationId xmlns:a16="http://schemas.microsoft.com/office/drawing/2014/main" id="{7AEC6ECC-EC81-4D7A-AD59-1CE713484B8F}"/>
                </a:ext>
              </a:extLst>
            </p:cNvPr>
            <p:cNvSpPr/>
            <p:nvPr/>
          </p:nvSpPr>
          <p:spPr>
            <a:xfrm>
              <a:off x="8834964" y="60031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8" name="Hexagon 2247">
              <a:extLst>
                <a:ext uri="{FF2B5EF4-FFF2-40B4-BE49-F238E27FC236}">
                  <a16:creationId xmlns:a16="http://schemas.microsoft.com/office/drawing/2014/main" id="{A8825B10-D4CA-40CF-A609-C97F123F12CD}"/>
                </a:ext>
              </a:extLst>
            </p:cNvPr>
            <p:cNvSpPr/>
            <p:nvPr/>
          </p:nvSpPr>
          <p:spPr>
            <a:xfrm>
              <a:off x="4116825" y="3052120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9" name="Hexagon 2248">
              <a:extLst>
                <a:ext uri="{FF2B5EF4-FFF2-40B4-BE49-F238E27FC236}">
                  <a16:creationId xmlns:a16="http://schemas.microsoft.com/office/drawing/2014/main" id="{F690B066-7789-452E-A8D9-58C689CD2AAC}"/>
                </a:ext>
              </a:extLst>
            </p:cNvPr>
            <p:cNvSpPr/>
            <p:nvPr/>
          </p:nvSpPr>
          <p:spPr>
            <a:xfrm>
              <a:off x="4810709" y="278463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2" name="Hexagon 2251">
              <a:extLst>
                <a:ext uri="{FF2B5EF4-FFF2-40B4-BE49-F238E27FC236}">
                  <a16:creationId xmlns:a16="http://schemas.microsoft.com/office/drawing/2014/main" id="{1EFCB089-D42D-4BCB-9438-867D59977F3E}"/>
                </a:ext>
              </a:extLst>
            </p:cNvPr>
            <p:cNvSpPr/>
            <p:nvPr/>
          </p:nvSpPr>
          <p:spPr>
            <a:xfrm>
              <a:off x="8612703" y="3523925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3" name="Hexagon 2252">
              <a:extLst>
                <a:ext uri="{FF2B5EF4-FFF2-40B4-BE49-F238E27FC236}">
                  <a16:creationId xmlns:a16="http://schemas.microsoft.com/office/drawing/2014/main" id="{955FEBB0-CF28-4827-B590-87ABE895990F}"/>
                </a:ext>
              </a:extLst>
            </p:cNvPr>
            <p:cNvSpPr/>
            <p:nvPr/>
          </p:nvSpPr>
          <p:spPr>
            <a:xfrm>
              <a:off x="9306883" y="325113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65" name="4">
            <a:extLst>
              <a:ext uri="{FF2B5EF4-FFF2-40B4-BE49-F238E27FC236}">
                <a16:creationId xmlns:a16="http://schemas.microsoft.com/office/drawing/2014/main" id="{22717A7E-39C6-42A8-9FC9-A8C7478DDBE9}"/>
              </a:ext>
            </a:extLst>
          </p:cNvPr>
          <p:cNvGrpSpPr/>
          <p:nvPr/>
        </p:nvGrpSpPr>
        <p:grpSpPr>
          <a:xfrm>
            <a:off x="1213344" y="1214066"/>
            <a:ext cx="11456171" cy="7277666"/>
            <a:chOff x="1239654" y="2955781"/>
            <a:chExt cx="11456171" cy="7277666"/>
          </a:xfrm>
        </p:grpSpPr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476294FC-F6CB-4931-B853-3B7F096B9D03}"/>
                </a:ext>
              </a:extLst>
            </p:cNvPr>
            <p:cNvSpPr/>
            <p:nvPr/>
          </p:nvSpPr>
          <p:spPr>
            <a:xfrm>
              <a:off x="2902212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0" name="Hexagon 2999">
              <a:extLst>
                <a:ext uri="{FF2B5EF4-FFF2-40B4-BE49-F238E27FC236}">
                  <a16:creationId xmlns:a16="http://schemas.microsoft.com/office/drawing/2014/main" id="{DED65EC6-6D38-49AE-B0C6-1825B9117718}"/>
                </a:ext>
              </a:extLst>
            </p:cNvPr>
            <p:cNvSpPr/>
            <p:nvPr/>
          </p:nvSpPr>
          <p:spPr>
            <a:xfrm>
              <a:off x="3145100" y="545392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1" name="Hexagon 3000">
              <a:extLst>
                <a:ext uri="{FF2B5EF4-FFF2-40B4-BE49-F238E27FC236}">
                  <a16:creationId xmlns:a16="http://schemas.microsoft.com/office/drawing/2014/main" id="{91665A78-8ACC-4395-A986-F3B589FFE862}"/>
                </a:ext>
              </a:extLst>
            </p:cNvPr>
            <p:cNvSpPr/>
            <p:nvPr/>
          </p:nvSpPr>
          <p:spPr>
            <a:xfrm>
              <a:off x="3145100" y="5271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2" name="Hexagon 3001">
              <a:extLst>
                <a:ext uri="{FF2B5EF4-FFF2-40B4-BE49-F238E27FC236}">
                  <a16:creationId xmlns:a16="http://schemas.microsoft.com/office/drawing/2014/main" id="{888346DE-E9BE-4411-80FC-17222F6EE9BB}"/>
                </a:ext>
              </a:extLst>
            </p:cNvPr>
            <p:cNvSpPr/>
            <p:nvPr/>
          </p:nvSpPr>
          <p:spPr>
            <a:xfrm>
              <a:off x="3385606" y="51724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3" name="Hexagon 3002">
              <a:extLst>
                <a:ext uri="{FF2B5EF4-FFF2-40B4-BE49-F238E27FC236}">
                  <a16:creationId xmlns:a16="http://schemas.microsoft.com/office/drawing/2014/main" id="{87F1F43E-F815-4408-85BC-A112E2E8EF2E}"/>
                </a:ext>
              </a:extLst>
            </p:cNvPr>
            <p:cNvSpPr/>
            <p:nvPr/>
          </p:nvSpPr>
          <p:spPr>
            <a:xfrm>
              <a:off x="3626112" y="5088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4" name="Hexagon 3003">
              <a:extLst>
                <a:ext uri="{FF2B5EF4-FFF2-40B4-BE49-F238E27FC236}">
                  <a16:creationId xmlns:a16="http://schemas.microsoft.com/office/drawing/2014/main" id="{D7072127-F426-4E55-B49C-FE9B52CCA15F}"/>
                </a:ext>
              </a:extLst>
            </p:cNvPr>
            <p:cNvSpPr/>
            <p:nvPr/>
          </p:nvSpPr>
          <p:spPr>
            <a:xfrm>
              <a:off x="3629295" y="49052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5" name="Hexagon 3004">
              <a:extLst>
                <a:ext uri="{FF2B5EF4-FFF2-40B4-BE49-F238E27FC236}">
                  <a16:creationId xmlns:a16="http://schemas.microsoft.com/office/drawing/2014/main" id="{6246870C-0BAC-4651-9050-E52ACF78D042}"/>
                </a:ext>
              </a:extLst>
            </p:cNvPr>
            <p:cNvSpPr/>
            <p:nvPr/>
          </p:nvSpPr>
          <p:spPr>
            <a:xfrm>
              <a:off x="3145100" y="50837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6" name="Hexagon 3005">
              <a:extLst>
                <a:ext uri="{FF2B5EF4-FFF2-40B4-BE49-F238E27FC236}">
                  <a16:creationId xmlns:a16="http://schemas.microsoft.com/office/drawing/2014/main" id="{1F12FECE-1ABC-4981-97C1-4DD0BBC3D134}"/>
                </a:ext>
              </a:extLst>
            </p:cNvPr>
            <p:cNvSpPr/>
            <p:nvPr/>
          </p:nvSpPr>
          <p:spPr>
            <a:xfrm>
              <a:off x="2896649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7" name="Hexagon 3006">
              <a:extLst>
                <a:ext uri="{FF2B5EF4-FFF2-40B4-BE49-F238E27FC236}">
                  <a16:creationId xmlns:a16="http://schemas.microsoft.com/office/drawing/2014/main" id="{1DF85586-E422-4835-A12D-2AA9ECDFD4C5}"/>
                </a:ext>
              </a:extLst>
            </p:cNvPr>
            <p:cNvSpPr/>
            <p:nvPr/>
          </p:nvSpPr>
          <p:spPr>
            <a:xfrm>
              <a:off x="3134774" y="48943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8" name="Hexagon 3007">
              <a:extLst>
                <a:ext uri="{FF2B5EF4-FFF2-40B4-BE49-F238E27FC236}">
                  <a16:creationId xmlns:a16="http://schemas.microsoft.com/office/drawing/2014/main" id="{D6D9004E-E6AB-4095-A9BB-6411CA6A7CF8}"/>
                </a:ext>
              </a:extLst>
            </p:cNvPr>
            <p:cNvSpPr/>
            <p:nvPr/>
          </p:nvSpPr>
          <p:spPr>
            <a:xfrm>
              <a:off x="3380844" y="4809460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9" name="Hexagon 3008">
              <a:extLst>
                <a:ext uri="{FF2B5EF4-FFF2-40B4-BE49-F238E27FC236}">
                  <a16:creationId xmlns:a16="http://schemas.microsoft.com/office/drawing/2014/main" id="{2C0A6EE3-15E1-47B7-B17D-F402373D4A7E}"/>
                </a:ext>
              </a:extLst>
            </p:cNvPr>
            <p:cNvSpPr/>
            <p:nvPr/>
          </p:nvSpPr>
          <p:spPr>
            <a:xfrm>
              <a:off x="3137815" y="47070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0" name="Hexagon 3009">
              <a:extLst>
                <a:ext uri="{FF2B5EF4-FFF2-40B4-BE49-F238E27FC236}">
                  <a16:creationId xmlns:a16="http://schemas.microsoft.com/office/drawing/2014/main" id="{399F8C07-7299-4A6F-87DF-D4B2A39ACE80}"/>
                </a:ext>
              </a:extLst>
            </p:cNvPr>
            <p:cNvSpPr/>
            <p:nvPr/>
          </p:nvSpPr>
          <p:spPr>
            <a:xfrm>
              <a:off x="3145100" y="4523999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1" name="Hexagon 3010">
              <a:extLst>
                <a:ext uri="{FF2B5EF4-FFF2-40B4-BE49-F238E27FC236}">
                  <a16:creationId xmlns:a16="http://schemas.microsoft.com/office/drawing/2014/main" id="{007D46E8-FD94-4842-90A4-ACCCAE8048DB}"/>
                </a:ext>
              </a:extLst>
            </p:cNvPr>
            <p:cNvSpPr/>
            <p:nvPr/>
          </p:nvSpPr>
          <p:spPr>
            <a:xfrm>
              <a:off x="2880923" y="4246394"/>
              <a:ext cx="3266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2" name="Hexagon 3011">
              <a:extLst>
                <a:ext uri="{FF2B5EF4-FFF2-40B4-BE49-F238E27FC236}">
                  <a16:creationId xmlns:a16="http://schemas.microsoft.com/office/drawing/2014/main" id="{27CAC293-C3C8-4B6D-B9E8-F4D40A78AADA}"/>
                </a:ext>
              </a:extLst>
            </p:cNvPr>
            <p:cNvSpPr/>
            <p:nvPr/>
          </p:nvSpPr>
          <p:spPr>
            <a:xfrm>
              <a:off x="3134774" y="434440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3" name="Hexagon 3012">
              <a:extLst>
                <a:ext uri="{FF2B5EF4-FFF2-40B4-BE49-F238E27FC236}">
                  <a16:creationId xmlns:a16="http://schemas.microsoft.com/office/drawing/2014/main" id="{CEA05B8B-D850-4C70-906B-DF949014A2C0}"/>
                </a:ext>
              </a:extLst>
            </p:cNvPr>
            <p:cNvSpPr/>
            <p:nvPr/>
          </p:nvSpPr>
          <p:spPr>
            <a:xfrm>
              <a:off x="3123481" y="4154598"/>
              <a:ext cx="33251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4" name="Hexagon 3013">
              <a:extLst>
                <a:ext uri="{FF2B5EF4-FFF2-40B4-BE49-F238E27FC236}">
                  <a16:creationId xmlns:a16="http://schemas.microsoft.com/office/drawing/2014/main" id="{206CD0F1-03D3-49C3-9315-E50B4F2C9609}"/>
                </a:ext>
              </a:extLst>
            </p:cNvPr>
            <p:cNvSpPr/>
            <p:nvPr/>
          </p:nvSpPr>
          <p:spPr>
            <a:xfrm>
              <a:off x="3123481" y="396980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5" name="Hexagon 3014">
              <a:extLst>
                <a:ext uri="{FF2B5EF4-FFF2-40B4-BE49-F238E27FC236}">
                  <a16:creationId xmlns:a16="http://schemas.microsoft.com/office/drawing/2014/main" id="{F4417FCA-F5DB-46D0-9F48-ADFE1E0F14FD}"/>
                </a:ext>
              </a:extLst>
            </p:cNvPr>
            <p:cNvSpPr/>
            <p:nvPr/>
          </p:nvSpPr>
          <p:spPr>
            <a:xfrm>
              <a:off x="3380844" y="4070766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6" name="Hexagon 3015">
              <a:extLst>
                <a:ext uri="{FF2B5EF4-FFF2-40B4-BE49-F238E27FC236}">
                  <a16:creationId xmlns:a16="http://schemas.microsoft.com/office/drawing/2014/main" id="{1C6AD1E6-E16E-4030-B02F-E560BA50D7D8}"/>
                </a:ext>
              </a:extLst>
            </p:cNvPr>
            <p:cNvSpPr/>
            <p:nvPr/>
          </p:nvSpPr>
          <p:spPr>
            <a:xfrm>
              <a:off x="3373300" y="3885806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7" name="Hexagon 3016">
              <a:extLst>
                <a:ext uri="{FF2B5EF4-FFF2-40B4-BE49-F238E27FC236}">
                  <a16:creationId xmlns:a16="http://schemas.microsoft.com/office/drawing/2014/main" id="{2907CAA7-0DCB-4274-98A2-88B8618A305F}"/>
                </a:ext>
              </a:extLst>
            </p:cNvPr>
            <p:cNvSpPr/>
            <p:nvPr/>
          </p:nvSpPr>
          <p:spPr>
            <a:xfrm>
              <a:off x="3618568" y="416753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8" name="Hexagon 3017">
              <a:extLst>
                <a:ext uri="{FF2B5EF4-FFF2-40B4-BE49-F238E27FC236}">
                  <a16:creationId xmlns:a16="http://schemas.microsoft.com/office/drawing/2014/main" id="{07F761BE-B819-423A-98A0-B8263FB4FE02}"/>
                </a:ext>
              </a:extLst>
            </p:cNvPr>
            <p:cNvSpPr/>
            <p:nvPr/>
          </p:nvSpPr>
          <p:spPr>
            <a:xfrm>
              <a:off x="3626112" y="397637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9" name="Hexagon 3018">
              <a:extLst>
                <a:ext uri="{FF2B5EF4-FFF2-40B4-BE49-F238E27FC236}">
                  <a16:creationId xmlns:a16="http://schemas.microsoft.com/office/drawing/2014/main" id="{56B377FC-1C4B-4D62-80FF-02330D11B7BC}"/>
                </a:ext>
              </a:extLst>
            </p:cNvPr>
            <p:cNvSpPr/>
            <p:nvPr/>
          </p:nvSpPr>
          <p:spPr>
            <a:xfrm>
              <a:off x="3618568" y="3790026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0" name="Hexagon 3019">
              <a:extLst>
                <a:ext uri="{FF2B5EF4-FFF2-40B4-BE49-F238E27FC236}">
                  <a16:creationId xmlns:a16="http://schemas.microsoft.com/office/drawing/2014/main" id="{9B239B5E-8D43-41FB-AFE1-E48710DC98D7}"/>
                </a:ext>
              </a:extLst>
            </p:cNvPr>
            <p:cNvSpPr/>
            <p:nvPr/>
          </p:nvSpPr>
          <p:spPr>
            <a:xfrm>
              <a:off x="3840024" y="3703772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1" name="Hexagon 3020">
              <a:extLst>
                <a:ext uri="{FF2B5EF4-FFF2-40B4-BE49-F238E27FC236}">
                  <a16:creationId xmlns:a16="http://schemas.microsoft.com/office/drawing/2014/main" id="{108454EE-6579-4D64-A03F-D1CC370BD5F9}"/>
                </a:ext>
              </a:extLst>
            </p:cNvPr>
            <p:cNvSpPr/>
            <p:nvPr/>
          </p:nvSpPr>
          <p:spPr>
            <a:xfrm>
              <a:off x="3356630" y="3499038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2" name="Hexagon 3021">
              <a:extLst>
                <a:ext uri="{FF2B5EF4-FFF2-40B4-BE49-F238E27FC236}">
                  <a16:creationId xmlns:a16="http://schemas.microsoft.com/office/drawing/2014/main" id="{3BA72BC2-ADD6-42EF-B404-D865312B2A45}"/>
                </a:ext>
              </a:extLst>
            </p:cNvPr>
            <p:cNvSpPr/>
            <p:nvPr/>
          </p:nvSpPr>
          <p:spPr>
            <a:xfrm>
              <a:off x="3850351" y="332568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3" name="Hexagon 3022">
              <a:extLst>
                <a:ext uri="{FF2B5EF4-FFF2-40B4-BE49-F238E27FC236}">
                  <a16:creationId xmlns:a16="http://schemas.microsoft.com/office/drawing/2014/main" id="{4FB68BD2-D1C6-4B81-8182-FD242B85F18D}"/>
                </a:ext>
              </a:extLst>
            </p:cNvPr>
            <p:cNvSpPr/>
            <p:nvPr/>
          </p:nvSpPr>
          <p:spPr>
            <a:xfrm>
              <a:off x="3850351" y="313866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4" name="Hexagon 3023">
              <a:extLst>
                <a:ext uri="{FF2B5EF4-FFF2-40B4-BE49-F238E27FC236}">
                  <a16:creationId xmlns:a16="http://schemas.microsoft.com/office/drawing/2014/main" id="{284BCAE8-48E2-45D8-BB70-F51FE5BB1FD9}"/>
                </a:ext>
              </a:extLst>
            </p:cNvPr>
            <p:cNvSpPr/>
            <p:nvPr/>
          </p:nvSpPr>
          <p:spPr>
            <a:xfrm>
              <a:off x="3603503" y="323942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5" name="Hexagon 3024">
              <a:extLst>
                <a:ext uri="{FF2B5EF4-FFF2-40B4-BE49-F238E27FC236}">
                  <a16:creationId xmlns:a16="http://schemas.microsoft.com/office/drawing/2014/main" id="{20158019-C3D7-4428-9025-5D685A8F9B8F}"/>
                </a:ext>
              </a:extLst>
            </p:cNvPr>
            <p:cNvSpPr/>
            <p:nvPr/>
          </p:nvSpPr>
          <p:spPr>
            <a:xfrm>
              <a:off x="3370518" y="315213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6" name="Hexagon 3025">
              <a:extLst>
                <a:ext uri="{FF2B5EF4-FFF2-40B4-BE49-F238E27FC236}">
                  <a16:creationId xmlns:a16="http://schemas.microsoft.com/office/drawing/2014/main" id="{A0EB864F-AA5B-44DA-95BE-4646FBA065E8}"/>
                </a:ext>
              </a:extLst>
            </p:cNvPr>
            <p:cNvSpPr/>
            <p:nvPr/>
          </p:nvSpPr>
          <p:spPr>
            <a:xfrm>
              <a:off x="3125061" y="305654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7" name="Hexagon 3026">
              <a:extLst>
                <a:ext uri="{FF2B5EF4-FFF2-40B4-BE49-F238E27FC236}">
                  <a16:creationId xmlns:a16="http://schemas.microsoft.com/office/drawing/2014/main" id="{8B893A80-0988-4A0C-B6D6-83C4458FF90B}"/>
                </a:ext>
              </a:extLst>
            </p:cNvPr>
            <p:cNvSpPr/>
            <p:nvPr/>
          </p:nvSpPr>
          <p:spPr>
            <a:xfrm>
              <a:off x="2879604" y="2957207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8" name="Hexagon 3027">
              <a:extLst>
                <a:ext uri="{FF2B5EF4-FFF2-40B4-BE49-F238E27FC236}">
                  <a16:creationId xmlns:a16="http://schemas.microsoft.com/office/drawing/2014/main" id="{07B0D4EA-CD63-487C-AA70-6BED7AE979DD}"/>
                </a:ext>
              </a:extLst>
            </p:cNvPr>
            <p:cNvSpPr/>
            <p:nvPr/>
          </p:nvSpPr>
          <p:spPr>
            <a:xfrm>
              <a:off x="2634147" y="304722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9" name="Hexagon 3028">
              <a:extLst>
                <a:ext uri="{FF2B5EF4-FFF2-40B4-BE49-F238E27FC236}">
                  <a16:creationId xmlns:a16="http://schemas.microsoft.com/office/drawing/2014/main" id="{6E5D93E8-A1AE-4AB4-B59B-A1BCC4987E4A}"/>
                </a:ext>
              </a:extLst>
            </p:cNvPr>
            <p:cNvSpPr/>
            <p:nvPr/>
          </p:nvSpPr>
          <p:spPr>
            <a:xfrm>
              <a:off x="2408046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0" name="Hexagon 3029">
              <a:extLst>
                <a:ext uri="{FF2B5EF4-FFF2-40B4-BE49-F238E27FC236}">
                  <a16:creationId xmlns:a16="http://schemas.microsoft.com/office/drawing/2014/main" id="{2EFAE7B3-28FB-4F2F-A9A0-36B96CAB3151}"/>
                </a:ext>
              </a:extLst>
            </p:cNvPr>
            <p:cNvSpPr/>
            <p:nvPr/>
          </p:nvSpPr>
          <p:spPr>
            <a:xfrm>
              <a:off x="2180555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1" name="Hexagon 3030">
              <a:extLst>
                <a:ext uri="{FF2B5EF4-FFF2-40B4-BE49-F238E27FC236}">
                  <a16:creationId xmlns:a16="http://schemas.microsoft.com/office/drawing/2014/main" id="{55C81EC0-030F-431C-BC27-E1BC90B34BBD}"/>
                </a:ext>
              </a:extLst>
            </p:cNvPr>
            <p:cNvSpPr/>
            <p:nvPr/>
          </p:nvSpPr>
          <p:spPr>
            <a:xfrm>
              <a:off x="1954454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2" name="Hexagon 3031">
              <a:extLst>
                <a:ext uri="{FF2B5EF4-FFF2-40B4-BE49-F238E27FC236}">
                  <a16:creationId xmlns:a16="http://schemas.microsoft.com/office/drawing/2014/main" id="{3980A046-E75A-4B92-8AD4-AC7965A3FC6F}"/>
                </a:ext>
              </a:extLst>
            </p:cNvPr>
            <p:cNvSpPr/>
            <p:nvPr/>
          </p:nvSpPr>
          <p:spPr>
            <a:xfrm>
              <a:off x="1710548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3" name="Hexagon 3032">
              <a:extLst>
                <a:ext uri="{FF2B5EF4-FFF2-40B4-BE49-F238E27FC236}">
                  <a16:creationId xmlns:a16="http://schemas.microsoft.com/office/drawing/2014/main" id="{379CD838-4860-42A0-8E3E-B221B86B32CA}"/>
                </a:ext>
              </a:extLst>
            </p:cNvPr>
            <p:cNvSpPr/>
            <p:nvPr/>
          </p:nvSpPr>
          <p:spPr>
            <a:xfrm>
              <a:off x="1470181" y="314798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4" name="Hexagon 3033">
              <a:extLst>
                <a:ext uri="{FF2B5EF4-FFF2-40B4-BE49-F238E27FC236}">
                  <a16:creationId xmlns:a16="http://schemas.microsoft.com/office/drawing/2014/main" id="{ABF72AD2-AA37-4B8C-869F-FE07C8D40899}"/>
                </a:ext>
              </a:extLst>
            </p:cNvPr>
            <p:cNvSpPr/>
            <p:nvPr/>
          </p:nvSpPr>
          <p:spPr>
            <a:xfrm>
              <a:off x="1479392" y="296510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5" name="Hexagon 3034">
              <a:extLst>
                <a:ext uri="{FF2B5EF4-FFF2-40B4-BE49-F238E27FC236}">
                  <a16:creationId xmlns:a16="http://schemas.microsoft.com/office/drawing/2014/main" id="{082229FE-09FB-4591-A13A-0499CAE62C9E}"/>
                </a:ext>
              </a:extLst>
            </p:cNvPr>
            <p:cNvSpPr/>
            <p:nvPr/>
          </p:nvSpPr>
          <p:spPr>
            <a:xfrm>
              <a:off x="1239654" y="3047756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6" name="Hexagon 3035">
              <a:extLst>
                <a:ext uri="{FF2B5EF4-FFF2-40B4-BE49-F238E27FC236}">
                  <a16:creationId xmlns:a16="http://schemas.microsoft.com/office/drawing/2014/main" id="{39738A66-6543-439B-8BA8-AE0393B6038E}"/>
                </a:ext>
              </a:extLst>
            </p:cNvPr>
            <p:cNvSpPr/>
            <p:nvPr/>
          </p:nvSpPr>
          <p:spPr>
            <a:xfrm>
              <a:off x="4096012" y="61915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7" name="Hexagon 3036">
              <a:extLst>
                <a:ext uri="{FF2B5EF4-FFF2-40B4-BE49-F238E27FC236}">
                  <a16:creationId xmlns:a16="http://schemas.microsoft.com/office/drawing/2014/main" id="{35EACF5D-CC1E-4719-9FE7-3F3810F6DA9D}"/>
                </a:ext>
              </a:extLst>
            </p:cNvPr>
            <p:cNvSpPr/>
            <p:nvPr/>
          </p:nvSpPr>
          <p:spPr>
            <a:xfrm>
              <a:off x="4337312" y="61000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8" name="Hexagon 3037">
              <a:extLst>
                <a:ext uri="{FF2B5EF4-FFF2-40B4-BE49-F238E27FC236}">
                  <a16:creationId xmlns:a16="http://schemas.microsoft.com/office/drawing/2014/main" id="{B74F1920-4E01-4C9F-B71B-BFC1977F77B5}"/>
                </a:ext>
              </a:extLst>
            </p:cNvPr>
            <p:cNvSpPr/>
            <p:nvPr/>
          </p:nvSpPr>
          <p:spPr>
            <a:xfrm>
              <a:off x="4578612" y="60086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9" name="Hexagon 3038">
              <a:extLst>
                <a:ext uri="{FF2B5EF4-FFF2-40B4-BE49-F238E27FC236}">
                  <a16:creationId xmlns:a16="http://schemas.microsoft.com/office/drawing/2014/main" id="{6F831DD1-286A-4422-AAE2-8A5C1910FDD2}"/>
                </a:ext>
              </a:extLst>
            </p:cNvPr>
            <p:cNvSpPr/>
            <p:nvPr/>
          </p:nvSpPr>
          <p:spPr>
            <a:xfrm>
              <a:off x="4343670" y="59171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0" name="Hexagon 3039">
              <a:extLst>
                <a:ext uri="{FF2B5EF4-FFF2-40B4-BE49-F238E27FC236}">
                  <a16:creationId xmlns:a16="http://schemas.microsoft.com/office/drawing/2014/main" id="{CBE61F23-AB72-42F4-B232-2B90DD9887B8}"/>
                </a:ext>
              </a:extLst>
            </p:cNvPr>
            <p:cNvSpPr/>
            <p:nvPr/>
          </p:nvSpPr>
          <p:spPr>
            <a:xfrm>
              <a:off x="4337312" y="57345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1" name="Hexagon 3040">
              <a:extLst>
                <a:ext uri="{FF2B5EF4-FFF2-40B4-BE49-F238E27FC236}">
                  <a16:creationId xmlns:a16="http://schemas.microsoft.com/office/drawing/2014/main" id="{08F6E597-D676-44B1-968E-87B346F38009}"/>
                </a:ext>
              </a:extLst>
            </p:cNvPr>
            <p:cNvSpPr/>
            <p:nvPr/>
          </p:nvSpPr>
          <p:spPr>
            <a:xfrm>
              <a:off x="4581795" y="582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2" name="Hexagon 3041">
              <a:extLst>
                <a:ext uri="{FF2B5EF4-FFF2-40B4-BE49-F238E27FC236}">
                  <a16:creationId xmlns:a16="http://schemas.microsoft.com/office/drawing/2014/main" id="{667B01C4-DB92-4ABD-A3DC-FBE00FEA47D1}"/>
                </a:ext>
              </a:extLst>
            </p:cNvPr>
            <p:cNvSpPr/>
            <p:nvPr/>
          </p:nvSpPr>
          <p:spPr>
            <a:xfrm>
              <a:off x="4327795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3" name="Hexagon 3042">
              <a:extLst>
                <a:ext uri="{FF2B5EF4-FFF2-40B4-BE49-F238E27FC236}">
                  <a16:creationId xmlns:a16="http://schemas.microsoft.com/office/drawing/2014/main" id="{EB034DBE-B736-4441-AE02-0C20D728E9A0}"/>
                </a:ext>
              </a:extLst>
            </p:cNvPr>
            <p:cNvSpPr/>
            <p:nvPr/>
          </p:nvSpPr>
          <p:spPr>
            <a:xfrm>
              <a:off x="4569111" y="56430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4" name="Hexagon 3043">
              <a:extLst>
                <a:ext uri="{FF2B5EF4-FFF2-40B4-BE49-F238E27FC236}">
                  <a16:creationId xmlns:a16="http://schemas.microsoft.com/office/drawing/2014/main" id="{483CC015-09D1-447C-895B-CA600638DD91}"/>
                </a:ext>
              </a:extLst>
            </p:cNvPr>
            <p:cNvSpPr/>
            <p:nvPr/>
          </p:nvSpPr>
          <p:spPr>
            <a:xfrm>
              <a:off x="4569111" y="54529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5" name="Hexagon 3044">
              <a:extLst>
                <a:ext uri="{FF2B5EF4-FFF2-40B4-BE49-F238E27FC236}">
                  <a16:creationId xmlns:a16="http://schemas.microsoft.com/office/drawing/2014/main" id="{BF456E7C-FA66-4A8B-A303-DC38CA21D719}"/>
                </a:ext>
              </a:extLst>
            </p:cNvPr>
            <p:cNvSpPr/>
            <p:nvPr/>
          </p:nvSpPr>
          <p:spPr>
            <a:xfrm>
              <a:off x="4565968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6" name="Hexagon 3045">
              <a:extLst>
                <a:ext uri="{FF2B5EF4-FFF2-40B4-BE49-F238E27FC236}">
                  <a16:creationId xmlns:a16="http://schemas.microsoft.com/office/drawing/2014/main" id="{AA365AEE-4A47-46C3-8480-A96D587B35F9}"/>
                </a:ext>
              </a:extLst>
            </p:cNvPr>
            <p:cNvSpPr/>
            <p:nvPr/>
          </p:nvSpPr>
          <p:spPr>
            <a:xfrm>
              <a:off x="4569151" y="50909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7" name="Hexagon 3046">
              <a:extLst>
                <a:ext uri="{FF2B5EF4-FFF2-40B4-BE49-F238E27FC236}">
                  <a16:creationId xmlns:a16="http://schemas.microsoft.com/office/drawing/2014/main" id="{BDF1EE23-7F88-4093-AA3A-A88721F53452}"/>
                </a:ext>
              </a:extLst>
            </p:cNvPr>
            <p:cNvSpPr/>
            <p:nvPr/>
          </p:nvSpPr>
          <p:spPr>
            <a:xfrm>
              <a:off x="4556467" y="4908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8" name="Hexagon 3047">
              <a:extLst>
                <a:ext uri="{FF2B5EF4-FFF2-40B4-BE49-F238E27FC236}">
                  <a16:creationId xmlns:a16="http://schemas.microsoft.com/office/drawing/2014/main" id="{8FFAB2ED-6F58-49B4-9855-453BB7D36D19}"/>
                </a:ext>
              </a:extLst>
            </p:cNvPr>
            <p:cNvSpPr/>
            <p:nvPr/>
          </p:nvSpPr>
          <p:spPr>
            <a:xfrm>
              <a:off x="4556467" y="47181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9" name="Hexagon 3048">
              <a:extLst>
                <a:ext uri="{FF2B5EF4-FFF2-40B4-BE49-F238E27FC236}">
                  <a16:creationId xmlns:a16="http://schemas.microsoft.com/office/drawing/2014/main" id="{56FAA088-BF0B-4795-B6C0-D28F318E80BE}"/>
                </a:ext>
              </a:extLst>
            </p:cNvPr>
            <p:cNvSpPr/>
            <p:nvPr/>
          </p:nvSpPr>
          <p:spPr>
            <a:xfrm>
              <a:off x="4565968" y="45239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0" name="Hexagon 3049">
              <a:extLst>
                <a:ext uri="{FF2B5EF4-FFF2-40B4-BE49-F238E27FC236}">
                  <a16:creationId xmlns:a16="http://schemas.microsoft.com/office/drawing/2014/main" id="{65896EFE-AFD9-46D8-8CB3-AAC01604800B}"/>
                </a:ext>
              </a:extLst>
            </p:cNvPr>
            <p:cNvSpPr/>
            <p:nvPr/>
          </p:nvSpPr>
          <p:spPr>
            <a:xfrm>
              <a:off x="4569151" y="43411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1" name="Hexagon 3050">
              <a:extLst>
                <a:ext uri="{FF2B5EF4-FFF2-40B4-BE49-F238E27FC236}">
                  <a16:creationId xmlns:a16="http://schemas.microsoft.com/office/drawing/2014/main" id="{6EAEDD54-FDD6-42E0-A81D-BF66A9851158}"/>
                </a:ext>
              </a:extLst>
            </p:cNvPr>
            <p:cNvSpPr/>
            <p:nvPr/>
          </p:nvSpPr>
          <p:spPr>
            <a:xfrm>
              <a:off x="4556467" y="4158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2" name="Hexagon 3051">
              <a:extLst>
                <a:ext uri="{FF2B5EF4-FFF2-40B4-BE49-F238E27FC236}">
                  <a16:creationId xmlns:a16="http://schemas.microsoft.com/office/drawing/2014/main" id="{A0ED7314-4C76-4E9D-8ED8-5B41D1B5836B}"/>
                </a:ext>
              </a:extLst>
            </p:cNvPr>
            <p:cNvSpPr/>
            <p:nvPr/>
          </p:nvSpPr>
          <p:spPr>
            <a:xfrm>
              <a:off x="4556467" y="3968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3" name="Hexagon 3052">
              <a:extLst>
                <a:ext uri="{FF2B5EF4-FFF2-40B4-BE49-F238E27FC236}">
                  <a16:creationId xmlns:a16="http://schemas.microsoft.com/office/drawing/2014/main" id="{927F00AE-1BE8-47C5-8FBD-A8FCECE30C26}"/>
                </a:ext>
              </a:extLst>
            </p:cNvPr>
            <p:cNvSpPr/>
            <p:nvPr/>
          </p:nvSpPr>
          <p:spPr>
            <a:xfrm>
              <a:off x="4809665" y="5368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4" name="Hexagon 3053">
              <a:extLst>
                <a:ext uri="{FF2B5EF4-FFF2-40B4-BE49-F238E27FC236}">
                  <a16:creationId xmlns:a16="http://schemas.microsoft.com/office/drawing/2014/main" id="{D62DF677-9DB2-43EC-A562-FC2B10B0E600}"/>
                </a:ext>
              </a:extLst>
            </p:cNvPr>
            <p:cNvSpPr/>
            <p:nvPr/>
          </p:nvSpPr>
          <p:spPr>
            <a:xfrm>
              <a:off x="4812848" y="5185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5" name="Hexagon 3054">
              <a:extLst>
                <a:ext uri="{FF2B5EF4-FFF2-40B4-BE49-F238E27FC236}">
                  <a16:creationId xmlns:a16="http://schemas.microsoft.com/office/drawing/2014/main" id="{3CA91D2D-7FB2-44F2-BFB6-109CC1A41237}"/>
                </a:ext>
              </a:extLst>
            </p:cNvPr>
            <p:cNvSpPr/>
            <p:nvPr/>
          </p:nvSpPr>
          <p:spPr>
            <a:xfrm>
              <a:off x="4800164" y="50030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6" name="Hexagon 3055">
              <a:extLst>
                <a:ext uri="{FF2B5EF4-FFF2-40B4-BE49-F238E27FC236}">
                  <a16:creationId xmlns:a16="http://schemas.microsoft.com/office/drawing/2014/main" id="{416AAED5-1C53-4F32-9F23-BE12D9674679}"/>
                </a:ext>
              </a:extLst>
            </p:cNvPr>
            <p:cNvSpPr/>
            <p:nvPr/>
          </p:nvSpPr>
          <p:spPr>
            <a:xfrm>
              <a:off x="4800164" y="48129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7" name="Hexagon 3056">
              <a:extLst>
                <a:ext uri="{FF2B5EF4-FFF2-40B4-BE49-F238E27FC236}">
                  <a16:creationId xmlns:a16="http://schemas.microsoft.com/office/drawing/2014/main" id="{6645E952-150C-485F-B170-EA05258C284D}"/>
                </a:ext>
              </a:extLst>
            </p:cNvPr>
            <p:cNvSpPr/>
            <p:nvPr/>
          </p:nvSpPr>
          <p:spPr>
            <a:xfrm>
              <a:off x="5040678" y="5094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8" name="Hexagon 3057">
              <a:extLst>
                <a:ext uri="{FF2B5EF4-FFF2-40B4-BE49-F238E27FC236}">
                  <a16:creationId xmlns:a16="http://schemas.microsoft.com/office/drawing/2014/main" id="{2282787C-3EAF-4524-83AC-88647971581B}"/>
                </a:ext>
              </a:extLst>
            </p:cNvPr>
            <p:cNvSpPr/>
            <p:nvPr/>
          </p:nvSpPr>
          <p:spPr>
            <a:xfrm>
              <a:off x="5043861" y="4911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9" name="Hexagon 3058">
              <a:extLst>
                <a:ext uri="{FF2B5EF4-FFF2-40B4-BE49-F238E27FC236}">
                  <a16:creationId xmlns:a16="http://schemas.microsoft.com/office/drawing/2014/main" id="{B900AE33-DFD8-47FC-9023-7A6048D64E45}"/>
                </a:ext>
              </a:extLst>
            </p:cNvPr>
            <p:cNvSpPr/>
            <p:nvPr/>
          </p:nvSpPr>
          <p:spPr>
            <a:xfrm>
              <a:off x="5031177" y="472874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0" name="Hexagon 3059">
              <a:extLst>
                <a:ext uri="{FF2B5EF4-FFF2-40B4-BE49-F238E27FC236}">
                  <a16:creationId xmlns:a16="http://schemas.microsoft.com/office/drawing/2014/main" id="{B1305E4E-850E-48B3-8D24-68EA53F8BC99}"/>
                </a:ext>
              </a:extLst>
            </p:cNvPr>
            <p:cNvSpPr/>
            <p:nvPr/>
          </p:nvSpPr>
          <p:spPr>
            <a:xfrm>
              <a:off x="5031177" y="4538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1" name="Hexagon 3060">
              <a:extLst>
                <a:ext uri="{FF2B5EF4-FFF2-40B4-BE49-F238E27FC236}">
                  <a16:creationId xmlns:a16="http://schemas.microsoft.com/office/drawing/2014/main" id="{DA45C098-654B-4B9D-9B9F-5BB410588463}"/>
                </a:ext>
              </a:extLst>
            </p:cNvPr>
            <p:cNvSpPr/>
            <p:nvPr/>
          </p:nvSpPr>
          <p:spPr>
            <a:xfrm>
              <a:off x="5284169" y="50029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2" name="Hexagon 3061">
              <a:extLst>
                <a:ext uri="{FF2B5EF4-FFF2-40B4-BE49-F238E27FC236}">
                  <a16:creationId xmlns:a16="http://schemas.microsoft.com/office/drawing/2014/main" id="{2D25D702-4EDF-438C-A095-99A8E3BF720E}"/>
                </a:ext>
              </a:extLst>
            </p:cNvPr>
            <p:cNvSpPr/>
            <p:nvPr/>
          </p:nvSpPr>
          <p:spPr>
            <a:xfrm>
              <a:off x="5287352" y="48200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3" name="Hexagon 3062">
              <a:extLst>
                <a:ext uri="{FF2B5EF4-FFF2-40B4-BE49-F238E27FC236}">
                  <a16:creationId xmlns:a16="http://schemas.microsoft.com/office/drawing/2014/main" id="{B5E09BFA-E3D2-42AB-A9BE-3ACC21CDE409}"/>
                </a:ext>
              </a:extLst>
            </p:cNvPr>
            <p:cNvSpPr/>
            <p:nvPr/>
          </p:nvSpPr>
          <p:spPr>
            <a:xfrm>
              <a:off x="5274668" y="46373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4" name="Hexagon 3063">
              <a:extLst>
                <a:ext uri="{FF2B5EF4-FFF2-40B4-BE49-F238E27FC236}">
                  <a16:creationId xmlns:a16="http://schemas.microsoft.com/office/drawing/2014/main" id="{614A1EE5-8C0B-4441-8093-F7FF83445C26}"/>
                </a:ext>
              </a:extLst>
            </p:cNvPr>
            <p:cNvSpPr/>
            <p:nvPr/>
          </p:nvSpPr>
          <p:spPr>
            <a:xfrm>
              <a:off x="5274668" y="44472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6" name="Hexagon 3065">
              <a:extLst>
                <a:ext uri="{FF2B5EF4-FFF2-40B4-BE49-F238E27FC236}">
                  <a16:creationId xmlns:a16="http://schemas.microsoft.com/office/drawing/2014/main" id="{41542FE5-36A3-4936-BE4A-2573746A7BB7}"/>
                </a:ext>
              </a:extLst>
            </p:cNvPr>
            <p:cNvSpPr/>
            <p:nvPr/>
          </p:nvSpPr>
          <p:spPr>
            <a:xfrm>
              <a:off x="5537399" y="5277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7" name="Hexagon 3066">
              <a:extLst>
                <a:ext uri="{FF2B5EF4-FFF2-40B4-BE49-F238E27FC236}">
                  <a16:creationId xmlns:a16="http://schemas.microsoft.com/office/drawing/2014/main" id="{C77AD7FC-E027-47FA-98F9-EB70C503A80D}"/>
                </a:ext>
              </a:extLst>
            </p:cNvPr>
            <p:cNvSpPr/>
            <p:nvPr/>
          </p:nvSpPr>
          <p:spPr>
            <a:xfrm>
              <a:off x="5524715" y="5094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8" name="Hexagon 3067">
              <a:extLst>
                <a:ext uri="{FF2B5EF4-FFF2-40B4-BE49-F238E27FC236}">
                  <a16:creationId xmlns:a16="http://schemas.microsoft.com/office/drawing/2014/main" id="{CD9EF2A9-BEE1-4BC8-9FB5-84032C0D7F29}"/>
                </a:ext>
              </a:extLst>
            </p:cNvPr>
            <p:cNvSpPr/>
            <p:nvPr/>
          </p:nvSpPr>
          <p:spPr>
            <a:xfrm>
              <a:off x="5524715" y="49044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9" name="Hexagon 3068">
              <a:extLst>
                <a:ext uri="{FF2B5EF4-FFF2-40B4-BE49-F238E27FC236}">
                  <a16:creationId xmlns:a16="http://schemas.microsoft.com/office/drawing/2014/main" id="{85FBB944-15AE-4FE1-A2F5-1534801DAA30}"/>
                </a:ext>
              </a:extLst>
            </p:cNvPr>
            <p:cNvSpPr/>
            <p:nvPr/>
          </p:nvSpPr>
          <p:spPr>
            <a:xfrm>
              <a:off x="5765023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0" name="Hexagon 3069">
              <a:extLst>
                <a:ext uri="{FF2B5EF4-FFF2-40B4-BE49-F238E27FC236}">
                  <a16:creationId xmlns:a16="http://schemas.microsoft.com/office/drawing/2014/main" id="{8A9D8630-6DEB-4934-BCAA-09421B126491}"/>
                </a:ext>
              </a:extLst>
            </p:cNvPr>
            <p:cNvSpPr/>
            <p:nvPr/>
          </p:nvSpPr>
          <p:spPr>
            <a:xfrm>
              <a:off x="5768206" y="48026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1" name="Hexagon 3070">
              <a:extLst>
                <a:ext uri="{FF2B5EF4-FFF2-40B4-BE49-F238E27FC236}">
                  <a16:creationId xmlns:a16="http://schemas.microsoft.com/office/drawing/2014/main" id="{2DB622C9-2D0E-462D-A8C7-82D411F56ECF}"/>
                </a:ext>
              </a:extLst>
            </p:cNvPr>
            <p:cNvSpPr/>
            <p:nvPr/>
          </p:nvSpPr>
          <p:spPr>
            <a:xfrm>
              <a:off x="5755522" y="461995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2" name="Hexagon 3071">
              <a:extLst>
                <a:ext uri="{FF2B5EF4-FFF2-40B4-BE49-F238E27FC236}">
                  <a16:creationId xmlns:a16="http://schemas.microsoft.com/office/drawing/2014/main" id="{752CDDA3-B7FE-4116-8B48-21B376C000B2}"/>
                </a:ext>
              </a:extLst>
            </p:cNvPr>
            <p:cNvSpPr/>
            <p:nvPr/>
          </p:nvSpPr>
          <p:spPr>
            <a:xfrm>
              <a:off x="5755522" y="44298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3" name="Hexagon 3072">
              <a:extLst>
                <a:ext uri="{FF2B5EF4-FFF2-40B4-BE49-F238E27FC236}">
                  <a16:creationId xmlns:a16="http://schemas.microsoft.com/office/drawing/2014/main" id="{BF64AF4C-BBF7-4C4A-933C-6D060EC6BD0B}"/>
                </a:ext>
              </a:extLst>
            </p:cNvPr>
            <p:cNvSpPr/>
            <p:nvPr/>
          </p:nvSpPr>
          <p:spPr>
            <a:xfrm>
              <a:off x="6002386" y="50770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4" name="Hexagon 3073">
              <a:extLst>
                <a:ext uri="{FF2B5EF4-FFF2-40B4-BE49-F238E27FC236}">
                  <a16:creationId xmlns:a16="http://schemas.microsoft.com/office/drawing/2014/main" id="{3D8B2578-C705-4899-B350-73295B9A54A8}"/>
                </a:ext>
              </a:extLst>
            </p:cNvPr>
            <p:cNvSpPr/>
            <p:nvPr/>
          </p:nvSpPr>
          <p:spPr>
            <a:xfrm>
              <a:off x="6005569" y="48941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5" name="Hexagon 3074">
              <a:extLst>
                <a:ext uri="{FF2B5EF4-FFF2-40B4-BE49-F238E27FC236}">
                  <a16:creationId xmlns:a16="http://schemas.microsoft.com/office/drawing/2014/main" id="{D39D4A7F-8B9B-4B7E-A801-9B2B877E8206}"/>
                </a:ext>
              </a:extLst>
            </p:cNvPr>
            <p:cNvSpPr/>
            <p:nvPr/>
          </p:nvSpPr>
          <p:spPr>
            <a:xfrm>
              <a:off x="5992885" y="47113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6" name="Hexagon 3075">
              <a:extLst>
                <a:ext uri="{FF2B5EF4-FFF2-40B4-BE49-F238E27FC236}">
                  <a16:creationId xmlns:a16="http://schemas.microsoft.com/office/drawing/2014/main" id="{1A466876-192E-4335-BFE2-8641ABAD9A0B}"/>
                </a:ext>
              </a:extLst>
            </p:cNvPr>
            <p:cNvSpPr/>
            <p:nvPr/>
          </p:nvSpPr>
          <p:spPr>
            <a:xfrm>
              <a:off x="5996060" y="45244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7" name="Hexagon 3076">
              <a:extLst>
                <a:ext uri="{FF2B5EF4-FFF2-40B4-BE49-F238E27FC236}">
                  <a16:creationId xmlns:a16="http://schemas.microsoft.com/office/drawing/2014/main" id="{D6A29BB4-6143-44EB-813C-76042AFCAA7F}"/>
                </a:ext>
              </a:extLst>
            </p:cNvPr>
            <p:cNvSpPr/>
            <p:nvPr/>
          </p:nvSpPr>
          <p:spPr>
            <a:xfrm>
              <a:off x="5300020" y="573418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8" name="Hexagon 3077">
              <a:extLst>
                <a:ext uri="{FF2B5EF4-FFF2-40B4-BE49-F238E27FC236}">
                  <a16:creationId xmlns:a16="http://schemas.microsoft.com/office/drawing/2014/main" id="{74150365-26F1-47C4-9A97-501563AC2B03}"/>
                </a:ext>
              </a:extLst>
            </p:cNvPr>
            <p:cNvSpPr/>
            <p:nvPr/>
          </p:nvSpPr>
          <p:spPr>
            <a:xfrm>
              <a:off x="5303203" y="555130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9" name="Hexagon 3078">
              <a:extLst>
                <a:ext uri="{FF2B5EF4-FFF2-40B4-BE49-F238E27FC236}">
                  <a16:creationId xmlns:a16="http://schemas.microsoft.com/office/drawing/2014/main" id="{62568FD2-9E5A-4A64-B8C7-3D1326571581}"/>
                </a:ext>
              </a:extLst>
            </p:cNvPr>
            <p:cNvSpPr/>
            <p:nvPr/>
          </p:nvSpPr>
          <p:spPr>
            <a:xfrm>
              <a:off x="5290519" y="53685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0" name="Hexagon 3079">
              <a:extLst>
                <a:ext uri="{FF2B5EF4-FFF2-40B4-BE49-F238E27FC236}">
                  <a16:creationId xmlns:a16="http://schemas.microsoft.com/office/drawing/2014/main" id="{869B17E8-2438-40C1-A2FD-4C5FFCD193CA}"/>
                </a:ext>
              </a:extLst>
            </p:cNvPr>
            <p:cNvSpPr/>
            <p:nvPr/>
          </p:nvSpPr>
          <p:spPr>
            <a:xfrm>
              <a:off x="577466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1" name="Hexagon 3080">
              <a:extLst>
                <a:ext uri="{FF2B5EF4-FFF2-40B4-BE49-F238E27FC236}">
                  <a16:creationId xmlns:a16="http://schemas.microsoft.com/office/drawing/2014/main" id="{04F08BCC-CC04-446C-91A5-69CAAC20CFD8}"/>
                </a:ext>
              </a:extLst>
            </p:cNvPr>
            <p:cNvSpPr/>
            <p:nvPr/>
          </p:nvSpPr>
          <p:spPr>
            <a:xfrm>
              <a:off x="5777850" y="53582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2" name="Hexagon 3081">
              <a:extLst>
                <a:ext uri="{FF2B5EF4-FFF2-40B4-BE49-F238E27FC236}">
                  <a16:creationId xmlns:a16="http://schemas.microsoft.com/office/drawing/2014/main" id="{66F9FC60-C5D0-41A8-98FF-AE25ADBDC7EA}"/>
                </a:ext>
              </a:extLst>
            </p:cNvPr>
            <p:cNvSpPr/>
            <p:nvPr/>
          </p:nvSpPr>
          <p:spPr>
            <a:xfrm>
              <a:off x="5765166" y="51755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3" name="Hexagon 3082">
              <a:extLst>
                <a:ext uri="{FF2B5EF4-FFF2-40B4-BE49-F238E27FC236}">
                  <a16:creationId xmlns:a16="http://schemas.microsoft.com/office/drawing/2014/main" id="{A85EC155-0EC5-4C7C-B842-5C1AEE6AB3DC}"/>
                </a:ext>
              </a:extLst>
            </p:cNvPr>
            <p:cNvSpPr/>
            <p:nvPr/>
          </p:nvSpPr>
          <p:spPr>
            <a:xfrm>
              <a:off x="4323538" y="4440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4" name="Hexagon 3083">
              <a:extLst>
                <a:ext uri="{FF2B5EF4-FFF2-40B4-BE49-F238E27FC236}">
                  <a16:creationId xmlns:a16="http://schemas.microsoft.com/office/drawing/2014/main" id="{58FFAA94-BF3A-4BC1-BB3B-1C0C342B5259}"/>
                </a:ext>
              </a:extLst>
            </p:cNvPr>
            <p:cNvSpPr/>
            <p:nvPr/>
          </p:nvSpPr>
          <p:spPr>
            <a:xfrm>
              <a:off x="4323546" y="42520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5" name="Hexagon 3084">
              <a:extLst>
                <a:ext uri="{FF2B5EF4-FFF2-40B4-BE49-F238E27FC236}">
                  <a16:creationId xmlns:a16="http://schemas.microsoft.com/office/drawing/2014/main" id="{76C7D8EF-2F5C-44DA-A26D-A95D1987B64E}"/>
                </a:ext>
              </a:extLst>
            </p:cNvPr>
            <p:cNvSpPr/>
            <p:nvPr/>
          </p:nvSpPr>
          <p:spPr>
            <a:xfrm>
              <a:off x="4317212" y="406608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6" name="Hexagon 3085">
              <a:extLst>
                <a:ext uri="{FF2B5EF4-FFF2-40B4-BE49-F238E27FC236}">
                  <a16:creationId xmlns:a16="http://schemas.microsoft.com/office/drawing/2014/main" id="{3F96C630-9454-46F6-914A-BA5A8BCE35D3}"/>
                </a:ext>
              </a:extLst>
            </p:cNvPr>
            <p:cNvSpPr/>
            <p:nvPr/>
          </p:nvSpPr>
          <p:spPr>
            <a:xfrm>
              <a:off x="4565968" y="37928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7" name="Hexagon 3086">
              <a:extLst>
                <a:ext uri="{FF2B5EF4-FFF2-40B4-BE49-F238E27FC236}">
                  <a16:creationId xmlns:a16="http://schemas.microsoft.com/office/drawing/2014/main" id="{3ABF7B08-39F0-4B20-83F4-F22FE3D6611F}"/>
                </a:ext>
              </a:extLst>
            </p:cNvPr>
            <p:cNvSpPr/>
            <p:nvPr/>
          </p:nvSpPr>
          <p:spPr>
            <a:xfrm>
              <a:off x="4816119" y="37013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8" name="Hexagon 3087">
              <a:extLst>
                <a:ext uri="{FF2B5EF4-FFF2-40B4-BE49-F238E27FC236}">
                  <a16:creationId xmlns:a16="http://schemas.microsoft.com/office/drawing/2014/main" id="{6A78995C-2CC5-4820-B751-F779C00D4D4E}"/>
                </a:ext>
              </a:extLst>
            </p:cNvPr>
            <p:cNvSpPr/>
            <p:nvPr/>
          </p:nvSpPr>
          <p:spPr>
            <a:xfrm>
              <a:off x="4812968" y="38873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9" name="Hexagon 3088">
              <a:extLst>
                <a:ext uri="{FF2B5EF4-FFF2-40B4-BE49-F238E27FC236}">
                  <a16:creationId xmlns:a16="http://schemas.microsoft.com/office/drawing/2014/main" id="{54610FAE-E44B-4BA7-A7E4-19990BE427AC}"/>
                </a:ext>
              </a:extLst>
            </p:cNvPr>
            <p:cNvSpPr/>
            <p:nvPr/>
          </p:nvSpPr>
          <p:spPr>
            <a:xfrm>
              <a:off x="4806514" y="44396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0" name="Hexagon 3089">
              <a:extLst>
                <a:ext uri="{FF2B5EF4-FFF2-40B4-BE49-F238E27FC236}">
                  <a16:creationId xmlns:a16="http://schemas.microsoft.com/office/drawing/2014/main" id="{93A2F73F-8FD8-4F7F-A38B-4B0A8523EB35}"/>
                </a:ext>
              </a:extLst>
            </p:cNvPr>
            <p:cNvSpPr/>
            <p:nvPr/>
          </p:nvSpPr>
          <p:spPr>
            <a:xfrm>
              <a:off x="5518381" y="45383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1" name="Hexagon 3090">
              <a:extLst>
                <a:ext uri="{FF2B5EF4-FFF2-40B4-BE49-F238E27FC236}">
                  <a16:creationId xmlns:a16="http://schemas.microsoft.com/office/drawing/2014/main" id="{ED1627DA-1581-4EC8-92D3-218557630D00}"/>
                </a:ext>
              </a:extLst>
            </p:cNvPr>
            <p:cNvSpPr/>
            <p:nvPr/>
          </p:nvSpPr>
          <p:spPr>
            <a:xfrm>
              <a:off x="5515270" y="4348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2" name="Hexagon 3091">
              <a:extLst>
                <a:ext uri="{FF2B5EF4-FFF2-40B4-BE49-F238E27FC236}">
                  <a16:creationId xmlns:a16="http://schemas.microsoft.com/office/drawing/2014/main" id="{EC5153D9-B689-46A3-9314-C45D2D08737E}"/>
                </a:ext>
              </a:extLst>
            </p:cNvPr>
            <p:cNvSpPr/>
            <p:nvPr/>
          </p:nvSpPr>
          <p:spPr>
            <a:xfrm>
              <a:off x="5544519" y="56541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3" name="Hexagon 3092">
              <a:extLst>
                <a:ext uri="{FF2B5EF4-FFF2-40B4-BE49-F238E27FC236}">
                  <a16:creationId xmlns:a16="http://schemas.microsoft.com/office/drawing/2014/main" id="{88FA9C0B-BB8A-4B67-B0A2-788CE53F68A9}"/>
                </a:ext>
              </a:extLst>
            </p:cNvPr>
            <p:cNvSpPr/>
            <p:nvPr/>
          </p:nvSpPr>
          <p:spPr>
            <a:xfrm>
              <a:off x="6008760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4" name="Hexagon 3093">
              <a:extLst>
                <a:ext uri="{FF2B5EF4-FFF2-40B4-BE49-F238E27FC236}">
                  <a16:creationId xmlns:a16="http://schemas.microsoft.com/office/drawing/2014/main" id="{0036FAA5-5501-4B2B-83AC-F25E5043BAA8}"/>
                </a:ext>
              </a:extLst>
            </p:cNvPr>
            <p:cNvSpPr/>
            <p:nvPr/>
          </p:nvSpPr>
          <p:spPr>
            <a:xfrm>
              <a:off x="6242702" y="48062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5" name="Hexagon 3094">
              <a:extLst>
                <a:ext uri="{FF2B5EF4-FFF2-40B4-BE49-F238E27FC236}">
                  <a16:creationId xmlns:a16="http://schemas.microsoft.com/office/drawing/2014/main" id="{66CF4F37-F7B5-445D-B247-043E7A55340D}"/>
                </a:ext>
              </a:extLst>
            </p:cNvPr>
            <p:cNvSpPr/>
            <p:nvPr/>
          </p:nvSpPr>
          <p:spPr>
            <a:xfrm>
              <a:off x="8581382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6" name="Hexagon 3095">
              <a:extLst>
                <a:ext uri="{FF2B5EF4-FFF2-40B4-BE49-F238E27FC236}">
                  <a16:creationId xmlns:a16="http://schemas.microsoft.com/office/drawing/2014/main" id="{CB0AF6D2-9CB8-43A8-95E7-AF3D31E4CF57}"/>
                </a:ext>
              </a:extLst>
            </p:cNvPr>
            <p:cNvSpPr/>
            <p:nvPr/>
          </p:nvSpPr>
          <p:spPr>
            <a:xfrm>
              <a:off x="8826651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7" name="Hexagon 3096">
              <a:extLst>
                <a:ext uri="{FF2B5EF4-FFF2-40B4-BE49-F238E27FC236}">
                  <a16:creationId xmlns:a16="http://schemas.microsoft.com/office/drawing/2014/main" id="{B7B16E7A-CA11-4703-BA21-E897E8B5233E}"/>
                </a:ext>
              </a:extLst>
            </p:cNvPr>
            <p:cNvSpPr/>
            <p:nvPr/>
          </p:nvSpPr>
          <p:spPr>
            <a:xfrm>
              <a:off x="8826651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8" name="Hexagon 3097">
              <a:extLst>
                <a:ext uri="{FF2B5EF4-FFF2-40B4-BE49-F238E27FC236}">
                  <a16:creationId xmlns:a16="http://schemas.microsoft.com/office/drawing/2014/main" id="{92AEAC3B-CF68-427D-925B-56C9AB1B782E}"/>
                </a:ext>
              </a:extLst>
            </p:cNvPr>
            <p:cNvSpPr/>
            <p:nvPr/>
          </p:nvSpPr>
          <p:spPr>
            <a:xfrm>
              <a:off x="9050489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9" name="Hexagon 3098">
              <a:extLst>
                <a:ext uri="{FF2B5EF4-FFF2-40B4-BE49-F238E27FC236}">
                  <a16:creationId xmlns:a16="http://schemas.microsoft.com/office/drawing/2014/main" id="{288C3636-CE4F-4352-A4F6-C4BE1970B8AA}"/>
                </a:ext>
              </a:extLst>
            </p:cNvPr>
            <p:cNvSpPr/>
            <p:nvPr/>
          </p:nvSpPr>
          <p:spPr>
            <a:xfrm>
              <a:off x="9050489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0" name="Hexagon 3099">
              <a:extLst>
                <a:ext uri="{FF2B5EF4-FFF2-40B4-BE49-F238E27FC236}">
                  <a16:creationId xmlns:a16="http://schemas.microsoft.com/office/drawing/2014/main" id="{8957FE16-BC4F-49B1-A533-9E538DBC1F3A}"/>
                </a:ext>
              </a:extLst>
            </p:cNvPr>
            <p:cNvSpPr/>
            <p:nvPr/>
          </p:nvSpPr>
          <p:spPr>
            <a:xfrm>
              <a:off x="929575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1" name="Hexagon 3100">
              <a:extLst>
                <a:ext uri="{FF2B5EF4-FFF2-40B4-BE49-F238E27FC236}">
                  <a16:creationId xmlns:a16="http://schemas.microsoft.com/office/drawing/2014/main" id="{E417D140-A416-4124-A8B8-57916A4534DC}"/>
                </a:ext>
              </a:extLst>
            </p:cNvPr>
            <p:cNvSpPr/>
            <p:nvPr/>
          </p:nvSpPr>
          <p:spPr>
            <a:xfrm>
              <a:off x="9295758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2" name="Hexagon 3101">
              <a:extLst>
                <a:ext uri="{FF2B5EF4-FFF2-40B4-BE49-F238E27FC236}">
                  <a16:creationId xmlns:a16="http://schemas.microsoft.com/office/drawing/2014/main" id="{8AF2F73E-FB6D-43B3-A35E-18C595A54B9E}"/>
                </a:ext>
              </a:extLst>
            </p:cNvPr>
            <p:cNvSpPr/>
            <p:nvPr/>
          </p:nvSpPr>
          <p:spPr>
            <a:xfrm>
              <a:off x="9541026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3" name="Hexagon 3102">
              <a:extLst>
                <a:ext uri="{FF2B5EF4-FFF2-40B4-BE49-F238E27FC236}">
                  <a16:creationId xmlns:a16="http://schemas.microsoft.com/office/drawing/2014/main" id="{953A6B26-D8EB-4A48-BD9A-C73BE742EADC}"/>
                </a:ext>
              </a:extLst>
            </p:cNvPr>
            <p:cNvSpPr/>
            <p:nvPr/>
          </p:nvSpPr>
          <p:spPr>
            <a:xfrm>
              <a:off x="9541026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4" name="Hexagon 3103">
              <a:extLst>
                <a:ext uri="{FF2B5EF4-FFF2-40B4-BE49-F238E27FC236}">
                  <a16:creationId xmlns:a16="http://schemas.microsoft.com/office/drawing/2014/main" id="{32D363B1-C325-4CD4-B51C-A78FCADCCF6C}"/>
                </a:ext>
              </a:extLst>
            </p:cNvPr>
            <p:cNvSpPr/>
            <p:nvPr/>
          </p:nvSpPr>
          <p:spPr>
            <a:xfrm>
              <a:off x="9772698" y="87474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5" name="Hexagon 3104">
              <a:extLst>
                <a:ext uri="{FF2B5EF4-FFF2-40B4-BE49-F238E27FC236}">
                  <a16:creationId xmlns:a16="http://schemas.microsoft.com/office/drawing/2014/main" id="{0DC550B2-E679-44AE-8011-0FE70EE35AA4}"/>
                </a:ext>
              </a:extLst>
            </p:cNvPr>
            <p:cNvSpPr/>
            <p:nvPr/>
          </p:nvSpPr>
          <p:spPr>
            <a:xfrm>
              <a:off x="977269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6" name="Hexagon 3105">
              <a:extLst>
                <a:ext uri="{FF2B5EF4-FFF2-40B4-BE49-F238E27FC236}">
                  <a16:creationId xmlns:a16="http://schemas.microsoft.com/office/drawing/2014/main" id="{90A0260D-C679-4015-9992-F9662F822D95}"/>
                </a:ext>
              </a:extLst>
            </p:cNvPr>
            <p:cNvSpPr/>
            <p:nvPr/>
          </p:nvSpPr>
          <p:spPr>
            <a:xfrm>
              <a:off x="10013204" y="88504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7" name="Hexagon 3106">
              <a:extLst>
                <a:ext uri="{FF2B5EF4-FFF2-40B4-BE49-F238E27FC236}">
                  <a16:creationId xmlns:a16="http://schemas.microsoft.com/office/drawing/2014/main" id="{A28135AE-1945-4065-87B5-3F48CBE37B0E}"/>
                </a:ext>
              </a:extLst>
            </p:cNvPr>
            <p:cNvSpPr/>
            <p:nvPr/>
          </p:nvSpPr>
          <p:spPr>
            <a:xfrm>
              <a:off x="10013204" y="86675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8" name="Hexagon 3107">
              <a:extLst>
                <a:ext uri="{FF2B5EF4-FFF2-40B4-BE49-F238E27FC236}">
                  <a16:creationId xmlns:a16="http://schemas.microsoft.com/office/drawing/2014/main" id="{8CAF841E-CDEA-4DEA-A34A-6B30A56F0FC7}"/>
                </a:ext>
              </a:extLst>
            </p:cNvPr>
            <p:cNvSpPr/>
            <p:nvPr/>
          </p:nvSpPr>
          <p:spPr>
            <a:xfrm>
              <a:off x="10249638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9" name="Hexagon 3108">
              <a:extLst>
                <a:ext uri="{FF2B5EF4-FFF2-40B4-BE49-F238E27FC236}">
                  <a16:creationId xmlns:a16="http://schemas.microsoft.com/office/drawing/2014/main" id="{FC3C7286-8CE4-4DC4-A0E3-E01648C5EF5E}"/>
                </a:ext>
              </a:extLst>
            </p:cNvPr>
            <p:cNvSpPr/>
            <p:nvPr/>
          </p:nvSpPr>
          <p:spPr>
            <a:xfrm>
              <a:off x="10249638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0" name="Hexagon 3109">
              <a:extLst>
                <a:ext uri="{FF2B5EF4-FFF2-40B4-BE49-F238E27FC236}">
                  <a16:creationId xmlns:a16="http://schemas.microsoft.com/office/drawing/2014/main" id="{9B5419AF-868D-46E7-8677-70585A9EC357}"/>
                </a:ext>
              </a:extLst>
            </p:cNvPr>
            <p:cNvSpPr/>
            <p:nvPr/>
          </p:nvSpPr>
          <p:spPr>
            <a:xfrm>
              <a:off x="9786295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1" name="Hexagon 3110">
              <a:extLst>
                <a:ext uri="{FF2B5EF4-FFF2-40B4-BE49-F238E27FC236}">
                  <a16:creationId xmlns:a16="http://schemas.microsoft.com/office/drawing/2014/main" id="{B80AC69F-D831-454D-B49B-1C68A0E1AFB6}"/>
                </a:ext>
              </a:extLst>
            </p:cNvPr>
            <p:cNvSpPr/>
            <p:nvPr/>
          </p:nvSpPr>
          <p:spPr>
            <a:xfrm>
              <a:off x="9786295" y="81987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2" name="Hexagon 3111">
              <a:extLst>
                <a:ext uri="{FF2B5EF4-FFF2-40B4-BE49-F238E27FC236}">
                  <a16:creationId xmlns:a16="http://schemas.microsoft.com/office/drawing/2014/main" id="{426E978F-A34A-42D4-84F5-B78A2E2E4BD7}"/>
                </a:ext>
              </a:extLst>
            </p:cNvPr>
            <p:cNvSpPr/>
            <p:nvPr/>
          </p:nvSpPr>
          <p:spPr>
            <a:xfrm>
              <a:off x="10017966" y="8292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3" name="Hexagon 3112">
              <a:extLst>
                <a:ext uri="{FF2B5EF4-FFF2-40B4-BE49-F238E27FC236}">
                  <a16:creationId xmlns:a16="http://schemas.microsoft.com/office/drawing/2014/main" id="{B080C91A-4378-43F2-A422-F08D0C9CC2B1}"/>
                </a:ext>
              </a:extLst>
            </p:cNvPr>
            <p:cNvSpPr/>
            <p:nvPr/>
          </p:nvSpPr>
          <p:spPr>
            <a:xfrm>
              <a:off x="10017966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4" name="Hexagon 3113">
              <a:extLst>
                <a:ext uri="{FF2B5EF4-FFF2-40B4-BE49-F238E27FC236}">
                  <a16:creationId xmlns:a16="http://schemas.microsoft.com/office/drawing/2014/main" id="{9A497243-FA7D-423C-B603-3DA366F99D49}"/>
                </a:ext>
              </a:extLst>
            </p:cNvPr>
            <p:cNvSpPr/>
            <p:nvPr/>
          </p:nvSpPr>
          <p:spPr>
            <a:xfrm>
              <a:off x="9541026" y="8285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5" name="Hexagon 3114">
              <a:extLst>
                <a:ext uri="{FF2B5EF4-FFF2-40B4-BE49-F238E27FC236}">
                  <a16:creationId xmlns:a16="http://schemas.microsoft.com/office/drawing/2014/main" id="{B170DBD2-6767-4648-B104-74616C555706}"/>
                </a:ext>
              </a:extLst>
            </p:cNvPr>
            <p:cNvSpPr/>
            <p:nvPr/>
          </p:nvSpPr>
          <p:spPr>
            <a:xfrm>
              <a:off x="9541026" y="81029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6" name="Hexagon 3115">
              <a:extLst>
                <a:ext uri="{FF2B5EF4-FFF2-40B4-BE49-F238E27FC236}">
                  <a16:creationId xmlns:a16="http://schemas.microsoft.com/office/drawing/2014/main" id="{0A87A5D9-45D6-44BC-9E77-48E9058981EA}"/>
                </a:ext>
              </a:extLst>
            </p:cNvPr>
            <p:cNvSpPr/>
            <p:nvPr/>
          </p:nvSpPr>
          <p:spPr>
            <a:xfrm>
              <a:off x="9781235" y="801572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7" name="Hexagon 3116">
              <a:extLst>
                <a:ext uri="{FF2B5EF4-FFF2-40B4-BE49-F238E27FC236}">
                  <a16:creationId xmlns:a16="http://schemas.microsoft.com/office/drawing/2014/main" id="{A53A02AF-5684-4FE6-82E5-A1262CE48617}"/>
                </a:ext>
              </a:extLst>
            </p:cNvPr>
            <p:cNvSpPr/>
            <p:nvPr/>
          </p:nvSpPr>
          <p:spPr>
            <a:xfrm>
              <a:off x="9781235" y="783284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8" name="Hexagon 3117">
              <a:extLst>
                <a:ext uri="{FF2B5EF4-FFF2-40B4-BE49-F238E27FC236}">
                  <a16:creationId xmlns:a16="http://schemas.microsoft.com/office/drawing/2014/main" id="{9046C50B-1083-4263-9C87-F9AC8C91E92C}"/>
                </a:ext>
              </a:extLst>
            </p:cNvPr>
            <p:cNvSpPr/>
            <p:nvPr/>
          </p:nvSpPr>
          <p:spPr>
            <a:xfrm>
              <a:off x="10021444" y="792172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9" name="Hexagon 3118">
              <a:extLst>
                <a:ext uri="{FF2B5EF4-FFF2-40B4-BE49-F238E27FC236}">
                  <a16:creationId xmlns:a16="http://schemas.microsoft.com/office/drawing/2014/main" id="{1C4B5DC7-4A4E-4D92-BFAA-F8307928045B}"/>
                </a:ext>
              </a:extLst>
            </p:cNvPr>
            <p:cNvSpPr/>
            <p:nvPr/>
          </p:nvSpPr>
          <p:spPr>
            <a:xfrm>
              <a:off x="10021444" y="773884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0" name="Hexagon 3119">
              <a:extLst>
                <a:ext uri="{FF2B5EF4-FFF2-40B4-BE49-F238E27FC236}">
                  <a16:creationId xmlns:a16="http://schemas.microsoft.com/office/drawing/2014/main" id="{61B816F5-D99D-40BD-98AD-276E24C3A10D}"/>
                </a:ext>
              </a:extLst>
            </p:cNvPr>
            <p:cNvSpPr/>
            <p:nvPr/>
          </p:nvSpPr>
          <p:spPr>
            <a:xfrm>
              <a:off x="10261653" y="78394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1" name="Hexagon 3120">
              <a:extLst>
                <a:ext uri="{FF2B5EF4-FFF2-40B4-BE49-F238E27FC236}">
                  <a16:creationId xmlns:a16="http://schemas.microsoft.com/office/drawing/2014/main" id="{F7FC1B79-CDC8-462E-9C13-091D92652A06}"/>
                </a:ext>
              </a:extLst>
            </p:cNvPr>
            <p:cNvSpPr/>
            <p:nvPr/>
          </p:nvSpPr>
          <p:spPr>
            <a:xfrm>
              <a:off x="10261653" y="7656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2" name="Hexagon 3121">
              <a:extLst>
                <a:ext uri="{FF2B5EF4-FFF2-40B4-BE49-F238E27FC236}">
                  <a16:creationId xmlns:a16="http://schemas.microsoft.com/office/drawing/2014/main" id="{F05E546E-BFB9-42DC-9FED-8ECEF2254012}"/>
                </a:ext>
              </a:extLst>
            </p:cNvPr>
            <p:cNvSpPr/>
            <p:nvPr/>
          </p:nvSpPr>
          <p:spPr>
            <a:xfrm>
              <a:off x="9537548" y="7924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3" name="Hexagon 3122">
              <a:extLst>
                <a:ext uri="{FF2B5EF4-FFF2-40B4-BE49-F238E27FC236}">
                  <a16:creationId xmlns:a16="http://schemas.microsoft.com/office/drawing/2014/main" id="{110689FA-F1F4-4B0B-AEC6-F0A887F67338}"/>
                </a:ext>
              </a:extLst>
            </p:cNvPr>
            <p:cNvSpPr/>
            <p:nvPr/>
          </p:nvSpPr>
          <p:spPr>
            <a:xfrm>
              <a:off x="9304295" y="81965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4" name="Hexagon 3123">
              <a:extLst>
                <a:ext uri="{FF2B5EF4-FFF2-40B4-BE49-F238E27FC236}">
                  <a16:creationId xmlns:a16="http://schemas.microsoft.com/office/drawing/2014/main" id="{CC5B09F0-47CF-4576-89F1-A28C2758AB6C}"/>
                </a:ext>
              </a:extLst>
            </p:cNvPr>
            <p:cNvSpPr/>
            <p:nvPr/>
          </p:nvSpPr>
          <p:spPr>
            <a:xfrm>
              <a:off x="11444335" y="9947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5" name="Hexagon 3124">
              <a:extLst>
                <a:ext uri="{FF2B5EF4-FFF2-40B4-BE49-F238E27FC236}">
                  <a16:creationId xmlns:a16="http://schemas.microsoft.com/office/drawing/2014/main" id="{A9C20C3D-F913-4EF5-83DA-5B963C50E1FB}"/>
                </a:ext>
              </a:extLst>
            </p:cNvPr>
            <p:cNvSpPr/>
            <p:nvPr/>
          </p:nvSpPr>
          <p:spPr>
            <a:xfrm>
              <a:off x="11444335" y="9764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6" name="Hexagon 3125">
              <a:extLst>
                <a:ext uri="{FF2B5EF4-FFF2-40B4-BE49-F238E27FC236}">
                  <a16:creationId xmlns:a16="http://schemas.microsoft.com/office/drawing/2014/main" id="{0F70659B-3991-4CA4-AAEF-7A1BD411FD60}"/>
                </a:ext>
              </a:extLst>
            </p:cNvPr>
            <p:cNvSpPr/>
            <p:nvPr/>
          </p:nvSpPr>
          <p:spPr>
            <a:xfrm>
              <a:off x="11684841" y="10050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7" name="Hexagon 3126">
              <a:extLst>
                <a:ext uri="{FF2B5EF4-FFF2-40B4-BE49-F238E27FC236}">
                  <a16:creationId xmlns:a16="http://schemas.microsoft.com/office/drawing/2014/main" id="{1E0CBCD6-A750-4E70-B7C8-A9B03724066E}"/>
                </a:ext>
              </a:extLst>
            </p:cNvPr>
            <p:cNvSpPr/>
            <p:nvPr/>
          </p:nvSpPr>
          <p:spPr>
            <a:xfrm>
              <a:off x="11684841" y="9867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8" name="Hexagon 3127">
              <a:extLst>
                <a:ext uri="{FF2B5EF4-FFF2-40B4-BE49-F238E27FC236}">
                  <a16:creationId xmlns:a16="http://schemas.microsoft.com/office/drawing/2014/main" id="{4C9AE7D0-F9B0-4AAC-825B-32A8D3026597}"/>
                </a:ext>
              </a:extLst>
            </p:cNvPr>
            <p:cNvSpPr/>
            <p:nvPr/>
          </p:nvSpPr>
          <p:spPr>
            <a:xfrm>
              <a:off x="12144423" y="94883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9" name="Hexagon 3128">
              <a:extLst>
                <a:ext uri="{FF2B5EF4-FFF2-40B4-BE49-F238E27FC236}">
                  <a16:creationId xmlns:a16="http://schemas.microsoft.com/office/drawing/2014/main" id="{E28BE4E3-4C31-4F3E-8EBD-2682AD35A300}"/>
                </a:ext>
              </a:extLst>
            </p:cNvPr>
            <p:cNvSpPr/>
            <p:nvPr/>
          </p:nvSpPr>
          <p:spPr>
            <a:xfrm>
              <a:off x="12144423" y="93030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0" name="Hexagon 3129">
              <a:extLst>
                <a:ext uri="{FF2B5EF4-FFF2-40B4-BE49-F238E27FC236}">
                  <a16:creationId xmlns:a16="http://schemas.microsoft.com/office/drawing/2014/main" id="{AAB66FA1-3B91-4337-8AAD-16E5A0ACD6F9}"/>
                </a:ext>
              </a:extLst>
            </p:cNvPr>
            <p:cNvSpPr/>
            <p:nvPr/>
          </p:nvSpPr>
          <p:spPr>
            <a:xfrm>
              <a:off x="12384929" y="95818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1" name="Hexagon 3130">
              <a:extLst>
                <a:ext uri="{FF2B5EF4-FFF2-40B4-BE49-F238E27FC236}">
                  <a16:creationId xmlns:a16="http://schemas.microsoft.com/office/drawing/2014/main" id="{3E7B1966-336A-411E-A9B4-A260FDD09A00}"/>
                </a:ext>
              </a:extLst>
            </p:cNvPr>
            <p:cNvSpPr/>
            <p:nvPr/>
          </p:nvSpPr>
          <p:spPr>
            <a:xfrm>
              <a:off x="12384929" y="93989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2" name="Hexagon 3131">
              <a:extLst>
                <a:ext uri="{FF2B5EF4-FFF2-40B4-BE49-F238E27FC236}">
                  <a16:creationId xmlns:a16="http://schemas.microsoft.com/office/drawing/2014/main" id="{4B084D38-700C-4350-8048-1E556BA8E881}"/>
                </a:ext>
              </a:extLst>
            </p:cNvPr>
            <p:cNvSpPr/>
            <p:nvPr/>
          </p:nvSpPr>
          <p:spPr>
            <a:xfrm>
              <a:off x="11918394" y="99591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3" name="Hexagon 3132">
              <a:extLst>
                <a:ext uri="{FF2B5EF4-FFF2-40B4-BE49-F238E27FC236}">
                  <a16:creationId xmlns:a16="http://schemas.microsoft.com/office/drawing/2014/main" id="{D4908BDA-8B78-4047-8473-99992FD71197}"/>
                </a:ext>
              </a:extLst>
            </p:cNvPr>
            <p:cNvSpPr/>
            <p:nvPr/>
          </p:nvSpPr>
          <p:spPr>
            <a:xfrm>
              <a:off x="11918394" y="9776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4" name="Hexagon 3133">
              <a:extLst>
                <a:ext uri="{FF2B5EF4-FFF2-40B4-BE49-F238E27FC236}">
                  <a16:creationId xmlns:a16="http://schemas.microsoft.com/office/drawing/2014/main" id="{F2E382E0-786A-408E-8005-EAFC47F04433}"/>
                </a:ext>
              </a:extLst>
            </p:cNvPr>
            <p:cNvSpPr/>
            <p:nvPr/>
          </p:nvSpPr>
          <p:spPr>
            <a:xfrm>
              <a:off x="11674126" y="96848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5" name="Hexagon 3134">
              <a:extLst>
                <a:ext uri="{FF2B5EF4-FFF2-40B4-BE49-F238E27FC236}">
                  <a16:creationId xmlns:a16="http://schemas.microsoft.com/office/drawing/2014/main" id="{CE66665D-3F1E-411D-841F-E66AD3F476A9}"/>
                </a:ext>
              </a:extLst>
            </p:cNvPr>
            <p:cNvSpPr/>
            <p:nvPr/>
          </p:nvSpPr>
          <p:spPr>
            <a:xfrm>
              <a:off x="11674126" y="95019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6" name="Hexagon 3135">
              <a:extLst>
                <a:ext uri="{FF2B5EF4-FFF2-40B4-BE49-F238E27FC236}">
                  <a16:creationId xmlns:a16="http://schemas.microsoft.com/office/drawing/2014/main" id="{AD9885C6-4C53-4DA0-A045-00527CB6E7C0}"/>
                </a:ext>
              </a:extLst>
            </p:cNvPr>
            <p:cNvSpPr/>
            <p:nvPr/>
          </p:nvSpPr>
          <p:spPr>
            <a:xfrm>
              <a:off x="11200067" y="100390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7" name="Hexagon 3136">
              <a:extLst>
                <a:ext uri="{FF2B5EF4-FFF2-40B4-BE49-F238E27FC236}">
                  <a16:creationId xmlns:a16="http://schemas.microsoft.com/office/drawing/2014/main" id="{B359361E-9751-4FB3-B02D-16BD52A6F741}"/>
                </a:ext>
              </a:extLst>
            </p:cNvPr>
            <p:cNvSpPr/>
            <p:nvPr/>
          </p:nvSpPr>
          <p:spPr>
            <a:xfrm>
              <a:off x="11200067" y="98561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8" name="Hexagon 3137">
              <a:extLst>
                <a:ext uri="{FF2B5EF4-FFF2-40B4-BE49-F238E27FC236}">
                  <a16:creationId xmlns:a16="http://schemas.microsoft.com/office/drawing/2014/main" id="{B1B394FB-A648-4888-AAF9-19FBA618EC68}"/>
                </a:ext>
              </a:extLst>
            </p:cNvPr>
            <p:cNvSpPr/>
            <p:nvPr/>
          </p:nvSpPr>
          <p:spPr>
            <a:xfrm>
              <a:off x="12139851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9" name="Hexagon 3138">
              <a:extLst>
                <a:ext uri="{FF2B5EF4-FFF2-40B4-BE49-F238E27FC236}">
                  <a16:creationId xmlns:a16="http://schemas.microsoft.com/office/drawing/2014/main" id="{6AC0B3E4-7C9B-46D4-9D53-12DAD75EE355}"/>
                </a:ext>
              </a:extLst>
            </p:cNvPr>
            <p:cNvSpPr/>
            <p:nvPr/>
          </p:nvSpPr>
          <p:spPr>
            <a:xfrm>
              <a:off x="12139851" y="89459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0" name="Hexagon 3139">
              <a:extLst>
                <a:ext uri="{FF2B5EF4-FFF2-40B4-BE49-F238E27FC236}">
                  <a16:creationId xmlns:a16="http://schemas.microsoft.com/office/drawing/2014/main" id="{C9AA4578-CCE9-4444-8D9E-3F9262E8B4B0}"/>
                </a:ext>
              </a:extLst>
            </p:cNvPr>
            <p:cNvSpPr/>
            <p:nvPr/>
          </p:nvSpPr>
          <p:spPr>
            <a:xfrm>
              <a:off x="11905917" y="94031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1" name="Hexagon 3140">
              <a:extLst>
                <a:ext uri="{FF2B5EF4-FFF2-40B4-BE49-F238E27FC236}">
                  <a16:creationId xmlns:a16="http://schemas.microsoft.com/office/drawing/2014/main" id="{FB986A3F-177B-4C5A-9547-0331FFCE181F}"/>
                </a:ext>
              </a:extLst>
            </p:cNvPr>
            <p:cNvSpPr/>
            <p:nvPr/>
          </p:nvSpPr>
          <p:spPr>
            <a:xfrm>
              <a:off x="11905917" y="92202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2" name="Hexagon 3141">
              <a:extLst>
                <a:ext uri="{FF2B5EF4-FFF2-40B4-BE49-F238E27FC236}">
                  <a16:creationId xmlns:a16="http://schemas.microsoft.com/office/drawing/2014/main" id="{2AE0D5E8-7575-4D86-981E-5ACA4CEFC280}"/>
                </a:ext>
              </a:extLst>
            </p:cNvPr>
            <p:cNvSpPr/>
            <p:nvPr/>
          </p:nvSpPr>
          <p:spPr>
            <a:xfrm>
              <a:off x="11665410" y="9311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3" name="Hexagon 3142">
              <a:extLst>
                <a:ext uri="{FF2B5EF4-FFF2-40B4-BE49-F238E27FC236}">
                  <a16:creationId xmlns:a16="http://schemas.microsoft.com/office/drawing/2014/main" id="{05ABE036-D1B5-4CD6-BEB0-FFD280609983}"/>
                </a:ext>
              </a:extLst>
            </p:cNvPr>
            <p:cNvSpPr/>
            <p:nvPr/>
          </p:nvSpPr>
          <p:spPr>
            <a:xfrm>
              <a:off x="11665410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5" name="Hexagon 3144">
              <a:extLst>
                <a:ext uri="{FF2B5EF4-FFF2-40B4-BE49-F238E27FC236}">
                  <a16:creationId xmlns:a16="http://schemas.microsoft.com/office/drawing/2014/main" id="{33002116-0006-44D7-A34D-3A0783FF4385}"/>
                </a:ext>
              </a:extLst>
            </p:cNvPr>
            <p:cNvSpPr/>
            <p:nvPr/>
          </p:nvSpPr>
          <p:spPr>
            <a:xfrm>
              <a:off x="11669554" y="8755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6" name="Hexagon 3145">
              <a:extLst>
                <a:ext uri="{FF2B5EF4-FFF2-40B4-BE49-F238E27FC236}">
                  <a16:creationId xmlns:a16="http://schemas.microsoft.com/office/drawing/2014/main" id="{2A33F347-839A-4634-BB64-9AABE778510D}"/>
                </a:ext>
              </a:extLst>
            </p:cNvPr>
            <p:cNvSpPr/>
            <p:nvPr/>
          </p:nvSpPr>
          <p:spPr>
            <a:xfrm>
              <a:off x="11904535" y="90290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7" name="Hexagon 3146">
              <a:extLst>
                <a:ext uri="{FF2B5EF4-FFF2-40B4-BE49-F238E27FC236}">
                  <a16:creationId xmlns:a16="http://schemas.microsoft.com/office/drawing/2014/main" id="{0715B9E8-3C8F-4AC6-9488-194849478F1D}"/>
                </a:ext>
              </a:extLst>
            </p:cNvPr>
            <p:cNvSpPr/>
            <p:nvPr/>
          </p:nvSpPr>
          <p:spPr>
            <a:xfrm>
              <a:off x="11904535" y="88462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8" name="Hexagon 3147">
              <a:extLst>
                <a:ext uri="{FF2B5EF4-FFF2-40B4-BE49-F238E27FC236}">
                  <a16:creationId xmlns:a16="http://schemas.microsoft.com/office/drawing/2014/main" id="{23C5CD5D-7126-4A6C-AA0B-5D48E2A3A0A5}"/>
                </a:ext>
              </a:extLst>
            </p:cNvPr>
            <p:cNvSpPr/>
            <p:nvPr/>
          </p:nvSpPr>
          <p:spPr>
            <a:xfrm>
              <a:off x="10715293" y="967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9" name="Hexagon 3148">
              <a:extLst>
                <a:ext uri="{FF2B5EF4-FFF2-40B4-BE49-F238E27FC236}">
                  <a16:creationId xmlns:a16="http://schemas.microsoft.com/office/drawing/2014/main" id="{AE0901EA-2F7D-4B85-9063-FA604F4C87A9}"/>
                </a:ext>
              </a:extLst>
            </p:cNvPr>
            <p:cNvSpPr/>
            <p:nvPr/>
          </p:nvSpPr>
          <p:spPr>
            <a:xfrm>
              <a:off x="10715293" y="94928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0" name="Hexagon 3149">
              <a:extLst>
                <a:ext uri="{FF2B5EF4-FFF2-40B4-BE49-F238E27FC236}">
                  <a16:creationId xmlns:a16="http://schemas.microsoft.com/office/drawing/2014/main" id="{B23D698D-3416-4C98-89A8-6810E9CDDDC8}"/>
                </a:ext>
              </a:extLst>
            </p:cNvPr>
            <p:cNvSpPr/>
            <p:nvPr/>
          </p:nvSpPr>
          <p:spPr>
            <a:xfrm>
              <a:off x="10944919" y="92205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1" name="Hexagon 3150">
              <a:extLst>
                <a:ext uri="{FF2B5EF4-FFF2-40B4-BE49-F238E27FC236}">
                  <a16:creationId xmlns:a16="http://schemas.microsoft.com/office/drawing/2014/main" id="{4BC86527-BCE9-477A-AB83-64F492D74A34}"/>
                </a:ext>
              </a:extLst>
            </p:cNvPr>
            <p:cNvSpPr/>
            <p:nvPr/>
          </p:nvSpPr>
          <p:spPr>
            <a:xfrm>
              <a:off x="10944919" y="90377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2" name="Hexagon 3151">
              <a:extLst>
                <a:ext uri="{FF2B5EF4-FFF2-40B4-BE49-F238E27FC236}">
                  <a16:creationId xmlns:a16="http://schemas.microsoft.com/office/drawing/2014/main" id="{52E1DC84-D5BF-43C8-BD50-62D8C132B63B}"/>
                </a:ext>
              </a:extLst>
            </p:cNvPr>
            <p:cNvSpPr/>
            <p:nvPr/>
          </p:nvSpPr>
          <p:spPr>
            <a:xfrm>
              <a:off x="11186808" y="91208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3" name="Hexagon 3152">
              <a:extLst>
                <a:ext uri="{FF2B5EF4-FFF2-40B4-BE49-F238E27FC236}">
                  <a16:creationId xmlns:a16="http://schemas.microsoft.com/office/drawing/2014/main" id="{A867C05B-3CFB-4125-928A-9862DFE2DA7F}"/>
                </a:ext>
              </a:extLst>
            </p:cNvPr>
            <p:cNvSpPr/>
            <p:nvPr/>
          </p:nvSpPr>
          <p:spPr>
            <a:xfrm>
              <a:off x="11186808" y="89379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4" name="Hexagon 3153">
              <a:extLst>
                <a:ext uri="{FF2B5EF4-FFF2-40B4-BE49-F238E27FC236}">
                  <a16:creationId xmlns:a16="http://schemas.microsoft.com/office/drawing/2014/main" id="{F9DCF079-B342-4D0D-A17E-C409A1E88FA7}"/>
                </a:ext>
              </a:extLst>
            </p:cNvPr>
            <p:cNvSpPr/>
            <p:nvPr/>
          </p:nvSpPr>
          <p:spPr>
            <a:xfrm>
              <a:off x="11429048" y="90270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5" name="Hexagon 3154">
              <a:extLst>
                <a:ext uri="{FF2B5EF4-FFF2-40B4-BE49-F238E27FC236}">
                  <a16:creationId xmlns:a16="http://schemas.microsoft.com/office/drawing/2014/main" id="{21611FDB-73B8-4BC4-869B-023D6E84FE75}"/>
                </a:ext>
              </a:extLst>
            </p:cNvPr>
            <p:cNvSpPr/>
            <p:nvPr/>
          </p:nvSpPr>
          <p:spPr>
            <a:xfrm>
              <a:off x="11429048" y="88441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6" name="Hexagon 3155">
              <a:extLst>
                <a:ext uri="{FF2B5EF4-FFF2-40B4-BE49-F238E27FC236}">
                  <a16:creationId xmlns:a16="http://schemas.microsoft.com/office/drawing/2014/main" id="{7BA57E11-62DE-46B5-9C96-506488C0562A}"/>
                </a:ext>
              </a:extLst>
            </p:cNvPr>
            <p:cNvSpPr/>
            <p:nvPr/>
          </p:nvSpPr>
          <p:spPr>
            <a:xfrm>
              <a:off x="12152300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7" name="Hexagon 3156">
              <a:extLst>
                <a:ext uri="{FF2B5EF4-FFF2-40B4-BE49-F238E27FC236}">
                  <a16:creationId xmlns:a16="http://schemas.microsoft.com/office/drawing/2014/main" id="{B564C99D-32EA-49FF-A91C-608606C96BC3}"/>
                </a:ext>
              </a:extLst>
            </p:cNvPr>
            <p:cNvSpPr/>
            <p:nvPr/>
          </p:nvSpPr>
          <p:spPr>
            <a:xfrm>
              <a:off x="12152300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8" name="Hexagon 3157">
              <a:extLst>
                <a:ext uri="{FF2B5EF4-FFF2-40B4-BE49-F238E27FC236}">
                  <a16:creationId xmlns:a16="http://schemas.microsoft.com/office/drawing/2014/main" id="{40A5045C-D95A-475B-BD2A-7930012F63C9}"/>
                </a:ext>
              </a:extLst>
            </p:cNvPr>
            <p:cNvSpPr/>
            <p:nvPr/>
          </p:nvSpPr>
          <p:spPr>
            <a:xfrm>
              <a:off x="12384929" y="8483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9" name="Hexagon 3158">
              <a:extLst>
                <a:ext uri="{FF2B5EF4-FFF2-40B4-BE49-F238E27FC236}">
                  <a16:creationId xmlns:a16="http://schemas.microsoft.com/office/drawing/2014/main" id="{41D00E59-50E2-4763-A3B2-06280CF4DCD0}"/>
                </a:ext>
              </a:extLst>
            </p:cNvPr>
            <p:cNvSpPr/>
            <p:nvPr/>
          </p:nvSpPr>
          <p:spPr>
            <a:xfrm>
              <a:off x="12384929" y="83002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0" name="Hexagon 3159">
              <a:extLst>
                <a:ext uri="{FF2B5EF4-FFF2-40B4-BE49-F238E27FC236}">
                  <a16:creationId xmlns:a16="http://schemas.microsoft.com/office/drawing/2014/main" id="{B10EBE02-3CB8-4334-83F5-E9A99F126831}"/>
                </a:ext>
              </a:extLst>
            </p:cNvPr>
            <p:cNvSpPr/>
            <p:nvPr/>
          </p:nvSpPr>
          <p:spPr>
            <a:xfrm>
              <a:off x="11428181" y="8652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1" name="Hexagon 3160">
              <a:extLst>
                <a:ext uri="{FF2B5EF4-FFF2-40B4-BE49-F238E27FC236}">
                  <a16:creationId xmlns:a16="http://schemas.microsoft.com/office/drawing/2014/main" id="{3517CAC0-3024-4B0A-A68F-9679FF949CED}"/>
                </a:ext>
              </a:extLst>
            </p:cNvPr>
            <p:cNvSpPr/>
            <p:nvPr/>
          </p:nvSpPr>
          <p:spPr>
            <a:xfrm>
              <a:off x="11428181" y="8469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2" name="Hexagon 3161">
              <a:extLst>
                <a:ext uri="{FF2B5EF4-FFF2-40B4-BE49-F238E27FC236}">
                  <a16:creationId xmlns:a16="http://schemas.microsoft.com/office/drawing/2014/main" id="{4895956B-01ED-4EDD-808B-5CF49EF3E01A}"/>
                </a:ext>
              </a:extLst>
            </p:cNvPr>
            <p:cNvSpPr/>
            <p:nvPr/>
          </p:nvSpPr>
          <p:spPr>
            <a:xfrm>
              <a:off x="11193614" y="85743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3" name="Hexagon 3162">
              <a:extLst>
                <a:ext uri="{FF2B5EF4-FFF2-40B4-BE49-F238E27FC236}">
                  <a16:creationId xmlns:a16="http://schemas.microsoft.com/office/drawing/2014/main" id="{875C7245-A597-4747-AD78-3EF1CDCAE4F8}"/>
                </a:ext>
              </a:extLst>
            </p:cNvPr>
            <p:cNvSpPr/>
            <p:nvPr/>
          </p:nvSpPr>
          <p:spPr>
            <a:xfrm>
              <a:off x="11193614" y="83915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4" name="Hexagon 3163">
              <a:extLst>
                <a:ext uri="{FF2B5EF4-FFF2-40B4-BE49-F238E27FC236}">
                  <a16:creationId xmlns:a16="http://schemas.microsoft.com/office/drawing/2014/main" id="{AB8BE1F6-5D43-4361-9B40-E9519751F276}"/>
                </a:ext>
              </a:extLst>
            </p:cNvPr>
            <p:cNvSpPr/>
            <p:nvPr/>
          </p:nvSpPr>
          <p:spPr>
            <a:xfrm>
              <a:off x="10952273" y="848295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5" name="Hexagon 3164">
              <a:extLst>
                <a:ext uri="{FF2B5EF4-FFF2-40B4-BE49-F238E27FC236}">
                  <a16:creationId xmlns:a16="http://schemas.microsoft.com/office/drawing/2014/main" id="{0FC9F4A9-5F70-458E-BAB9-F931A110563B}"/>
                </a:ext>
              </a:extLst>
            </p:cNvPr>
            <p:cNvSpPr/>
            <p:nvPr/>
          </p:nvSpPr>
          <p:spPr>
            <a:xfrm>
              <a:off x="10952273" y="83000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6" name="Hexagon 3165">
              <a:extLst>
                <a:ext uri="{FF2B5EF4-FFF2-40B4-BE49-F238E27FC236}">
                  <a16:creationId xmlns:a16="http://schemas.microsoft.com/office/drawing/2014/main" id="{21FB945E-5896-4E71-B788-7B146E2842F9}"/>
                </a:ext>
              </a:extLst>
            </p:cNvPr>
            <p:cNvSpPr/>
            <p:nvPr/>
          </p:nvSpPr>
          <p:spPr>
            <a:xfrm>
              <a:off x="11193473" y="8200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7" name="Hexagon 3166">
              <a:extLst>
                <a:ext uri="{FF2B5EF4-FFF2-40B4-BE49-F238E27FC236}">
                  <a16:creationId xmlns:a16="http://schemas.microsoft.com/office/drawing/2014/main" id="{30CC9A64-298F-4CCF-9A79-65F2980ECC9E}"/>
                </a:ext>
              </a:extLst>
            </p:cNvPr>
            <p:cNvSpPr/>
            <p:nvPr/>
          </p:nvSpPr>
          <p:spPr>
            <a:xfrm>
              <a:off x="11193473" y="8017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8" name="Hexagon 3167">
              <a:extLst>
                <a:ext uri="{FF2B5EF4-FFF2-40B4-BE49-F238E27FC236}">
                  <a16:creationId xmlns:a16="http://schemas.microsoft.com/office/drawing/2014/main" id="{633E5D46-EB80-4FEE-A016-289B09A9D87A}"/>
                </a:ext>
              </a:extLst>
            </p:cNvPr>
            <p:cNvSpPr/>
            <p:nvPr/>
          </p:nvSpPr>
          <p:spPr>
            <a:xfrm>
              <a:off x="11430793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9" name="Hexagon 3168">
              <a:extLst>
                <a:ext uri="{FF2B5EF4-FFF2-40B4-BE49-F238E27FC236}">
                  <a16:creationId xmlns:a16="http://schemas.microsoft.com/office/drawing/2014/main" id="{6CD91C5D-0E24-478A-BB55-15E55FF2C238}"/>
                </a:ext>
              </a:extLst>
            </p:cNvPr>
            <p:cNvSpPr/>
            <p:nvPr/>
          </p:nvSpPr>
          <p:spPr>
            <a:xfrm>
              <a:off x="11430793" y="7926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0" name="Hexagon 3169">
              <a:extLst>
                <a:ext uri="{FF2B5EF4-FFF2-40B4-BE49-F238E27FC236}">
                  <a16:creationId xmlns:a16="http://schemas.microsoft.com/office/drawing/2014/main" id="{B59A8B33-EC78-4898-ACB0-43E367866B11}"/>
                </a:ext>
              </a:extLst>
            </p:cNvPr>
            <p:cNvSpPr/>
            <p:nvPr/>
          </p:nvSpPr>
          <p:spPr>
            <a:xfrm>
              <a:off x="11673891" y="80142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1" name="Hexagon 3170">
              <a:extLst>
                <a:ext uri="{FF2B5EF4-FFF2-40B4-BE49-F238E27FC236}">
                  <a16:creationId xmlns:a16="http://schemas.microsoft.com/office/drawing/2014/main" id="{F492CED7-075E-42F0-A2DE-442C8822E070}"/>
                </a:ext>
              </a:extLst>
            </p:cNvPr>
            <p:cNvSpPr/>
            <p:nvPr/>
          </p:nvSpPr>
          <p:spPr>
            <a:xfrm>
              <a:off x="11673891" y="78313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2" name="Hexagon 3171">
              <a:extLst>
                <a:ext uri="{FF2B5EF4-FFF2-40B4-BE49-F238E27FC236}">
                  <a16:creationId xmlns:a16="http://schemas.microsoft.com/office/drawing/2014/main" id="{E171DF01-BF1B-447E-8465-0F816B894AC9}"/>
                </a:ext>
              </a:extLst>
            </p:cNvPr>
            <p:cNvSpPr/>
            <p:nvPr/>
          </p:nvSpPr>
          <p:spPr>
            <a:xfrm>
              <a:off x="11911211" y="81056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3" name="Hexagon 3172">
              <a:extLst>
                <a:ext uri="{FF2B5EF4-FFF2-40B4-BE49-F238E27FC236}">
                  <a16:creationId xmlns:a16="http://schemas.microsoft.com/office/drawing/2014/main" id="{6B513184-942E-4579-A8E9-5DA89A5DFBFC}"/>
                </a:ext>
              </a:extLst>
            </p:cNvPr>
            <p:cNvSpPr/>
            <p:nvPr/>
          </p:nvSpPr>
          <p:spPr>
            <a:xfrm>
              <a:off x="11911211" y="79228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4" name="Hexagon 3173">
              <a:extLst>
                <a:ext uri="{FF2B5EF4-FFF2-40B4-BE49-F238E27FC236}">
                  <a16:creationId xmlns:a16="http://schemas.microsoft.com/office/drawing/2014/main" id="{A58DCE22-D28C-40E0-AE04-104AB08F8E73}"/>
                </a:ext>
              </a:extLst>
            </p:cNvPr>
            <p:cNvSpPr/>
            <p:nvPr/>
          </p:nvSpPr>
          <p:spPr>
            <a:xfrm>
              <a:off x="12139851" y="76526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5" name="Hexagon 3174">
              <a:extLst>
                <a:ext uri="{FF2B5EF4-FFF2-40B4-BE49-F238E27FC236}">
                  <a16:creationId xmlns:a16="http://schemas.microsoft.com/office/drawing/2014/main" id="{834327A3-357A-4F74-BAEF-C6018B34ECDD}"/>
                </a:ext>
              </a:extLst>
            </p:cNvPr>
            <p:cNvSpPr/>
            <p:nvPr/>
          </p:nvSpPr>
          <p:spPr>
            <a:xfrm>
              <a:off x="12139851" y="74698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6" name="Hexagon 3175">
              <a:extLst>
                <a:ext uri="{FF2B5EF4-FFF2-40B4-BE49-F238E27FC236}">
                  <a16:creationId xmlns:a16="http://schemas.microsoft.com/office/drawing/2014/main" id="{0B81DEAC-5B8D-46DD-97DA-596C14B00F44}"/>
                </a:ext>
              </a:extLst>
            </p:cNvPr>
            <p:cNvSpPr/>
            <p:nvPr/>
          </p:nvSpPr>
          <p:spPr>
            <a:xfrm>
              <a:off x="11673891" y="7649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7" name="Hexagon 3176">
              <a:extLst>
                <a:ext uri="{FF2B5EF4-FFF2-40B4-BE49-F238E27FC236}">
                  <a16:creationId xmlns:a16="http://schemas.microsoft.com/office/drawing/2014/main" id="{ADC5D497-EF28-406F-B9D5-E0C69F0F7369}"/>
                </a:ext>
              </a:extLst>
            </p:cNvPr>
            <p:cNvSpPr/>
            <p:nvPr/>
          </p:nvSpPr>
          <p:spPr>
            <a:xfrm>
              <a:off x="11673891" y="7466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8" name="Hexagon 3177">
              <a:extLst>
                <a:ext uri="{FF2B5EF4-FFF2-40B4-BE49-F238E27FC236}">
                  <a16:creationId xmlns:a16="http://schemas.microsoft.com/office/drawing/2014/main" id="{444B05DA-4E22-448D-BC42-E3776EB15A04}"/>
                </a:ext>
              </a:extLst>
            </p:cNvPr>
            <p:cNvSpPr/>
            <p:nvPr/>
          </p:nvSpPr>
          <p:spPr>
            <a:xfrm>
              <a:off x="11426448" y="75535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9" name="Hexagon 3178">
              <a:extLst>
                <a:ext uri="{FF2B5EF4-FFF2-40B4-BE49-F238E27FC236}">
                  <a16:creationId xmlns:a16="http://schemas.microsoft.com/office/drawing/2014/main" id="{802546D3-690F-4199-B6B1-5976BC25F3CD}"/>
                </a:ext>
              </a:extLst>
            </p:cNvPr>
            <p:cNvSpPr/>
            <p:nvPr/>
          </p:nvSpPr>
          <p:spPr>
            <a:xfrm>
              <a:off x="11426448" y="73706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0" name="Hexagon 3179">
              <a:extLst>
                <a:ext uri="{FF2B5EF4-FFF2-40B4-BE49-F238E27FC236}">
                  <a16:creationId xmlns:a16="http://schemas.microsoft.com/office/drawing/2014/main" id="{C0AE5CEF-2A9D-4849-A09E-6B164E558BD8}"/>
                </a:ext>
              </a:extLst>
            </p:cNvPr>
            <p:cNvSpPr/>
            <p:nvPr/>
          </p:nvSpPr>
          <p:spPr>
            <a:xfrm>
              <a:off x="11673891" y="72814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1" name="Hexagon 3180">
              <a:extLst>
                <a:ext uri="{FF2B5EF4-FFF2-40B4-BE49-F238E27FC236}">
                  <a16:creationId xmlns:a16="http://schemas.microsoft.com/office/drawing/2014/main" id="{22E8A32B-EF00-47B7-86FC-97746F9FEA3A}"/>
                </a:ext>
              </a:extLst>
            </p:cNvPr>
            <p:cNvSpPr/>
            <p:nvPr/>
          </p:nvSpPr>
          <p:spPr>
            <a:xfrm>
              <a:off x="11673891" y="7098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2" name="Hexagon 3181">
              <a:extLst>
                <a:ext uri="{FF2B5EF4-FFF2-40B4-BE49-F238E27FC236}">
                  <a16:creationId xmlns:a16="http://schemas.microsoft.com/office/drawing/2014/main" id="{2748B0CA-2A2F-494B-84E7-65BEF298A5EC}"/>
                </a:ext>
              </a:extLst>
            </p:cNvPr>
            <p:cNvSpPr/>
            <p:nvPr/>
          </p:nvSpPr>
          <p:spPr>
            <a:xfrm>
              <a:off x="11426448" y="71943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3" name="Hexagon 3182">
              <a:extLst>
                <a:ext uri="{FF2B5EF4-FFF2-40B4-BE49-F238E27FC236}">
                  <a16:creationId xmlns:a16="http://schemas.microsoft.com/office/drawing/2014/main" id="{F500553A-1D1F-4984-887F-49CBA71C3115}"/>
                </a:ext>
              </a:extLst>
            </p:cNvPr>
            <p:cNvSpPr/>
            <p:nvPr/>
          </p:nvSpPr>
          <p:spPr>
            <a:xfrm>
              <a:off x="11426448" y="70114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4" name="Hexagon 3183">
              <a:extLst>
                <a:ext uri="{FF2B5EF4-FFF2-40B4-BE49-F238E27FC236}">
                  <a16:creationId xmlns:a16="http://schemas.microsoft.com/office/drawing/2014/main" id="{625CC304-FC57-41BB-BA19-194E43F71F92}"/>
                </a:ext>
              </a:extLst>
            </p:cNvPr>
            <p:cNvSpPr/>
            <p:nvPr/>
          </p:nvSpPr>
          <p:spPr>
            <a:xfrm>
              <a:off x="11193473" y="711115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5" name="Hexagon 3184">
              <a:extLst>
                <a:ext uri="{FF2B5EF4-FFF2-40B4-BE49-F238E27FC236}">
                  <a16:creationId xmlns:a16="http://schemas.microsoft.com/office/drawing/2014/main" id="{94E70631-527C-4255-B938-2A1A06636F31}"/>
                </a:ext>
              </a:extLst>
            </p:cNvPr>
            <p:cNvSpPr/>
            <p:nvPr/>
          </p:nvSpPr>
          <p:spPr>
            <a:xfrm>
              <a:off x="11193473" y="69282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6" name="Hexagon 3185">
              <a:extLst>
                <a:ext uri="{FF2B5EF4-FFF2-40B4-BE49-F238E27FC236}">
                  <a16:creationId xmlns:a16="http://schemas.microsoft.com/office/drawing/2014/main" id="{75D27283-D267-403C-A6F1-7ACB37C7F2E1}"/>
                </a:ext>
              </a:extLst>
            </p:cNvPr>
            <p:cNvSpPr/>
            <p:nvPr/>
          </p:nvSpPr>
          <p:spPr>
            <a:xfrm>
              <a:off x="10944919" y="7201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7" name="Hexagon 3186">
              <a:extLst>
                <a:ext uri="{FF2B5EF4-FFF2-40B4-BE49-F238E27FC236}">
                  <a16:creationId xmlns:a16="http://schemas.microsoft.com/office/drawing/2014/main" id="{34F162EA-599A-49F2-B07B-65FDC9DE6FA5}"/>
                </a:ext>
              </a:extLst>
            </p:cNvPr>
            <p:cNvSpPr/>
            <p:nvPr/>
          </p:nvSpPr>
          <p:spPr>
            <a:xfrm>
              <a:off x="10944919" y="70189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8" name="Hexagon 3187">
              <a:extLst>
                <a:ext uri="{FF2B5EF4-FFF2-40B4-BE49-F238E27FC236}">
                  <a16:creationId xmlns:a16="http://schemas.microsoft.com/office/drawing/2014/main" id="{4CB332B7-D586-45AF-86C7-452AEEE03114}"/>
                </a:ext>
              </a:extLst>
            </p:cNvPr>
            <p:cNvSpPr/>
            <p:nvPr/>
          </p:nvSpPr>
          <p:spPr>
            <a:xfrm>
              <a:off x="10954075" y="68315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9" name="Hexagon 3188">
              <a:extLst>
                <a:ext uri="{FF2B5EF4-FFF2-40B4-BE49-F238E27FC236}">
                  <a16:creationId xmlns:a16="http://schemas.microsoft.com/office/drawing/2014/main" id="{E90C46D2-786F-4AA7-B88F-5D7396381AC0}"/>
                </a:ext>
              </a:extLst>
            </p:cNvPr>
            <p:cNvSpPr/>
            <p:nvPr/>
          </p:nvSpPr>
          <p:spPr>
            <a:xfrm>
              <a:off x="10954075" y="6648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0" name="Hexagon 3189">
              <a:extLst>
                <a:ext uri="{FF2B5EF4-FFF2-40B4-BE49-F238E27FC236}">
                  <a16:creationId xmlns:a16="http://schemas.microsoft.com/office/drawing/2014/main" id="{79FA5FA8-2E48-47BA-BF32-335E9A615552}"/>
                </a:ext>
              </a:extLst>
            </p:cNvPr>
            <p:cNvSpPr/>
            <p:nvPr/>
          </p:nvSpPr>
          <p:spPr>
            <a:xfrm>
              <a:off x="11669554" y="692089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1" name="Hexagon 3190">
              <a:extLst>
                <a:ext uri="{FF2B5EF4-FFF2-40B4-BE49-F238E27FC236}">
                  <a16:creationId xmlns:a16="http://schemas.microsoft.com/office/drawing/2014/main" id="{6170916A-CBCD-42B2-8C93-A5E9FE42478D}"/>
                </a:ext>
              </a:extLst>
            </p:cNvPr>
            <p:cNvSpPr/>
            <p:nvPr/>
          </p:nvSpPr>
          <p:spPr>
            <a:xfrm>
              <a:off x="11669554" y="67380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2" name="Hexagon 3191">
              <a:extLst>
                <a:ext uri="{FF2B5EF4-FFF2-40B4-BE49-F238E27FC236}">
                  <a16:creationId xmlns:a16="http://schemas.microsoft.com/office/drawing/2014/main" id="{A99B94C3-1C02-41BB-B8AA-AF1F66E92A3F}"/>
                </a:ext>
              </a:extLst>
            </p:cNvPr>
            <p:cNvSpPr/>
            <p:nvPr/>
          </p:nvSpPr>
          <p:spPr>
            <a:xfrm>
              <a:off x="11902874" y="66517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3" name="Hexagon 3192">
              <a:extLst>
                <a:ext uri="{FF2B5EF4-FFF2-40B4-BE49-F238E27FC236}">
                  <a16:creationId xmlns:a16="http://schemas.microsoft.com/office/drawing/2014/main" id="{09027028-FEC9-4238-8636-EC978A8F87D1}"/>
                </a:ext>
              </a:extLst>
            </p:cNvPr>
            <p:cNvSpPr/>
            <p:nvPr/>
          </p:nvSpPr>
          <p:spPr>
            <a:xfrm>
              <a:off x="11902874" y="64689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4" name="Hexagon 3193">
              <a:extLst>
                <a:ext uri="{FF2B5EF4-FFF2-40B4-BE49-F238E27FC236}">
                  <a16:creationId xmlns:a16="http://schemas.microsoft.com/office/drawing/2014/main" id="{C5E0920F-6276-4DBB-8B66-963B645A56C7}"/>
                </a:ext>
              </a:extLst>
            </p:cNvPr>
            <p:cNvSpPr/>
            <p:nvPr/>
          </p:nvSpPr>
          <p:spPr>
            <a:xfrm>
              <a:off x="12152300" y="63715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5" name="Hexagon 3194">
              <a:extLst>
                <a:ext uri="{FF2B5EF4-FFF2-40B4-BE49-F238E27FC236}">
                  <a16:creationId xmlns:a16="http://schemas.microsoft.com/office/drawing/2014/main" id="{DD43FE3E-01A7-47CA-969D-237EE0E62497}"/>
                </a:ext>
              </a:extLst>
            </p:cNvPr>
            <p:cNvSpPr/>
            <p:nvPr/>
          </p:nvSpPr>
          <p:spPr>
            <a:xfrm>
              <a:off x="12152300" y="61886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6" name="Hexagon 3195">
              <a:extLst>
                <a:ext uri="{FF2B5EF4-FFF2-40B4-BE49-F238E27FC236}">
                  <a16:creationId xmlns:a16="http://schemas.microsoft.com/office/drawing/2014/main" id="{9F5AFF8E-0349-43D1-BBE8-CAF18EEA1165}"/>
                </a:ext>
              </a:extLst>
            </p:cNvPr>
            <p:cNvSpPr/>
            <p:nvPr/>
          </p:nvSpPr>
          <p:spPr>
            <a:xfrm>
              <a:off x="11186808" y="67444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7" name="Hexagon 3196">
              <a:extLst>
                <a:ext uri="{FF2B5EF4-FFF2-40B4-BE49-F238E27FC236}">
                  <a16:creationId xmlns:a16="http://schemas.microsoft.com/office/drawing/2014/main" id="{1B6AC29E-2C0C-4DB1-851B-6806C9FDBCA5}"/>
                </a:ext>
              </a:extLst>
            </p:cNvPr>
            <p:cNvSpPr/>
            <p:nvPr/>
          </p:nvSpPr>
          <p:spPr>
            <a:xfrm>
              <a:off x="11186808" y="65615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8" name="Hexagon 3197">
              <a:extLst>
                <a:ext uri="{FF2B5EF4-FFF2-40B4-BE49-F238E27FC236}">
                  <a16:creationId xmlns:a16="http://schemas.microsoft.com/office/drawing/2014/main" id="{8D38492A-97C8-491E-A8F0-36E41EB92800}"/>
                </a:ext>
              </a:extLst>
            </p:cNvPr>
            <p:cNvSpPr/>
            <p:nvPr/>
          </p:nvSpPr>
          <p:spPr>
            <a:xfrm>
              <a:off x="11669849" y="6563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9" name="Hexagon 3198">
              <a:extLst>
                <a:ext uri="{FF2B5EF4-FFF2-40B4-BE49-F238E27FC236}">
                  <a16:creationId xmlns:a16="http://schemas.microsoft.com/office/drawing/2014/main" id="{4E931089-C944-451D-A857-6187DEEE0BEB}"/>
                </a:ext>
              </a:extLst>
            </p:cNvPr>
            <p:cNvSpPr/>
            <p:nvPr/>
          </p:nvSpPr>
          <p:spPr>
            <a:xfrm>
              <a:off x="11669849" y="638054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0" name="Hexagon 3199">
              <a:extLst>
                <a:ext uri="{FF2B5EF4-FFF2-40B4-BE49-F238E27FC236}">
                  <a16:creationId xmlns:a16="http://schemas.microsoft.com/office/drawing/2014/main" id="{7C48EF4C-E2D3-4552-8E28-84FC09D23CF4}"/>
                </a:ext>
              </a:extLst>
            </p:cNvPr>
            <p:cNvSpPr/>
            <p:nvPr/>
          </p:nvSpPr>
          <p:spPr>
            <a:xfrm>
              <a:off x="10952273" y="6463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1" name="Hexagon 3200">
              <a:extLst>
                <a:ext uri="{FF2B5EF4-FFF2-40B4-BE49-F238E27FC236}">
                  <a16:creationId xmlns:a16="http://schemas.microsoft.com/office/drawing/2014/main" id="{65CA2B4F-BC04-416C-A597-D8CA4E60887A}"/>
                </a:ext>
              </a:extLst>
            </p:cNvPr>
            <p:cNvSpPr/>
            <p:nvPr/>
          </p:nvSpPr>
          <p:spPr>
            <a:xfrm>
              <a:off x="10952273" y="6280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2" name="Hexagon 3201">
              <a:extLst>
                <a:ext uri="{FF2B5EF4-FFF2-40B4-BE49-F238E27FC236}">
                  <a16:creationId xmlns:a16="http://schemas.microsoft.com/office/drawing/2014/main" id="{66D59DB7-20DA-4BBF-BB92-B6996C82DA49}"/>
                </a:ext>
              </a:extLst>
            </p:cNvPr>
            <p:cNvSpPr/>
            <p:nvPr/>
          </p:nvSpPr>
          <p:spPr>
            <a:xfrm>
              <a:off x="10717738" y="6555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3" name="Hexagon 3202">
              <a:extLst>
                <a:ext uri="{FF2B5EF4-FFF2-40B4-BE49-F238E27FC236}">
                  <a16:creationId xmlns:a16="http://schemas.microsoft.com/office/drawing/2014/main" id="{A8F66A4B-162A-47C2-AEA5-A9479BCB8EC2}"/>
                </a:ext>
              </a:extLst>
            </p:cNvPr>
            <p:cNvSpPr/>
            <p:nvPr/>
          </p:nvSpPr>
          <p:spPr>
            <a:xfrm>
              <a:off x="10717738" y="6373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4" name="Hexagon 3203">
              <a:extLst>
                <a:ext uri="{FF2B5EF4-FFF2-40B4-BE49-F238E27FC236}">
                  <a16:creationId xmlns:a16="http://schemas.microsoft.com/office/drawing/2014/main" id="{7282ACA4-A9C6-41BB-B65A-83245DD8A785}"/>
                </a:ext>
              </a:extLst>
            </p:cNvPr>
            <p:cNvSpPr/>
            <p:nvPr/>
          </p:nvSpPr>
          <p:spPr>
            <a:xfrm>
              <a:off x="10717738" y="6186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5" name="Hexagon 3204">
              <a:extLst>
                <a:ext uri="{FF2B5EF4-FFF2-40B4-BE49-F238E27FC236}">
                  <a16:creationId xmlns:a16="http://schemas.microsoft.com/office/drawing/2014/main" id="{A3FAD953-163C-424C-8AD4-D66D54E84466}"/>
                </a:ext>
              </a:extLst>
            </p:cNvPr>
            <p:cNvSpPr/>
            <p:nvPr/>
          </p:nvSpPr>
          <p:spPr>
            <a:xfrm>
              <a:off x="10717738" y="6004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6" name="Hexagon 3205">
              <a:extLst>
                <a:ext uri="{FF2B5EF4-FFF2-40B4-BE49-F238E27FC236}">
                  <a16:creationId xmlns:a16="http://schemas.microsoft.com/office/drawing/2014/main" id="{D89406A8-77F8-4F77-AACA-906665979F29}"/>
                </a:ext>
              </a:extLst>
            </p:cNvPr>
            <p:cNvSpPr/>
            <p:nvPr/>
          </p:nvSpPr>
          <p:spPr>
            <a:xfrm>
              <a:off x="11188130" y="63829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7" name="Hexagon 3206">
              <a:extLst>
                <a:ext uri="{FF2B5EF4-FFF2-40B4-BE49-F238E27FC236}">
                  <a16:creationId xmlns:a16="http://schemas.microsoft.com/office/drawing/2014/main" id="{25923440-FADB-498F-904B-1C0511C5AD27}"/>
                </a:ext>
              </a:extLst>
            </p:cNvPr>
            <p:cNvSpPr/>
            <p:nvPr/>
          </p:nvSpPr>
          <p:spPr>
            <a:xfrm>
              <a:off x="11188130" y="62000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8" name="Hexagon 3207">
              <a:extLst>
                <a:ext uri="{FF2B5EF4-FFF2-40B4-BE49-F238E27FC236}">
                  <a16:creationId xmlns:a16="http://schemas.microsoft.com/office/drawing/2014/main" id="{1BF68863-8D22-4986-A003-4740B58F30EB}"/>
                </a:ext>
              </a:extLst>
            </p:cNvPr>
            <p:cNvSpPr/>
            <p:nvPr/>
          </p:nvSpPr>
          <p:spPr>
            <a:xfrm>
              <a:off x="11426448" y="6472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9" name="Hexagon 3208">
              <a:extLst>
                <a:ext uri="{FF2B5EF4-FFF2-40B4-BE49-F238E27FC236}">
                  <a16:creationId xmlns:a16="http://schemas.microsoft.com/office/drawing/2014/main" id="{04807FF2-98B1-4C55-90E3-30E9C0B44E75}"/>
                </a:ext>
              </a:extLst>
            </p:cNvPr>
            <p:cNvSpPr/>
            <p:nvPr/>
          </p:nvSpPr>
          <p:spPr>
            <a:xfrm>
              <a:off x="11426448" y="62896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1" name="Hexagon 3210">
              <a:extLst>
                <a:ext uri="{FF2B5EF4-FFF2-40B4-BE49-F238E27FC236}">
                  <a16:creationId xmlns:a16="http://schemas.microsoft.com/office/drawing/2014/main" id="{9A3B0254-BFD3-4AE2-B8B5-154C1E8AF225}"/>
                </a:ext>
              </a:extLst>
            </p:cNvPr>
            <p:cNvSpPr/>
            <p:nvPr/>
          </p:nvSpPr>
          <p:spPr>
            <a:xfrm>
              <a:off x="11911211" y="6101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2" name="Hexagon 3211">
              <a:extLst>
                <a:ext uri="{FF2B5EF4-FFF2-40B4-BE49-F238E27FC236}">
                  <a16:creationId xmlns:a16="http://schemas.microsoft.com/office/drawing/2014/main" id="{A6C5CDBF-F77D-4612-AB46-C4272E4606BD}"/>
                </a:ext>
              </a:extLst>
            </p:cNvPr>
            <p:cNvSpPr/>
            <p:nvPr/>
          </p:nvSpPr>
          <p:spPr>
            <a:xfrm>
              <a:off x="11672893" y="61959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3" name="Hexagon 3212">
              <a:extLst>
                <a:ext uri="{FF2B5EF4-FFF2-40B4-BE49-F238E27FC236}">
                  <a16:creationId xmlns:a16="http://schemas.microsoft.com/office/drawing/2014/main" id="{8843F490-1D5C-4529-A02C-8D1E788B2F22}"/>
                </a:ext>
              </a:extLst>
            </p:cNvPr>
            <p:cNvSpPr/>
            <p:nvPr/>
          </p:nvSpPr>
          <p:spPr>
            <a:xfrm>
              <a:off x="11672893" y="60131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4" name="Hexagon 3213">
              <a:extLst>
                <a:ext uri="{FF2B5EF4-FFF2-40B4-BE49-F238E27FC236}">
                  <a16:creationId xmlns:a16="http://schemas.microsoft.com/office/drawing/2014/main" id="{CD3761DE-F2A4-4B7F-85D3-A0BB7D36E543}"/>
                </a:ext>
              </a:extLst>
            </p:cNvPr>
            <p:cNvSpPr/>
            <p:nvPr/>
          </p:nvSpPr>
          <p:spPr>
            <a:xfrm>
              <a:off x="11430793" y="61110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5" name="Hexagon 3214">
              <a:extLst>
                <a:ext uri="{FF2B5EF4-FFF2-40B4-BE49-F238E27FC236}">
                  <a16:creationId xmlns:a16="http://schemas.microsoft.com/office/drawing/2014/main" id="{E93C3301-A7DC-4057-B0DA-94EC1F048649}"/>
                </a:ext>
              </a:extLst>
            </p:cNvPr>
            <p:cNvSpPr/>
            <p:nvPr/>
          </p:nvSpPr>
          <p:spPr>
            <a:xfrm>
              <a:off x="11430793" y="59281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6" name="Hexagon 3215">
              <a:extLst>
                <a:ext uri="{FF2B5EF4-FFF2-40B4-BE49-F238E27FC236}">
                  <a16:creationId xmlns:a16="http://schemas.microsoft.com/office/drawing/2014/main" id="{3DAAD24B-7A10-43C8-AE4F-1BFD9D1D2F6D}"/>
                </a:ext>
              </a:extLst>
            </p:cNvPr>
            <p:cNvSpPr/>
            <p:nvPr/>
          </p:nvSpPr>
          <p:spPr>
            <a:xfrm>
              <a:off x="11911211" y="59137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7" name="Hexagon 3216">
              <a:extLst>
                <a:ext uri="{FF2B5EF4-FFF2-40B4-BE49-F238E27FC236}">
                  <a16:creationId xmlns:a16="http://schemas.microsoft.com/office/drawing/2014/main" id="{D49964DE-ADD7-4610-A542-4DAF8F67E467}"/>
                </a:ext>
              </a:extLst>
            </p:cNvPr>
            <p:cNvSpPr/>
            <p:nvPr/>
          </p:nvSpPr>
          <p:spPr>
            <a:xfrm>
              <a:off x="11911211" y="57308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8" name="Hexagon 3217">
              <a:extLst>
                <a:ext uri="{FF2B5EF4-FFF2-40B4-BE49-F238E27FC236}">
                  <a16:creationId xmlns:a16="http://schemas.microsoft.com/office/drawing/2014/main" id="{CA3D0CE7-1561-4EE5-8D6E-2BFA7842BA9D}"/>
                </a:ext>
              </a:extLst>
            </p:cNvPr>
            <p:cNvSpPr/>
            <p:nvPr/>
          </p:nvSpPr>
          <p:spPr>
            <a:xfrm>
              <a:off x="11668130" y="58307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9" name="Hexagon 3218">
              <a:extLst>
                <a:ext uri="{FF2B5EF4-FFF2-40B4-BE49-F238E27FC236}">
                  <a16:creationId xmlns:a16="http://schemas.microsoft.com/office/drawing/2014/main" id="{2C7B7F96-52ED-4129-B79C-7AC97138E69D}"/>
                </a:ext>
              </a:extLst>
            </p:cNvPr>
            <p:cNvSpPr/>
            <p:nvPr/>
          </p:nvSpPr>
          <p:spPr>
            <a:xfrm>
              <a:off x="11668130" y="56478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0" name="Hexagon 3219">
              <a:extLst>
                <a:ext uri="{FF2B5EF4-FFF2-40B4-BE49-F238E27FC236}">
                  <a16:creationId xmlns:a16="http://schemas.microsoft.com/office/drawing/2014/main" id="{5531F55F-78DC-40A5-888D-2BE4538D0B81}"/>
                </a:ext>
              </a:extLst>
            </p:cNvPr>
            <p:cNvSpPr/>
            <p:nvPr/>
          </p:nvSpPr>
          <p:spPr>
            <a:xfrm>
              <a:off x="12380607" y="57240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1" name="Hexagon 3220">
              <a:extLst>
                <a:ext uri="{FF2B5EF4-FFF2-40B4-BE49-F238E27FC236}">
                  <a16:creationId xmlns:a16="http://schemas.microsoft.com/office/drawing/2014/main" id="{84E57829-B864-407D-B3CB-8B50AD68AC45}"/>
                </a:ext>
              </a:extLst>
            </p:cNvPr>
            <p:cNvSpPr/>
            <p:nvPr/>
          </p:nvSpPr>
          <p:spPr>
            <a:xfrm>
              <a:off x="1238060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2" name="Hexagon 3221">
              <a:extLst>
                <a:ext uri="{FF2B5EF4-FFF2-40B4-BE49-F238E27FC236}">
                  <a16:creationId xmlns:a16="http://schemas.microsoft.com/office/drawing/2014/main" id="{C7AC2883-973D-47ED-86B0-9308255ADB8E}"/>
                </a:ext>
              </a:extLst>
            </p:cNvPr>
            <p:cNvSpPr/>
            <p:nvPr/>
          </p:nvSpPr>
          <p:spPr>
            <a:xfrm>
              <a:off x="11424618" y="57372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3" name="Hexagon 3222">
              <a:extLst>
                <a:ext uri="{FF2B5EF4-FFF2-40B4-BE49-F238E27FC236}">
                  <a16:creationId xmlns:a16="http://schemas.microsoft.com/office/drawing/2014/main" id="{971C3829-2ED8-4845-8D1A-1C510ADD8FCA}"/>
                </a:ext>
              </a:extLst>
            </p:cNvPr>
            <p:cNvSpPr/>
            <p:nvPr/>
          </p:nvSpPr>
          <p:spPr>
            <a:xfrm>
              <a:off x="11424618" y="55543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4" name="Hexagon 3223">
              <a:extLst>
                <a:ext uri="{FF2B5EF4-FFF2-40B4-BE49-F238E27FC236}">
                  <a16:creationId xmlns:a16="http://schemas.microsoft.com/office/drawing/2014/main" id="{3AEAF92A-78A0-40A9-8114-F95D0EDCBE05}"/>
                </a:ext>
              </a:extLst>
            </p:cNvPr>
            <p:cNvSpPr/>
            <p:nvPr/>
          </p:nvSpPr>
          <p:spPr>
            <a:xfrm>
              <a:off x="10959838" y="60921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5" name="Hexagon 3224">
              <a:extLst>
                <a:ext uri="{FF2B5EF4-FFF2-40B4-BE49-F238E27FC236}">
                  <a16:creationId xmlns:a16="http://schemas.microsoft.com/office/drawing/2014/main" id="{94191EEC-4FB9-441C-8D1E-D5078FC9D1EE}"/>
                </a:ext>
              </a:extLst>
            </p:cNvPr>
            <p:cNvSpPr/>
            <p:nvPr/>
          </p:nvSpPr>
          <p:spPr>
            <a:xfrm>
              <a:off x="10959838" y="59092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6" name="Hexagon 3225">
              <a:extLst>
                <a:ext uri="{FF2B5EF4-FFF2-40B4-BE49-F238E27FC236}">
                  <a16:creationId xmlns:a16="http://schemas.microsoft.com/office/drawing/2014/main" id="{445411AF-3FA1-41F7-8A6A-6C8C9CAA29E7}"/>
                </a:ext>
              </a:extLst>
            </p:cNvPr>
            <p:cNvSpPr/>
            <p:nvPr/>
          </p:nvSpPr>
          <p:spPr>
            <a:xfrm>
              <a:off x="10474226" y="5913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7" name="Hexagon 3226">
              <a:extLst>
                <a:ext uri="{FF2B5EF4-FFF2-40B4-BE49-F238E27FC236}">
                  <a16:creationId xmlns:a16="http://schemas.microsoft.com/office/drawing/2014/main" id="{12AA7B65-3D64-4C98-9062-62BF1A12B44B}"/>
                </a:ext>
              </a:extLst>
            </p:cNvPr>
            <p:cNvSpPr/>
            <p:nvPr/>
          </p:nvSpPr>
          <p:spPr>
            <a:xfrm>
              <a:off x="10474226" y="57305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8" name="Hexagon 3227">
              <a:extLst>
                <a:ext uri="{FF2B5EF4-FFF2-40B4-BE49-F238E27FC236}">
                  <a16:creationId xmlns:a16="http://schemas.microsoft.com/office/drawing/2014/main" id="{5E53886A-0F6A-46F6-AE60-638E5005FF40}"/>
                </a:ext>
              </a:extLst>
            </p:cNvPr>
            <p:cNvSpPr/>
            <p:nvPr/>
          </p:nvSpPr>
          <p:spPr>
            <a:xfrm>
              <a:off x="10718316" y="58226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9" name="Hexagon 3228">
              <a:extLst>
                <a:ext uri="{FF2B5EF4-FFF2-40B4-BE49-F238E27FC236}">
                  <a16:creationId xmlns:a16="http://schemas.microsoft.com/office/drawing/2014/main" id="{4A496A8B-39B0-4C8C-AD33-AEEAD48D6D21}"/>
                </a:ext>
              </a:extLst>
            </p:cNvPr>
            <p:cNvSpPr/>
            <p:nvPr/>
          </p:nvSpPr>
          <p:spPr>
            <a:xfrm>
              <a:off x="10718316" y="563976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0" name="Hexagon 3229">
              <a:extLst>
                <a:ext uri="{FF2B5EF4-FFF2-40B4-BE49-F238E27FC236}">
                  <a16:creationId xmlns:a16="http://schemas.microsoft.com/office/drawing/2014/main" id="{FA542EAC-D362-4089-A685-796A650CE9D1}"/>
                </a:ext>
              </a:extLst>
            </p:cNvPr>
            <p:cNvSpPr/>
            <p:nvPr/>
          </p:nvSpPr>
          <p:spPr>
            <a:xfrm>
              <a:off x="10239528" y="56387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1" name="Hexagon 3230">
              <a:extLst>
                <a:ext uri="{FF2B5EF4-FFF2-40B4-BE49-F238E27FC236}">
                  <a16:creationId xmlns:a16="http://schemas.microsoft.com/office/drawing/2014/main" id="{9E70A179-3D82-436F-AA0B-F3D7A0B89D58}"/>
                </a:ext>
              </a:extLst>
            </p:cNvPr>
            <p:cNvSpPr/>
            <p:nvPr/>
          </p:nvSpPr>
          <p:spPr>
            <a:xfrm>
              <a:off x="10239528" y="54558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2" name="Hexagon 3231">
              <a:extLst>
                <a:ext uri="{FF2B5EF4-FFF2-40B4-BE49-F238E27FC236}">
                  <a16:creationId xmlns:a16="http://schemas.microsoft.com/office/drawing/2014/main" id="{932B76CA-D058-4CCC-8685-3278D7A322D2}"/>
                </a:ext>
              </a:extLst>
            </p:cNvPr>
            <p:cNvSpPr/>
            <p:nvPr/>
          </p:nvSpPr>
          <p:spPr>
            <a:xfrm>
              <a:off x="10730111" y="5459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3" name="Hexagon 3232">
              <a:extLst>
                <a:ext uri="{FF2B5EF4-FFF2-40B4-BE49-F238E27FC236}">
                  <a16:creationId xmlns:a16="http://schemas.microsoft.com/office/drawing/2014/main" id="{124DC06D-298C-4531-A75C-EC23A3B289AA}"/>
                </a:ext>
              </a:extLst>
            </p:cNvPr>
            <p:cNvSpPr/>
            <p:nvPr/>
          </p:nvSpPr>
          <p:spPr>
            <a:xfrm>
              <a:off x="10730111" y="5276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4" name="Hexagon 3233">
              <a:extLst>
                <a:ext uri="{FF2B5EF4-FFF2-40B4-BE49-F238E27FC236}">
                  <a16:creationId xmlns:a16="http://schemas.microsoft.com/office/drawing/2014/main" id="{F827506C-9597-44C5-A27F-E1822283923E}"/>
                </a:ext>
              </a:extLst>
            </p:cNvPr>
            <p:cNvSpPr/>
            <p:nvPr/>
          </p:nvSpPr>
          <p:spPr>
            <a:xfrm>
              <a:off x="10488841" y="53575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5" name="Hexagon 3234">
              <a:extLst>
                <a:ext uri="{FF2B5EF4-FFF2-40B4-BE49-F238E27FC236}">
                  <a16:creationId xmlns:a16="http://schemas.microsoft.com/office/drawing/2014/main" id="{7E415D55-C4B2-4EAB-A394-D16EAD769FE2}"/>
                </a:ext>
              </a:extLst>
            </p:cNvPr>
            <p:cNvSpPr/>
            <p:nvPr/>
          </p:nvSpPr>
          <p:spPr>
            <a:xfrm>
              <a:off x="10488841" y="51746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6" name="Hexagon 3235">
              <a:extLst>
                <a:ext uri="{FF2B5EF4-FFF2-40B4-BE49-F238E27FC236}">
                  <a16:creationId xmlns:a16="http://schemas.microsoft.com/office/drawing/2014/main" id="{906CE05A-A9D3-43E2-8377-8C765684FC25}"/>
                </a:ext>
              </a:extLst>
            </p:cNvPr>
            <p:cNvSpPr/>
            <p:nvPr/>
          </p:nvSpPr>
          <p:spPr>
            <a:xfrm>
              <a:off x="10962220" y="57350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8" name="Hexagon 3237">
              <a:extLst>
                <a:ext uri="{FF2B5EF4-FFF2-40B4-BE49-F238E27FC236}">
                  <a16:creationId xmlns:a16="http://schemas.microsoft.com/office/drawing/2014/main" id="{233D3F47-4D35-4C29-B118-EA58278F5809}"/>
                </a:ext>
              </a:extLst>
            </p:cNvPr>
            <p:cNvSpPr/>
            <p:nvPr/>
          </p:nvSpPr>
          <p:spPr>
            <a:xfrm>
              <a:off x="11198734" y="56421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9" name="Hexagon 3238">
              <a:extLst>
                <a:ext uri="{FF2B5EF4-FFF2-40B4-BE49-F238E27FC236}">
                  <a16:creationId xmlns:a16="http://schemas.microsoft.com/office/drawing/2014/main" id="{7CF58BA7-CA8F-41C1-A131-CBC83AC4EE54}"/>
                </a:ext>
              </a:extLst>
            </p:cNvPr>
            <p:cNvSpPr/>
            <p:nvPr/>
          </p:nvSpPr>
          <p:spPr>
            <a:xfrm>
              <a:off x="11198734" y="545928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0" name="Hexagon 3239">
              <a:extLst>
                <a:ext uri="{FF2B5EF4-FFF2-40B4-BE49-F238E27FC236}">
                  <a16:creationId xmlns:a16="http://schemas.microsoft.com/office/drawing/2014/main" id="{8736221E-DCEE-42A0-B940-EFF17279CB4E}"/>
                </a:ext>
              </a:extLst>
            </p:cNvPr>
            <p:cNvSpPr/>
            <p:nvPr/>
          </p:nvSpPr>
          <p:spPr>
            <a:xfrm>
              <a:off x="10962220" y="55521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1" name="Hexagon 3240">
              <a:extLst>
                <a:ext uri="{FF2B5EF4-FFF2-40B4-BE49-F238E27FC236}">
                  <a16:creationId xmlns:a16="http://schemas.microsoft.com/office/drawing/2014/main" id="{EC9BAD46-48FB-4C50-B2DF-C87B90ECD489}"/>
                </a:ext>
              </a:extLst>
            </p:cNvPr>
            <p:cNvSpPr/>
            <p:nvPr/>
          </p:nvSpPr>
          <p:spPr>
            <a:xfrm>
              <a:off x="10969376" y="5359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2" name="Hexagon 3241">
              <a:extLst>
                <a:ext uri="{FF2B5EF4-FFF2-40B4-BE49-F238E27FC236}">
                  <a16:creationId xmlns:a16="http://schemas.microsoft.com/office/drawing/2014/main" id="{B13467AC-87F7-4EFC-A594-77471CC69595}"/>
                </a:ext>
              </a:extLst>
            </p:cNvPr>
            <p:cNvSpPr/>
            <p:nvPr/>
          </p:nvSpPr>
          <p:spPr>
            <a:xfrm>
              <a:off x="11193473" y="52655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3" name="Hexagon 3242">
              <a:extLst>
                <a:ext uri="{FF2B5EF4-FFF2-40B4-BE49-F238E27FC236}">
                  <a16:creationId xmlns:a16="http://schemas.microsoft.com/office/drawing/2014/main" id="{637C44A0-C315-4DAA-84E0-A27DBF92DFBF}"/>
                </a:ext>
              </a:extLst>
            </p:cNvPr>
            <p:cNvSpPr/>
            <p:nvPr/>
          </p:nvSpPr>
          <p:spPr>
            <a:xfrm>
              <a:off x="11192525" y="60091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4" name="Hexagon 3243">
              <a:extLst>
                <a:ext uri="{FF2B5EF4-FFF2-40B4-BE49-F238E27FC236}">
                  <a16:creationId xmlns:a16="http://schemas.microsoft.com/office/drawing/2014/main" id="{54501243-7876-41B4-8139-4C0981E28DAD}"/>
                </a:ext>
              </a:extLst>
            </p:cNvPr>
            <p:cNvSpPr/>
            <p:nvPr/>
          </p:nvSpPr>
          <p:spPr>
            <a:xfrm>
              <a:off x="12152195" y="58139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5" name="Hexagon 3244">
              <a:extLst>
                <a:ext uri="{FF2B5EF4-FFF2-40B4-BE49-F238E27FC236}">
                  <a16:creationId xmlns:a16="http://schemas.microsoft.com/office/drawing/2014/main" id="{BB3E8FF0-4C69-4CCF-BAD0-B502EF5D265E}"/>
                </a:ext>
              </a:extLst>
            </p:cNvPr>
            <p:cNvSpPr/>
            <p:nvPr/>
          </p:nvSpPr>
          <p:spPr>
            <a:xfrm>
              <a:off x="11665410" y="546195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6" name="Hexagon 3245">
              <a:extLst>
                <a:ext uri="{FF2B5EF4-FFF2-40B4-BE49-F238E27FC236}">
                  <a16:creationId xmlns:a16="http://schemas.microsoft.com/office/drawing/2014/main" id="{F1CD2711-8BF7-49AC-9B45-A88096164432}"/>
                </a:ext>
              </a:extLst>
            </p:cNvPr>
            <p:cNvSpPr/>
            <p:nvPr/>
          </p:nvSpPr>
          <p:spPr>
            <a:xfrm>
              <a:off x="11902874" y="55537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7" name="Hexagon 3246">
              <a:extLst>
                <a:ext uri="{FF2B5EF4-FFF2-40B4-BE49-F238E27FC236}">
                  <a16:creationId xmlns:a16="http://schemas.microsoft.com/office/drawing/2014/main" id="{1DBA9E52-C53F-47B6-AE12-BF16BF4E8825}"/>
                </a:ext>
              </a:extLst>
            </p:cNvPr>
            <p:cNvSpPr/>
            <p:nvPr/>
          </p:nvSpPr>
          <p:spPr>
            <a:xfrm>
              <a:off x="12139851" y="54497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8" name="Hexagon 3247">
              <a:extLst>
                <a:ext uri="{FF2B5EF4-FFF2-40B4-BE49-F238E27FC236}">
                  <a16:creationId xmlns:a16="http://schemas.microsoft.com/office/drawing/2014/main" id="{683D4A0F-1BB6-46A1-99B0-DD13F4F511F6}"/>
                </a:ext>
              </a:extLst>
            </p:cNvPr>
            <p:cNvSpPr/>
            <p:nvPr/>
          </p:nvSpPr>
          <p:spPr>
            <a:xfrm>
              <a:off x="11428461" y="6832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9" name="Hexagon 3248">
              <a:extLst>
                <a:ext uri="{FF2B5EF4-FFF2-40B4-BE49-F238E27FC236}">
                  <a16:creationId xmlns:a16="http://schemas.microsoft.com/office/drawing/2014/main" id="{2F96E1F1-53CA-4BFF-96EE-0B71605BF88B}"/>
                </a:ext>
              </a:extLst>
            </p:cNvPr>
            <p:cNvSpPr/>
            <p:nvPr/>
          </p:nvSpPr>
          <p:spPr>
            <a:xfrm>
              <a:off x="10710311" y="71033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0" name="Hexagon 3249">
              <a:extLst>
                <a:ext uri="{FF2B5EF4-FFF2-40B4-BE49-F238E27FC236}">
                  <a16:creationId xmlns:a16="http://schemas.microsoft.com/office/drawing/2014/main" id="{9264A9D7-989B-41F2-A480-011095A312A3}"/>
                </a:ext>
              </a:extLst>
            </p:cNvPr>
            <p:cNvSpPr/>
            <p:nvPr/>
          </p:nvSpPr>
          <p:spPr>
            <a:xfrm>
              <a:off x="11911211" y="73740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1" name="Hexagon 3250">
              <a:extLst>
                <a:ext uri="{FF2B5EF4-FFF2-40B4-BE49-F238E27FC236}">
                  <a16:creationId xmlns:a16="http://schemas.microsoft.com/office/drawing/2014/main" id="{DCF190CE-0757-4A34-82C3-10062AAF8F74}"/>
                </a:ext>
              </a:extLst>
            </p:cNvPr>
            <p:cNvSpPr/>
            <p:nvPr/>
          </p:nvSpPr>
          <p:spPr>
            <a:xfrm>
              <a:off x="11918394" y="7742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2" name="Hexagon 3251">
              <a:extLst>
                <a:ext uri="{FF2B5EF4-FFF2-40B4-BE49-F238E27FC236}">
                  <a16:creationId xmlns:a16="http://schemas.microsoft.com/office/drawing/2014/main" id="{185F0735-B62D-478B-B424-1E75D76CDFF8}"/>
                </a:ext>
              </a:extLst>
            </p:cNvPr>
            <p:cNvSpPr/>
            <p:nvPr/>
          </p:nvSpPr>
          <p:spPr>
            <a:xfrm>
              <a:off x="10959838" y="81116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3" name="Hexagon 3252">
              <a:extLst>
                <a:ext uri="{FF2B5EF4-FFF2-40B4-BE49-F238E27FC236}">
                  <a16:creationId xmlns:a16="http://schemas.microsoft.com/office/drawing/2014/main" id="{C1CF715F-5745-4B1D-A574-FFC72D59BA95}"/>
                </a:ext>
              </a:extLst>
            </p:cNvPr>
            <p:cNvSpPr/>
            <p:nvPr/>
          </p:nvSpPr>
          <p:spPr>
            <a:xfrm>
              <a:off x="12146888" y="82081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4" name="Hexagon 3253">
              <a:extLst>
                <a:ext uri="{FF2B5EF4-FFF2-40B4-BE49-F238E27FC236}">
                  <a16:creationId xmlns:a16="http://schemas.microsoft.com/office/drawing/2014/main" id="{6987A828-C58C-4E62-82EA-451086DC4238}"/>
                </a:ext>
              </a:extLst>
            </p:cNvPr>
            <p:cNvSpPr/>
            <p:nvPr/>
          </p:nvSpPr>
          <p:spPr>
            <a:xfrm>
              <a:off x="11906636" y="86684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5" name="Hexagon 3254">
              <a:extLst>
                <a:ext uri="{FF2B5EF4-FFF2-40B4-BE49-F238E27FC236}">
                  <a16:creationId xmlns:a16="http://schemas.microsoft.com/office/drawing/2014/main" id="{D8CAA44F-E6D6-4899-8BA8-140041DCFEA7}"/>
                </a:ext>
              </a:extLst>
            </p:cNvPr>
            <p:cNvSpPr/>
            <p:nvPr/>
          </p:nvSpPr>
          <p:spPr>
            <a:xfrm>
              <a:off x="10730111" y="93101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6" name="Hexagon 3255">
              <a:extLst>
                <a:ext uri="{FF2B5EF4-FFF2-40B4-BE49-F238E27FC236}">
                  <a16:creationId xmlns:a16="http://schemas.microsoft.com/office/drawing/2014/main" id="{4FAE63FF-4553-44C8-8C7F-675623895372}"/>
                </a:ext>
              </a:extLst>
            </p:cNvPr>
            <p:cNvSpPr/>
            <p:nvPr/>
          </p:nvSpPr>
          <p:spPr>
            <a:xfrm>
              <a:off x="10481359" y="9401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7" name="Hexagon 3256">
              <a:extLst>
                <a:ext uri="{FF2B5EF4-FFF2-40B4-BE49-F238E27FC236}">
                  <a16:creationId xmlns:a16="http://schemas.microsoft.com/office/drawing/2014/main" id="{8D07A1F2-5B88-4C59-8232-C9731C7729A7}"/>
                </a:ext>
              </a:extLst>
            </p:cNvPr>
            <p:cNvSpPr/>
            <p:nvPr/>
          </p:nvSpPr>
          <p:spPr>
            <a:xfrm>
              <a:off x="11433620" y="95933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8" name="Hexagon 3257">
              <a:extLst>
                <a:ext uri="{FF2B5EF4-FFF2-40B4-BE49-F238E27FC236}">
                  <a16:creationId xmlns:a16="http://schemas.microsoft.com/office/drawing/2014/main" id="{5AACF6AA-75E3-4832-801D-0549FF3053FD}"/>
                </a:ext>
              </a:extLst>
            </p:cNvPr>
            <p:cNvSpPr/>
            <p:nvPr/>
          </p:nvSpPr>
          <p:spPr>
            <a:xfrm>
              <a:off x="10952273" y="977296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9" name="Hexagon 3258">
              <a:extLst>
                <a:ext uri="{FF2B5EF4-FFF2-40B4-BE49-F238E27FC236}">
                  <a16:creationId xmlns:a16="http://schemas.microsoft.com/office/drawing/2014/main" id="{B8F4D5CA-3215-4DA2-BC49-2FD0BBC76A85}"/>
                </a:ext>
              </a:extLst>
            </p:cNvPr>
            <p:cNvSpPr/>
            <p:nvPr/>
          </p:nvSpPr>
          <p:spPr>
            <a:xfrm>
              <a:off x="12146888" y="96705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5" name="Hexagon 3064">
              <a:extLst>
                <a:ext uri="{FF2B5EF4-FFF2-40B4-BE49-F238E27FC236}">
                  <a16:creationId xmlns:a16="http://schemas.microsoft.com/office/drawing/2014/main" id="{B095907E-EE44-4FBC-9E1F-131C11D81F77}"/>
                </a:ext>
              </a:extLst>
            </p:cNvPr>
            <p:cNvSpPr/>
            <p:nvPr/>
          </p:nvSpPr>
          <p:spPr>
            <a:xfrm>
              <a:off x="5534216" y="54601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4" name="Hexagon 3143">
              <a:extLst>
                <a:ext uri="{FF2B5EF4-FFF2-40B4-BE49-F238E27FC236}">
                  <a16:creationId xmlns:a16="http://schemas.microsoft.com/office/drawing/2014/main" id="{0023C462-012B-40F5-BC13-25C3E1EEDD38}"/>
                </a:ext>
              </a:extLst>
            </p:cNvPr>
            <p:cNvSpPr/>
            <p:nvPr/>
          </p:nvSpPr>
          <p:spPr>
            <a:xfrm>
              <a:off x="11669554" y="8938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0" name="Hexagon 3209">
              <a:extLst>
                <a:ext uri="{FF2B5EF4-FFF2-40B4-BE49-F238E27FC236}">
                  <a16:creationId xmlns:a16="http://schemas.microsoft.com/office/drawing/2014/main" id="{BC1C52A6-F9B7-431D-A7BB-FA43AFFED41D}"/>
                </a:ext>
              </a:extLst>
            </p:cNvPr>
            <p:cNvSpPr/>
            <p:nvPr/>
          </p:nvSpPr>
          <p:spPr>
            <a:xfrm>
              <a:off x="11911211" y="62839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3" name="1">
            <a:extLst>
              <a:ext uri="{FF2B5EF4-FFF2-40B4-BE49-F238E27FC236}">
                <a16:creationId xmlns:a16="http://schemas.microsoft.com/office/drawing/2014/main" id="{A4FFF1E0-AB7C-4918-B63D-DD807A2C63D8}"/>
              </a:ext>
            </a:extLst>
          </p:cNvPr>
          <p:cNvGrpSpPr/>
          <p:nvPr/>
        </p:nvGrpSpPr>
        <p:grpSpPr>
          <a:xfrm>
            <a:off x="42380" y="6282172"/>
            <a:ext cx="6436612" cy="4305882"/>
            <a:chOff x="68690" y="8023887"/>
            <a:chExt cx="6436612" cy="4305882"/>
          </a:xfrm>
        </p:grpSpPr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EE81D8D4-1D98-48B7-BE7E-0D6D318B1B6B}"/>
                </a:ext>
              </a:extLst>
            </p:cNvPr>
            <p:cNvSpPr/>
            <p:nvPr/>
          </p:nvSpPr>
          <p:spPr>
            <a:xfrm>
              <a:off x="541529" y="1215976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1" name="Hexagon 2260">
              <a:extLst>
                <a:ext uri="{FF2B5EF4-FFF2-40B4-BE49-F238E27FC236}">
                  <a16:creationId xmlns:a16="http://schemas.microsoft.com/office/drawing/2014/main" id="{5EA8B92B-60EB-4880-94A4-A6DC6946788B}"/>
                </a:ext>
              </a:extLst>
            </p:cNvPr>
            <p:cNvSpPr/>
            <p:nvPr/>
          </p:nvSpPr>
          <p:spPr>
            <a:xfrm>
              <a:off x="777124" y="120723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0" name="Hexagon 2269">
              <a:extLst>
                <a:ext uri="{FF2B5EF4-FFF2-40B4-BE49-F238E27FC236}">
                  <a16:creationId xmlns:a16="http://schemas.microsoft.com/office/drawing/2014/main" id="{72DA0884-B68E-4FC3-874D-C42430FD84C0}"/>
                </a:ext>
              </a:extLst>
            </p:cNvPr>
            <p:cNvSpPr/>
            <p:nvPr/>
          </p:nvSpPr>
          <p:spPr>
            <a:xfrm>
              <a:off x="541529" y="119873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1" name="Hexagon 2270">
              <a:extLst>
                <a:ext uri="{FF2B5EF4-FFF2-40B4-BE49-F238E27FC236}">
                  <a16:creationId xmlns:a16="http://schemas.microsoft.com/office/drawing/2014/main" id="{204B9356-42AA-4D38-B451-60A75B875C9B}"/>
                </a:ext>
              </a:extLst>
            </p:cNvPr>
            <p:cNvSpPr/>
            <p:nvPr/>
          </p:nvSpPr>
          <p:spPr>
            <a:xfrm>
              <a:off x="777124" y="1190236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2" name="Hexagon 2271">
              <a:extLst>
                <a:ext uri="{FF2B5EF4-FFF2-40B4-BE49-F238E27FC236}">
                  <a16:creationId xmlns:a16="http://schemas.microsoft.com/office/drawing/2014/main" id="{131B0C23-3F3C-4CBD-A5E1-5E26C477AEEC}"/>
                </a:ext>
              </a:extLst>
            </p:cNvPr>
            <p:cNvSpPr/>
            <p:nvPr/>
          </p:nvSpPr>
          <p:spPr>
            <a:xfrm>
              <a:off x="1017391" y="1199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3" name="Hexagon 2272">
              <a:extLst>
                <a:ext uri="{FF2B5EF4-FFF2-40B4-BE49-F238E27FC236}">
                  <a16:creationId xmlns:a16="http://schemas.microsoft.com/office/drawing/2014/main" id="{7FF7585B-0CCA-43CD-8622-F6FCFA3F4B7E}"/>
                </a:ext>
              </a:extLst>
            </p:cNvPr>
            <p:cNvSpPr/>
            <p:nvPr/>
          </p:nvSpPr>
          <p:spPr>
            <a:xfrm>
              <a:off x="1252986" y="119087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4" name="Hexagon 2273">
              <a:extLst>
                <a:ext uri="{FF2B5EF4-FFF2-40B4-BE49-F238E27FC236}">
                  <a16:creationId xmlns:a16="http://schemas.microsoft.com/office/drawing/2014/main" id="{EB572802-BCF1-4D1D-9257-1AB638C85A81}"/>
                </a:ext>
              </a:extLst>
            </p:cNvPr>
            <p:cNvSpPr/>
            <p:nvPr/>
          </p:nvSpPr>
          <p:spPr>
            <a:xfrm>
              <a:off x="1017391" y="1181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5" name="Hexagon 2274">
              <a:extLst>
                <a:ext uri="{FF2B5EF4-FFF2-40B4-BE49-F238E27FC236}">
                  <a16:creationId xmlns:a16="http://schemas.microsoft.com/office/drawing/2014/main" id="{0ECAE6F1-F990-4A08-8E6A-06F0423E0208}"/>
                </a:ext>
              </a:extLst>
            </p:cNvPr>
            <p:cNvSpPr/>
            <p:nvPr/>
          </p:nvSpPr>
          <p:spPr>
            <a:xfrm>
              <a:off x="1252986" y="1172519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6" name="Hexagon 2275">
              <a:extLst>
                <a:ext uri="{FF2B5EF4-FFF2-40B4-BE49-F238E27FC236}">
                  <a16:creationId xmlns:a16="http://schemas.microsoft.com/office/drawing/2014/main" id="{EF53DF72-2431-4239-9C9E-4927C28AD909}"/>
                </a:ext>
              </a:extLst>
            </p:cNvPr>
            <p:cNvSpPr/>
            <p:nvPr/>
          </p:nvSpPr>
          <p:spPr>
            <a:xfrm>
              <a:off x="541529" y="118100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7" name="Hexagon 2276">
              <a:extLst>
                <a:ext uri="{FF2B5EF4-FFF2-40B4-BE49-F238E27FC236}">
                  <a16:creationId xmlns:a16="http://schemas.microsoft.com/office/drawing/2014/main" id="{1C1CD774-960C-4AE2-80FD-22110D36C73C}"/>
                </a:ext>
              </a:extLst>
            </p:cNvPr>
            <p:cNvSpPr/>
            <p:nvPr/>
          </p:nvSpPr>
          <p:spPr>
            <a:xfrm>
              <a:off x="777124" y="117227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8" name="Hexagon 2277">
              <a:extLst>
                <a:ext uri="{FF2B5EF4-FFF2-40B4-BE49-F238E27FC236}">
                  <a16:creationId xmlns:a16="http://schemas.microsoft.com/office/drawing/2014/main" id="{83FCDAD5-2115-4178-ADBB-B6DB5242390E}"/>
                </a:ext>
              </a:extLst>
            </p:cNvPr>
            <p:cNvSpPr/>
            <p:nvPr/>
          </p:nvSpPr>
          <p:spPr>
            <a:xfrm>
              <a:off x="1017391" y="116305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9" name="Hexagon 2278">
              <a:extLst>
                <a:ext uri="{FF2B5EF4-FFF2-40B4-BE49-F238E27FC236}">
                  <a16:creationId xmlns:a16="http://schemas.microsoft.com/office/drawing/2014/main" id="{177978E2-825B-4974-8D1A-6A66BFDDB214}"/>
                </a:ext>
              </a:extLst>
            </p:cNvPr>
            <p:cNvSpPr/>
            <p:nvPr/>
          </p:nvSpPr>
          <p:spPr>
            <a:xfrm>
              <a:off x="1252986" y="1154553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0" name="Hexagon 2279">
              <a:extLst>
                <a:ext uri="{FF2B5EF4-FFF2-40B4-BE49-F238E27FC236}">
                  <a16:creationId xmlns:a16="http://schemas.microsoft.com/office/drawing/2014/main" id="{9A95BE1C-3EA0-49CA-A961-56098705F1C2}"/>
                </a:ext>
              </a:extLst>
            </p:cNvPr>
            <p:cNvSpPr/>
            <p:nvPr/>
          </p:nvSpPr>
          <p:spPr>
            <a:xfrm>
              <a:off x="1493253" y="116349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1" name="Hexagon 2280">
              <a:extLst>
                <a:ext uri="{FF2B5EF4-FFF2-40B4-BE49-F238E27FC236}">
                  <a16:creationId xmlns:a16="http://schemas.microsoft.com/office/drawing/2014/main" id="{C68B8835-E38F-4A9E-964A-CA17BAA8B254}"/>
                </a:ext>
              </a:extLst>
            </p:cNvPr>
            <p:cNvSpPr/>
            <p:nvPr/>
          </p:nvSpPr>
          <p:spPr>
            <a:xfrm>
              <a:off x="1493253" y="114561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2" name="Hexagon 2281">
              <a:extLst>
                <a:ext uri="{FF2B5EF4-FFF2-40B4-BE49-F238E27FC236}">
                  <a16:creationId xmlns:a16="http://schemas.microsoft.com/office/drawing/2014/main" id="{C11E04BE-97FA-48E6-B332-7B4B582EC074}"/>
                </a:ext>
              </a:extLst>
            </p:cNvPr>
            <p:cNvSpPr/>
            <p:nvPr/>
          </p:nvSpPr>
          <p:spPr>
            <a:xfrm>
              <a:off x="1257658" y="113638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3" name="Hexagon 2282">
              <a:extLst>
                <a:ext uri="{FF2B5EF4-FFF2-40B4-BE49-F238E27FC236}">
                  <a16:creationId xmlns:a16="http://schemas.microsoft.com/office/drawing/2014/main" id="{9B1D583A-E627-4520-AF4E-43861A622846}"/>
                </a:ext>
              </a:extLst>
            </p:cNvPr>
            <p:cNvSpPr/>
            <p:nvPr/>
          </p:nvSpPr>
          <p:spPr>
            <a:xfrm>
              <a:off x="1490872" y="112764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4" name="Hexagon 2283">
              <a:extLst>
                <a:ext uri="{FF2B5EF4-FFF2-40B4-BE49-F238E27FC236}">
                  <a16:creationId xmlns:a16="http://schemas.microsoft.com/office/drawing/2014/main" id="{62FF44C9-53F0-4B13-B473-E618F9D60D8E}"/>
                </a:ext>
              </a:extLst>
            </p:cNvPr>
            <p:cNvSpPr/>
            <p:nvPr/>
          </p:nvSpPr>
          <p:spPr>
            <a:xfrm>
              <a:off x="1731139" y="115372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5" name="Hexagon 2284">
              <a:extLst>
                <a:ext uri="{FF2B5EF4-FFF2-40B4-BE49-F238E27FC236}">
                  <a16:creationId xmlns:a16="http://schemas.microsoft.com/office/drawing/2014/main" id="{4E26A515-EDBD-4330-815E-54455367F1C9}"/>
                </a:ext>
              </a:extLst>
            </p:cNvPr>
            <p:cNvSpPr/>
            <p:nvPr/>
          </p:nvSpPr>
          <p:spPr>
            <a:xfrm>
              <a:off x="1728758" y="1135756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8" name="Hexagon 2287">
              <a:extLst>
                <a:ext uri="{FF2B5EF4-FFF2-40B4-BE49-F238E27FC236}">
                  <a16:creationId xmlns:a16="http://schemas.microsoft.com/office/drawing/2014/main" id="{5F2D419C-8017-4999-AC9C-05EBEE0A17DC}"/>
                </a:ext>
              </a:extLst>
            </p:cNvPr>
            <p:cNvSpPr/>
            <p:nvPr/>
          </p:nvSpPr>
          <p:spPr>
            <a:xfrm>
              <a:off x="1964263" y="1144170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9" name="Hexagon 2288">
              <a:extLst>
                <a:ext uri="{FF2B5EF4-FFF2-40B4-BE49-F238E27FC236}">
                  <a16:creationId xmlns:a16="http://schemas.microsoft.com/office/drawing/2014/main" id="{3DBF8CA4-2192-4483-8FFE-88DEFAC5BDC5}"/>
                </a:ext>
              </a:extLst>
            </p:cNvPr>
            <p:cNvSpPr/>
            <p:nvPr/>
          </p:nvSpPr>
          <p:spPr>
            <a:xfrm>
              <a:off x="1964263" y="1126047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0" name="Hexagon 2289">
              <a:extLst>
                <a:ext uri="{FF2B5EF4-FFF2-40B4-BE49-F238E27FC236}">
                  <a16:creationId xmlns:a16="http://schemas.microsoft.com/office/drawing/2014/main" id="{75770D1F-1A7F-48E9-93D0-806141547A52}"/>
                </a:ext>
              </a:extLst>
            </p:cNvPr>
            <p:cNvSpPr/>
            <p:nvPr/>
          </p:nvSpPr>
          <p:spPr>
            <a:xfrm>
              <a:off x="1961882" y="1108082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1" name="Hexagon 2290">
              <a:extLst>
                <a:ext uri="{FF2B5EF4-FFF2-40B4-BE49-F238E27FC236}">
                  <a16:creationId xmlns:a16="http://schemas.microsoft.com/office/drawing/2014/main" id="{B7AA6B91-C676-4E25-8C69-7DF73D725C9A}"/>
                </a:ext>
              </a:extLst>
            </p:cNvPr>
            <p:cNvSpPr/>
            <p:nvPr/>
          </p:nvSpPr>
          <p:spPr>
            <a:xfrm>
              <a:off x="2194234" y="1152757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2" name="Hexagon 2291">
              <a:extLst>
                <a:ext uri="{FF2B5EF4-FFF2-40B4-BE49-F238E27FC236}">
                  <a16:creationId xmlns:a16="http://schemas.microsoft.com/office/drawing/2014/main" id="{1692730B-85AC-463A-A925-1EC3958B3F32}"/>
                </a:ext>
              </a:extLst>
            </p:cNvPr>
            <p:cNvSpPr/>
            <p:nvPr/>
          </p:nvSpPr>
          <p:spPr>
            <a:xfrm>
              <a:off x="2194234" y="113463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3" name="Hexagon 2292">
              <a:extLst>
                <a:ext uri="{FF2B5EF4-FFF2-40B4-BE49-F238E27FC236}">
                  <a16:creationId xmlns:a16="http://schemas.microsoft.com/office/drawing/2014/main" id="{D3F63AEE-4B21-4617-873F-03F1F03A7D22}"/>
                </a:ext>
              </a:extLst>
            </p:cNvPr>
            <p:cNvSpPr/>
            <p:nvPr/>
          </p:nvSpPr>
          <p:spPr>
            <a:xfrm>
              <a:off x="2191853" y="111666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4" name="Hexagon 2293">
              <a:extLst>
                <a:ext uri="{FF2B5EF4-FFF2-40B4-BE49-F238E27FC236}">
                  <a16:creationId xmlns:a16="http://schemas.microsoft.com/office/drawing/2014/main" id="{6FA12529-6E7C-4D5D-8B11-51DF94171C44}"/>
                </a:ext>
              </a:extLst>
            </p:cNvPr>
            <p:cNvSpPr/>
            <p:nvPr/>
          </p:nvSpPr>
          <p:spPr>
            <a:xfrm>
              <a:off x="2427935" y="1142983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5" name="Hexagon 2294">
              <a:extLst>
                <a:ext uri="{FF2B5EF4-FFF2-40B4-BE49-F238E27FC236}">
                  <a16:creationId xmlns:a16="http://schemas.microsoft.com/office/drawing/2014/main" id="{FE47D9B4-CCDC-4824-81CD-65E11744302F}"/>
                </a:ext>
              </a:extLst>
            </p:cNvPr>
            <p:cNvSpPr/>
            <p:nvPr/>
          </p:nvSpPr>
          <p:spPr>
            <a:xfrm>
              <a:off x="2427935" y="112486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6" name="Hexagon 2295">
              <a:extLst>
                <a:ext uri="{FF2B5EF4-FFF2-40B4-BE49-F238E27FC236}">
                  <a16:creationId xmlns:a16="http://schemas.microsoft.com/office/drawing/2014/main" id="{4612959A-4DC0-4831-BD91-04BAEF897326}"/>
                </a:ext>
              </a:extLst>
            </p:cNvPr>
            <p:cNvSpPr/>
            <p:nvPr/>
          </p:nvSpPr>
          <p:spPr>
            <a:xfrm>
              <a:off x="2425554" y="1106895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7" name="Hexagon 2296">
              <a:extLst>
                <a:ext uri="{FF2B5EF4-FFF2-40B4-BE49-F238E27FC236}">
                  <a16:creationId xmlns:a16="http://schemas.microsoft.com/office/drawing/2014/main" id="{EFFA42A0-DC7D-4922-AB28-8714038DC7EC}"/>
                </a:ext>
              </a:extLst>
            </p:cNvPr>
            <p:cNvSpPr/>
            <p:nvPr/>
          </p:nvSpPr>
          <p:spPr>
            <a:xfrm>
              <a:off x="2664811" y="1151239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8" name="Hexagon 2297">
              <a:extLst>
                <a:ext uri="{FF2B5EF4-FFF2-40B4-BE49-F238E27FC236}">
                  <a16:creationId xmlns:a16="http://schemas.microsoft.com/office/drawing/2014/main" id="{387FC9F9-9208-41DF-AB31-CCC034F1252E}"/>
                </a:ext>
              </a:extLst>
            </p:cNvPr>
            <p:cNvSpPr/>
            <p:nvPr/>
          </p:nvSpPr>
          <p:spPr>
            <a:xfrm>
              <a:off x="2664811" y="113311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9" name="Hexagon 2298">
              <a:extLst>
                <a:ext uri="{FF2B5EF4-FFF2-40B4-BE49-F238E27FC236}">
                  <a16:creationId xmlns:a16="http://schemas.microsoft.com/office/drawing/2014/main" id="{51D25934-8003-4D88-B37E-C0BC5EB90357}"/>
                </a:ext>
              </a:extLst>
            </p:cNvPr>
            <p:cNvSpPr/>
            <p:nvPr/>
          </p:nvSpPr>
          <p:spPr>
            <a:xfrm>
              <a:off x="2662430" y="111515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0" name="Hexagon 2299">
              <a:extLst>
                <a:ext uri="{FF2B5EF4-FFF2-40B4-BE49-F238E27FC236}">
                  <a16:creationId xmlns:a16="http://schemas.microsoft.com/office/drawing/2014/main" id="{7A43AED2-4169-4A39-B806-E85BB60C67B6}"/>
                </a:ext>
              </a:extLst>
            </p:cNvPr>
            <p:cNvSpPr/>
            <p:nvPr/>
          </p:nvSpPr>
          <p:spPr>
            <a:xfrm>
              <a:off x="2899691" y="1159739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1" name="Hexagon 2300">
              <a:extLst>
                <a:ext uri="{FF2B5EF4-FFF2-40B4-BE49-F238E27FC236}">
                  <a16:creationId xmlns:a16="http://schemas.microsoft.com/office/drawing/2014/main" id="{2C75D183-712A-4D1A-BED6-23E771E59805}"/>
                </a:ext>
              </a:extLst>
            </p:cNvPr>
            <p:cNvSpPr/>
            <p:nvPr/>
          </p:nvSpPr>
          <p:spPr>
            <a:xfrm>
              <a:off x="2899691" y="1141617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2" name="Hexagon 2301">
              <a:extLst>
                <a:ext uri="{FF2B5EF4-FFF2-40B4-BE49-F238E27FC236}">
                  <a16:creationId xmlns:a16="http://schemas.microsoft.com/office/drawing/2014/main" id="{541CC56A-8A2D-40CA-A510-0A90C67557ED}"/>
                </a:ext>
              </a:extLst>
            </p:cNvPr>
            <p:cNvSpPr/>
            <p:nvPr/>
          </p:nvSpPr>
          <p:spPr>
            <a:xfrm>
              <a:off x="3141503" y="1186970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3" name="Hexagon 2302">
              <a:extLst>
                <a:ext uri="{FF2B5EF4-FFF2-40B4-BE49-F238E27FC236}">
                  <a16:creationId xmlns:a16="http://schemas.microsoft.com/office/drawing/2014/main" id="{F2B8972E-6ABA-4BAF-A409-651EAEBD9C4A}"/>
                </a:ext>
              </a:extLst>
            </p:cNvPr>
            <p:cNvSpPr/>
            <p:nvPr/>
          </p:nvSpPr>
          <p:spPr>
            <a:xfrm>
              <a:off x="3141503" y="11688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4" name="Hexagon 2303">
              <a:extLst>
                <a:ext uri="{FF2B5EF4-FFF2-40B4-BE49-F238E27FC236}">
                  <a16:creationId xmlns:a16="http://schemas.microsoft.com/office/drawing/2014/main" id="{1CD05EAC-D5B5-409E-8098-042E147AD4E7}"/>
                </a:ext>
              </a:extLst>
            </p:cNvPr>
            <p:cNvSpPr/>
            <p:nvPr/>
          </p:nvSpPr>
          <p:spPr>
            <a:xfrm>
              <a:off x="3139122" y="1150882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5" name="Hexagon 2304">
              <a:extLst>
                <a:ext uri="{FF2B5EF4-FFF2-40B4-BE49-F238E27FC236}">
                  <a16:creationId xmlns:a16="http://schemas.microsoft.com/office/drawing/2014/main" id="{FB5E263A-CA0F-4F20-8FBC-A8429B5584C3}"/>
                </a:ext>
              </a:extLst>
            </p:cNvPr>
            <p:cNvSpPr/>
            <p:nvPr/>
          </p:nvSpPr>
          <p:spPr>
            <a:xfrm>
              <a:off x="3374194" y="11781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6" name="Hexagon 2305">
              <a:extLst>
                <a:ext uri="{FF2B5EF4-FFF2-40B4-BE49-F238E27FC236}">
                  <a16:creationId xmlns:a16="http://schemas.microsoft.com/office/drawing/2014/main" id="{085FD56F-C8BD-4E17-A03B-9BF403955A4C}"/>
                </a:ext>
              </a:extLst>
            </p:cNvPr>
            <p:cNvSpPr/>
            <p:nvPr/>
          </p:nvSpPr>
          <p:spPr>
            <a:xfrm>
              <a:off x="3374194" y="116002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7" name="Hexagon 2306">
              <a:extLst>
                <a:ext uri="{FF2B5EF4-FFF2-40B4-BE49-F238E27FC236}">
                  <a16:creationId xmlns:a16="http://schemas.microsoft.com/office/drawing/2014/main" id="{26CB9B6B-42A9-4D9C-BBDA-98D71B919971}"/>
                </a:ext>
              </a:extLst>
            </p:cNvPr>
            <p:cNvSpPr/>
            <p:nvPr/>
          </p:nvSpPr>
          <p:spPr>
            <a:xfrm>
              <a:off x="3371813" y="114206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8" name="Hexagon 2307">
              <a:extLst>
                <a:ext uri="{FF2B5EF4-FFF2-40B4-BE49-F238E27FC236}">
                  <a16:creationId xmlns:a16="http://schemas.microsoft.com/office/drawing/2014/main" id="{00887890-46A3-45D8-9871-BC3C8BAC48A3}"/>
                </a:ext>
              </a:extLst>
            </p:cNvPr>
            <p:cNvSpPr/>
            <p:nvPr/>
          </p:nvSpPr>
          <p:spPr>
            <a:xfrm>
              <a:off x="3610627" y="1151239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9" name="Hexagon 2308">
              <a:extLst>
                <a:ext uri="{FF2B5EF4-FFF2-40B4-BE49-F238E27FC236}">
                  <a16:creationId xmlns:a16="http://schemas.microsoft.com/office/drawing/2014/main" id="{2B06AA74-A0FB-42AA-9D82-4F21DA12A608}"/>
                </a:ext>
              </a:extLst>
            </p:cNvPr>
            <p:cNvSpPr/>
            <p:nvPr/>
          </p:nvSpPr>
          <p:spPr>
            <a:xfrm>
              <a:off x="361062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0" name="Hexagon 2309">
              <a:extLst>
                <a:ext uri="{FF2B5EF4-FFF2-40B4-BE49-F238E27FC236}">
                  <a16:creationId xmlns:a16="http://schemas.microsoft.com/office/drawing/2014/main" id="{57C0833A-8EA3-4931-825D-D657A983CE44}"/>
                </a:ext>
              </a:extLst>
            </p:cNvPr>
            <p:cNvSpPr/>
            <p:nvPr/>
          </p:nvSpPr>
          <p:spPr>
            <a:xfrm>
              <a:off x="3608246" y="1115151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1" name="Hexagon 2310">
              <a:extLst>
                <a:ext uri="{FF2B5EF4-FFF2-40B4-BE49-F238E27FC236}">
                  <a16:creationId xmlns:a16="http://schemas.microsoft.com/office/drawing/2014/main" id="{361D8D0E-9390-449F-A7E8-3949D912BD38}"/>
                </a:ext>
              </a:extLst>
            </p:cNvPr>
            <p:cNvSpPr/>
            <p:nvPr/>
          </p:nvSpPr>
          <p:spPr>
            <a:xfrm>
              <a:off x="3846787" y="114225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2" name="Hexagon 2311">
              <a:extLst>
                <a:ext uri="{FF2B5EF4-FFF2-40B4-BE49-F238E27FC236}">
                  <a16:creationId xmlns:a16="http://schemas.microsoft.com/office/drawing/2014/main" id="{CB5050D7-EAC6-4B6D-88CC-B6E75613E7EE}"/>
                </a:ext>
              </a:extLst>
            </p:cNvPr>
            <p:cNvSpPr/>
            <p:nvPr/>
          </p:nvSpPr>
          <p:spPr>
            <a:xfrm>
              <a:off x="3846787" y="1124137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3" name="Hexagon 2312">
              <a:extLst>
                <a:ext uri="{FF2B5EF4-FFF2-40B4-BE49-F238E27FC236}">
                  <a16:creationId xmlns:a16="http://schemas.microsoft.com/office/drawing/2014/main" id="{65096C8A-DDB4-4ED5-B042-7B79F916078B}"/>
                </a:ext>
              </a:extLst>
            </p:cNvPr>
            <p:cNvSpPr/>
            <p:nvPr/>
          </p:nvSpPr>
          <p:spPr>
            <a:xfrm>
              <a:off x="3839644" y="11061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4" name="Hexagon 2313">
              <a:extLst>
                <a:ext uri="{FF2B5EF4-FFF2-40B4-BE49-F238E27FC236}">
                  <a16:creationId xmlns:a16="http://schemas.microsoft.com/office/drawing/2014/main" id="{22D5E836-BF04-4675-9704-1402EC2D4134}"/>
                </a:ext>
              </a:extLst>
            </p:cNvPr>
            <p:cNvSpPr/>
            <p:nvPr/>
          </p:nvSpPr>
          <p:spPr>
            <a:xfrm>
              <a:off x="408107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5" name="Hexagon 2314">
              <a:extLst>
                <a:ext uri="{FF2B5EF4-FFF2-40B4-BE49-F238E27FC236}">
                  <a16:creationId xmlns:a16="http://schemas.microsoft.com/office/drawing/2014/main" id="{C1BE0562-D7D0-45B0-9773-23F782C0BB91}"/>
                </a:ext>
              </a:extLst>
            </p:cNvPr>
            <p:cNvSpPr/>
            <p:nvPr/>
          </p:nvSpPr>
          <p:spPr>
            <a:xfrm>
              <a:off x="4081077" y="111499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6" name="Hexagon 2315">
              <a:extLst>
                <a:ext uri="{FF2B5EF4-FFF2-40B4-BE49-F238E27FC236}">
                  <a16:creationId xmlns:a16="http://schemas.microsoft.com/office/drawing/2014/main" id="{3C8A400B-6D24-42C7-A2D8-0D182B29A3F5}"/>
                </a:ext>
              </a:extLst>
            </p:cNvPr>
            <p:cNvSpPr/>
            <p:nvPr/>
          </p:nvSpPr>
          <p:spPr>
            <a:xfrm>
              <a:off x="4076315" y="10970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7" name="Hexagon 2316">
              <a:extLst>
                <a:ext uri="{FF2B5EF4-FFF2-40B4-BE49-F238E27FC236}">
                  <a16:creationId xmlns:a16="http://schemas.microsoft.com/office/drawing/2014/main" id="{25221AB7-F6C9-4151-90F8-8CF6924D4090}"/>
                </a:ext>
              </a:extLst>
            </p:cNvPr>
            <p:cNvSpPr/>
            <p:nvPr/>
          </p:nvSpPr>
          <p:spPr>
            <a:xfrm>
              <a:off x="432001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8" name="Hexagon 2317">
              <a:extLst>
                <a:ext uri="{FF2B5EF4-FFF2-40B4-BE49-F238E27FC236}">
                  <a16:creationId xmlns:a16="http://schemas.microsoft.com/office/drawing/2014/main" id="{9B004DF0-CE96-4EA6-BF0E-0A055919D041}"/>
                </a:ext>
              </a:extLst>
            </p:cNvPr>
            <p:cNvSpPr/>
            <p:nvPr/>
          </p:nvSpPr>
          <p:spPr>
            <a:xfrm>
              <a:off x="4310486" y="1106414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9" name="Hexagon 2318">
              <a:extLst>
                <a:ext uri="{FF2B5EF4-FFF2-40B4-BE49-F238E27FC236}">
                  <a16:creationId xmlns:a16="http://schemas.microsoft.com/office/drawing/2014/main" id="{6D19EBD6-4178-4EA6-9F61-EA54814D24F7}"/>
                </a:ext>
              </a:extLst>
            </p:cNvPr>
            <p:cNvSpPr/>
            <p:nvPr/>
          </p:nvSpPr>
          <p:spPr>
            <a:xfrm>
              <a:off x="4556170" y="1133285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0" name="Hexagon 2319">
              <a:extLst>
                <a:ext uri="{FF2B5EF4-FFF2-40B4-BE49-F238E27FC236}">
                  <a16:creationId xmlns:a16="http://schemas.microsoft.com/office/drawing/2014/main" id="{5F8860ED-8163-4322-951F-5CA241307F12}"/>
                </a:ext>
              </a:extLst>
            </p:cNvPr>
            <p:cNvSpPr/>
            <p:nvPr/>
          </p:nvSpPr>
          <p:spPr>
            <a:xfrm>
              <a:off x="4551408" y="11151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1" name="Hexagon 2320">
              <a:extLst>
                <a:ext uri="{FF2B5EF4-FFF2-40B4-BE49-F238E27FC236}">
                  <a16:creationId xmlns:a16="http://schemas.microsoft.com/office/drawing/2014/main" id="{8204606C-C5CB-41C1-91B3-8472CC84FE83}"/>
                </a:ext>
              </a:extLst>
            </p:cNvPr>
            <p:cNvSpPr/>
            <p:nvPr/>
          </p:nvSpPr>
          <p:spPr>
            <a:xfrm>
              <a:off x="479046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2" name="Hexagon 2321">
              <a:extLst>
                <a:ext uri="{FF2B5EF4-FFF2-40B4-BE49-F238E27FC236}">
                  <a16:creationId xmlns:a16="http://schemas.microsoft.com/office/drawing/2014/main" id="{4925148B-300D-4503-9F32-908398C6629D}"/>
                </a:ext>
              </a:extLst>
            </p:cNvPr>
            <p:cNvSpPr/>
            <p:nvPr/>
          </p:nvSpPr>
          <p:spPr>
            <a:xfrm>
              <a:off x="4790460" y="1106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3" name="Hexagon 2322">
              <a:extLst>
                <a:ext uri="{FF2B5EF4-FFF2-40B4-BE49-F238E27FC236}">
                  <a16:creationId xmlns:a16="http://schemas.microsoft.com/office/drawing/2014/main" id="{65F47CA8-DF88-44C6-A206-6B8FEC15ED18}"/>
                </a:ext>
              </a:extLst>
            </p:cNvPr>
            <p:cNvSpPr/>
            <p:nvPr/>
          </p:nvSpPr>
          <p:spPr>
            <a:xfrm>
              <a:off x="5024832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4" name="Hexagon 2323">
              <a:extLst>
                <a:ext uri="{FF2B5EF4-FFF2-40B4-BE49-F238E27FC236}">
                  <a16:creationId xmlns:a16="http://schemas.microsoft.com/office/drawing/2014/main" id="{B9B754AD-646B-4906-8B64-5718E4505654}"/>
                </a:ext>
              </a:extLst>
            </p:cNvPr>
            <p:cNvSpPr/>
            <p:nvPr/>
          </p:nvSpPr>
          <p:spPr>
            <a:xfrm>
              <a:off x="5262717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5" name="Hexagon 2324">
              <a:extLst>
                <a:ext uri="{FF2B5EF4-FFF2-40B4-BE49-F238E27FC236}">
                  <a16:creationId xmlns:a16="http://schemas.microsoft.com/office/drawing/2014/main" id="{5E9C85D6-1F59-4704-AB37-88760AE22A88}"/>
                </a:ext>
              </a:extLst>
            </p:cNvPr>
            <p:cNvSpPr/>
            <p:nvPr/>
          </p:nvSpPr>
          <p:spPr>
            <a:xfrm>
              <a:off x="5495735" y="1114282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6" name="Hexagon 2325">
              <a:extLst>
                <a:ext uri="{FF2B5EF4-FFF2-40B4-BE49-F238E27FC236}">
                  <a16:creationId xmlns:a16="http://schemas.microsoft.com/office/drawing/2014/main" id="{E31AEF81-B343-49F2-AD10-5AD40B033E71}"/>
                </a:ext>
              </a:extLst>
            </p:cNvPr>
            <p:cNvSpPr/>
            <p:nvPr/>
          </p:nvSpPr>
          <p:spPr>
            <a:xfrm>
              <a:off x="5732275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7" name="Hexagon 2326">
              <a:extLst>
                <a:ext uri="{FF2B5EF4-FFF2-40B4-BE49-F238E27FC236}">
                  <a16:creationId xmlns:a16="http://schemas.microsoft.com/office/drawing/2014/main" id="{D32D2300-B2C0-4029-AED1-A713FBCE57F1}"/>
                </a:ext>
              </a:extLst>
            </p:cNvPr>
            <p:cNvSpPr/>
            <p:nvPr/>
          </p:nvSpPr>
          <p:spPr>
            <a:xfrm>
              <a:off x="5967644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8" name="Hexagon 2327">
              <a:extLst>
                <a:ext uri="{FF2B5EF4-FFF2-40B4-BE49-F238E27FC236}">
                  <a16:creationId xmlns:a16="http://schemas.microsoft.com/office/drawing/2014/main" id="{B4C92981-73D4-483C-A6B8-33790188DF5C}"/>
                </a:ext>
              </a:extLst>
            </p:cNvPr>
            <p:cNvSpPr/>
            <p:nvPr/>
          </p:nvSpPr>
          <p:spPr>
            <a:xfrm>
              <a:off x="5967644" y="10966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9" name="Hexagon 2328">
              <a:extLst>
                <a:ext uri="{FF2B5EF4-FFF2-40B4-BE49-F238E27FC236}">
                  <a16:creationId xmlns:a16="http://schemas.microsoft.com/office/drawing/2014/main" id="{C7C0A6B9-5DC6-4A35-9063-68A6EAC74D15}"/>
                </a:ext>
              </a:extLst>
            </p:cNvPr>
            <p:cNvSpPr/>
            <p:nvPr/>
          </p:nvSpPr>
          <p:spPr>
            <a:xfrm>
              <a:off x="6201934" y="10875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0" name="Hexagon 2329">
              <a:extLst>
                <a:ext uri="{FF2B5EF4-FFF2-40B4-BE49-F238E27FC236}">
                  <a16:creationId xmlns:a16="http://schemas.microsoft.com/office/drawing/2014/main" id="{18CF6655-D914-4EAB-9797-877911766358}"/>
                </a:ext>
              </a:extLst>
            </p:cNvPr>
            <p:cNvSpPr/>
            <p:nvPr/>
          </p:nvSpPr>
          <p:spPr>
            <a:xfrm>
              <a:off x="68690" y="1180068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1" name="Hexagon 2330">
              <a:extLst>
                <a:ext uri="{FF2B5EF4-FFF2-40B4-BE49-F238E27FC236}">
                  <a16:creationId xmlns:a16="http://schemas.microsoft.com/office/drawing/2014/main" id="{421AA6CD-5ED6-425D-ABD0-B3ECBFF28657}"/>
                </a:ext>
              </a:extLst>
            </p:cNvPr>
            <p:cNvSpPr/>
            <p:nvPr/>
          </p:nvSpPr>
          <p:spPr>
            <a:xfrm>
              <a:off x="71071" y="1162341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3" name="Hexagon 2332">
              <a:extLst>
                <a:ext uri="{FF2B5EF4-FFF2-40B4-BE49-F238E27FC236}">
                  <a16:creationId xmlns:a16="http://schemas.microsoft.com/office/drawing/2014/main" id="{FEB63DB4-BA59-4B3D-8C39-8ABC4E7FBA4C}"/>
                </a:ext>
              </a:extLst>
            </p:cNvPr>
            <p:cNvSpPr/>
            <p:nvPr/>
          </p:nvSpPr>
          <p:spPr>
            <a:xfrm>
              <a:off x="303643" y="115283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4" name="Hexagon 2333">
              <a:extLst>
                <a:ext uri="{FF2B5EF4-FFF2-40B4-BE49-F238E27FC236}">
                  <a16:creationId xmlns:a16="http://schemas.microsoft.com/office/drawing/2014/main" id="{85C22295-0D41-4CF0-AA92-2A0D61D2F05D}"/>
                </a:ext>
              </a:extLst>
            </p:cNvPr>
            <p:cNvSpPr/>
            <p:nvPr/>
          </p:nvSpPr>
          <p:spPr>
            <a:xfrm>
              <a:off x="303643" y="113487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5" name="Hexagon 2334">
              <a:extLst>
                <a:ext uri="{FF2B5EF4-FFF2-40B4-BE49-F238E27FC236}">
                  <a16:creationId xmlns:a16="http://schemas.microsoft.com/office/drawing/2014/main" id="{3B89FC05-A52A-4DDD-BDFD-4676493528A7}"/>
                </a:ext>
              </a:extLst>
            </p:cNvPr>
            <p:cNvSpPr/>
            <p:nvPr/>
          </p:nvSpPr>
          <p:spPr>
            <a:xfrm>
              <a:off x="308315" y="1116466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6" name="Hexagon 2335">
              <a:extLst>
                <a:ext uri="{FF2B5EF4-FFF2-40B4-BE49-F238E27FC236}">
                  <a16:creationId xmlns:a16="http://schemas.microsoft.com/office/drawing/2014/main" id="{2E9DC509-00CD-498C-8AE8-5CC70A6CA3D3}"/>
                </a:ext>
              </a:extLst>
            </p:cNvPr>
            <p:cNvSpPr/>
            <p:nvPr/>
          </p:nvSpPr>
          <p:spPr>
            <a:xfrm>
              <a:off x="537379" y="1163379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7" name="Hexagon 2336">
              <a:extLst>
                <a:ext uri="{FF2B5EF4-FFF2-40B4-BE49-F238E27FC236}">
                  <a16:creationId xmlns:a16="http://schemas.microsoft.com/office/drawing/2014/main" id="{A2AC9B8A-86A1-4FD9-AA6F-B8317A0D2554}"/>
                </a:ext>
              </a:extLst>
            </p:cNvPr>
            <p:cNvSpPr/>
            <p:nvPr/>
          </p:nvSpPr>
          <p:spPr>
            <a:xfrm>
              <a:off x="537379" y="1145018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8" name="Hexagon 2337">
              <a:extLst>
                <a:ext uri="{FF2B5EF4-FFF2-40B4-BE49-F238E27FC236}">
                  <a16:creationId xmlns:a16="http://schemas.microsoft.com/office/drawing/2014/main" id="{4309574F-66AC-4F6B-8EC9-2952328C5B18}"/>
                </a:ext>
              </a:extLst>
            </p:cNvPr>
            <p:cNvSpPr/>
            <p:nvPr/>
          </p:nvSpPr>
          <p:spPr>
            <a:xfrm>
              <a:off x="537379" y="1127529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9" name="Hexagon 2338">
              <a:extLst>
                <a:ext uri="{FF2B5EF4-FFF2-40B4-BE49-F238E27FC236}">
                  <a16:creationId xmlns:a16="http://schemas.microsoft.com/office/drawing/2014/main" id="{252277B9-AF76-4758-BDAB-18A6A92E501D}"/>
                </a:ext>
              </a:extLst>
            </p:cNvPr>
            <p:cNvSpPr/>
            <p:nvPr/>
          </p:nvSpPr>
          <p:spPr>
            <a:xfrm>
              <a:off x="542051" y="1109836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0" name="Hexagon 2339">
              <a:extLst>
                <a:ext uri="{FF2B5EF4-FFF2-40B4-BE49-F238E27FC236}">
                  <a16:creationId xmlns:a16="http://schemas.microsoft.com/office/drawing/2014/main" id="{208245B1-296D-490D-B9A0-CD4CADC1FCCA}"/>
                </a:ext>
              </a:extLst>
            </p:cNvPr>
            <p:cNvSpPr/>
            <p:nvPr/>
          </p:nvSpPr>
          <p:spPr>
            <a:xfrm>
              <a:off x="772259" y="113565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1" name="Hexagon 2340">
              <a:extLst>
                <a:ext uri="{FF2B5EF4-FFF2-40B4-BE49-F238E27FC236}">
                  <a16:creationId xmlns:a16="http://schemas.microsoft.com/office/drawing/2014/main" id="{D8478511-121E-41F0-85C6-AC725730D6D8}"/>
                </a:ext>
              </a:extLst>
            </p:cNvPr>
            <p:cNvSpPr/>
            <p:nvPr/>
          </p:nvSpPr>
          <p:spPr>
            <a:xfrm>
              <a:off x="772259" y="1118173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2" name="Hexagon 2341">
              <a:extLst>
                <a:ext uri="{FF2B5EF4-FFF2-40B4-BE49-F238E27FC236}">
                  <a16:creationId xmlns:a16="http://schemas.microsoft.com/office/drawing/2014/main" id="{004661DA-A5DE-4748-B67C-46C4AF285766}"/>
                </a:ext>
              </a:extLst>
            </p:cNvPr>
            <p:cNvSpPr/>
            <p:nvPr/>
          </p:nvSpPr>
          <p:spPr>
            <a:xfrm>
              <a:off x="772259" y="109901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3" name="Hexagon 2342">
              <a:extLst>
                <a:ext uri="{FF2B5EF4-FFF2-40B4-BE49-F238E27FC236}">
                  <a16:creationId xmlns:a16="http://schemas.microsoft.com/office/drawing/2014/main" id="{D8975C2F-591E-41C7-A468-66662926571F}"/>
                </a:ext>
              </a:extLst>
            </p:cNvPr>
            <p:cNvSpPr/>
            <p:nvPr/>
          </p:nvSpPr>
          <p:spPr>
            <a:xfrm>
              <a:off x="1008013" y="109124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4" name="Hexagon 2343">
              <a:extLst>
                <a:ext uri="{FF2B5EF4-FFF2-40B4-BE49-F238E27FC236}">
                  <a16:creationId xmlns:a16="http://schemas.microsoft.com/office/drawing/2014/main" id="{8E4D9D2A-8276-449B-B47B-62241C69B0AE}"/>
                </a:ext>
              </a:extLst>
            </p:cNvPr>
            <p:cNvSpPr/>
            <p:nvPr/>
          </p:nvSpPr>
          <p:spPr>
            <a:xfrm>
              <a:off x="1006292" y="1073375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5" name="Hexagon 2344">
              <a:extLst>
                <a:ext uri="{FF2B5EF4-FFF2-40B4-BE49-F238E27FC236}">
                  <a16:creationId xmlns:a16="http://schemas.microsoft.com/office/drawing/2014/main" id="{8DBB6DCF-ADC2-4325-9F3F-19D60CF0ABB5}"/>
                </a:ext>
              </a:extLst>
            </p:cNvPr>
            <p:cNvSpPr/>
            <p:nvPr/>
          </p:nvSpPr>
          <p:spPr>
            <a:xfrm>
              <a:off x="773951" y="10808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6" name="Hexagon 2345">
              <a:extLst>
                <a:ext uri="{FF2B5EF4-FFF2-40B4-BE49-F238E27FC236}">
                  <a16:creationId xmlns:a16="http://schemas.microsoft.com/office/drawing/2014/main" id="{4C2495A5-6945-4FF4-BD33-32F50FD02DF3}"/>
                </a:ext>
              </a:extLst>
            </p:cNvPr>
            <p:cNvSpPr/>
            <p:nvPr/>
          </p:nvSpPr>
          <p:spPr>
            <a:xfrm>
              <a:off x="772230" y="106299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7" name="Hexagon 2346">
              <a:extLst>
                <a:ext uri="{FF2B5EF4-FFF2-40B4-BE49-F238E27FC236}">
                  <a16:creationId xmlns:a16="http://schemas.microsoft.com/office/drawing/2014/main" id="{D9DD6CC9-A595-42AE-8733-9F44D3E71662}"/>
                </a:ext>
              </a:extLst>
            </p:cNvPr>
            <p:cNvSpPr/>
            <p:nvPr/>
          </p:nvSpPr>
          <p:spPr>
            <a:xfrm>
              <a:off x="772230" y="104572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8" name="Hexagon 2347">
              <a:extLst>
                <a:ext uri="{FF2B5EF4-FFF2-40B4-BE49-F238E27FC236}">
                  <a16:creationId xmlns:a16="http://schemas.microsoft.com/office/drawing/2014/main" id="{76CDB124-287B-4A8A-AF53-85C3C9FD4B34}"/>
                </a:ext>
              </a:extLst>
            </p:cNvPr>
            <p:cNvSpPr/>
            <p:nvPr/>
          </p:nvSpPr>
          <p:spPr>
            <a:xfrm>
              <a:off x="772230" y="1026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9" name="Hexagon 2348">
              <a:extLst>
                <a:ext uri="{FF2B5EF4-FFF2-40B4-BE49-F238E27FC236}">
                  <a16:creationId xmlns:a16="http://schemas.microsoft.com/office/drawing/2014/main" id="{8F939FFC-5730-45FE-B4C9-AFD0E555E99D}"/>
                </a:ext>
              </a:extLst>
            </p:cNvPr>
            <p:cNvSpPr/>
            <p:nvPr/>
          </p:nvSpPr>
          <p:spPr>
            <a:xfrm>
              <a:off x="773922" y="1008650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0" name="Hexagon 2349">
              <a:extLst>
                <a:ext uri="{FF2B5EF4-FFF2-40B4-BE49-F238E27FC236}">
                  <a16:creationId xmlns:a16="http://schemas.microsoft.com/office/drawing/2014/main" id="{44DAEF76-A0C7-46C2-9E0A-FA9BB22D1E00}"/>
                </a:ext>
              </a:extLst>
            </p:cNvPr>
            <p:cNvSpPr/>
            <p:nvPr/>
          </p:nvSpPr>
          <p:spPr>
            <a:xfrm>
              <a:off x="769820" y="990543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1" name="Hexagon 2350">
              <a:extLst>
                <a:ext uri="{FF2B5EF4-FFF2-40B4-BE49-F238E27FC236}">
                  <a16:creationId xmlns:a16="http://schemas.microsoft.com/office/drawing/2014/main" id="{E1BDD631-46FD-460C-A6D3-85358C2B8A25}"/>
                </a:ext>
              </a:extLst>
            </p:cNvPr>
            <p:cNvSpPr/>
            <p:nvPr/>
          </p:nvSpPr>
          <p:spPr>
            <a:xfrm>
              <a:off x="543118" y="1053628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2" name="Hexagon 2351">
              <a:extLst>
                <a:ext uri="{FF2B5EF4-FFF2-40B4-BE49-F238E27FC236}">
                  <a16:creationId xmlns:a16="http://schemas.microsoft.com/office/drawing/2014/main" id="{0CC40E22-6B6D-4DBC-9B2F-F83FEB188385}"/>
                </a:ext>
              </a:extLst>
            </p:cNvPr>
            <p:cNvSpPr/>
            <p:nvPr/>
          </p:nvSpPr>
          <p:spPr>
            <a:xfrm>
              <a:off x="541397" y="1036235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3" name="Hexagon 2352">
              <a:extLst>
                <a:ext uri="{FF2B5EF4-FFF2-40B4-BE49-F238E27FC236}">
                  <a16:creationId xmlns:a16="http://schemas.microsoft.com/office/drawing/2014/main" id="{561A953A-5607-4D3A-8285-C86AEA9571FC}"/>
                </a:ext>
              </a:extLst>
            </p:cNvPr>
            <p:cNvSpPr/>
            <p:nvPr/>
          </p:nvSpPr>
          <p:spPr>
            <a:xfrm>
              <a:off x="302970" y="1044427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4" name="Hexagon 2353">
              <a:extLst>
                <a:ext uri="{FF2B5EF4-FFF2-40B4-BE49-F238E27FC236}">
                  <a16:creationId xmlns:a16="http://schemas.microsoft.com/office/drawing/2014/main" id="{062DFF24-93A7-432A-98D6-D530AC22ED2D}"/>
                </a:ext>
              </a:extLst>
            </p:cNvPr>
            <p:cNvSpPr/>
            <p:nvPr/>
          </p:nvSpPr>
          <p:spPr>
            <a:xfrm>
              <a:off x="302970" y="102668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5" name="Hexagon 2354">
              <a:extLst>
                <a:ext uri="{FF2B5EF4-FFF2-40B4-BE49-F238E27FC236}">
                  <a16:creationId xmlns:a16="http://schemas.microsoft.com/office/drawing/2014/main" id="{3198962B-A401-4D7D-AF6D-892F1F3AB44F}"/>
                </a:ext>
              </a:extLst>
            </p:cNvPr>
            <p:cNvSpPr/>
            <p:nvPr/>
          </p:nvSpPr>
          <p:spPr>
            <a:xfrm>
              <a:off x="302970" y="100752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6" name="Hexagon 2355">
              <a:extLst>
                <a:ext uri="{FF2B5EF4-FFF2-40B4-BE49-F238E27FC236}">
                  <a16:creationId xmlns:a16="http://schemas.microsoft.com/office/drawing/2014/main" id="{462A7204-A037-4128-8A85-4D06C92B9CF1}"/>
                </a:ext>
              </a:extLst>
            </p:cNvPr>
            <p:cNvSpPr/>
            <p:nvPr/>
          </p:nvSpPr>
          <p:spPr>
            <a:xfrm>
              <a:off x="304662" y="98936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7" name="Hexagon 2356">
              <a:extLst>
                <a:ext uri="{FF2B5EF4-FFF2-40B4-BE49-F238E27FC236}">
                  <a16:creationId xmlns:a16="http://schemas.microsoft.com/office/drawing/2014/main" id="{7A731D65-3E1B-4941-A946-083DC6CAEF82}"/>
                </a:ext>
              </a:extLst>
            </p:cNvPr>
            <p:cNvSpPr/>
            <p:nvPr/>
          </p:nvSpPr>
          <p:spPr>
            <a:xfrm>
              <a:off x="536725" y="9987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8" name="Hexagon 2357">
              <a:extLst>
                <a:ext uri="{FF2B5EF4-FFF2-40B4-BE49-F238E27FC236}">
                  <a16:creationId xmlns:a16="http://schemas.microsoft.com/office/drawing/2014/main" id="{F88CA3BF-CC35-4B29-89F2-B0D0F1F5A705}"/>
                </a:ext>
              </a:extLst>
            </p:cNvPr>
            <p:cNvSpPr/>
            <p:nvPr/>
          </p:nvSpPr>
          <p:spPr>
            <a:xfrm>
              <a:off x="68690" y="99771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9" name="Hexagon 2358">
              <a:extLst>
                <a:ext uri="{FF2B5EF4-FFF2-40B4-BE49-F238E27FC236}">
                  <a16:creationId xmlns:a16="http://schemas.microsoft.com/office/drawing/2014/main" id="{C84A50E3-1500-4284-AF7B-AFEDA49D629D}"/>
                </a:ext>
              </a:extLst>
            </p:cNvPr>
            <p:cNvSpPr/>
            <p:nvPr/>
          </p:nvSpPr>
          <p:spPr>
            <a:xfrm>
              <a:off x="539278" y="98050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0" name="Hexagon 2359">
              <a:extLst>
                <a:ext uri="{FF2B5EF4-FFF2-40B4-BE49-F238E27FC236}">
                  <a16:creationId xmlns:a16="http://schemas.microsoft.com/office/drawing/2014/main" id="{9D2538C9-E009-46ED-938C-D6D2F4112920}"/>
                </a:ext>
              </a:extLst>
            </p:cNvPr>
            <p:cNvSpPr/>
            <p:nvPr/>
          </p:nvSpPr>
          <p:spPr>
            <a:xfrm>
              <a:off x="539278" y="96134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1" name="Hexagon 2360">
              <a:extLst>
                <a:ext uri="{FF2B5EF4-FFF2-40B4-BE49-F238E27FC236}">
                  <a16:creationId xmlns:a16="http://schemas.microsoft.com/office/drawing/2014/main" id="{01A64F62-E1A2-4997-8D12-A848A64CA628}"/>
                </a:ext>
              </a:extLst>
            </p:cNvPr>
            <p:cNvSpPr/>
            <p:nvPr/>
          </p:nvSpPr>
          <p:spPr>
            <a:xfrm>
              <a:off x="308445" y="971731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2" name="Hexagon 2361">
              <a:extLst>
                <a:ext uri="{FF2B5EF4-FFF2-40B4-BE49-F238E27FC236}">
                  <a16:creationId xmlns:a16="http://schemas.microsoft.com/office/drawing/2014/main" id="{043684A0-3476-4293-BC07-A10F235886B9}"/>
                </a:ext>
              </a:extLst>
            </p:cNvPr>
            <p:cNvSpPr/>
            <p:nvPr/>
          </p:nvSpPr>
          <p:spPr>
            <a:xfrm>
              <a:off x="776036" y="97081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3" name="Hexagon 2362">
              <a:extLst>
                <a:ext uri="{FF2B5EF4-FFF2-40B4-BE49-F238E27FC236}">
                  <a16:creationId xmlns:a16="http://schemas.microsoft.com/office/drawing/2014/main" id="{23943DEC-58AD-4B11-A39B-B61BD2C2A496}"/>
                </a:ext>
              </a:extLst>
            </p:cNvPr>
            <p:cNvSpPr/>
            <p:nvPr/>
          </p:nvSpPr>
          <p:spPr>
            <a:xfrm>
              <a:off x="1012589" y="101681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5" name="Hexagon 2364">
              <a:extLst>
                <a:ext uri="{FF2B5EF4-FFF2-40B4-BE49-F238E27FC236}">
                  <a16:creationId xmlns:a16="http://schemas.microsoft.com/office/drawing/2014/main" id="{B7879F92-CB7C-4698-AE92-7A790C9F7757}"/>
                </a:ext>
              </a:extLst>
            </p:cNvPr>
            <p:cNvSpPr/>
            <p:nvPr/>
          </p:nvSpPr>
          <p:spPr>
            <a:xfrm>
              <a:off x="769279" y="93239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6" name="Hexagon 2365">
              <a:extLst>
                <a:ext uri="{FF2B5EF4-FFF2-40B4-BE49-F238E27FC236}">
                  <a16:creationId xmlns:a16="http://schemas.microsoft.com/office/drawing/2014/main" id="{0CD8A328-5D30-4554-B575-5EE4555F0B36}"/>
                </a:ext>
              </a:extLst>
            </p:cNvPr>
            <p:cNvSpPr/>
            <p:nvPr/>
          </p:nvSpPr>
          <p:spPr>
            <a:xfrm>
              <a:off x="1003063" y="94203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7" name="Hexagon 2366">
              <a:extLst>
                <a:ext uri="{FF2B5EF4-FFF2-40B4-BE49-F238E27FC236}">
                  <a16:creationId xmlns:a16="http://schemas.microsoft.com/office/drawing/2014/main" id="{2BC6C563-E83F-4616-877D-4B34FF3DEDC8}"/>
                </a:ext>
              </a:extLst>
            </p:cNvPr>
            <p:cNvSpPr/>
            <p:nvPr/>
          </p:nvSpPr>
          <p:spPr>
            <a:xfrm>
              <a:off x="1007997" y="923788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8" name="Hexagon 2367">
              <a:extLst>
                <a:ext uri="{FF2B5EF4-FFF2-40B4-BE49-F238E27FC236}">
                  <a16:creationId xmlns:a16="http://schemas.microsoft.com/office/drawing/2014/main" id="{6A459147-607B-40D5-BC51-7E1C5F0E236D}"/>
                </a:ext>
              </a:extLst>
            </p:cNvPr>
            <p:cNvSpPr/>
            <p:nvPr/>
          </p:nvSpPr>
          <p:spPr>
            <a:xfrm>
              <a:off x="1005616" y="9046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9" name="Hexagon 2368">
              <a:extLst>
                <a:ext uri="{FF2B5EF4-FFF2-40B4-BE49-F238E27FC236}">
                  <a16:creationId xmlns:a16="http://schemas.microsoft.com/office/drawing/2014/main" id="{7DF306C0-352E-4D19-99DF-A972F768AC4F}"/>
                </a:ext>
              </a:extLst>
            </p:cNvPr>
            <p:cNvSpPr/>
            <p:nvPr/>
          </p:nvSpPr>
          <p:spPr>
            <a:xfrm>
              <a:off x="1239370" y="9321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0" name="Hexagon 2369">
              <a:extLst>
                <a:ext uri="{FF2B5EF4-FFF2-40B4-BE49-F238E27FC236}">
                  <a16:creationId xmlns:a16="http://schemas.microsoft.com/office/drawing/2014/main" id="{89EE93DF-6431-4D40-9A3F-787893E8713B}"/>
                </a:ext>
              </a:extLst>
            </p:cNvPr>
            <p:cNvSpPr/>
            <p:nvPr/>
          </p:nvSpPr>
          <p:spPr>
            <a:xfrm>
              <a:off x="1241923" y="914394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1" name="Hexagon 2370">
              <a:extLst>
                <a:ext uri="{FF2B5EF4-FFF2-40B4-BE49-F238E27FC236}">
                  <a16:creationId xmlns:a16="http://schemas.microsoft.com/office/drawing/2014/main" id="{12D33214-CBB6-499C-8548-FEEB8DA110A8}"/>
                </a:ext>
              </a:extLst>
            </p:cNvPr>
            <p:cNvSpPr/>
            <p:nvPr/>
          </p:nvSpPr>
          <p:spPr>
            <a:xfrm>
              <a:off x="1241923" y="8952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2" name="Hexagon 2371">
              <a:extLst>
                <a:ext uri="{FF2B5EF4-FFF2-40B4-BE49-F238E27FC236}">
                  <a16:creationId xmlns:a16="http://schemas.microsoft.com/office/drawing/2014/main" id="{33384817-D150-446C-85EA-E9CA5FCE92B2}"/>
                </a:ext>
              </a:extLst>
            </p:cNvPr>
            <p:cNvSpPr/>
            <p:nvPr/>
          </p:nvSpPr>
          <p:spPr>
            <a:xfrm>
              <a:off x="1474735" y="9047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3" name="Hexagon 2372">
              <a:extLst>
                <a:ext uri="{FF2B5EF4-FFF2-40B4-BE49-F238E27FC236}">
                  <a16:creationId xmlns:a16="http://schemas.microsoft.com/office/drawing/2014/main" id="{126EE6BD-4AC3-4CFD-BE95-4DB3535A4DC4}"/>
                </a:ext>
              </a:extLst>
            </p:cNvPr>
            <p:cNvSpPr/>
            <p:nvPr/>
          </p:nvSpPr>
          <p:spPr>
            <a:xfrm>
              <a:off x="1249897" y="87755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4" name="Hexagon 2373">
              <a:extLst>
                <a:ext uri="{FF2B5EF4-FFF2-40B4-BE49-F238E27FC236}">
                  <a16:creationId xmlns:a16="http://schemas.microsoft.com/office/drawing/2014/main" id="{64C46635-C274-4C5B-9AC7-1589C20352A5}"/>
                </a:ext>
              </a:extLst>
            </p:cNvPr>
            <p:cNvSpPr/>
            <p:nvPr/>
          </p:nvSpPr>
          <p:spPr>
            <a:xfrm>
              <a:off x="1249897" y="8588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5" name="Hexagon 2374">
              <a:extLst>
                <a:ext uri="{FF2B5EF4-FFF2-40B4-BE49-F238E27FC236}">
                  <a16:creationId xmlns:a16="http://schemas.microsoft.com/office/drawing/2014/main" id="{B9ADBE3B-3CF3-490A-A9BE-E38672CDDACF}"/>
                </a:ext>
              </a:extLst>
            </p:cNvPr>
            <p:cNvSpPr/>
            <p:nvPr/>
          </p:nvSpPr>
          <p:spPr>
            <a:xfrm>
              <a:off x="1018353" y="84912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6" name="Hexagon 2375">
              <a:extLst>
                <a:ext uri="{FF2B5EF4-FFF2-40B4-BE49-F238E27FC236}">
                  <a16:creationId xmlns:a16="http://schemas.microsoft.com/office/drawing/2014/main" id="{1CAE49C7-2E49-4E64-9FA7-7211F3EF172F}"/>
                </a:ext>
              </a:extLst>
            </p:cNvPr>
            <p:cNvSpPr/>
            <p:nvPr/>
          </p:nvSpPr>
          <p:spPr>
            <a:xfrm>
              <a:off x="1247218" y="8402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7" name="Hexagon 2376">
              <a:extLst>
                <a:ext uri="{FF2B5EF4-FFF2-40B4-BE49-F238E27FC236}">
                  <a16:creationId xmlns:a16="http://schemas.microsoft.com/office/drawing/2014/main" id="{F9198BF8-F003-45FA-9A87-5B95322C0AFE}"/>
                </a:ext>
              </a:extLst>
            </p:cNvPr>
            <p:cNvSpPr/>
            <p:nvPr/>
          </p:nvSpPr>
          <p:spPr>
            <a:xfrm>
              <a:off x="1017391" y="83042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8" name="Hexagon 2377">
              <a:extLst>
                <a:ext uri="{FF2B5EF4-FFF2-40B4-BE49-F238E27FC236}">
                  <a16:creationId xmlns:a16="http://schemas.microsoft.com/office/drawing/2014/main" id="{EEAC8F22-B4A9-4162-BCD8-ED4F912C60F8}"/>
                </a:ext>
              </a:extLst>
            </p:cNvPr>
            <p:cNvSpPr/>
            <p:nvPr/>
          </p:nvSpPr>
          <p:spPr>
            <a:xfrm>
              <a:off x="782422" y="82078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9" name="Hexagon 2378">
              <a:extLst>
                <a:ext uri="{FF2B5EF4-FFF2-40B4-BE49-F238E27FC236}">
                  <a16:creationId xmlns:a16="http://schemas.microsoft.com/office/drawing/2014/main" id="{F57BF7FF-F74C-4A3D-BCDE-A1807B634BAD}"/>
                </a:ext>
              </a:extLst>
            </p:cNvPr>
            <p:cNvSpPr/>
            <p:nvPr/>
          </p:nvSpPr>
          <p:spPr>
            <a:xfrm>
              <a:off x="552005" y="81224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0" name="Hexagon 2379">
              <a:extLst>
                <a:ext uri="{FF2B5EF4-FFF2-40B4-BE49-F238E27FC236}">
                  <a16:creationId xmlns:a16="http://schemas.microsoft.com/office/drawing/2014/main" id="{2442136D-B776-45C1-8886-E7C007E8872C}"/>
                </a:ext>
              </a:extLst>
            </p:cNvPr>
            <p:cNvSpPr/>
            <p:nvPr/>
          </p:nvSpPr>
          <p:spPr>
            <a:xfrm>
              <a:off x="781369" y="8023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1" name="Hexagon 2380">
              <a:extLst>
                <a:ext uri="{FF2B5EF4-FFF2-40B4-BE49-F238E27FC236}">
                  <a16:creationId xmlns:a16="http://schemas.microsoft.com/office/drawing/2014/main" id="{CDF39829-5E13-44C6-92C2-ABBF03894D49}"/>
                </a:ext>
              </a:extLst>
            </p:cNvPr>
            <p:cNvSpPr/>
            <p:nvPr/>
          </p:nvSpPr>
          <p:spPr>
            <a:xfrm>
              <a:off x="787740" y="83938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AE8AC83D-EDB4-4AB1-9D8C-81F159CC5C21}"/>
                </a:ext>
              </a:extLst>
            </p:cNvPr>
            <p:cNvSpPr/>
            <p:nvPr/>
          </p:nvSpPr>
          <p:spPr>
            <a:xfrm>
              <a:off x="6203550" y="106960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5" name="Hexagon 3334">
              <a:extLst>
                <a:ext uri="{FF2B5EF4-FFF2-40B4-BE49-F238E27FC236}">
                  <a16:creationId xmlns:a16="http://schemas.microsoft.com/office/drawing/2014/main" id="{AB694D62-1E22-4CC5-AF59-34C82E2F0AAC}"/>
                </a:ext>
              </a:extLst>
            </p:cNvPr>
            <p:cNvSpPr/>
            <p:nvPr/>
          </p:nvSpPr>
          <p:spPr>
            <a:xfrm>
              <a:off x="1011188" y="110870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2" name="Hexagon 2331">
              <a:extLst>
                <a:ext uri="{FF2B5EF4-FFF2-40B4-BE49-F238E27FC236}">
                  <a16:creationId xmlns:a16="http://schemas.microsoft.com/office/drawing/2014/main" id="{92F276AB-589B-4E4A-93D9-AB8BAA5204A4}"/>
                </a:ext>
              </a:extLst>
            </p:cNvPr>
            <p:cNvSpPr/>
            <p:nvPr/>
          </p:nvSpPr>
          <p:spPr>
            <a:xfrm>
              <a:off x="303643" y="1171438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4" name="营地">
            <a:extLst>
              <a:ext uri="{FF2B5EF4-FFF2-40B4-BE49-F238E27FC236}">
                <a16:creationId xmlns:a16="http://schemas.microsoft.com/office/drawing/2014/main" id="{81E00C0B-37D5-4FFE-A157-2E3013196479}"/>
              </a:ext>
            </a:extLst>
          </p:cNvPr>
          <p:cNvGrpSpPr/>
          <p:nvPr/>
        </p:nvGrpSpPr>
        <p:grpSpPr>
          <a:xfrm>
            <a:off x="2168448" y="1308239"/>
            <a:ext cx="9306250" cy="8114665"/>
            <a:chOff x="2194758" y="3049954"/>
            <a:chExt cx="9306250" cy="8114665"/>
          </a:xfrm>
        </p:grpSpPr>
        <p:sp>
          <p:nvSpPr>
            <p:cNvPr id="3336" name="Hexagon 3335">
              <a:extLst>
                <a:ext uri="{FF2B5EF4-FFF2-40B4-BE49-F238E27FC236}">
                  <a16:creationId xmlns:a16="http://schemas.microsoft.com/office/drawing/2014/main" id="{D6F5F3F3-E01A-4769-88E2-45C13D5421A5}"/>
                </a:ext>
              </a:extLst>
            </p:cNvPr>
            <p:cNvSpPr/>
            <p:nvPr/>
          </p:nvSpPr>
          <p:spPr>
            <a:xfrm>
              <a:off x="2194758" y="109817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7" name="Hexagon 3336">
              <a:extLst>
                <a:ext uri="{FF2B5EF4-FFF2-40B4-BE49-F238E27FC236}">
                  <a16:creationId xmlns:a16="http://schemas.microsoft.com/office/drawing/2014/main" id="{102F93ED-8276-401D-8DBF-E0BA9B2627EA}"/>
                </a:ext>
              </a:extLst>
            </p:cNvPr>
            <p:cNvSpPr/>
            <p:nvPr/>
          </p:nvSpPr>
          <p:spPr>
            <a:xfrm>
              <a:off x="3613983" y="105880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8" name="Hexagon 3337">
              <a:extLst>
                <a:ext uri="{FF2B5EF4-FFF2-40B4-BE49-F238E27FC236}">
                  <a16:creationId xmlns:a16="http://schemas.microsoft.com/office/drawing/2014/main" id="{376FBF24-5237-4E6D-8E0B-7C725DBA7B8C}"/>
                </a:ext>
              </a:extLst>
            </p:cNvPr>
            <p:cNvSpPr/>
            <p:nvPr/>
          </p:nvSpPr>
          <p:spPr>
            <a:xfrm>
              <a:off x="3582812" y="89656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9" name="Hexagon 3338">
              <a:extLst>
                <a:ext uri="{FF2B5EF4-FFF2-40B4-BE49-F238E27FC236}">
                  <a16:creationId xmlns:a16="http://schemas.microsoft.com/office/drawing/2014/main" id="{934D5264-3F12-471E-BCAA-A1BE9788EB38}"/>
                </a:ext>
              </a:extLst>
            </p:cNvPr>
            <p:cNvSpPr/>
            <p:nvPr/>
          </p:nvSpPr>
          <p:spPr>
            <a:xfrm>
              <a:off x="3382787" y="74092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0" name="Hexagon 3339">
              <a:extLst>
                <a:ext uri="{FF2B5EF4-FFF2-40B4-BE49-F238E27FC236}">
                  <a16:creationId xmlns:a16="http://schemas.microsoft.com/office/drawing/2014/main" id="{B549AA75-8D08-4BC4-B818-97A6B09D36AD}"/>
                </a:ext>
              </a:extLst>
            </p:cNvPr>
            <p:cNvSpPr/>
            <p:nvPr/>
          </p:nvSpPr>
          <p:spPr>
            <a:xfrm>
              <a:off x="3613983" y="30499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1" name="Hexagon 3340">
              <a:extLst>
                <a:ext uri="{FF2B5EF4-FFF2-40B4-BE49-F238E27FC236}">
                  <a16:creationId xmlns:a16="http://schemas.microsoft.com/office/drawing/2014/main" id="{C77EAC97-C4E0-485B-8C5C-B50635880369}"/>
                </a:ext>
              </a:extLst>
            </p:cNvPr>
            <p:cNvSpPr/>
            <p:nvPr/>
          </p:nvSpPr>
          <p:spPr>
            <a:xfrm>
              <a:off x="6230183" y="3329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2" name="Hexagon 3341">
              <a:extLst>
                <a:ext uri="{FF2B5EF4-FFF2-40B4-BE49-F238E27FC236}">
                  <a16:creationId xmlns:a16="http://schemas.microsoft.com/office/drawing/2014/main" id="{F43EEDFD-9DE0-49EA-8D45-51BE65584B44}"/>
                </a:ext>
              </a:extLst>
            </p:cNvPr>
            <p:cNvSpPr/>
            <p:nvPr/>
          </p:nvSpPr>
          <p:spPr>
            <a:xfrm>
              <a:off x="4801433" y="42469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3" name="Hexagon 3342">
              <a:extLst>
                <a:ext uri="{FF2B5EF4-FFF2-40B4-BE49-F238E27FC236}">
                  <a16:creationId xmlns:a16="http://schemas.microsoft.com/office/drawing/2014/main" id="{3D871194-4978-49AB-9C90-95CB729E6928}"/>
                </a:ext>
              </a:extLst>
            </p:cNvPr>
            <p:cNvSpPr/>
            <p:nvPr/>
          </p:nvSpPr>
          <p:spPr>
            <a:xfrm>
              <a:off x="7869062" y="98673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4" name="Hexagon 3343">
              <a:extLst>
                <a:ext uri="{FF2B5EF4-FFF2-40B4-BE49-F238E27FC236}">
                  <a16:creationId xmlns:a16="http://schemas.microsoft.com/office/drawing/2014/main" id="{3B9AE923-4673-425C-96B8-ADE6E0383B3F}"/>
                </a:ext>
              </a:extLst>
            </p:cNvPr>
            <p:cNvSpPr/>
            <p:nvPr/>
          </p:nvSpPr>
          <p:spPr>
            <a:xfrm>
              <a:off x="9780412" y="91326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5" name="Hexagon 3344">
              <a:extLst>
                <a:ext uri="{FF2B5EF4-FFF2-40B4-BE49-F238E27FC236}">
                  <a16:creationId xmlns:a16="http://schemas.microsoft.com/office/drawing/2014/main" id="{74EDE392-FDC6-4F9C-9EEB-0CEDE1813E90}"/>
                </a:ext>
              </a:extLst>
            </p:cNvPr>
            <p:cNvSpPr/>
            <p:nvPr/>
          </p:nvSpPr>
          <p:spPr>
            <a:xfrm>
              <a:off x="11190112" y="73025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6" name="Hexagon 3345">
              <a:extLst>
                <a:ext uri="{FF2B5EF4-FFF2-40B4-BE49-F238E27FC236}">
                  <a16:creationId xmlns:a16="http://schemas.microsoft.com/office/drawing/2014/main" id="{50D95BA0-31DE-4689-BF71-ED59B2DB7057}"/>
                </a:ext>
              </a:extLst>
            </p:cNvPr>
            <p:cNvSpPr/>
            <p:nvPr/>
          </p:nvSpPr>
          <p:spPr>
            <a:xfrm>
              <a:off x="10482087" y="554042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7" name="Hexagon 3346">
              <a:extLst>
                <a:ext uri="{FF2B5EF4-FFF2-40B4-BE49-F238E27FC236}">
                  <a16:creationId xmlns:a16="http://schemas.microsoft.com/office/drawing/2014/main" id="{EC434E18-D319-45DA-81B8-BA3CB082C0B3}"/>
                </a:ext>
              </a:extLst>
            </p:cNvPr>
            <p:cNvSpPr/>
            <p:nvPr/>
          </p:nvSpPr>
          <p:spPr>
            <a:xfrm>
              <a:off x="10243962" y="36084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8" name="Hexagon 3347">
              <a:extLst>
                <a:ext uri="{FF2B5EF4-FFF2-40B4-BE49-F238E27FC236}">
                  <a16:creationId xmlns:a16="http://schemas.microsoft.com/office/drawing/2014/main" id="{11B78A4C-10B9-4832-AF8B-0794E17631ED}"/>
                </a:ext>
              </a:extLst>
            </p:cNvPr>
            <p:cNvSpPr/>
            <p:nvPr/>
          </p:nvSpPr>
          <p:spPr>
            <a:xfrm>
              <a:off x="8592962" y="42640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9" name="Hexagon 3348">
              <a:extLst>
                <a:ext uri="{FF2B5EF4-FFF2-40B4-BE49-F238E27FC236}">
                  <a16:creationId xmlns:a16="http://schemas.microsoft.com/office/drawing/2014/main" id="{47A15DE6-19E0-4C24-810E-C9516032E055}"/>
                </a:ext>
              </a:extLst>
            </p:cNvPr>
            <p:cNvSpPr/>
            <p:nvPr/>
          </p:nvSpPr>
          <p:spPr>
            <a:xfrm>
              <a:off x="8831087" y="63753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0" name="Hexagon 3349">
              <a:extLst>
                <a:ext uri="{FF2B5EF4-FFF2-40B4-BE49-F238E27FC236}">
                  <a16:creationId xmlns:a16="http://schemas.microsoft.com/office/drawing/2014/main" id="{E7A563EE-37E8-4B5E-AF18-5F1545CB6FFE}"/>
                </a:ext>
              </a:extLst>
            </p:cNvPr>
            <p:cNvSpPr/>
            <p:nvPr/>
          </p:nvSpPr>
          <p:spPr>
            <a:xfrm>
              <a:off x="7180087" y="77438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6" name="猪鹿蝶">
            <a:extLst>
              <a:ext uri="{FF2B5EF4-FFF2-40B4-BE49-F238E27FC236}">
                <a16:creationId xmlns:a16="http://schemas.microsoft.com/office/drawing/2014/main" id="{EA328F2C-99C7-43AC-B1EF-508A642D46FD}"/>
              </a:ext>
            </a:extLst>
          </p:cNvPr>
          <p:cNvGrpSpPr/>
          <p:nvPr/>
        </p:nvGrpSpPr>
        <p:grpSpPr>
          <a:xfrm>
            <a:off x="528389" y="5181986"/>
            <a:ext cx="5014858" cy="4124471"/>
            <a:chOff x="554699" y="6923701"/>
            <a:chExt cx="5014858" cy="4124471"/>
          </a:xfrm>
        </p:grpSpPr>
        <p:sp>
          <p:nvSpPr>
            <p:cNvPr id="3351" name="Hexagon 3350">
              <a:extLst>
                <a:ext uri="{FF2B5EF4-FFF2-40B4-BE49-F238E27FC236}">
                  <a16:creationId xmlns:a16="http://schemas.microsoft.com/office/drawing/2014/main" id="{29235967-BB26-49A4-A1CA-46201B9B4A8F}"/>
                </a:ext>
              </a:extLst>
            </p:cNvPr>
            <p:cNvSpPr/>
            <p:nvPr/>
          </p:nvSpPr>
          <p:spPr>
            <a:xfrm>
              <a:off x="5287036" y="10878163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2" name="Hexagon 3351">
              <a:extLst>
                <a:ext uri="{FF2B5EF4-FFF2-40B4-BE49-F238E27FC236}">
                  <a16:creationId xmlns:a16="http://schemas.microsoft.com/office/drawing/2014/main" id="{8CE68F45-2445-4B27-94B0-960126A775A8}"/>
                </a:ext>
              </a:extLst>
            </p:cNvPr>
            <p:cNvSpPr/>
            <p:nvPr/>
          </p:nvSpPr>
          <p:spPr>
            <a:xfrm>
              <a:off x="554699" y="101812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3" name="Hexagon 3352">
              <a:extLst>
                <a:ext uri="{FF2B5EF4-FFF2-40B4-BE49-F238E27FC236}">
                  <a16:creationId xmlns:a16="http://schemas.microsoft.com/office/drawing/2014/main" id="{C58461EF-9952-4514-893E-1DB322B9E822}"/>
                </a:ext>
              </a:extLst>
            </p:cNvPr>
            <p:cNvSpPr/>
            <p:nvPr/>
          </p:nvSpPr>
          <p:spPr>
            <a:xfrm>
              <a:off x="1281774" y="692370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5" name="八卦">
            <a:extLst>
              <a:ext uri="{FF2B5EF4-FFF2-40B4-BE49-F238E27FC236}">
                <a16:creationId xmlns:a16="http://schemas.microsoft.com/office/drawing/2014/main" id="{C12B640E-97C5-4EC0-AD0A-9849C6831C64}"/>
              </a:ext>
            </a:extLst>
          </p:cNvPr>
          <p:cNvGrpSpPr/>
          <p:nvPr/>
        </p:nvGrpSpPr>
        <p:grpSpPr>
          <a:xfrm>
            <a:off x="2638992" y="2963007"/>
            <a:ext cx="9306293" cy="7433953"/>
            <a:chOff x="2673609" y="4761140"/>
            <a:chExt cx="9306293" cy="7433953"/>
          </a:xfrm>
        </p:grpSpPr>
        <p:sp>
          <p:nvSpPr>
            <p:cNvPr id="2262" name="Hexagon 2261">
              <a:extLst>
                <a:ext uri="{FF2B5EF4-FFF2-40B4-BE49-F238E27FC236}">
                  <a16:creationId xmlns:a16="http://schemas.microsoft.com/office/drawing/2014/main" id="{7FD17F68-934C-4DBB-BC61-B85FE9D034C9}"/>
                </a:ext>
              </a:extLst>
            </p:cNvPr>
            <p:cNvSpPr/>
            <p:nvPr/>
          </p:nvSpPr>
          <p:spPr>
            <a:xfrm>
              <a:off x="2673609" y="53295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3" name="Hexagon 2262">
              <a:extLst>
                <a:ext uri="{FF2B5EF4-FFF2-40B4-BE49-F238E27FC236}">
                  <a16:creationId xmlns:a16="http://schemas.microsoft.com/office/drawing/2014/main" id="{7C0B1DD9-1A63-4422-8076-D25985403BC1}"/>
                </a:ext>
              </a:extLst>
            </p:cNvPr>
            <p:cNvSpPr/>
            <p:nvPr/>
          </p:nvSpPr>
          <p:spPr>
            <a:xfrm>
              <a:off x="5543435" y="476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4" name="Hexagon 2263">
              <a:extLst>
                <a:ext uri="{FF2B5EF4-FFF2-40B4-BE49-F238E27FC236}">
                  <a16:creationId xmlns:a16="http://schemas.microsoft.com/office/drawing/2014/main" id="{55562B05-97DC-4417-9BDF-A5ADDBEF117D}"/>
                </a:ext>
              </a:extLst>
            </p:cNvPr>
            <p:cNvSpPr/>
            <p:nvPr/>
          </p:nvSpPr>
          <p:spPr>
            <a:xfrm>
              <a:off x="4113312" y="82594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5" name="Hexagon 2264">
              <a:extLst>
                <a:ext uri="{FF2B5EF4-FFF2-40B4-BE49-F238E27FC236}">
                  <a16:creationId xmlns:a16="http://schemas.microsoft.com/office/drawing/2014/main" id="{7B81896E-0898-42C9-A155-F8D7090C97B4}"/>
                </a:ext>
              </a:extLst>
            </p:cNvPr>
            <p:cNvSpPr/>
            <p:nvPr/>
          </p:nvSpPr>
          <p:spPr>
            <a:xfrm>
              <a:off x="8370130" y="110236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6" name="Hexagon 2265">
              <a:extLst>
                <a:ext uri="{FF2B5EF4-FFF2-40B4-BE49-F238E27FC236}">
                  <a16:creationId xmlns:a16="http://schemas.microsoft.com/office/drawing/2014/main" id="{D81AEE40-2CF3-49C6-B4B4-49AA7DE2A204}"/>
                </a:ext>
              </a:extLst>
            </p:cNvPr>
            <p:cNvSpPr/>
            <p:nvPr/>
          </p:nvSpPr>
          <p:spPr>
            <a:xfrm>
              <a:off x="10011381" y="85378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7" name="Hexagon 2266">
              <a:extLst>
                <a:ext uri="{FF2B5EF4-FFF2-40B4-BE49-F238E27FC236}">
                  <a16:creationId xmlns:a16="http://schemas.microsoft.com/office/drawing/2014/main" id="{CA8074B9-0D2B-4F94-89C7-D362928329F9}"/>
                </a:ext>
              </a:extLst>
            </p:cNvPr>
            <p:cNvSpPr/>
            <p:nvPr/>
          </p:nvSpPr>
          <p:spPr>
            <a:xfrm>
              <a:off x="10970257" y="120122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8" name="Hexagon 2267">
              <a:extLst>
                <a:ext uri="{FF2B5EF4-FFF2-40B4-BE49-F238E27FC236}">
                  <a16:creationId xmlns:a16="http://schemas.microsoft.com/office/drawing/2014/main" id="{D81B51CD-EAD1-47A0-86C5-09C2F6F16653}"/>
                </a:ext>
              </a:extLst>
            </p:cNvPr>
            <p:cNvSpPr/>
            <p:nvPr/>
          </p:nvSpPr>
          <p:spPr>
            <a:xfrm>
              <a:off x="11678150" y="8259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9" name="Hexagon 2268">
              <a:extLst>
                <a:ext uri="{FF2B5EF4-FFF2-40B4-BE49-F238E27FC236}">
                  <a16:creationId xmlns:a16="http://schemas.microsoft.com/office/drawing/2014/main" id="{53D3BC4C-29DD-45B4-AC7C-04F1F83CF191}"/>
                </a:ext>
              </a:extLst>
            </p:cNvPr>
            <p:cNvSpPr/>
            <p:nvPr/>
          </p:nvSpPr>
          <p:spPr>
            <a:xfrm>
              <a:off x="10958699" y="51885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" name="遗迹">
            <a:extLst>
              <a:ext uri="{FF2B5EF4-FFF2-40B4-BE49-F238E27FC236}">
                <a16:creationId xmlns:a16="http://schemas.microsoft.com/office/drawing/2014/main" id="{C72A6A21-BE0A-497D-9A81-6480D1491213}"/>
              </a:ext>
            </a:extLst>
          </p:cNvPr>
          <p:cNvGrpSpPr/>
          <p:nvPr/>
        </p:nvGrpSpPr>
        <p:grpSpPr>
          <a:xfrm>
            <a:off x="28484" y="1056463"/>
            <a:ext cx="12412101" cy="9527051"/>
            <a:chOff x="54794" y="2798178"/>
            <a:chExt cx="12412101" cy="9527051"/>
          </a:xfrm>
        </p:grpSpPr>
        <p:sp>
          <p:nvSpPr>
            <p:cNvPr id="3260" name="Hexagon 3259">
              <a:extLst>
                <a:ext uri="{FF2B5EF4-FFF2-40B4-BE49-F238E27FC236}">
                  <a16:creationId xmlns:a16="http://schemas.microsoft.com/office/drawing/2014/main" id="{537C4E89-CC5F-4374-A7E2-0C9B0073DD45}"/>
                </a:ext>
              </a:extLst>
            </p:cNvPr>
            <p:cNvSpPr/>
            <p:nvPr/>
          </p:nvSpPr>
          <p:spPr>
            <a:xfrm>
              <a:off x="302444" y="119028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1" name="Hexagon 3260">
              <a:extLst>
                <a:ext uri="{FF2B5EF4-FFF2-40B4-BE49-F238E27FC236}">
                  <a16:creationId xmlns:a16="http://schemas.microsoft.com/office/drawing/2014/main" id="{7563384D-5E09-4374-9B07-937D108F2413}"/>
                </a:ext>
              </a:extLst>
            </p:cNvPr>
            <p:cNvSpPr/>
            <p:nvPr/>
          </p:nvSpPr>
          <p:spPr>
            <a:xfrm>
              <a:off x="54794" y="1143846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2" name="Hexagon 3261">
              <a:extLst>
                <a:ext uri="{FF2B5EF4-FFF2-40B4-BE49-F238E27FC236}">
                  <a16:creationId xmlns:a16="http://schemas.microsoft.com/office/drawing/2014/main" id="{EFD5BFE4-CEAC-4129-9B1E-B41393C92EEA}"/>
                </a:ext>
              </a:extLst>
            </p:cNvPr>
            <p:cNvSpPr/>
            <p:nvPr/>
          </p:nvSpPr>
          <p:spPr>
            <a:xfrm>
              <a:off x="1014437" y="121552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3" name="Hexagon 3262">
              <a:extLst>
                <a:ext uri="{FF2B5EF4-FFF2-40B4-BE49-F238E27FC236}">
                  <a16:creationId xmlns:a16="http://schemas.microsoft.com/office/drawing/2014/main" id="{88E21A8A-709D-49EB-9824-96B91D9FB0D8}"/>
                </a:ext>
              </a:extLst>
            </p:cNvPr>
            <p:cNvSpPr/>
            <p:nvPr/>
          </p:nvSpPr>
          <p:spPr>
            <a:xfrm>
              <a:off x="1966938" y="1160847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4" name="Hexagon 3263">
              <a:extLst>
                <a:ext uri="{FF2B5EF4-FFF2-40B4-BE49-F238E27FC236}">
                  <a16:creationId xmlns:a16="http://schemas.microsoft.com/office/drawing/2014/main" id="{CF92B43C-D6B4-4A56-B095-5F3DE60C3564}"/>
                </a:ext>
              </a:extLst>
            </p:cNvPr>
            <p:cNvSpPr/>
            <p:nvPr/>
          </p:nvSpPr>
          <p:spPr>
            <a:xfrm>
              <a:off x="1493069" y="109122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5" name="Hexagon 3264">
              <a:extLst>
                <a:ext uri="{FF2B5EF4-FFF2-40B4-BE49-F238E27FC236}">
                  <a16:creationId xmlns:a16="http://schemas.microsoft.com/office/drawing/2014/main" id="{BFA42A6D-B287-4E6C-AA9E-26034F0EBB5D}"/>
                </a:ext>
              </a:extLst>
            </p:cNvPr>
            <p:cNvSpPr/>
            <p:nvPr/>
          </p:nvSpPr>
          <p:spPr>
            <a:xfrm>
              <a:off x="71463" y="1015973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6" name="Hexagon 3265">
              <a:extLst>
                <a:ext uri="{FF2B5EF4-FFF2-40B4-BE49-F238E27FC236}">
                  <a16:creationId xmlns:a16="http://schemas.microsoft.com/office/drawing/2014/main" id="{732F8CB2-656D-4C81-B4EF-9C52F8DAC160}"/>
                </a:ext>
              </a:extLst>
            </p:cNvPr>
            <p:cNvSpPr/>
            <p:nvPr/>
          </p:nvSpPr>
          <p:spPr>
            <a:xfrm>
              <a:off x="2895625" y="117784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7" name="Hexagon 3266">
              <a:extLst>
                <a:ext uri="{FF2B5EF4-FFF2-40B4-BE49-F238E27FC236}">
                  <a16:creationId xmlns:a16="http://schemas.microsoft.com/office/drawing/2014/main" id="{128DD828-3705-4DB3-A27B-2EBCABDDBED2}"/>
                </a:ext>
              </a:extLst>
            </p:cNvPr>
            <p:cNvSpPr/>
            <p:nvPr/>
          </p:nvSpPr>
          <p:spPr>
            <a:xfrm>
              <a:off x="3367112" y="11257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8" name="Hexagon 3267">
              <a:extLst>
                <a:ext uri="{FF2B5EF4-FFF2-40B4-BE49-F238E27FC236}">
                  <a16:creationId xmlns:a16="http://schemas.microsoft.com/office/drawing/2014/main" id="{EDBA7BE5-07A9-45B5-A9C5-46B81253A09F}"/>
                </a:ext>
              </a:extLst>
            </p:cNvPr>
            <p:cNvSpPr/>
            <p:nvPr/>
          </p:nvSpPr>
          <p:spPr>
            <a:xfrm>
              <a:off x="3845744" y="108807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9" name="Hexagon 3268">
              <a:extLst>
                <a:ext uri="{FF2B5EF4-FFF2-40B4-BE49-F238E27FC236}">
                  <a16:creationId xmlns:a16="http://schemas.microsoft.com/office/drawing/2014/main" id="{5CD84F26-E485-4D61-B687-5ACC476F8BA9}"/>
                </a:ext>
              </a:extLst>
            </p:cNvPr>
            <p:cNvSpPr/>
            <p:nvPr/>
          </p:nvSpPr>
          <p:spPr>
            <a:xfrm>
              <a:off x="3376636" y="103297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0" name="Hexagon 3269">
              <a:extLst>
                <a:ext uri="{FF2B5EF4-FFF2-40B4-BE49-F238E27FC236}">
                  <a16:creationId xmlns:a16="http://schemas.microsoft.com/office/drawing/2014/main" id="{0CD0312E-5A95-46D4-9006-E0CEE15926B9}"/>
                </a:ext>
              </a:extLst>
            </p:cNvPr>
            <p:cNvSpPr/>
            <p:nvPr/>
          </p:nvSpPr>
          <p:spPr>
            <a:xfrm>
              <a:off x="2669406" y="1079562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1" name="Hexagon 3270">
              <a:extLst>
                <a:ext uri="{FF2B5EF4-FFF2-40B4-BE49-F238E27FC236}">
                  <a16:creationId xmlns:a16="http://schemas.microsoft.com/office/drawing/2014/main" id="{B3F123FE-3A76-4598-9B97-5A4C1E506F8A}"/>
                </a:ext>
              </a:extLst>
            </p:cNvPr>
            <p:cNvSpPr/>
            <p:nvPr/>
          </p:nvSpPr>
          <p:spPr>
            <a:xfrm>
              <a:off x="1724049" y="1026876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2" name="Hexagon 3271">
              <a:extLst>
                <a:ext uri="{FF2B5EF4-FFF2-40B4-BE49-F238E27FC236}">
                  <a16:creationId xmlns:a16="http://schemas.microsoft.com/office/drawing/2014/main" id="{EE5BE554-A9BC-439A-A1D8-AFFE3EC48E81}"/>
                </a:ext>
              </a:extLst>
            </p:cNvPr>
            <p:cNvSpPr/>
            <p:nvPr/>
          </p:nvSpPr>
          <p:spPr>
            <a:xfrm>
              <a:off x="5029224" y="113212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3" name="Hexagon 3272">
              <a:extLst>
                <a:ext uri="{FF2B5EF4-FFF2-40B4-BE49-F238E27FC236}">
                  <a16:creationId xmlns:a16="http://schemas.microsoft.com/office/drawing/2014/main" id="{28BA2842-99DD-4333-ADCA-52A25CE82914}"/>
                </a:ext>
              </a:extLst>
            </p:cNvPr>
            <p:cNvSpPr/>
            <p:nvPr/>
          </p:nvSpPr>
          <p:spPr>
            <a:xfrm>
              <a:off x="5029225" y="1060452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4" name="Hexagon 3273">
              <a:extLst>
                <a:ext uri="{FF2B5EF4-FFF2-40B4-BE49-F238E27FC236}">
                  <a16:creationId xmlns:a16="http://schemas.microsoft.com/office/drawing/2014/main" id="{C2A90DA2-6F98-4AEE-B7E0-4C96BA4B3D89}"/>
                </a:ext>
              </a:extLst>
            </p:cNvPr>
            <p:cNvSpPr/>
            <p:nvPr/>
          </p:nvSpPr>
          <p:spPr>
            <a:xfrm>
              <a:off x="766788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5" name="Hexagon 3274">
              <a:extLst>
                <a:ext uri="{FF2B5EF4-FFF2-40B4-BE49-F238E27FC236}">
                  <a16:creationId xmlns:a16="http://schemas.microsoft.com/office/drawing/2014/main" id="{3CEFABF7-CCBA-49BE-8566-931EDEA521B4}"/>
                </a:ext>
              </a:extLst>
            </p:cNvPr>
            <p:cNvSpPr/>
            <p:nvPr/>
          </p:nvSpPr>
          <p:spPr>
            <a:xfrm>
              <a:off x="1471638" y="886909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6" name="Hexagon 3275">
              <a:extLst>
                <a:ext uri="{FF2B5EF4-FFF2-40B4-BE49-F238E27FC236}">
                  <a16:creationId xmlns:a16="http://schemas.microsoft.com/office/drawing/2014/main" id="{9FC06BDD-170C-4F50-851A-9A1EFD1F540B}"/>
                </a:ext>
              </a:extLst>
            </p:cNvPr>
            <p:cNvSpPr/>
            <p:nvPr/>
          </p:nvSpPr>
          <p:spPr>
            <a:xfrm>
              <a:off x="1966938" y="94289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7" name="Hexagon 3276">
              <a:extLst>
                <a:ext uri="{FF2B5EF4-FFF2-40B4-BE49-F238E27FC236}">
                  <a16:creationId xmlns:a16="http://schemas.microsoft.com/office/drawing/2014/main" id="{A28D691F-0DCC-42D9-B8A9-F5C10F2A0222}"/>
                </a:ext>
              </a:extLst>
            </p:cNvPr>
            <p:cNvSpPr/>
            <p:nvPr/>
          </p:nvSpPr>
          <p:spPr>
            <a:xfrm>
              <a:off x="2205063" y="89563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8" name="Hexagon 3277">
              <a:extLst>
                <a:ext uri="{FF2B5EF4-FFF2-40B4-BE49-F238E27FC236}">
                  <a16:creationId xmlns:a16="http://schemas.microsoft.com/office/drawing/2014/main" id="{CB0CD173-ED5B-4EC7-BE75-79B22705ED65}"/>
                </a:ext>
              </a:extLst>
            </p:cNvPr>
            <p:cNvSpPr/>
            <p:nvPr/>
          </p:nvSpPr>
          <p:spPr>
            <a:xfrm>
              <a:off x="1254944" y="822293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9" name="Hexagon 3278">
              <a:extLst>
                <a:ext uri="{FF2B5EF4-FFF2-40B4-BE49-F238E27FC236}">
                  <a16:creationId xmlns:a16="http://schemas.microsoft.com/office/drawing/2014/main" id="{AFAAA8C7-9F18-46A3-A8CD-9388E0422ABE}"/>
                </a:ext>
              </a:extLst>
            </p:cNvPr>
            <p:cNvSpPr/>
            <p:nvPr/>
          </p:nvSpPr>
          <p:spPr>
            <a:xfrm>
              <a:off x="1276376" y="74672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0" name="Hexagon 3279">
              <a:extLst>
                <a:ext uri="{FF2B5EF4-FFF2-40B4-BE49-F238E27FC236}">
                  <a16:creationId xmlns:a16="http://schemas.microsoft.com/office/drawing/2014/main" id="{E03D1573-B158-42E2-B07B-D48B885F6931}"/>
                </a:ext>
              </a:extLst>
            </p:cNvPr>
            <p:cNvSpPr/>
            <p:nvPr/>
          </p:nvSpPr>
          <p:spPr>
            <a:xfrm>
              <a:off x="2438426" y="702910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1" name="Hexagon 3280">
              <a:extLst>
                <a:ext uri="{FF2B5EF4-FFF2-40B4-BE49-F238E27FC236}">
                  <a16:creationId xmlns:a16="http://schemas.microsoft.com/office/drawing/2014/main" id="{103F1119-A6C2-46AE-ABC9-05146B52039F}"/>
                </a:ext>
              </a:extLst>
            </p:cNvPr>
            <p:cNvSpPr/>
            <p:nvPr/>
          </p:nvSpPr>
          <p:spPr>
            <a:xfrm>
              <a:off x="783458" y="65528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2" name="Hexagon 3281">
              <a:extLst>
                <a:ext uri="{FF2B5EF4-FFF2-40B4-BE49-F238E27FC236}">
                  <a16:creationId xmlns:a16="http://schemas.microsoft.com/office/drawing/2014/main" id="{0C9B8F0E-0FB2-4D6F-9E6F-204CAA70C04D}"/>
                </a:ext>
              </a:extLst>
            </p:cNvPr>
            <p:cNvSpPr/>
            <p:nvPr/>
          </p:nvSpPr>
          <p:spPr>
            <a:xfrm>
              <a:off x="1966937" y="62801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3" name="Hexagon 3282">
              <a:extLst>
                <a:ext uri="{FF2B5EF4-FFF2-40B4-BE49-F238E27FC236}">
                  <a16:creationId xmlns:a16="http://schemas.microsoft.com/office/drawing/2014/main" id="{63F2D6E4-C8A8-47B2-A199-EEAA76F4AB5A}"/>
                </a:ext>
              </a:extLst>
            </p:cNvPr>
            <p:cNvSpPr/>
            <p:nvPr/>
          </p:nvSpPr>
          <p:spPr>
            <a:xfrm>
              <a:off x="1476399" y="55371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4" name="Hexagon 3283">
              <a:extLst>
                <a:ext uri="{FF2B5EF4-FFF2-40B4-BE49-F238E27FC236}">
                  <a16:creationId xmlns:a16="http://schemas.microsoft.com/office/drawing/2014/main" id="{9495130F-BF8D-4EB7-92EF-77AB098DB6A2}"/>
                </a:ext>
              </a:extLst>
            </p:cNvPr>
            <p:cNvSpPr/>
            <p:nvPr/>
          </p:nvSpPr>
          <p:spPr>
            <a:xfrm>
              <a:off x="2669406" y="58205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5" name="Hexagon 3284">
              <a:extLst>
                <a:ext uri="{FF2B5EF4-FFF2-40B4-BE49-F238E27FC236}">
                  <a16:creationId xmlns:a16="http://schemas.microsoft.com/office/drawing/2014/main" id="{A8BFECAB-9AA0-4468-B8AB-8C4006D74CF1}"/>
                </a:ext>
              </a:extLst>
            </p:cNvPr>
            <p:cNvSpPr/>
            <p:nvPr/>
          </p:nvSpPr>
          <p:spPr>
            <a:xfrm>
              <a:off x="2188393" y="52623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6" name="Hexagon 3285">
              <a:extLst>
                <a:ext uri="{FF2B5EF4-FFF2-40B4-BE49-F238E27FC236}">
                  <a16:creationId xmlns:a16="http://schemas.microsoft.com/office/drawing/2014/main" id="{DD0A8D33-2E35-4444-9850-0665B42EE8CC}"/>
                </a:ext>
              </a:extLst>
            </p:cNvPr>
            <p:cNvSpPr/>
            <p:nvPr/>
          </p:nvSpPr>
          <p:spPr>
            <a:xfrm>
              <a:off x="995387" y="516528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7" name="Hexagon 3286">
              <a:extLst>
                <a:ext uri="{FF2B5EF4-FFF2-40B4-BE49-F238E27FC236}">
                  <a16:creationId xmlns:a16="http://schemas.microsoft.com/office/drawing/2014/main" id="{4CE5999E-C140-4593-98BC-620D0D0B9663}"/>
                </a:ext>
              </a:extLst>
            </p:cNvPr>
            <p:cNvSpPr/>
            <p:nvPr/>
          </p:nvSpPr>
          <p:spPr>
            <a:xfrm>
              <a:off x="3133750" y="63753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8" name="Hexagon 3287">
              <a:extLst>
                <a:ext uri="{FF2B5EF4-FFF2-40B4-BE49-F238E27FC236}">
                  <a16:creationId xmlns:a16="http://schemas.microsoft.com/office/drawing/2014/main" id="{967B42D1-3B14-4C90-BD81-9CBF8CA006A7}"/>
                </a:ext>
              </a:extLst>
            </p:cNvPr>
            <p:cNvSpPr/>
            <p:nvPr/>
          </p:nvSpPr>
          <p:spPr>
            <a:xfrm>
              <a:off x="2414612" y="46119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9" name="Hexagon 3288">
              <a:extLst>
                <a:ext uri="{FF2B5EF4-FFF2-40B4-BE49-F238E27FC236}">
                  <a16:creationId xmlns:a16="http://schemas.microsoft.com/office/drawing/2014/main" id="{F70BAF1A-7F07-4786-AE5D-66F26EF7EE4A}"/>
                </a:ext>
              </a:extLst>
            </p:cNvPr>
            <p:cNvSpPr/>
            <p:nvPr/>
          </p:nvSpPr>
          <p:spPr>
            <a:xfrm>
              <a:off x="1700237" y="41571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0" name="Hexagon 3289">
              <a:extLst>
                <a:ext uri="{FF2B5EF4-FFF2-40B4-BE49-F238E27FC236}">
                  <a16:creationId xmlns:a16="http://schemas.microsoft.com/office/drawing/2014/main" id="{364E0687-6923-438B-A38A-8AECDFA81FF5}"/>
                </a:ext>
              </a:extLst>
            </p:cNvPr>
            <p:cNvSpPr/>
            <p:nvPr/>
          </p:nvSpPr>
          <p:spPr>
            <a:xfrm>
              <a:off x="766787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1" name="Hexagon 3290">
              <a:extLst>
                <a:ext uri="{FF2B5EF4-FFF2-40B4-BE49-F238E27FC236}">
                  <a16:creationId xmlns:a16="http://schemas.microsoft.com/office/drawing/2014/main" id="{E36277CA-447B-49A3-B3D9-1893656C5596}"/>
                </a:ext>
              </a:extLst>
            </p:cNvPr>
            <p:cNvSpPr/>
            <p:nvPr/>
          </p:nvSpPr>
          <p:spPr>
            <a:xfrm>
              <a:off x="1724048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2" name="Hexagon 3291">
              <a:extLst>
                <a:ext uri="{FF2B5EF4-FFF2-40B4-BE49-F238E27FC236}">
                  <a16:creationId xmlns:a16="http://schemas.microsoft.com/office/drawing/2014/main" id="{BEE80416-AB40-4B69-83E9-F219490B3C6F}"/>
                </a:ext>
              </a:extLst>
            </p:cNvPr>
            <p:cNvSpPr/>
            <p:nvPr/>
          </p:nvSpPr>
          <p:spPr>
            <a:xfrm>
              <a:off x="3133750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3" name="Hexagon 3292">
              <a:extLst>
                <a:ext uri="{FF2B5EF4-FFF2-40B4-BE49-F238E27FC236}">
                  <a16:creationId xmlns:a16="http://schemas.microsoft.com/office/drawing/2014/main" id="{5CBE275E-7EE3-4259-AD97-72C7A1BBEB8B}"/>
                </a:ext>
              </a:extLst>
            </p:cNvPr>
            <p:cNvSpPr/>
            <p:nvPr/>
          </p:nvSpPr>
          <p:spPr>
            <a:xfrm>
              <a:off x="3617144" y="36189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4" name="Hexagon 3293">
              <a:extLst>
                <a:ext uri="{FF2B5EF4-FFF2-40B4-BE49-F238E27FC236}">
                  <a16:creationId xmlns:a16="http://schemas.microsoft.com/office/drawing/2014/main" id="{231AA40A-4543-4C49-98D1-6ECB593818B9}"/>
                </a:ext>
              </a:extLst>
            </p:cNvPr>
            <p:cNvSpPr/>
            <p:nvPr/>
          </p:nvSpPr>
          <p:spPr>
            <a:xfrm>
              <a:off x="3376636" y="42595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5" name="Hexagon 3294">
              <a:extLst>
                <a:ext uri="{FF2B5EF4-FFF2-40B4-BE49-F238E27FC236}">
                  <a16:creationId xmlns:a16="http://schemas.microsoft.com/office/drawing/2014/main" id="{20B065F8-1BE4-42B6-88FE-AF6F7B0A0F4B}"/>
                </a:ext>
              </a:extLst>
            </p:cNvPr>
            <p:cNvSpPr/>
            <p:nvPr/>
          </p:nvSpPr>
          <p:spPr>
            <a:xfrm>
              <a:off x="4574406" y="3618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6" name="Hexagon 3295">
              <a:extLst>
                <a:ext uri="{FF2B5EF4-FFF2-40B4-BE49-F238E27FC236}">
                  <a16:creationId xmlns:a16="http://schemas.microsoft.com/office/drawing/2014/main" id="{51E03D9C-13CE-449F-9722-FB56CF9DF606}"/>
                </a:ext>
              </a:extLst>
            </p:cNvPr>
            <p:cNvSpPr/>
            <p:nvPr/>
          </p:nvSpPr>
          <p:spPr>
            <a:xfrm>
              <a:off x="4803006" y="463340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7" name="Hexagon 3296">
              <a:extLst>
                <a:ext uri="{FF2B5EF4-FFF2-40B4-BE49-F238E27FC236}">
                  <a16:creationId xmlns:a16="http://schemas.microsoft.com/office/drawing/2014/main" id="{FF821AC4-B4CC-4E4D-B800-3692DD76E500}"/>
                </a:ext>
              </a:extLst>
            </p:cNvPr>
            <p:cNvSpPr/>
            <p:nvPr/>
          </p:nvSpPr>
          <p:spPr>
            <a:xfrm>
              <a:off x="6003156" y="43445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8" name="Hexagon 3297">
              <a:extLst>
                <a:ext uri="{FF2B5EF4-FFF2-40B4-BE49-F238E27FC236}">
                  <a16:creationId xmlns:a16="http://schemas.microsoft.com/office/drawing/2014/main" id="{A0224860-108E-4961-93B6-3EB2F98F2C27}"/>
                </a:ext>
              </a:extLst>
            </p:cNvPr>
            <p:cNvSpPr/>
            <p:nvPr/>
          </p:nvSpPr>
          <p:spPr>
            <a:xfrm>
              <a:off x="6254784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9" name="Hexagon 3298">
              <a:extLst>
                <a:ext uri="{FF2B5EF4-FFF2-40B4-BE49-F238E27FC236}">
                  <a16:creationId xmlns:a16="http://schemas.microsoft.com/office/drawing/2014/main" id="{3B2E2C67-6D65-45DF-B89F-A5505BC7287D}"/>
                </a:ext>
              </a:extLst>
            </p:cNvPr>
            <p:cNvSpPr/>
            <p:nvPr/>
          </p:nvSpPr>
          <p:spPr>
            <a:xfrm>
              <a:off x="4092609" y="58501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0" name="Hexagon 3299">
              <a:extLst>
                <a:ext uri="{FF2B5EF4-FFF2-40B4-BE49-F238E27FC236}">
                  <a16:creationId xmlns:a16="http://schemas.microsoft.com/office/drawing/2014/main" id="{4E07ECAC-27CD-4220-B141-7D6015C165C4}"/>
                </a:ext>
              </a:extLst>
            </p:cNvPr>
            <p:cNvSpPr/>
            <p:nvPr/>
          </p:nvSpPr>
          <p:spPr>
            <a:xfrm>
              <a:off x="3133746" y="71327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1" name="Hexagon 3300">
              <a:extLst>
                <a:ext uri="{FF2B5EF4-FFF2-40B4-BE49-F238E27FC236}">
                  <a16:creationId xmlns:a16="http://schemas.microsoft.com/office/drawing/2014/main" id="{AB7BBC6B-2B68-4767-B6D4-3844BD5FF49E}"/>
                </a:ext>
              </a:extLst>
            </p:cNvPr>
            <p:cNvSpPr/>
            <p:nvPr/>
          </p:nvSpPr>
          <p:spPr>
            <a:xfrm>
              <a:off x="3607619" y="786140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2" name="Hexagon 3301">
              <a:extLst>
                <a:ext uri="{FF2B5EF4-FFF2-40B4-BE49-F238E27FC236}">
                  <a16:creationId xmlns:a16="http://schemas.microsoft.com/office/drawing/2014/main" id="{828D3904-0F10-425A-964B-1354C09571AE}"/>
                </a:ext>
              </a:extLst>
            </p:cNvPr>
            <p:cNvSpPr/>
            <p:nvPr/>
          </p:nvSpPr>
          <p:spPr>
            <a:xfrm>
              <a:off x="3376636" y="83211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3" name="Hexagon 3302">
              <a:extLst>
                <a:ext uri="{FF2B5EF4-FFF2-40B4-BE49-F238E27FC236}">
                  <a16:creationId xmlns:a16="http://schemas.microsoft.com/office/drawing/2014/main" id="{F46C70DB-AE47-462B-BDCD-8F3D2212D81D}"/>
                </a:ext>
              </a:extLst>
            </p:cNvPr>
            <p:cNvSpPr/>
            <p:nvPr/>
          </p:nvSpPr>
          <p:spPr>
            <a:xfrm>
              <a:off x="3845743" y="8681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4" name="Hexagon 3303">
              <a:extLst>
                <a:ext uri="{FF2B5EF4-FFF2-40B4-BE49-F238E27FC236}">
                  <a16:creationId xmlns:a16="http://schemas.microsoft.com/office/drawing/2014/main" id="{26FC170C-B5E3-437C-9E53-B92B6B7006A0}"/>
                </a:ext>
              </a:extLst>
            </p:cNvPr>
            <p:cNvSpPr/>
            <p:nvPr/>
          </p:nvSpPr>
          <p:spPr>
            <a:xfrm>
              <a:off x="5041128" y="876699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5" name="Hexagon 3304">
              <a:extLst>
                <a:ext uri="{FF2B5EF4-FFF2-40B4-BE49-F238E27FC236}">
                  <a16:creationId xmlns:a16="http://schemas.microsoft.com/office/drawing/2014/main" id="{709FFF68-8762-4E15-8889-A190F2836A6A}"/>
                </a:ext>
              </a:extLst>
            </p:cNvPr>
            <p:cNvSpPr/>
            <p:nvPr/>
          </p:nvSpPr>
          <p:spPr>
            <a:xfrm>
              <a:off x="4067197" y="93325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6" name="Hexagon 3305">
              <a:extLst>
                <a:ext uri="{FF2B5EF4-FFF2-40B4-BE49-F238E27FC236}">
                  <a16:creationId xmlns:a16="http://schemas.microsoft.com/office/drawing/2014/main" id="{89C2F16C-A21E-43AA-8DB0-6F451BE84AF0}"/>
                </a:ext>
              </a:extLst>
            </p:cNvPr>
            <p:cNvSpPr/>
            <p:nvPr/>
          </p:nvSpPr>
          <p:spPr>
            <a:xfrm>
              <a:off x="2895625" y="794641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7" name="Hexagon 3306">
              <a:extLst>
                <a:ext uri="{FF2B5EF4-FFF2-40B4-BE49-F238E27FC236}">
                  <a16:creationId xmlns:a16="http://schemas.microsoft.com/office/drawing/2014/main" id="{532F824B-BA96-470E-9F34-013A3BCD142F}"/>
                </a:ext>
              </a:extLst>
            </p:cNvPr>
            <p:cNvSpPr/>
            <p:nvPr/>
          </p:nvSpPr>
          <p:spPr>
            <a:xfrm>
              <a:off x="5029224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8" name="Hexagon 3307">
              <a:extLst>
                <a:ext uri="{FF2B5EF4-FFF2-40B4-BE49-F238E27FC236}">
                  <a16:creationId xmlns:a16="http://schemas.microsoft.com/office/drawing/2014/main" id="{EFA73306-25CB-4D1D-B7BE-57A8EAB26B13}"/>
                </a:ext>
              </a:extLst>
            </p:cNvPr>
            <p:cNvSpPr/>
            <p:nvPr/>
          </p:nvSpPr>
          <p:spPr>
            <a:xfrm>
              <a:off x="5734074" y="941756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9" name="Hexagon 3308">
              <a:extLst>
                <a:ext uri="{FF2B5EF4-FFF2-40B4-BE49-F238E27FC236}">
                  <a16:creationId xmlns:a16="http://schemas.microsoft.com/office/drawing/2014/main" id="{5E975229-2DE1-43C8-BC37-BCADD69DF508}"/>
                </a:ext>
              </a:extLst>
            </p:cNvPr>
            <p:cNvSpPr/>
            <p:nvPr/>
          </p:nvSpPr>
          <p:spPr>
            <a:xfrm>
              <a:off x="8091510" y="958757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0" name="Hexagon 3309">
              <a:extLst>
                <a:ext uri="{FF2B5EF4-FFF2-40B4-BE49-F238E27FC236}">
                  <a16:creationId xmlns:a16="http://schemas.microsoft.com/office/drawing/2014/main" id="{0242B97D-9CC6-4797-BB78-ED76436E36AA}"/>
                </a:ext>
              </a:extLst>
            </p:cNvPr>
            <p:cNvSpPr/>
            <p:nvPr/>
          </p:nvSpPr>
          <p:spPr>
            <a:xfrm>
              <a:off x="8820173" y="106045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1" name="Hexagon 3310">
              <a:extLst>
                <a:ext uri="{FF2B5EF4-FFF2-40B4-BE49-F238E27FC236}">
                  <a16:creationId xmlns:a16="http://schemas.microsoft.com/office/drawing/2014/main" id="{AB163E7F-34D4-4782-9226-142675618CD2}"/>
                </a:ext>
              </a:extLst>
            </p:cNvPr>
            <p:cNvSpPr/>
            <p:nvPr/>
          </p:nvSpPr>
          <p:spPr>
            <a:xfrm>
              <a:off x="8341542" y="113534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2" name="Hexagon 3311">
              <a:extLst>
                <a:ext uri="{FF2B5EF4-FFF2-40B4-BE49-F238E27FC236}">
                  <a16:creationId xmlns:a16="http://schemas.microsoft.com/office/drawing/2014/main" id="{9D4B3CEA-A61D-44D5-AF36-F592904AB451}"/>
                </a:ext>
              </a:extLst>
            </p:cNvPr>
            <p:cNvSpPr/>
            <p:nvPr/>
          </p:nvSpPr>
          <p:spPr>
            <a:xfrm>
              <a:off x="10248924" y="116934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3" name="Hexagon 3312">
              <a:extLst>
                <a:ext uri="{FF2B5EF4-FFF2-40B4-BE49-F238E27FC236}">
                  <a16:creationId xmlns:a16="http://schemas.microsoft.com/office/drawing/2014/main" id="{54F9AD4A-5301-4E09-87B6-45596383E53C}"/>
                </a:ext>
              </a:extLst>
            </p:cNvPr>
            <p:cNvSpPr/>
            <p:nvPr/>
          </p:nvSpPr>
          <p:spPr>
            <a:xfrm>
              <a:off x="11680055" y="1207021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4" name="Hexagon 3313">
              <a:extLst>
                <a:ext uri="{FF2B5EF4-FFF2-40B4-BE49-F238E27FC236}">
                  <a16:creationId xmlns:a16="http://schemas.microsoft.com/office/drawing/2014/main" id="{A00300F3-2279-4E60-9D11-BDEDD39630BA}"/>
                </a:ext>
              </a:extLst>
            </p:cNvPr>
            <p:cNvSpPr/>
            <p:nvPr/>
          </p:nvSpPr>
          <p:spPr>
            <a:xfrm>
              <a:off x="11194280" y="111487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5" name="Hexagon 3314">
              <a:extLst>
                <a:ext uri="{FF2B5EF4-FFF2-40B4-BE49-F238E27FC236}">
                  <a16:creationId xmlns:a16="http://schemas.microsoft.com/office/drawing/2014/main" id="{EE8D2DDA-B6DA-49C7-AC7F-45DFCDDD8361}"/>
                </a:ext>
              </a:extLst>
            </p:cNvPr>
            <p:cNvSpPr/>
            <p:nvPr/>
          </p:nvSpPr>
          <p:spPr>
            <a:xfrm>
              <a:off x="11216455" y="104147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6" name="Hexagon 3315">
              <a:extLst>
                <a:ext uri="{FF2B5EF4-FFF2-40B4-BE49-F238E27FC236}">
                  <a16:creationId xmlns:a16="http://schemas.microsoft.com/office/drawing/2014/main" id="{149CA990-21EE-4184-B2A7-B11BF22CFB79}"/>
                </a:ext>
              </a:extLst>
            </p:cNvPr>
            <p:cNvSpPr/>
            <p:nvPr/>
          </p:nvSpPr>
          <p:spPr>
            <a:xfrm>
              <a:off x="12148896" y="98694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7" name="Hexagon 3316">
              <a:extLst>
                <a:ext uri="{FF2B5EF4-FFF2-40B4-BE49-F238E27FC236}">
                  <a16:creationId xmlns:a16="http://schemas.microsoft.com/office/drawing/2014/main" id="{5D6D21D4-E115-443B-9AAA-D9364401066D}"/>
                </a:ext>
              </a:extLst>
            </p:cNvPr>
            <p:cNvSpPr/>
            <p:nvPr/>
          </p:nvSpPr>
          <p:spPr>
            <a:xfrm>
              <a:off x="11432140" y="941756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8" name="Hexagon 3317">
              <a:extLst>
                <a:ext uri="{FF2B5EF4-FFF2-40B4-BE49-F238E27FC236}">
                  <a16:creationId xmlns:a16="http://schemas.microsoft.com/office/drawing/2014/main" id="{A1CF2CE0-26E6-4C3F-8EF3-E4E22AC47B87}"/>
                </a:ext>
              </a:extLst>
            </p:cNvPr>
            <p:cNvSpPr/>
            <p:nvPr/>
          </p:nvSpPr>
          <p:spPr>
            <a:xfrm>
              <a:off x="11908390" y="849115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9" name="Hexagon 3318">
              <a:extLst>
                <a:ext uri="{FF2B5EF4-FFF2-40B4-BE49-F238E27FC236}">
                  <a16:creationId xmlns:a16="http://schemas.microsoft.com/office/drawing/2014/main" id="{7925BDA7-20C6-4C96-98B9-322B57674BE2}"/>
                </a:ext>
              </a:extLst>
            </p:cNvPr>
            <p:cNvSpPr/>
            <p:nvPr/>
          </p:nvSpPr>
          <p:spPr>
            <a:xfrm>
              <a:off x="11432139" y="77505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0" name="Hexagon 3319">
              <a:extLst>
                <a:ext uri="{FF2B5EF4-FFF2-40B4-BE49-F238E27FC236}">
                  <a16:creationId xmlns:a16="http://schemas.microsoft.com/office/drawing/2014/main" id="{1B73CBD1-6507-4BCC-8F34-CDA0318281A8}"/>
                </a:ext>
              </a:extLst>
            </p:cNvPr>
            <p:cNvSpPr/>
            <p:nvPr/>
          </p:nvSpPr>
          <p:spPr>
            <a:xfrm>
              <a:off x="9067836" y="83079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1" name="Hexagon 3320">
              <a:extLst>
                <a:ext uri="{FF2B5EF4-FFF2-40B4-BE49-F238E27FC236}">
                  <a16:creationId xmlns:a16="http://schemas.microsoft.com/office/drawing/2014/main" id="{6FD235CB-D557-45BD-9DDC-E611DF6BB109}"/>
                </a:ext>
              </a:extLst>
            </p:cNvPr>
            <p:cNvSpPr/>
            <p:nvPr/>
          </p:nvSpPr>
          <p:spPr>
            <a:xfrm>
              <a:off x="3133746" y="895645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2" name="Hexagon 3321">
              <a:extLst>
                <a:ext uri="{FF2B5EF4-FFF2-40B4-BE49-F238E27FC236}">
                  <a16:creationId xmlns:a16="http://schemas.microsoft.com/office/drawing/2014/main" id="{BD261AA7-4097-4A67-B123-E38F6BC81492}"/>
                </a:ext>
              </a:extLst>
            </p:cNvPr>
            <p:cNvSpPr/>
            <p:nvPr/>
          </p:nvSpPr>
          <p:spPr>
            <a:xfrm>
              <a:off x="3376635" y="591968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3" name="Hexagon 3322">
              <a:extLst>
                <a:ext uri="{FF2B5EF4-FFF2-40B4-BE49-F238E27FC236}">
                  <a16:creationId xmlns:a16="http://schemas.microsoft.com/office/drawing/2014/main" id="{92B3B27F-30FD-4A18-AFDC-638884F81707}"/>
                </a:ext>
              </a:extLst>
            </p:cNvPr>
            <p:cNvSpPr/>
            <p:nvPr/>
          </p:nvSpPr>
          <p:spPr>
            <a:xfrm>
              <a:off x="3381394" y="49999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4" name="Hexagon 3323">
              <a:extLst>
                <a:ext uri="{FF2B5EF4-FFF2-40B4-BE49-F238E27FC236}">
                  <a16:creationId xmlns:a16="http://schemas.microsoft.com/office/drawing/2014/main" id="{1689ED92-CFF0-4E40-8099-4D08D3E19945}"/>
                </a:ext>
              </a:extLst>
            </p:cNvPr>
            <p:cNvSpPr/>
            <p:nvPr/>
          </p:nvSpPr>
          <p:spPr>
            <a:xfrm>
              <a:off x="5979344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5" name="Hexagon 3324">
              <a:extLst>
                <a:ext uri="{FF2B5EF4-FFF2-40B4-BE49-F238E27FC236}">
                  <a16:creationId xmlns:a16="http://schemas.microsoft.com/office/drawing/2014/main" id="{00920C16-E722-45A4-A61C-26A3BAB23E4E}"/>
                </a:ext>
              </a:extLst>
            </p:cNvPr>
            <p:cNvSpPr/>
            <p:nvPr/>
          </p:nvSpPr>
          <p:spPr>
            <a:xfrm>
              <a:off x="6464299" y="381425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6" name="Hexagon 3325">
              <a:extLst>
                <a:ext uri="{FF2B5EF4-FFF2-40B4-BE49-F238E27FC236}">
                  <a16:creationId xmlns:a16="http://schemas.microsoft.com/office/drawing/2014/main" id="{F3A61468-0261-46D4-A5CD-9653E3F0CE16}"/>
                </a:ext>
              </a:extLst>
            </p:cNvPr>
            <p:cNvSpPr/>
            <p:nvPr/>
          </p:nvSpPr>
          <p:spPr>
            <a:xfrm>
              <a:off x="7169149" y="2798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7" name="Hexagon 3326">
              <a:extLst>
                <a:ext uri="{FF2B5EF4-FFF2-40B4-BE49-F238E27FC236}">
                  <a16:creationId xmlns:a16="http://schemas.microsoft.com/office/drawing/2014/main" id="{CCC7346C-2E3F-4B0C-AB21-18077A762E92}"/>
                </a:ext>
              </a:extLst>
            </p:cNvPr>
            <p:cNvSpPr/>
            <p:nvPr/>
          </p:nvSpPr>
          <p:spPr>
            <a:xfrm>
              <a:off x="7881144" y="4536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8" name="Hexagon 3327">
              <a:extLst>
                <a:ext uri="{FF2B5EF4-FFF2-40B4-BE49-F238E27FC236}">
                  <a16:creationId xmlns:a16="http://schemas.microsoft.com/office/drawing/2014/main" id="{85D4BEEA-8015-47B0-ADDC-6F813E10263C}"/>
                </a:ext>
              </a:extLst>
            </p:cNvPr>
            <p:cNvSpPr/>
            <p:nvPr/>
          </p:nvSpPr>
          <p:spPr>
            <a:xfrm>
              <a:off x="9302750" y="41745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9" name="Hexagon 3328">
              <a:extLst>
                <a:ext uri="{FF2B5EF4-FFF2-40B4-BE49-F238E27FC236}">
                  <a16:creationId xmlns:a16="http://schemas.microsoft.com/office/drawing/2014/main" id="{FC8AB2DD-A8DF-4F67-8A53-EF10F118837B}"/>
                </a:ext>
              </a:extLst>
            </p:cNvPr>
            <p:cNvSpPr/>
            <p:nvPr/>
          </p:nvSpPr>
          <p:spPr>
            <a:xfrm>
              <a:off x="9532443" y="29813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0" name="Hexagon 3329">
              <a:extLst>
                <a:ext uri="{FF2B5EF4-FFF2-40B4-BE49-F238E27FC236}">
                  <a16:creationId xmlns:a16="http://schemas.microsoft.com/office/drawing/2014/main" id="{A6FDEACA-2032-445B-A38E-65ABAC5D98BA}"/>
                </a:ext>
              </a:extLst>
            </p:cNvPr>
            <p:cNvSpPr/>
            <p:nvPr/>
          </p:nvSpPr>
          <p:spPr>
            <a:xfrm>
              <a:off x="10479868" y="4072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1" name="Hexagon 3330">
              <a:extLst>
                <a:ext uri="{FF2B5EF4-FFF2-40B4-BE49-F238E27FC236}">
                  <a16:creationId xmlns:a16="http://schemas.microsoft.com/office/drawing/2014/main" id="{46171DCF-8822-4D88-A3A4-5CE785D83F41}"/>
                </a:ext>
              </a:extLst>
            </p:cNvPr>
            <p:cNvSpPr/>
            <p:nvPr/>
          </p:nvSpPr>
          <p:spPr>
            <a:xfrm>
              <a:off x="10953706" y="28130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2" name="Hexagon 3331">
              <a:extLst>
                <a:ext uri="{FF2B5EF4-FFF2-40B4-BE49-F238E27FC236}">
                  <a16:creationId xmlns:a16="http://schemas.microsoft.com/office/drawing/2014/main" id="{B3B5B86A-4366-494B-81E9-08B08EBDDAF5}"/>
                </a:ext>
              </a:extLst>
            </p:cNvPr>
            <p:cNvSpPr/>
            <p:nvPr/>
          </p:nvSpPr>
          <p:spPr>
            <a:xfrm>
              <a:off x="11665728" y="36189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3" name="Hexagon 3332">
              <a:extLst>
                <a:ext uri="{FF2B5EF4-FFF2-40B4-BE49-F238E27FC236}">
                  <a16:creationId xmlns:a16="http://schemas.microsoft.com/office/drawing/2014/main" id="{F743B241-3988-48E4-A6CE-564F37A0ACB5}"/>
                </a:ext>
              </a:extLst>
            </p:cNvPr>
            <p:cNvSpPr/>
            <p:nvPr/>
          </p:nvSpPr>
          <p:spPr>
            <a:xfrm>
              <a:off x="11194279" y="471840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4" name="Hexagon 3333">
              <a:extLst>
                <a:ext uri="{FF2B5EF4-FFF2-40B4-BE49-F238E27FC236}">
                  <a16:creationId xmlns:a16="http://schemas.microsoft.com/office/drawing/2014/main" id="{BD7F0A76-D64D-4BAE-81BF-54C3FC9CDE10}"/>
                </a:ext>
              </a:extLst>
            </p:cNvPr>
            <p:cNvSpPr/>
            <p:nvPr/>
          </p:nvSpPr>
          <p:spPr>
            <a:xfrm>
              <a:off x="10479868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8" name="Hexagon 3377">
              <a:extLst>
                <a:ext uri="{FF2B5EF4-FFF2-40B4-BE49-F238E27FC236}">
                  <a16:creationId xmlns:a16="http://schemas.microsoft.com/office/drawing/2014/main" id="{8A094CAB-7477-40F4-8450-27E71F0698F0}"/>
                </a:ext>
              </a:extLst>
            </p:cNvPr>
            <p:cNvSpPr/>
            <p:nvPr/>
          </p:nvSpPr>
          <p:spPr>
            <a:xfrm>
              <a:off x="9053535" y="99617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2" name="Hexagon 3381">
              <a:extLst>
                <a:ext uri="{FF2B5EF4-FFF2-40B4-BE49-F238E27FC236}">
                  <a16:creationId xmlns:a16="http://schemas.microsoft.com/office/drawing/2014/main" id="{C0D02F6B-AA13-4EF8-89A6-2FD46B060BEA}"/>
                </a:ext>
              </a:extLst>
            </p:cNvPr>
            <p:cNvSpPr/>
            <p:nvPr/>
          </p:nvSpPr>
          <p:spPr>
            <a:xfrm>
              <a:off x="12152596" y="1097745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6" name="Hexagon 3385">
              <a:extLst>
                <a:ext uri="{FF2B5EF4-FFF2-40B4-BE49-F238E27FC236}">
                  <a16:creationId xmlns:a16="http://schemas.microsoft.com/office/drawing/2014/main" id="{213C715F-92EE-40A3-8FDC-1B9ED4D8CCA0}"/>
                </a:ext>
              </a:extLst>
            </p:cNvPr>
            <p:cNvSpPr/>
            <p:nvPr/>
          </p:nvSpPr>
          <p:spPr>
            <a:xfrm>
              <a:off x="11413089" y="66647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7" name="Hexagon 3386">
              <a:extLst>
                <a:ext uri="{FF2B5EF4-FFF2-40B4-BE49-F238E27FC236}">
                  <a16:creationId xmlns:a16="http://schemas.microsoft.com/office/drawing/2014/main" id="{44781C6B-3476-42A2-8FE9-963E0658D03C}"/>
                </a:ext>
              </a:extLst>
            </p:cNvPr>
            <p:cNvSpPr/>
            <p:nvPr/>
          </p:nvSpPr>
          <p:spPr>
            <a:xfrm>
              <a:off x="12152596" y="6007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8" name="Hexagon 3387">
              <a:extLst>
                <a:ext uri="{FF2B5EF4-FFF2-40B4-BE49-F238E27FC236}">
                  <a16:creationId xmlns:a16="http://schemas.microsoft.com/office/drawing/2014/main" id="{EC906438-9D69-4912-86D1-279A0B124005}"/>
                </a:ext>
              </a:extLst>
            </p:cNvPr>
            <p:cNvSpPr/>
            <p:nvPr/>
          </p:nvSpPr>
          <p:spPr>
            <a:xfrm>
              <a:off x="11212335" y="58316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0" name="商人">
            <a:extLst>
              <a:ext uri="{FF2B5EF4-FFF2-40B4-BE49-F238E27FC236}">
                <a16:creationId xmlns:a16="http://schemas.microsoft.com/office/drawing/2014/main" id="{E47B77E9-9C37-4403-9BDC-DB2EB7E0A0F8}"/>
              </a:ext>
            </a:extLst>
          </p:cNvPr>
          <p:cNvGrpSpPr/>
          <p:nvPr/>
        </p:nvGrpSpPr>
        <p:grpSpPr>
          <a:xfrm>
            <a:off x="532854" y="762124"/>
            <a:ext cx="11907731" cy="9179812"/>
            <a:chOff x="559164" y="2503839"/>
            <a:chExt cx="11907731" cy="9179812"/>
          </a:xfrm>
        </p:grpSpPr>
        <p:sp>
          <p:nvSpPr>
            <p:cNvPr id="3394" name="Hexagon 3393">
              <a:extLst>
                <a:ext uri="{FF2B5EF4-FFF2-40B4-BE49-F238E27FC236}">
                  <a16:creationId xmlns:a16="http://schemas.microsoft.com/office/drawing/2014/main" id="{41621ACC-A0CB-48B1-ADD8-9016AAA0A044}"/>
                </a:ext>
              </a:extLst>
            </p:cNvPr>
            <p:cNvSpPr/>
            <p:nvPr/>
          </p:nvSpPr>
          <p:spPr>
            <a:xfrm>
              <a:off x="5513754" y="25038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54" name="Hexagon 3353">
              <a:extLst>
                <a:ext uri="{FF2B5EF4-FFF2-40B4-BE49-F238E27FC236}">
                  <a16:creationId xmlns:a16="http://schemas.microsoft.com/office/drawing/2014/main" id="{AE6F1E6A-F322-4A26-91D6-810E523CFE3E}"/>
                </a:ext>
              </a:extLst>
            </p:cNvPr>
            <p:cNvSpPr/>
            <p:nvPr/>
          </p:nvSpPr>
          <p:spPr>
            <a:xfrm>
              <a:off x="5727701" y="110624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5" name="Hexagon 3354">
              <a:extLst>
                <a:ext uri="{FF2B5EF4-FFF2-40B4-BE49-F238E27FC236}">
                  <a16:creationId xmlns:a16="http://schemas.microsoft.com/office/drawing/2014/main" id="{2B3C4C32-CEBA-489F-A00A-25D8A86475FB}"/>
                </a:ext>
              </a:extLst>
            </p:cNvPr>
            <p:cNvSpPr/>
            <p:nvPr/>
          </p:nvSpPr>
          <p:spPr>
            <a:xfrm>
              <a:off x="4562476" y="109774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6" name="Hexagon 3355">
              <a:extLst>
                <a:ext uri="{FF2B5EF4-FFF2-40B4-BE49-F238E27FC236}">
                  <a16:creationId xmlns:a16="http://schemas.microsoft.com/office/drawing/2014/main" id="{5AC308C0-1869-40A7-B43D-6B612DD59A27}"/>
                </a:ext>
              </a:extLst>
            </p:cNvPr>
            <p:cNvSpPr/>
            <p:nvPr/>
          </p:nvSpPr>
          <p:spPr>
            <a:xfrm>
              <a:off x="2895601" y="112413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7" name="Hexagon 3356">
              <a:extLst>
                <a:ext uri="{FF2B5EF4-FFF2-40B4-BE49-F238E27FC236}">
                  <a16:creationId xmlns:a16="http://schemas.microsoft.com/office/drawing/2014/main" id="{04992537-296E-48AC-A689-673963ABC37C}"/>
                </a:ext>
              </a:extLst>
            </p:cNvPr>
            <p:cNvSpPr/>
            <p:nvPr/>
          </p:nvSpPr>
          <p:spPr>
            <a:xfrm>
              <a:off x="2425701" y="103269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8" name="Hexagon 3357">
              <a:extLst>
                <a:ext uri="{FF2B5EF4-FFF2-40B4-BE49-F238E27FC236}">
                  <a16:creationId xmlns:a16="http://schemas.microsoft.com/office/drawing/2014/main" id="{88C1BC47-6B37-45C9-958A-ADA8DA3D1E89}"/>
                </a:ext>
              </a:extLst>
            </p:cNvPr>
            <p:cNvSpPr/>
            <p:nvPr/>
          </p:nvSpPr>
          <p:spPr>
            <a:xfrm>
              <a:off x="1003685" y="99808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9" name="Hexagon 3358">
              <a:extLst>
                <a:ext uri="{FF2B5EF4-FFF2-40B4-BE49-F238E27FC236}">
                  <a16:creationId xmlns:a16="http://schemas.microsoft.com/office/drawing/2014/main" id="{076DE36B-18A2-4101-9358-F0B0686256E6}"/>
                </a:ext>
              </a:extLst>
            </p:cNvPr>
            <p:cNvSpPr/>
            <p:nvPr/>
          </p:nvSpPr>
          <p:spPr>
            <a:xfrm>
              <a:off x="775084" y="91489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0" name="Hexagon 3359">
              <a:extLst>
                <a:ext uri="{FF2B5EF4-FFF2-40B4-BE49-F238E27FC236}">
                  <a16:creationId xmlns:a16="http://schemas.microsoft.com/office/drawing/2014/main" id="{AE1315B6-6887-4E67-A447-06F2D9684038}"/>
                </a:ext>
              </a:extLst>
            </p:cNvPr>
            <p:cNvSpPr/>
            <p:nvPr/>
          </p:nvSpPr>
          <p:spPr>
            <a:xfrm>
              <a:off x="1737109" y="840286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1" name="Hexagon 3360">
              <a:extLst>
                <a:ext uri="{FF2B5EF4-FFF2-40B4-BE49-F238E27FC236}">
                  <a16:creationId xmlns:a16="http://schemas.microsoft.com/office/drawing/2014/main" id="{4E6850D3-68FA-4224-9932-0E736DBABF6D}"/>
                </a:ext>
              </a:extLst>
            </p:cNvPr>
            <p:cNvSpPr/>
            <p:nvPr/>
          </p:nvSpPr>
          <p:spPr>
            <a:xfrm>
              <a:off x="2670559" y="82091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2" name="Hexagon 3361">
              <a:extLst>
                <a:ext uri="{FF2B5EF4-FFF2-40B4-BE49-F238E27FC236}">
                  <a16:creationId xmlns:a16="http://schemas.microsoft.com/office/drawing/2014/main" id="{D95E44F7-1420-45A0-A338-1FCB61CFC333}"/>
                </a:ext>
              </a:extLst>
            </p:cNvPr>
            <p:cNvSpPr/>
            <p:nvPr/>
          </p:nvSpPr>
          <p:spPr>
            <a:xfrm>
              <a:off x="3858009" y="72058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3" name="Hexagon 3362">
              <a:extLst>
                <a:ext uri="{FF2B5EF4-FFF2-40B4-BE49-F238E27FC236}">
                  <a16:creationId xmlns:a16="http://schemas.microsoft.com/office/drawing/2014/main" id="{FCD09507-1AAE-4972-B0D5-05C44F85CF38}"/>
                </a:ext>
              </a:extLst>
            </p:cNvPr>
            <p:cNvSpPr/>
            <p:nvPr/>
          </p:nvSpPr>
          <p:spPr>
            <a:xfrm>
              <a:off x="559164" y="7193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4" name="Hexagon 3363">
              <a:extLst>
                <a:ext uri="{FF2B5EF4-FFF2-40B4-BE49-F238E27FC236}">
                  <a16:creationId xmlns:a16="http://schemas.microsoft.com/office/drawing/2014/main" id="{AA5D0C0B-5ACA-4377-90A1-304F9767E4EA}"/>
                </a:ext>
              </a:extLst>
            </p:cNvPr>
            <p:cNvSpPr/>
            <p:nvPr/>
          </p:nvSpPr>
          <p:spPr>
            <a:xfrm>
              <a:off x="1255414" y="6177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5" name="Hexagon 3364">
              <a:extLst>
                <a:ext uri="{FF2B5EF4-FFF2-40B4-BE49-F238E27FC236}">
                  <a16:creationId xmlns:a16="http://schemas.microsoft.com/office/drawing/2014/main" id="{3645EA21-6432-422C-9202-75F42CC246D7}"/>
                </a:ext>
              </a:extLst>
            </p:cNvPr>
            <p:cNvSpPr/>
            <p:nvPr/>
          </p:nvSpPr>
          <p:spPr>
            <a:xfrm>
              <a:off x="3147714" y="56382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6" name="Hexagon 3365">
              <a:extLst>
                <a:ext uri="{FF2B5EF4-FFF2-40B4-BE49-F238E27FC236}">
                  <a16:creationId xmlns:a16="http://schemas.microsoft.com/office/drawing/2014/main" id="{B84CD310-D04B-4D73-8053-B28CD6B539C3}"/>
                </a:ext>
              </a:extLst>
            </p:cNvPr>
            <p:cNvSpPr/>
            <p:nvPr/>
          </p:nvSpPr>
          <p:spPr>
            <a:xfrm>
              <a:off x="1706264" y="4885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7" name="Hexagon 3366">
              <a:extLst>
                <a:ext uri="{FF2B5EF4-FFF2-40B4-BE49-F238E27FC236}">
                  <a16:creationId xmlns:a16="http://schemas.microsoft.com/office/drawing/2014/main" id="{969264D9-A24A-4E2B-B8C9-8725F8025168}"/>
                </a:ext>
              </a:extLst>
            </p:cNvPr>
            <p:cNvSpPr/>
            <p:nvPr/>
          </p:nvSpPr>
          <p:spPr>
            <a:xfrm>
              <a:off x="2409826" y="35110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8" name="Hexagon 3367">
              <a:extLst>
                <a:ext uri="{FF2B5EF4-FFF2-40B4-BE49-F238E27FC236}">
                  <a16:creationId xmlns:a16="http://schemas.microsoft.com/office/drawing/2014/main" id="{8CDB71A2-7073-4DC4-97BB-31D811DD73E0}"/>
                </a:ext>
              </a:extLst>
            </p:cNvPr>
            <p:cNvSpPr/>
            <p:nvPr/>
          </p:nvSpPr>
          <p:spPr>
            <a:xfrm>
              <a:off x="775084" y="30552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9" name="Hexagon 3368">
              <a:extLst>
                <a:ext uri="{FF2B5EF4-FFF2-40B4-BE49-F238E27FC236}">
                  <a16:creationId xmlns:a16="http://schemas.microsoft.com/office/drawing/2014/main" id="{54156A7C-99DB-49AB-9518-3243A9F5CE44}"/>
                </a:ext>
              </a:extLst>
            </p:cNvPr>
            <p:cNvSpPr/>
            <p:nvPr/>
          </p:nvSpPr>
          <p:spPr>
            <a:xfrm>
              <a:off x="4314826" y="50096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0" name="Hexagon 3369">
              <a:extLst>
                <a:ext uri="{FF2B5EF4-FFF2-40B4-BE49-F238E27FC236}">
                  <a16:creationId xmlns:a16="http://schemas.microsoft.com/office/drawing/2014/main" id="{D578268D-EF24-40CE-A77E-B4DEE4A19FAD}"/>
                </a:ext>
              </a:extLst>
            </p:cNvPr>
            <p:cNvSpPr/>
            <p:nvPr/>
          </p:nvSpPr>
          <p:spPr>
            <a:xfrm>
              <a:off x="5268614" y="42666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1" name="Hexagon 3370">
              <a:extLst>
                <a:ext uri="{FF2B5EF4-FFF2-40B4-BE49-F238E27FC236}">
                  <a16:creationId xmlns:a16="http://schemas.microsoft.com/office/drawing/2014/main" id="{A33B45A3-C603-4D24-8595-22CE4A65A06F}"/>
                </a:ext>
              </a:extLst>
            </p:cNvPr>
            <p:cNvSpPr/>
            <p:nvPr/>
          </p:nvSpPr>
          <p:spPr>
            <a:xfrm>
              <a:off x="5055889" y="56509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2" name="Hexagon 3371">
              <a:extLst>
                <a:ext uri="{FF2B5EF4-FFF2-40B4-BE49-F238E27FC236}">
                  <a16:creationId xmlns:a16="http://schemas.microsoft.com/office/drawing/2014/main" id="{EB836A19-E5D8-447D-9310-4025BEE0CEA1}"/>
                </a:ext>
              </a:extLst>
            </p:cNvPr>
            <p:cNvSpPr/>
            <p:nvPr/>
          </p:nvSpPr>
          <p:spPr>
            <a:xfrm>
              <a:off x="4791055" y="92339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3" name="Hexagon 3372">
              <a:extLst>
                <a:ext uri="{FF2B5EF4-FFF2-40B4-BE49-F238E27FC236}">
                  <a16:creationId xmlns:a16="http://schemas.microsoft.com/office/drawing/2014/main" id="{122B112D-FD7E-4288-BF3E-DF9DF735D43B}"/>
                </a:ext>
              </a:extLst>
            </p:cNvPr>
            <p:cNvSpPr/>
            <p:nvPr/>
          </p:nvSpPr>
          <p:spPr>
            <a:xfrm>
              <a:off x="6219805" y="94103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4" name="Hexagon 3373">
              <a:extLst>
                <a:ext uri="{FF2B5EF4-FFF2-40B4-BE49-F238E27FC236}">
                  <a16:creationId xmlns:a16="http://schemas.microsoft.com/office/drawing/2014/main" id="{04DA6F5A-7215-4A8C-89F9-30A2E7731CFD}"/>
                </a:ext>
              </a:extLst>
            </p:cNvPr>
            <p:cNvSpPr/>
            <p:nvPr/>
          </p:nvSpPr>
          <p:spPr>
            <a:xfrm>
              <a:off x="5499080" y="969927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5" name="Hexagon 3374">
              <a:extLst>
                <a:ext uri="{FF2B5EF4-FFF2-40B4-BE49-F238E27FC236}">
                  <a16:creationId xmlns:a16="http://schemas.microsoft.com/office/drawing/2014/main" id="{A2A34EF7-C136-4624-85CD-A17E99F3C133}"/>
                </a:ext>
              </a:extLst>
            </p:cNvPr>
            <p:cNvSpPr/>
            <p:nvPr/>
          </p:nvSpPr>
          <p:spPr>
            <a:xfrm>
              <a:off x="8112105" y="106930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6" name="Hexagon 3375">
              <a:extLst>
                <a:ext uri="{FF2B5EF4-FFF2-40B4-BE49-F238E27FC236}">
                  <a16:creationId xmlns:a16="http://schemas.microsoft.com/office/drawing/2014/main" id="{D98AC9A1-E801-43CB-8E74-C1BC115D4DA4}"/>
                </a:ext>
              </a:extLst>
            </p:cNvPr>
            <p:cNvSpPr/>
            <p:nvPr/>
          </p:nvSpPr>
          <p:spPr>
            <a:xfrm>
              <a:off x="9778980" y="1005631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7" name="Hexagon 3376">
              <a:extLst>
                <a:ext uri="{FF2B5EF4-FFF2-40B4-BE49-F238E27FC236}">
                  <a16:creationId xmlns:a16="http://schemas.microsoft.com/office/drawing/2014/main" id="{78534ED4-6583-4948-A0FD-ACBC78D971F9}"/>
                </a:ext>
              </a:extLst>
            </p:cNvPr>
            <p:cNvSpPr/>
            <p:nvPr/>
          </p:nvSpPr>
          <p:spPr>
            <a:xfrm>
              <a:off x="8578830" y="92149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9" name="Hexagon 3378">
              <a:extLst>
                <a:ext uri="{FF2B5EF4-FFF2-40B4-BE49-F238E27FC236}">
                  <a16:creationId xmlns:a16="http://schemas.microsoft.com/office/drawing/2014/main" id="{D4249A42-B8F6-4A2D-ACB1-0AF5911364F9}"/>
                </a:ext>
              </a:extLst>
            </p:cNvPr>
            <p:cNvSpPr/>
            <p:nvPr/>
          </p:nvSpPr>
          <p:spPr>
            <a:xfrm>
              <a:off x="9778980" y="115136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0" name="Hexagon 3379">
              <a:extLst>
                <a:ext uri="{FF2B5EF4-FFF2-40B4-BE49-F238E27FC236}">
                  <a16:creationId xmlns:a16="http://schemas.microsoft.com/office/drawing/2014/main" id="{E2B65B60-6E12-4EAD-81F4-9AEB6A9DFC82}"/>
                </a:ext>
              </a:extLst>
            </p:cNvPr>
            <p:cNvSpPr/>
            <p:nvPr/>
          </p:nvSpPr>
          <p:spPr>
            <a:xfrm>
              <a:off x="11661755" y="1151364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1" name="Hexagon 3380">
              <a:extLst>
                <a:ext uri="{FF2B5EF4-FFF2-40B4-BE49-F238E27FC236}">
                  <a16:creationId xmlns:a16="http://schemas.microsoft.com/office/drawing/2014/main" id="{F9B129FE-660D-406E-9E3A-0E92CDCE1BD4}"/>
                </a:ext>
              </a:extLst>
            </p:cNvPr>
            <p:cNvSpPr/>
            <p:nvPr/>
          </p:nvSpPr>
          <p:spPr>
            <a:xfrm>
              <a:off x="12157055" y="104214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3" name="Hexagon 3382">
              <a:extLst>
                <a:ext uri="{FF2B5EF4-FFF2-40B4-BE49-F238E27FC236}">
                  <a16:creationId xmlns:a16="http://schemas.microsoft.com/office/drawing/2014/main" id="{193DE89B-6EE0-48EF-B114-749640DE4A00}"/>
                </a:ext>
              </a:extLst>
            </p:cNvPr>
            <p:cNvSpPr/>
            <p:nvPr/>
          </p:nvSpPr>
          <p:spPr>
            <a:xfrm>
              <a:off x="10960080" y="95930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4" name="Hexagon 3383">
              <a:extLst>
                <a:ext uri="{FF2B5EF4-FFF2-40B4-BE49-F238E27FC236}">
                  <a16:creationId xmlns:a16="http://schemas.microsoft.com/office/drawing/2014/main" id="{248F4B32-E06D-4CE3-A67B-FB0DC03BC542}"/>
                </a:ext>
              </a:extLst>
            </p:cNvPr>
            <p:cNvSpPr/>
            <p:nvPr/>
          </p:nvSpPr>
          <p:spPr>
            <a:xfrm>
              <a:off x="9778980" y="765313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5" name="Hexagon 3384">
              <a:extLst>
                <a:ext uri="{FF2B5EF4-FFF2-40B4-BE49-F238E27FC236}">
                  <a16:creationId xmlns:a16="http://schemas.microsoft.com/office/drawing/2014/main" id="{6A8FD43D-73AC-4431-92A6-3A60DBA294C4}"/>
                </a:ext>
              </a:extLst>
            </p:cNvPr>
            <p:cNvSpPr/>
            <p:nvPr/>
          </p:nvSpPr>
          <p:spPr>
            <a:xfrm>
              <a:off x="11912580" y="7568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9" name="Hexagon 3388">
              <a:extLst>
                <a:ext uri="{FF2B5EF4-FFF2-40B4-BE49-F238E27FC236}">
                  <a16:creationId xmlns:a16="http://schemas.microsoft.com/office/drawing/2014/main" id="{77AB97A7-C178-40C1-B456-4E658DC1E075}"/>
                </a:ext>
              </a:extLst>
            </p:cNvPr>
            <p:cNvSpPr/>
            <p:nvPr/>
          </p:nvSpPr>
          <p:spPr>
            <a:xfrm>
              <a:off x="12157055" y="56382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0" name="Hexagon 3389">
              <a:extLst>
                <a:ext uri="{FF2B5EF4-FFF2-40B4-BE49-F238E27FC236}">
                  <a16:creationId xmlns:a16="http://schemas.microsoft.com/office/drawing/2014/main" id="{6AC4D317-5641-4AC3-8D89-01E8BF6BE8E7}"/>
                </a:ext>
              </a:extLst>
            </p:cNvPr>
            <p:cNvSpPr/>
            <p:nvPr/>
          </p:nvSpPr>
          <p:spPr>
            <a:xfrm>
              <a:off x="12157055" y="4351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1" name="Hexagon 3390">
              <a:extLst>
                <a:ext uri="{FF2B5EF4-FFF2-40B4-BE49-F238E27FC236}">
                  <a16:creationId xmlns:a16="http://schemas.microsoft.com/office/drawing/2014/main" id="{CF50F961-9375-4E8A-BE27-594DB29820F3}"/>
                </a:ext>
              </a:extLst>
            </p:cNvPr>
            <p:cNvSpPr/>
            <p:nvPr/>
          </p:nvSpPr>
          <p:spPr>
            <a:xfrm>
              <a:off x="10960080" y="3716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2" name="Hexagon 3391">
              <a:extLst>
                <a:ext uri="{FF2B5EF4-FFF2-40B4-BE49-F238E27FC236}">
                  <a16:creationId xmlns:a16="http://schemas.microsoft.com/office/drawing/2014/main" id="{E4F5884C-765E-48A1-B885-36413EA3CAAC}"/>
                </a:ext>
              </a:extLst>
            </p:cNvPr>
            <p:cNvSpPr/>
            <p:nvPr/>
          </p:nvSpPr>
          <p:spPr>
            <a:xfrm>
              <a:off x="11911851" y="29899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3" name="Hexagon 3392">
              <a:extLst>
                <a:ext uri="{FF2B5EF4-FFF2-40B4-BE49-F238E27FC236}">
                  <a16:creationId xmlns:a16="http://schemas.microsoft.com/office/drawing/2014/main" id="{4B48B8C6-A52D-44CF-B32B-71A9FB36A46E}"/>
                </a:ext>
              </a:extLst>
            </p:cNvPr>
            <p:cNvSpPr/>
            <p:nvPr/>
          </p:nvSpPr>
          <p:spPr>
            <a:xfrm>
              <a:off x="8112105" y="28002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5" name="Hexagon 3394">
              <a:extLst>
                <a:ext uri="{FF2B5EF4-FFF2-40B4-BE49-F238E27FC236}">
                  <a16:creationId xmlns:a16="http://schemas.microsoft.com/office/drawing/2014/main" id="{B87441BB-85F5-4ADA-AED0-D8BDD30E44FC}"/>
                </a:ext>
              </a:extLst>
            </p:cNvPr>
            <p:cNvSpPr/>
            <p:nvPr/>
          </p:nvSpPr>
          <p:spPr>
            <a:xfrm>
              <a:off x="5513268" y="324512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6" name="Hexagon 3395">
              <a:extLst>
                <a:ext uri="{FF2B5EF4-FFF2-40B4-BE49-F238E27FC236}">
                  <a16:creationId xmlns:a16="http://schemas.microsoft.com/office/drawing/2014/main" id="{A1468557-3373-4EF3-9522-2496C7A632FE}"/>
                </a:ext>
              </a:extLst>
            </p:cNvPr>
            <p:cNvSpPr/>
            <p:nvPr/>
          </p:nvSpPr>
          <p:spPr>
            <a:xfrm>
              <a:off x="6937355" y="418169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7" name="Hexagon 3396">
              <a:extLst>
                <a:ext uri="{FF2B5EF4-FFF2-40B4-BE49-F238E27FC236}">
                  <a16:creationId xmlns:a16="http://schemas.microsoft.com/office/drawing/2014/main" id="{1EC6B790-09EA-435F-A1FA-128A3033C772}"/>
                </a:ext>
              </a:extLst>
            </p:cNvPr>
            <p:cNvSpPr/>
            <p:nvPr/>
          </p:nvSpPr>
          <p:spPr>
            <a:xfrm>
              <a:off x="10475893" y="646697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8" name="Hexagon 3397">
              <a:extLst>
                <a:ext uri="{FF2B5EF4-FFF2-40B4-BE49-F238E27FC236}">
                  <a16:creationId xmlns:a16="http://schemas.microsoft.com/office/drawing/2014/main" id="{CCA6A1B0-233E-4767-B439-EA856E271ACC}"/>
                </a:ext>
              </a:extLst>
            </p:cNvPr>
            <p:cNvSpPr/>
            <p:nvPr/>
          </p:nvSpPr>
          <p:spPr>
            <a:xfrm>
              <a:off x="1003684" y="1072855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5" name="大boss">
            <a:extLst>
              <a:ext uri="{FF2B5EF4-FFF2-40B4-BE49-F238E27FC236}">
                <a16:creationId xmlns:a16="http://schemas.microsoft.com/office/drawing/2014/main" id="{31DA0B06-CB9B-47AE-9CA6-5A1DB80336DA}"/>
              </a:ext>
            </a:extLst>
          </p:cNvPr>
          <p:cNvGrpSpPr/>
          <p:nvPr/>
        </p:nvGrpSpPr>
        <p:grpSpPr>
          <a:xfrm>
            <a:off x="6453873" y="2147733"/>
            <a:ext cx="2882088" cy="4309525"/>
            <a:chOff x="6453873" y="2147733"/>
            <a:chExt cx="2882088" cy="4309525"/>
          </a:xfrm>
        </p:grpSpPr>
        <p:sp>
          <p:nvSpPr>
            <p:cNvPr id="1594" name="Hexagon 159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7636412" y="2147733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6" name="Hexagon 1595">
              <a:extLst>
                <a:ext uri="{FF2B5EF4-FFF2-40B4-BE49-F238E27FC236}">
                  <a16:creationId xmlns:a16="http://schemas.microsoft.com/office/drawing/2014/main" id="{AE367959-DE8E-47D5-B217-BFC2FCD4E439}"/>
                </a:ext>
              </a:extLst>
            </p:cNvPr>
            <p:cNvSpPr/>
            <p:nvPr/>
          </p:nvSpPr>
          <p:spPr>
            <a:xfrm>
              <a:off x="9053440" y="3626842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5" name="Hexagon 1594">
              <a:extLst>
                <a:ext uri="{FF2B5EF4-FFF2-40B4-BE49-F238E27FC236}">
                  <a16:creationId xmlns:a16="http://schemas.microsoft.com/office/drawing/2014/main" id="{F41B0ED9-426A-4C64-A572-776F78275A72}"/>
                </a:ext>
              </a:extLst>
            </p:cNvPr>
            <p:cNvSpPr/>
            <p:nvPr/>
          </p:nvSpPr>
          <p:spPr>
            <a:xfrm>
              <a:off x="6453873" y="6287251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4" name="小boss">
            <a:extLst>
              <a:ext uri="{FF2B5EF4-FFF2-40B4-BE49-F238E27FC236}">
                <a16:creationId xmlns:a16="http://schemas.microsoft.com/office/drawing/2014/main" id="{4E466C59-AF0F-47F0-A37C-63F0F9DA34DA}"/>
              </a:ext>
            </a:extLst>
          </p:cNvPr>
          <p:cNvGrpSpPr/>
          <p:nvPr/>
        </p:nvGrpSpPr>
        <p:grpSpPr>
          <a:xfrm>
            <a:off x="3097273" y="1494431"/>
            <a:ext cx="8839781" cy="7729049"/>
            <a:chOff x="3123583" y="3236146"/>
            <a:chExt cx="8839781" cy="7729049"/>
          </a:xfrm>
        </p:grpSpPr>
        <p:sp>
          <p:nvSpPr>
            <p:cNvPr id="3399" name="Hexagon 3398">
              <a:extLst>
                <a:ext uri="{FF2B5EF4-FFF2-40B4-BE49-F238E27FC236}">
                  <a16:creationId xmlns:a16="http://schemas.microsoft.com/office/drawing/2014/main" id="{28BE68C2-DB1F-412E-9D41-39795B25170D}"/>
                </a:ext>
              </a:extLst>
            </p:cNvPr>
            <p:cNvSpPr/>
            <p:nvPr/>
          </p:nvSpPr>
          <p:spPr>
            <a:xfrm>
              <a:off x="6722604" y="9412633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0" name="Hexagon 3399">
              <a:extLst>
                <a:ext uri="{FF2B5EF4-FFF2-40B4-BE49-F238E27FC236}">
                  <a16:creationId xmlns:a16="http://schemas.microsoft.com/office/drawing/2014/main" id="{5CE2FD33-88DA-447D-AFC7-6FA69749E039}"/>
                </a:ext>
              </a:extLst>
            </p:cNvPr>
            <p:cNvSpPr/>
            <p:nvPr/>
          </p:nvSpPr>
          <p:spPr>
            <a:xfrm>
              <a:off x="11680843" y="1079518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1" name="Hexagon 3400">
              <a:extLst>
                <a:ext uri="{FF2B5EF4-FFF2-40B4-BE49-F238E27FC236}">
                  <a16:creationId xmlns:a16="http://schemas.microsoft.com/office/drawing/2014/main" id="{30E5375C-7F1D-4009-886C-16C49F18318A}"/>
                </a:ext>
              </a:extLst>
            </p:cNvPr>
            <p:cNvSpPr/>
            <p:nvPr/>
          </p:nvSpPr>
          <p:spPr>
            <a:xfrm>
              <a:off x="3617930" y="6939466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2" name="Hexagon 3401">
              <a:extLst>
                <a:ext uri="{FF2B5EF4-FFF2-40B4-BE49-F238E27FC236}">
                  <a16:creationId xmlns:a16="http://schemas.microsoft.com/office/drawing/2014/main" id="{809D9777-4977-49C9-989D-75EDAE118FC7}"/>
                </a:ext>
              </a:extLst>
            </p:cNvPr>
            <p:cNvSpPr/>
            <p:nvPr/>
          </p:nvSpPr>
          <p:spPr>
            <a:xfrm>
              <a:off x="3123583" y="323614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0" name="6">
            <a:extLst>
              <a:ext uri="{FF2B5EF4-FFF2-40B4-BE49-F238E27FC236}">
                <a16:creationId xmlns:a16="http://schemas.microsoft.com/office/drawing/2014/main" id="{7AF3FE19-AAB8-4E43-8EBC-F68CE04FEF12}"/>
              </a:ext>
            </a:extLst>
          </p:cNvPr>
          <p:cNvGrpSpPr/>
          <p:nvPr/>
        </p:nvGrpSpPr>
        <p:grpSpPr>
          <a:xfrm>
            <a:off x="4538692" y="2897254"/>
            <a:ext cx="5764998" cy="4206323"/>
            <a:chOff x="4538692" y="2897254"/>
            <a:chExt cx="5764998" cy="4206323"/>
          </a:xfrm>
        </p:grpSpPr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AAF21593-9CDD-4728-96D0-768254FA9B07}"/>
                </a:ext>
              </a:extLst>
            </p:cNvPr>
            <p:cNvSpPr/>
            <p:nvPr/>
          </p:nvSpPr>
          <p:spPr>
            <a:xfrm>
              <a:off x="8565164" y="2897254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4" name="Hexagon 3843">
              <a:extLst>
                <a:ext uri="{FF2B5EF4-FFF2-40B4-BE49-F238E27FC236}">
                  <a16:creationId xmlns:a16="http://schemas.microsoft.com/office/drawing/2014/main" id="{BE8075D6-2532-46CA-9859-221250088FDB}"/>
                </a:ext>
              </a:extLst>
            </p:cNvPr>
            <p:cNvSpPr/>
            <p:nvPr/>
          </p:nvSpPr>
          <p:spPr>
            <a:xfrm>
              <a:off x="8808052" y="2983343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5" name="Hexagon 3844">
              <a:extLst>
                <a:ext uri="{FF2B5EF4-FFF2-40B4-BE49-F238E27FC236}">
                  <a16:creationId xmlns:a16="http://schemas.microsoft.com/office/drawing/2014/main" id="{F83E5879-A281-4B08-A87C-EC99FEBBB975}"/>
                </a:ext>
              </a:extLst>
            </p:cNvPr>
            <p:cNvSpPr/>
            <p:nvPr/>
          </p:nvSpPr>
          <p:spPr>
            <a:xfrm>
              <a:off x="8565164" y="3076575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6" name="Hexagon 3845">
              <a:extLst>
                <a:ext uri="{FF2B5EF4-FFF2-40B4-BE49-F238E27FC236}">
                  <a16:creationId xmlns:a16="http://schemas.microsoft.com/office/drawing/2014/main" id="{BD0C86AD-9ADB-4E21-80CA-B712051AD124}"/>
                </a:ext>
              </a:extLst>
            </p:cNvPr>
            <p:cNvSpPr/>
            <p:nvPr/>
          </p:nvSpPr>
          <p:spPr>
            <a:xfrm>
              <a:off x="8322275" y="31637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7" name="Hexagon 3846">
              <a:extLst>
                <a:ext uri="{FF2B5EF4-FFF2-40B4-BE49-F238E27FC236}">
                  <a16:creationId xmlns:a16="http://schemas.microsoft.com/office/drawing/2014/main" id="{76C53365-DD50-47F5-A6C8-82830F15ABE5}"/>
                </a:ext>
              </a:extLst>
            </p:cNvPr>
            <p:cNvSpPr/>
            <p:nvPr/>
          </p:nvSpPr>
          <p:spPr>
            <a:xfrm>
              <a:off x="8565164" y="32546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8" name="Hexagon 3847">
              <a:extLst>
                <a:ext uri="{FF2B5EF4-FFF2-40B4-BE49-F238E27FC236}">
                  <a16:creationId xmlns:a16="http://schemas.microsoft.com/office/drawing/2014/main" id="{D9AC4A86-7799-472C-9B11-E4883833F96A}"/>
                </a:ext>
              </a:extLst>
            </p:cNvPr>
            <p:cNvSpPr/>
            <p:nvPr/>
          </p:nvSpPr>
          <p:spPr>
            <a:xfrm>
              <a:off x="8322275" y="3344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9" name="Hexagon 3848">
              <a:extLst>
                <a:ext uri="{FF2B5EF4-FFF2-40B4-BE49-F238E27FC236}">
                  <a16:creationId xmlns:a16="http://schemas.microsoft.com/office/drawing/2014/main" id="{3B19D780-08A6-4C8C-95F4-EB2C96C441F5}"/>
                </a:ext>
              </a:extLst>
            </p:cNvPr>
            <p:cNvSpPr/>
            <p:nvPr/>
          </p:nvSpPr>
          <p:spPr>
            <a:xfrm>
              <a:off x="8560401" y="34302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0" name="Hexagon 3849">
              <a:extLst>
                <a:ext uri="{FF2B5EF4-FFF2-40B4-BE49-F238E27FC236}">
                  <a16:creationId xmlns:a16="http://schemas.microsoft.com/office/drawing/2014/main" id="{F2AC28D7-29F5-4CAB-9CE1-A6EED8028993}"/>
                </a:ext>
              </a:extLst>
            </p:cNvPr>
            <p:cNvSpPr/>
            <p:nvPr/>
          </p:nvSpPr>
          <p:spPr>
            <a:xfrm>
              <a:off x="8803290" y="3165408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1" name="Hexagon 3850">
              <a:extLst>
                <a:ext uri="{FF2B5EF4-FFF2-40B4-BE49-F238E27FC236}">
                  <a16:creationId xmlns:a16="http://schemas.microsoft.com/office/drawing/2014/main" id="{4AAD88C7-FDD0-4523-9311-A3E4DF9F6DB2}"/>
                </a:ext>
              </a:extLst>
            </p:cNvPr>
            <p:cNvSpPr/>
            <p:nvPr/>
          </p:nvSpPr>
          <p:spPr>
            <a:xfrm>
              <a:off x="8803290" y="334344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2" name="Hexagon 3851">
              <a:extLst>
                <a:ext uri="{FF2B5EF4-FFF2-40B4-BE49-F238E27FC236}">
                  <a16:creationId xmlns:a16="http://schemas.microsoft.com/office/drawing/2014/main" id="{FD9F0243-F12F-46CD-BEEF-E7A91271F6F6}"/>
                </a:ext>
              </a:extLst>
            </p:cNvPr>
            <p:cNvSpPr/>
            <p:nvPr/>
          </p:nvSpPr>
          <p:spPr>
            <a:xfrm>
              <a:off x="8798527" y="351909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3" name="Hexagon 3852">
              <a:extLst>
                <a:ext uri="{FF2B5EF4-FFF2-40B4-BE49-F238E27FC236}">
                  <a16:creationId xmlns:a16="http://schemas.microsoft.com/office/drawing/2014/main" id="{2E042611-1F5F-40FF-AE8A-65640B22BC2A}"/>
                </a:ext>
              </a:extLst>
            </p:cNvPr>
            <p:cNvSpPr/>
            <p:nvPr/>
          </p:nvSpPr>
          <p:spPr>
            <a:xfrm>
              <a:off x="9289068" y="2977109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4" name="Hexagon 3853">
              <a:extLst>
                <a:ext uri="{FF2B5EF4-FFF2-40B4-BE49-F238E27FC236}">
                  <a16:creationId xmlns:a16="http://schemas.microsoft.com/office/drawing/2014/main" id="{568BA360-539B-4668-9BAF-40A659A451D8}"/>
                </a:ext>
              </a:extLst>
            </p:cNvPr>
            <p:cNvSpPr/>
            <p:nvPr/>
          </p:nvSpPr>
          <p:spPr>
            <a:xfrm>
              <a:off x="9289068" y="315514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5" name="Hexagon 3854">
              <a:extLst>
                <a:ext uri="{FF2B5EF4-FFF2-40B4-BE49-F238E27FC236}">
                  <a16:creationId xmlns:a16="http://schemas.microsoft.com/office/drawing/2014/main" id="{B42A09F4-7CE8-40D6-8A88-E7244DADC0E3}"/>
                </a:ext>
              </a:extLst>
            </p:cNvPr>
            <p:cNvSpPr/>
            <p:nvPr/>
          </p:nvSpPr>
          <p:spPr>
            <a:xfrm>
              <a:off x="9284305" y="33307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6" name="Hexagon 3855">
              <a:extLst>
                <a:ext uri="{FF2B5EF4-FFF2-40B4-BE49-F238E27FC236}">
                  <a16:creationId xmlns:a16="http://schemas.microsoft.com/office/drawing/2014/main" id="{58C6B92C-64C7-4409-BE8F-DC77B3F81C4C}"/>
                </a:ext>
              </a:extLst>
            </p:cNvPr>
            <p:cNvSpPr/>
            <p:nvPr/>
          </p:nvSpPr>
          <p:spPr>
            <a:xfrm>
              <a:off x="9527194" y="30591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7" name="Hexagon 3856">
              <a:extLst>
                <a:ext uri="{FF2B5EF4-FFF2-40B4-BE49-F238E27FC236}">
                  <a16:creationId xmlns:a16="http://schemas.microsoft.com/office/drawing/2014/main" id="{0E5ABC0F-A478-4C8F-B16C-D3B62B502235}"/>
                </a:ext>
              </a:extLst>
            </p:cNvPr>
            <p:cNvSpPr/>
            <p:nvPr/>
          </p:nvSpPr>
          <p:spPr>
            <a:xfrm>
              <a:off x="9522431" y="323480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8" name="Hexagon 3857">
              <a:extLst>
                <a:ext uri="{FF2B5EF4-FFF2-40B4-BE49-F238E27FC236}">
                  <a16:creationId xmlns:a16="http://schemas.microsoft.com/office/drawing/2014/main" id="{8268DA35-B757-443C-B91A-2D4D34D9B673}"/>
                </a:ext>
              </a:extLst>
            </p:cNvPr>
            <p:cNvSpPr/>
            <p:nvPr/>
          </p:nvSpPr>
          <p:spPr>
            <a:xfrm>
              <a:off x="9041416" y="32511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9" name="Hexagon 3858">
              <a:extLst>
                <a:ext uri="{FF2B5EF4-FFF2-40B4-BE49-F238E27FC236}">
                  <a16:creationId xmlns:a16="http://schemas.microsoft.com/office/drawing/2014/main" id="{E66B17F0-CF77-4412-B816-207D999734E3}"/>
                </a:ext>
              </a:extLst>
            </p:cNvPr>
            <p:cNvSpPr/>
            <p:nvPr/>
          </p:nvSpPr>
          <p:spPr>
            <a:xfrm>
              <a:off x="9036653" y="34267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0" name="Hexagon 3859">
              <a:extLst>
                <a:ext uri="{FF2B5EF4-FFF2-40B4-BE49-F238E27FC236}">
                  <a16:creationId xmlns:a16="http://schemas.microsoft.com/office/drawing/2014/main" id="{37F4BB42-8BCC-40E1-9359-3B6D7597467A}"/>
                </a:ext>
              </a:extLst>
            </p:cNvPr>
            <p:cNvSpPr/>
            <p:nvPr/>
          </p:nvSpPr>
          <p:spPr>
            <a:xfrm>
              <a:off x="9041416" y="435127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1" name="Hexagon 3860">
              <a:extLst>
                <a:ext uri="{FF2B5EF4-FFF2-40B4-BE49-F238E27FC236}">
                  <a16:creationId xmlns:a16="http://schemas.microsoft.com/office/drawing/2014/main" id="{72023507-84AB-486B-8FF0-37B28AF5DE24}"/>
                </a:ext>
              </a:extLst>
            </p:cNvPr>
            <p:cNvSpPr/>
            <p:nvPr/>
          </p:nvSpPr>
          <p:spPr>
            <a:xfrm>
              <a:off x="9036653" y="45269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2" name="Hexagon 3861">
              <a:extLst>
                <a:ext uri="{FF2B5EF4-FFF2-40B4-BE49-F238E27FC236}">
                  <a16:creationId xmlns:a16="http://schemas.microsoft.com/office/drawing/2014/main" id="{819928C2-8DB3-4D99-A5A2-3445079B893D}"/>
                </a:ext>
              </a:extLst>
            </p:cNvPr>
            <p:cNvSpPr/>
            <p:nvPr/>
          </p:nvSpPr>
          <p:spPr>
            <a:xfrm>
              <a:off x="9281927" y="444726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3" name="Hexagon 3862">
              <a:extLst>
                <a:ext uri="{FF2B5EF4-FFF2-40B4-BE49-F238E27FC236}">
                  <a16:creationId xmlns:a16="http://schemas.microsoft.com/office/drawing/2014/main" id="{EC9F22AE-F53E-42A6-B6F0-9593DE170FCC}"/>
                </a:ext>
              </a:extLst>
            </p:cNvPr>
            <p:cNvSpPr/>
            <p:nvPr/>
          </p:nvSpPr>
          <p:spPr>
            <a:xfrm>
              <a:off x="9277164" y="462291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4" name="Hexagon 3863">
              <a:extLst>
                <a:ext uri="{FF2B5EF4-FFF2-40B4-BE49-F238E27FC236}">
                  <a16:creationId xmlns:a16="http://schemas.microsoft.com/office/drawing/2014/main" id="{4E631EDF-90DE-4B4E-870D-BF5C0EF25282}"/>
                </a:ext>
              </a:extLst>
            </p:cNvPr>
            <p:cNvSpPr/>
            <p:nvPr/>
          </p:nvSpPr>
          <p:spPr>
            <a:xfrm>
              <a:off x="9281927" y="481490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5" name="Hexagon 3864">
              <a:extLst>
                <a:ext uri="{FF2B5EF4-FFF2-40B4-BE49-F238E27FC236}">
                  <a16:creationId xmlns:a16="http://schemas.microsoft.com/office/drawing/2014/main" id="{361FD42E-9612-4614-B32E-AE3BE26E4958}"/>
                </a:ext>
              </a:extLst>
            </p:cNvPr>
            <p:cNvSpPr/>
            <p:nvPr/>
          </p:nvSpPr>
          <p:spPr>
            <a:xfrm>
              <a:off x="9277164" y="499055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6" name="Hexagon 3865">
              <a:extLst>
                <a:ext uri="{FF2B5EF4-FFF2-40B4-BE49-F238E27FC236}">
                  <a16:creationId xmlns:a16="http://schemas.microsoft.com/office/drawing/2014/main" id="{B15F2936-2CEC-43D5-A15C-29479C04BCFD}"/>
                </a:ext>
              </a:extLst>
            </p:cNvPr>
            <p:cNvSpPr/>
            <p:nvPr/>
          </p:nvSpPr>
          <p:spPr>
            <a:xfrm>
              <a:off x="9522438" y="47154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7" name="Hexagon 3866">
              <a:extLst>
                <a:ext uri="{FF2B5EF4-FFF2-40B4-BE49-F238E27FC236}">
                  <a16:creationId xmlns:a16="http://schemas.microsoft.com/office/drawing/2014/main" id="{9229D222-0E73-4D68-B4DA-42B5F67A7E82}"/>
                </a:ext>
              </a:extLst>
            </p:cNvPr>
            <p:cNvSpPr/>
            <p:nvPr/>
          </p:nvSpPr>
          <p:spPr>
            <a:xfrm>
              <a:off x="9517675" y="48910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8" name="Hexagon 3867">
              <a:extLst>
                <a:ext uri="{FF2B5EF4-FFF2-40B4-BE49-F238E27FC236}">
                  <a16:creationId xmlns:a16="http://schemas.microsoft.com/office/drawing/2014/main" id="{198F8D94-24B5-4F27-82AF-4C57C058ED8C}"/>
                </a:ext>
              </a:extLst>
            </p:cNvPr>
            <p:cNvSpPr/>
            <p:nvPr/>
          </p:nvSpPr>
          <p:spPr>
            <a:xfrm>
              <a:off x="9515304" y="50865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9" name="Hexagon 3868">
              <a:extLst>
                <a:ext uri="{FF2B5EF4-FFF2-40B4-BE49-F238E27FC236}">
                  <a16:creationId xmlns:a16="http://schemas.microsoft.com/office/drawing/2014/main" id="{6DCEBBD5-5AD8-4898-991C-1733C04D5A05}"/>
                </a:ext>
              </a:extLst>
            </p:cNvPr>
            <p:cNvSpPr/>
            <p:nvPr/>
          </p:nvSpPr>
          <p:spPr>
            <a:xfrm>
              <a:off x="9510541" y="52621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0" name="Hexagon 3869">
              <a:extLst>
                <a:ext uri="{FF2B5EF4-FFF2-40B4-BE49-F238E27FC236}">
                  <a16:creationId xmlns:a16="http://schemas.microsoft.com/office/drawing/2014/main" id="{686E5F36-895B-4A71-84E7-6B06F9156437}"/>
                </a:ext>
              </a:extLst>
            </p:cNvPr>
            <p:cNvSpPr/>
            <p:nvPr/>
          </p:nvSpPr>
          <p:spPr>
            <a:xfrm>
              <a:off x="9755805" y="49894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1" name="Hexagon 3870">
              <a:extLst>
                <a:ext uri="{FF2B5EF4-FFF2-40B4-BE49-F238E27FC236}">
                  <a16:creationId xmlns:a16="http://schemas.microsoft.com/office/drawing/2014/main" id="{C33E65E8-47FB-4BF5-ABE3-BC1CAC235DF7}"/>
                </a:ext>
              </a:extLst>
            </p:cNvPr>
            <p:cNvSpPr/>
            <p:nvPr/>
          </p:nvSpPr>
          <p:spPr>
            <a:xfrm>
              <a:off x="9751042" y="51651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2" name="Hexagon 3871">
              <a:extLst>
                <a:ext uri="{FF2B5EF4-FFF2-40B4-BE49-F238E27FC236}">
                  <a16:creationId xmlns:a16="http://schemas.microsoft.com/office/drawing/2014/main" id="{EF529E82-4301-4127-A320-FFD20D2131E4}"/>
                </a:ext>
              </a:extLst>
            </p:cNvPr>
            <p:cNvSpPr/>
            <p:nvPr/>
          </p:nvSpPr>
          <p:spPr>
            <a:xfrm>
              <a:off x="9279562" y="5368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3" name="Hexagon 3872">
              <a:extLst>
                <a:ext uri="{FF2B5EF4-FFF2-40B4-BE49-F238E27FC236}">
                  <a16:creationId xmlns:a16="http://schemas.microsoft.com/office/drawing/2014/main" id="{6BD8AFD4-4204-45D5-B945-76F6AF09C822}"/>
                </a:ext>
              </a:extLst>
            </p:cNvPr>
            <p:cNvSpPr/>
            <p:nvPr/>
          </p:nvSpPr>
          <p:spPr>
            <a:xfrm>
              <a:off x="9274799" y="5543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4" name="Hexagon 3873">
              <a:extLst>
                <a:ext uri="{FF2B5EF4-FFF2-40B4-BE49-F238E27FC236}">
                  <a16:creationId xmlns:a16="http://schemas.microsoft.com/office/drawing/2014/main" id="{C42E3E78-A350-4301-BD00-ADD84D155B10}"/>
                </a:ext>
              </a:extLst>
            </p:cNvPr>
            <p:cNvSpPr/>
            <p:nvPr/>
          </p:nvSpPr>
          <p:spPr>
            <a:xfrm>
              <a:off x="9041416" y="56399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5" name="Hexagon 3874">
              <a:extLst>
                <a:ext uri="{FF2B5EF4-FFF2-40B4-BE49-F238E27FC236}">
                  <a16:creationId xmlns:a16="http://schemas.microsoft.com/office/drawing/2014/main" id="{482F7900-3139-4B82-94C9-06A765D082C8}"/>
                </a:ext>
              </a:extLst>
            </p:cNvPr>
            <p:cNvSpPr/>
            <p:nvPr/>
          </p:nvSpPr>
          <p:spPr>
            <a:xfrm>
              <a:off x="9036653" y="58155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6" name="Hexagon 3875">
              <a:extLst>
                <a:ext uri="{FF2B5EF4-FFF2-40B4-BE49-F238E27FC236}">
                  <a16:creationId xmlns:a16="http://schemas.microsoft.com/office/drawing/2014/main" id="{9A69E243-1814-47F6-A326-E4399615C55B}"/>
                </a:ext>
              </a:extLst>
            </p:cNvPr>
            <p:cNvSpPr/>
            <p:nvPr/>
          </p:nvSpPr>
          <p:spPr>
            <a:xfrm>
              <a:off x="8567548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7" name="Hexagon 3876">
              <a:extLst>
                <a:ext uri="{FF2B5EF4-FFF2-40B4-BE49-F238E27FC236}">
                  <a16:creationId xmlns:a16="http://schemas.microsoft.com/office/drawing/2014/main" id="{F895BEAB-F4B1-4B2E-9503-6F852F0E33F0}"/>
                </a:ext>
              </a:extLst>
            </p:cNvPr>
            <p:cNvSpPr/>
            <p:nvPr/>
          </p:nvSpPr>
          <p:spPr>
            <a:xfrm>
              <a:off x="8562785" y="5267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8" name="Hexagon 3877">
              <a:extLst>
                <a:ext uri="{FF2B5EF4-FFF2-40B4-BE49-F238E27FC236}">
                  <a16:creationId xmlns:a16="http://schemas.microsoft.com/office/drawing/2014/main" id="{33EB31E0-D08F-4AEC-809C-97AF608C229C}"/>
                </a:ext>
              </a:extLst>
            </p:cNvPr>
            <p:cNvSpPr/>
            <p:nvPr/>
          </p:nvSpPr>
          <p:spPr>
            <a:xfrm>
              <a:off x="8098153" y="54582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9" name="Hexagon 3878">
              <a:extLst>
                <a:ext uri="{FF2B5EF4-FFF2-40B4-BE49-F238E27FC236}">
                  <a16:creationId xmlns:a16="http://schemas.microsoft.com/office/drawing/2014/main" id="{149EA5F4-6F3A-4108-AD6A-C13735DBC45F}"/>
                </a:ext>
              </a:extLst>
            </p:cNvPr>
            <p:cNvSpPr/>
            <p:nvPr/>
          </p:nvSpPr>
          <p:spPr>
            <a:xfrm>
              <a:off x="8093390" y="563387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0" name="Hexagon 3879">
              <a:extLst>
                <a:ext uri="{FF2B5EF4-FFF2-40B4-BE49-F238E27FC236}">
                  <a16:creationId xmlns:a16="http://schemas.microsoft.com/office/drawing/2014/main" id="{7EC262A3-3C2B-44FD-BE26-3A5E5C20C2EA}"/>
                </a:ext>
              </a:extLst>
            </p:cNvPr>
            <p:cNvSpPr/>
            <p:nvPr/>
          </p:nvSpPr>
          <p:spPr>
            <a:xfrm>
              <a:off x="7864770" y="5554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1" name="Hexagon 3880">
              <a:extLst>
                <a:ext uri="{FF2B5EF4-FFF2-40B4-BE49-F238E27FC236}">
                  <a16:creationId xmlns:a16="http://schemas.microsoft.com/office/drawing/2014/main" id="{894AEA61-DE37-466B-B740-76E43226A994}"/>
                </a:ext>
              </a:extLst>
            </p:cNvPr>
            <p:cNvSpPr/>
            <p:nvPr/>
          </p:nvSpPr>
          <p:spPr>
            <a:xfrm>
              <a:off x="7860007" y="5729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2" name="Hexagon 3881">
              <a:extLst>
                <a:ext uri="{FF2B5EF4-FFF2-40B4-BE49-F238E27FC236}">
                  <a16:creationId xmlns:a16="http://schemas.microsoft.com/office/drawing/2014/main" id="{FBA49F12-447F-49FE-9158-0B91CEE2B301}"/>
                </a:ext>
              </a:extLst>
            </p:cNvPr>
            <p:cNvSpPr/>
            <p:nvPr/>
          </p:nvSpPr>
          <p:spPr>
            <a:xfrm>
              <a:off x="8098153" y="60075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3" name="Hexagon 3882">
              <a:extLst>
                <a:ext uri="{FF2B5EF4-FFF2-40B4-BE49-F238E27FC236}">
                  <a16:creationId xmlns:a16="http://schemas.microsoft.com/office/drawing/2014/main" id="{39140D8A-9590-4957-B4B7-1EE58E24A889}"/>
                </a:ext>
              </a:extLst>
            </p:cNvPr>
            <p:cNvSpPr/>
            <p:nvPr/>
          </p:nvSpPr>
          <p:spPr>
            <a:xfrm>
              <a:off x="8093390" y="61832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4" name="Hexagon 3883">
              <a:extLst>
                <a:ext uri="{FF2B5EF4-FFF2-40B4-BE49-F238E27FC236}">
                  <a16:creationId xmlns:a16="http://schemas.microsoft.com/office/drawing/2014/main" id="{E8777845-431D-4CFE-AC48-5877149012D8}"/>
                </a:ext>
              </a:extLst>
            </p:cNvPr>
            <p:cNvSpPr/>
            <p:nvPr/>
          </p:nvSpPr>
          <p:spPr>
            <a:xfrm>
              <a:off x="7860007" y="59218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5" name="Hexagon 3884">
              <a:extLst>
                <a:ext uri="{FF2B5EF4-FFF2-40B4-BE49-F238E27FC236}">
                  <a16:creationId xmlns:a16="http://schemas.microsoft.com/office/drawing/2014/main" id="{3780F280-E99C-43DB-9923-168767131C45}"/>
                </a:ext>
              </a:extLst>
            </p:cNvPr>
            <p:cNvSpPr/>
            <p:nvPr/>
          </p:nvSpPr>
          <p:spPr>
            <a:xfrm>
              <a:off x="7855244" y="60975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6" name="Hexagon 3885">
              <a:extLst>
                <a:ext uri="{FF2B5EF4-FFF2-40B4-BE49-F238E27FC236}">
                  <a16:creationId xmlns:a16="http://schemas.microsoft.com/office/drawing/2014/main" id="{B5E4158F-F93E-481B-83CE-AB2FAC77FCA0}"/>
                </a:ext>
              </a:extLst>
            </p:cNvPr>
            <p:cNvSpPr/>
            <p:nvPr/>
          </p:nvSpPr>
          <p:spPr>
            <a:xfrm>
              <a:off x="7864770" y="628898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7" name="Hexagon 3886">
              <a:extLst>
                <a:ext uri="{FF2B5EF4-FFF2-40B4-BE49-F238E27FC236}">
                  <a16:creationId xmlns:a16="http://schemas.microsoft.com/office/drawing/2014/main" id="{2B5C3B0E-3934-4FFC-8C0F-49498EA94BC8}"/>
                </a:ext>
              </a:extLst>
            </p:cNvPr>
            <p:cNvSpPr/>
            <p:nvPr/>
          </p:nvSpPr>
          <p:spPr>
            <a:xfrm>
              <a:off x="7860007" y="646463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8" name="Hexagon 3887">
              <a:extLst>
                <a:ext uri="{FF2B5EF4-FFF2-40B4-BE49-F238E27FC236}">
                  <a16:creationId xmlns:a16="http://schemas.microsoft.com/office/drawing/2014/main" id="{B5369C01-D8D6-4ABC-868B-1C085FE56489}"/>
                </a:ext>
              </a:extLst>
            </p:cNvPr>
            <p:cNvSpPr/>
            <p:nvPr/>
          </p:nvSpPr>
          <p:spPr>
            <a:xfrm>
              <a:off x="7631387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9" name="Hexagon 3888">
              <a:extLst>
                <a:ext uri="{FF2B5EF4-FFF2-40B4-BE49-F238E27FC236}">
                  <a16:creationId xmlns:a16="http://schemas.microsoft.com/office/drawing/2014/main" id="{75765E56-66B1-4E55-99DA-F8E9F443C7B1}"/>
                </a:ext>
              </a:extLst>
            </p:cNvPr>
            <p:cNvSpPr/>
            <p:nvPr/>
          </p:nvSpPr>
          <p:spPr>
            <a:xfrm>
              <a:off x="7626624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0" name="Hexagon 3889">
              <a:extLst>
                <a:ext uri="{FF2B5EF4-FFF2-40B4-BE49-F238E27FC236}">
                  <a16:creationId xmlns:a16="http://schemas.microsoft.com/office/drawing/2014/main" id="{315874CF-B01B-431C-A630-3DA78BEDD630}"/>
                </a:ext>
              </a:extLst>
            </p:cNvPr>
            <p:cNvSpPr/>
            <p:nvPr/>
          </p:nvSpPr>
          <p:spPr>
            <a:xfrm>
              <a:off x="7393241" y="60977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1" name="Hexagon 3890">
              <a:extLst>
                <a:ext uri="{FF2B5EF4-FFF2-40B4-BE49-F238E27FC236}">
                  <a16:creationId xmlns:a16="http://schemas.microsoft.com/office/drawing/2014/main" id="{9EB8CDAF-5371-4F9D-8340-F58BFDEA6845}"/>
                </a:ext>
              </a:extLst>
            </p:cNvPr>
            <p:cNvSpPr/>
            <p:nvPr/>
          </p:nvSpPr>
          <p:spPr>
            <a:xfrm>
              <a:off x="7388478" y="62733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2" name="Hexagon 3891">
              <a:extLst>
                <a:ext uri="{FF2B5EF4-FFF2-40B4-BE49-F238E27FC236}">
                  <a16:creationId xmlns:a16="http://schemas.microsoft.com/office/drawing/2014/main" id="{A955F34A-E458-4B45-B8C7-D61468FBED9A}"/>
                </a:ext>
              </a:extLst>
            </p:cNvPr>
            <p:cNvSpPr/>
            <p:nvPr/>
          </p:nvSpPr>
          <p:spPr>
            <a:xfrm>
              <a:off x="6920868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3" name="Hexagon 3892">
              <a:extLst>
                <a:ext uri="{FF2B5EF4-FFF2-40B4-BE49-F238E27FC236}">
                  <a16:creationId xmlns:a16="http://schemas.microsoft.com/office/drawing/2014/main" id="{8F8FAE68-A89E-4288-B503-54679E7891A2}"/>
                </a:ext>
              </a:extLst>
            </p:cNvPr>
            <p:cNvSpPr/>
            <p:nvPr/>
          </p:nvSpPr>
          <p:spPr>
            <a:xfrm>
              <a:off x="6916105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4" name="Hexagon 3893">
              <a:extLst>
                <a:ext uri="{FF2B5EF4-FFF2-40B4-BE49-F238E27FC236}">
                  <a16:creationId xmlns:a16="http://schemas.microsoft.com/office/drawing/2014/main" id="{7FCC8B1F-5559-4B9C-BFED-56426592D3AC}"/>
                </a:ext>
              </a:extLst>
            </p:cNvPr>
            <p:cNvSpPr/>
            <p:nvPr/>
          </p:nvSpPr>
          <p:spPr>
            <a:xfrm>
              <a:off x="6687094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5" name="Hexagon 3894">
              <a:extLst>
                <a:ext uri="{FF2B5EF4-FFF2-40B4-BE49-F238E27FC236}">
                  <a16:creationId xmlns:a16="http://schemas.microsoft.com/office/drawing/2014/main" id="{C2CA16A2-8779-4EBA-86DD-EF67ACE4DE66}"/>
                </a:ext>
              </a:extLst>
            </p:cNvPr>
            <p:cNvSpPr/>
            <p:nvPr/>
          </p:nvSpPr>
          <p:spPr>
            <a:xfrm>
              <a:off x="6682331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6" name="Hexagon 3895">
              <a:extLst>
                <a:ext uri="{FF2B5EF4-FFF2-40B4-BE49-F238E27FC236}">
                  <a16:creationId xmlns:a16="http://schemas.microsoft.com/office/drawing/2014/main" id="{96A292E5-3AF4-4ABF-B60F-9C6BA557E078}"/>
                </a:ext>
              </a:extLst>
            </p:cNvPr>
            <p:cNvSpPr/>
            <p:nvPr/>
          </p:nvSpPr>
          <p:spPr>
            <a:xfrm>
              <a:off x="6210349" y="619954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7" name="Hexagon 3896">
              <a:extLst>
                <a:ext uri="{FF2B5EF4-FFF2-40B4-BE49-F238E27FC236}">
                  <a16:creationId xmlns:a16="http://schemas.microsoft.com/office/drawing/2014/main" id="{8E8605B3-81C9-4CC3-B6A5-A11A567CE6ED}"/>
                </a:ext>
              </a:extLst>
            </p:cNvPr>
            <p:cNvSpPr/>
            <p:nvPr/>
          </p:nvSpPr>
          <p:spPr>
            <a:xfrm>
              <a:off x="6205586" y="637519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8" name="Hexagon 3897">
              <a:extLst>
                <a:ext uri="{FF2B5EF4-FFF2-40B4-BE49-F238E27FC236}">
                  <a16:creationId xmlns:a16="http://schemas.microsoft.com/office/drawing/2014/main" id="{B08F4A42-590F-4B2B-9164-0A4C68339EC8}"/>
                </a:ext>
              </a:extLst>
            </p:cNvPr>
            <p:cNvSpPr/>
            <p:nvPr/>
          </p:nvSpPr>
          <p:spPr>
            <a:xfrm>
              <a:off x="5974163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9" name="Hexagon 3898">
              <a:extLst>
                <a:ext uri="{FF2B5EF4-FFF2-40B4-BE49-F238E27FC236}">
                  <a16:creationId xmlns:a16="http://schemas.microsoft.com/office/drawing/2014/main" id="{9B4E797A-E117-43E7-9DFC-E55A7777B809}"/>
                </a:ext>
              </a:extLst>
            </p:cNvPr>
            <p:cNvSpPr/>
            <p:nvPr/>
          </p:nvSpPr>
          <p:spPr>
            <a:xfrm>
              <a:off x="5969400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0" name="Hexagon 3899">
              <a:extLst>
                <a:ext uri="{FF2B5EF4-FFF2-40B4-BE49-F238E27FC236}">
                  <a16:creationId xmlns:a16="http://schemas.microsoft.com/office/drawing/2014/main" id="{5706AD69-A5FD-4105-BA37-92FEB35F985A}"/>
                </a:ext>
              </a:extLst>
            </p:cNvPr>
            <p:cNvSpPr/>
            <p:nvPr/>
          </p:nvSpPr>
          <p:spPr>
            <a:xfrm>
              <a:off x="5969400" y="57423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1" name="Hexagon 3900">
              <a:extLst>
                <a:ext uri="{FF2B5EF4-FFF2-40B4-BE49-F238E27FC236}">
                  <a16:creationId xmlns:a16="http://schemas.microsoft.com/office/drawing/2014/main" id="{6169133B-FE8C-408E-B871-12BA3F5B40A8}"/>
                </a:ext>
              </a:extLst>
            </p:cNvPr>
            <p:cNvSpPr/>
            <p:nvPr/>
          </p:nvSpPr>
          <p:spPr>
            <a:xfrm>
              <a:off x="5964637" y="59179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2" name="Hexagon 3901">
              <a:extLst>
                <a:ext uri="{FF2B5EF4-FFF2-40B4-BE49-F238E27FC236}">
                  <a16:creationId xmlns:a16="http://schemas.microsoft.com/office/drawing/2014/main" id="{FAED2394-3BE6-41AA-BDF6-D8A04F1D005B}"/>
                </a:ext>
              </a:extLst>
            </p:cNvPr>
            <p:cNvSpPr/>
            <p:nvPr/>
          </p:nvSpPr>
          <p:spPr>
            <a:xfrm>
              <a:off x="5733214" y="63717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3" name="Hexagon 3902">
              <a:extLst>
                <a:ext uri="{FF2B5EF4-FFF2-40B4-BE49-F238E27FC236}">
                  <a16:creationId xmlns:a16="http://schemas.microsoft.com/office/drawing/2014/main" id="{A2814D68-5C10-48B4-9B55-60E67192010B}"/>
                </a:ext>
              </a:extLst>
            </p:cNvPr>
            <p:cNvSpPr/>
            <p:nvPr/>
          </p:nvSpPr>
          <p:spPr>
            <a:xfrm>
              <a:off x="5728451" y="654736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4" name="Hexagon 3903">
              <a:extLst>
                <a:ext uri="{FF2B5EF4-FFF2-40B4-BE49-F238E27FC236}">
                  <a16:creationId xmlns:a16="http://schemas.microsoft.com/office/drawing/2014/main" id="{3A22A410-8C05-4A8A-A26B-A6EE6A1FC7BB}"/>
                </a:ext>
              </a:extLst>
            </p:cNvPr>
            <p:cNvSpPr/>
            <p:nvPr/>
          </p:nvSpPr>
          <p:spPr>
            <a:xfrm>
              <a:off x="6443732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5" name="Hexagon 3904">
              <a:extLst>
                <a:ext uri="{FF2B5EF4-FFF2-40B4-BE49-F238E27FC236}">
                  <a16:creationId xmlns:a16="http://schemas.microsoft.com/office/drawing/2014/main" id="{EC62CEA0-E713-467D-B4CA-F3C23B8519AE}"/>
                </a:ext>
              </a:extLst>
            </p:cNvPr>
            <p:cNvSpPr/>
            <p:nvPr/>
          </p:nvSpPr>
          <p:spPr>
            <a:xfrm>
              <a:off x="6438969" y="665365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6" name="Hexagon 3905">
              <a:extLst>
                <a:ext uri="{FF2B5EF4-FFF2-40B4-BE49-F238E27FC236}">
                  <a16:creationId xmlns:a16="http://schemas.microsoft.com/office/drawing/2014/main" id="{A3E70096-0AE8-46F5-9522-103E051F637B}"/>
                </a:ext>
              </a:extLst>
            </p:cNvPr>
            <p:cNvSpPr/>
            <p:nvPr/>
          </p:nvSpPr>
          <p:spPr>
            <a:xfrm>
              <a:off x="6920868" y="665018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7" name="Hexagon 3906">
              <a:extLst>
                <a:ext uri="{FF2B5EF4-FFF2-40B4-BE49-F238E27FC236}">
                  <a16:creationId xmlns:a16="http://schemas.microsoft.com/office/drawing/2014/main" id="{EC7A314C-002A-48C0-A716-4BB7BA9219EA}"/>
                </a:ext>
              </a:extLst>
            </p:cNvPr>
            <p:cNvSpPr/>
            <p:nvPr/>
          </p:nvSpPr>
          <p:spPr>
            <a:xfrm>
              <a:off x="6916105" y="682583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8" name="Hexagon 3907">
              <a:extLst>
                <a:ext uri="{FF2B5EF4-FFF2-40B4-BE49-F238E27FC236}">
                  <a16:creationId xmlns:a16="http://schemas.microsoft.com/office/drawing/2014/main" id="{FD2F7C1D-3C53-4AB3-91F5-736A191DC0E1}"/>
                </a:ext>
              </a:extLst>
            </p:cNvPr>
            <p:cNvSpPr/>
            <p:nvPr/>
          </p:nvSpPr>
          <p:spPr>
            <a:xfrm>
              <a:off x="7159014" y="65541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9" name="Hexagon 3908">
              <a:extLst>
                <a:ext uri="{FF2B5EF4-FFF2-40B4-BE49-F238E27FC236}">
                  <a16:creationId xmlns:a16="http://schemas.microsoft.com/office/drawing/2014/main" id="{5D1EEA02-09BE-4F81-8AF0-FB4782CD91F4}"/>
                </a:ext>
              </a:extLst>
            </p:cNvPr>
            <p:cNvSpPr/>
            <p:nvPr/>
          </p:nvSpPr>
          <p:spPr>
            <a:xfrm>
              <a:off x="7154251" y="672984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0" name="Hexagon 3909">
              <a:extLst>
                <a:ext uri="{FF2B5EF4-FFF2-40B4-BE49-F238E27FC236}">
                  <a16:creationId xmlns:a16="http://schemas.microsoft.com/office/drawing/2014/main" id="{6014F808-C297-4277-B187-E54B8DE77669}"/>
                </a:ext>
              </a:extLst>
            </p:cNvPr>
            <p:cNvSpPr/>
            <p:nvPr/>
          </p:nvSpPr>
          <p:spPr>
            <a:xfrm>
              <a:off x="7149597" y="563040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1" name="Hexagon 3910">
              <a:extLst>
                <a:ext uri="{FF2B5EF4-FFF2-40B4-BE49-F238E27FC236}">
                  <a16:creationId xmlns:a16="http://schemas.microsoft.com/office/drawing/2014/main" id="{890C8DF4-29FA-44FF-BA98-5774556BA344}"/>
                </a:ext>
              </a:extLst>
            </p:cNvPr>
            <p:cNvSpPr/>
            <p:nvPr/>
          </p:nvSpPr>
          <p:spPr>
            <a:xfrm>
              <a:off x="7144834" y="580605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2" name="Hexagon 3911">
              <a:extLst>
                <a:ext uri="{FF2B5EF4-FFF2-40B4-BE49-F238E27FC236}">
                  <a16:creationId xmlns:a16="http://schemas.microsoft.com/office/drawing/2014/main" id="{89F61150-32F5-4E09-BCDF-6825BC1BFA3C}"/>
                </a:ext>
              </a:extLst>
            </p:cNvPr>
            <p:cNvSpPr/>
            <p:nvPr/>
          </p:nvSpPr>
          <p:spPr>
            <a:xfrm>
              <a:off x="7392041" y="536592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3" name="Hexagon 3912">
              <a:extLst>
                <a:ext uri="{FF2B5EF4-FFF2-40B4-BE49-F238E27FC236}">
                  <a16:creationId xmlns:a16="http://schemas.microsoft.com/office/drawing/2014/main" id="{FDBBB59E-903C-441C-8E24-E402B71A9CE9}"/>
                </a:ext>
              </a:extLst>
            </p:cNvPr>
            <p:cNvSpPr/>
            <p:nvPr/>
          </p:nvSpPr>
          <p:spPr>
            <a:xfrm>
              <a:off x="7387278" y="554157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4" name="Hexagon 3913">
              <a:extLst>
                <a:ext uri="{FF2B5EF4-FFF2-40B4-BE49-F238E27FC236}">
                  <a16:creationId xmlns:a16="http://schemas.microsoft.com/office/drawing/2014/main" id="{8576A434-9BC9-499B-A337-5FC3CF4FF7A6}"/>
                </a:ext>
              </a:extLst>
            </p:cNvPr>
            <p:cNvSpPr/>
            <p:nvPr/>
          </p:nvSpPr>
          <p:spPr>
            <a:xfrm>
              <a:off x="8094628" y="4721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5" name="Hexagon 3914">
              <a:extLst>
                <a:ext uri="{FF2B5EF4-FFF2-40B4-BE49-F238E27FC236}">
                  <a16:creationId xmlns:a16="http://schemas.microsoft.com/office/drawing/2014/main" id="{2194FFD2-7938-4BE4-9091-6752512B745D}"/>
                </a:ext>
              </a:extLst>
            </p:cNvPr>
            <p:cNvSpPr/>
            <p:nvPr/>
          </p:nvSpPr>
          <p:spPr>
            <a:xfrm>
              <a:off x="8089865" y="4896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6" name="Hexagon 3915">
              <a:extLst>
                <a:ext uri="{FF2B5EF4-FFF2-40B4-BE49-F238E27FC236}">
                  <a16:creationId xmlns:a16="http://schemas.microsoft.com/office/drawing/2014/main" id="{0D2AD2DB-1DEE-40CC-9788-9D41E2D5BD6B}"/>
                </a:ext>
              </a:extLst>
            </p:cNvPr>
            <p:cNvSpPr/>
            <p:nvPr/>
          </p:nvSpPr>
          <p:spPr>
            <a:xfrm>
              <a:off x="8569592" y="4353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7" name="Hexagon 3916">
              <a:extLst>
                <a:ext uri="{FF2B5EF4-FFF2-40B4-BE49-F238E27FC236}">
                  <a16:creationId xmlns:a16="http://schemas.microsoft.com/office/drawing/2014/main" id="{AFE81AFB-3F1D-4FB1-986E-124627F98105}"/>
                </a:ext>
              </a:extLst>
            </p:cNvPr>
            <p:cNvSpPr/>
            <p:nvPr/>
          </p:nvSpPr>
          <p:spPr>
            <a:xfrm>
              <a:off x="8564829" y="4529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8" name="Hexagon 3917">
              <a:extLst>
                <a:ext uri="{FF2B5EF4-FFF2-40B4-BE49-F238E27FC236}">
                  <a16:creationId xmlns:a16="http://schemas.microsoft.com/office/drawing/2014/main" id="{E6C02CB4-F423-4905-9C6B-C6CBB23A9142}"/>
                </a:ext>
              </a:extLst>
            </p:cNvPr>
            <p:cNvSpPr/>
            <p:nvPr/>
          </p:nvSpPr>
          <p:spPr>
            <a:xfrm>
              <a:off x="7609960" y="453127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9" name="Hexagon 3918">
              <a:extLst>
                <a:ext uri="{FF2B5EF4-FFF2-40B4-BE49-F238E27FC236}">
                  <a16:creationId xmlns:a16="http://schemas.microsoft.com/office/drawing/2014/main" id="{0F8EE5BF-9C5B-4C9C-ACE7-4AC3F6052488}"/>
                </a:ext>
              </a:extLst>
            </p:cNvPr>
            <p:cNvSpPr/>
            <p:nvPr/>
          </p:nvSpPr>
          <p:spPr>
            <a:xfrm>
              <a:off x="7613807" y="470940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0" name="Hexagon 3919">
              <a:extLst>
                <a:ext uri="{FF2B5EF4-FFF2-40B4-BE49-F238E27FC236}">
                  <a16:creationId xmlns:a16="http://schemas.microsoft.com/office/drawing/2014/main" id="{4981CBB1-BADC-4ECC-9BA2-A97926CCC04D}"/>
                </a:ext>
              </a:extLst>
            </p:cNvPr>
            <p:cNvSpPr/>
            <p:nvPr/>
          </p:nvSpPr>
          <p:spPr>
            <a:xfrm>
              <a:off x="7145121" y="472388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1" name="Hexagon 3920">
              <a:extLst>
                <a:ext uri="{FF2B5EF4-FFF2-40B4-BE49-F238E27FC236}">
                  <a16:creationId xmlns:a16="http://schemas.microsoft.com/office/drawing/2014/main" id="{BE9C9B57-0D8F-4025-9513-F1A8C6EB899F}"/>
                </a:ext>
              </a:extLst>
            </p:cNvPr>
            <p:cNvSpPr/>
            <p:nvPr/>
          </p:nvSpPr>
          <p:spPr>
            <a:xfrm>
              <a:off x="7140358" y="489953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2" name="Hexagon 3921">
              <a:extLst>
                <a:ext uri="{FF2B5EF4-FFF2-40B4-BE49-F238E27FC236}">
                  <a16:creationId xmlns:a16="http://schemas.microsoft.com/office/drawing/2014/main" id="{64EB3F20-1AD0-48CE-B180-936D2D64F2F7}"/>
                </a:ext>
              </a:extLst>
            </p:cNvPr>
            <p:cNvSpPr/>
            <p:nvPr/>
          </p:nvSpPr>
          <p:spPr>
            <a:xfrm>
              <a:off x="6911591" y="44449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3" name="Hexagon 3922">
              <a:extLst>
                <a:ext uri="{FF2B5EF4-FFF2-40B4-BE49-F238E27FC236}">
                  <a16:creationId xmlns:a16="http://schemas.microsoft.com/office/drawing/2014/main" id="{9CE39D03-46AD-4786-ACCC-EFE9C9AA9026}"/>
                </a:ext>
              </a:extLst>
            </p:cNvPr>
            <p:cNvSpPr/>
            <p:nvPr/>
          </p:nvSpPr>
          <p:spPr>
            <a:xfrm>
              <a:off x="6906828" y="462055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4" name="Hexagon 3923">
              <a:extLst>
                <a:ext uri="{FF2B5EF4-FFF2-40B4-BE49-F238E27FC236}">
                  <a16:creationId xmlns:a16="http://schemas.microsoft.com/office/drawing/2014/main" id="{FDF7F2AE-43A5-46C8-83DD-70ECA93B8076}"/>
                </a:ext>
              </a:extLst>
            </p:cNvPr>
            <p:cNvSpPr/>
            <p:nvPr/>
          </p:nvSpPr>
          <p:spPr>
            <a:xfrm>
              <a:off x="7149597" y="416896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5" name="Hexagon 3924">
              <a:extLst>
                <a:ext uri="{FF2B5EF4-FFF2-40B4-BE49-F238E27FC236}">
                  <a16:creationId xmlns:a16="http://schemas.microsoft.com/office/drawing/2014/main" id="{9456F8BB-D126-4A45-BD05-EDB5E0B0395C}"/>
                </a:ext>
              </a:extLst>
            </p:cNvPr>
            <p:cNvSpPr/>
            <p:nvPr/>
          </p:nvSpPr>
          <p:spPr>
            <a:xfrm>
              <a:off x="7144834" y="43446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6" name="Hexagon 3925">
              <a:extLst>
                <a:ext uri="{FF2B5EF4-FFF2-40B4-BE49-F238E27FC236}">
                  <a16:creationId xmlns:a16="http://schemas.microsoft.com/office/drawing/2014/main" id="{A91DAC53-359E-46B1-8E11-CF0C048CCC15}"/>
                </a:ext>
              </a:extLst>
            </p:cNvPr>
            <p:cNvSpPr/>
            <p:nvPr/>
          </p:nvSpPr>
          <p:spPr>
            <a:xfrm>
              <a:off x="6920868" y="388956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7" name="Hexagon 3926">
              <a:extLst>
                <a:ext uri="{FF2B5EF4-FFF2-40B4-BE49-F238E27FC236}">
                  <a16:creationId xmlns:a16="http://schemas.microsoft.com/office/drawing/2014/main" id="{9659A879-F2F9-4DE5-98A2-27E4B0AE14B0}"/>
                </a:ext>
              </a:extLst>
            </p:cNvPr>
            <p:cNvSpPr/>
            <p:nvPr/>
          </p:nvSpPr>
          <p:spPr>
            <a:xfrm>
              <a:off x="6916105" y="406521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8" name="Hexagon 3927">
              <a:extLst>
                <a:ext uri="{FF2B5EF4-FFF2-40B4-BE49-F238E27FC236}">
                  <a16:creationId xmlns:a16="http://schemas.microsoft.com/office/drawing/2014/main" id="{0AD270BB-8C89-4ED8-B3A2-0F80F214F642}"/>
                </a:ext>
              </a:extLst>
            </p:cNvPr>
            <p:cNvSpPr/>
            <p:nvPr/>
          </p:nvSpPr>
          <p:spPr>
            <a:xfrm>
              <a:off x="6677486" y="398555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9" name="Hexagon 3928">
              <a:extLst>
                <a:ext uri="{FF2B5EF4-FFF2-40B4-BE49-F238E27FC236}">
                  <a16:creationId xmlns:a16="http://schemas.microsoft.com/office/drawing/2014/main" id="{8F3CF8DD-EB5B-43B5-A0D1-67B3123CC9CE}"/>
                </a:ext>
              </a:extLst>
            </p:cNvPr>
            <p:cNvSpPr/>
            <p:nvPr/>
          </p:nvSpPr>
          <p:spPr>
            <a:xfrm>
              <a:off x="6672723" y="416120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0" name="Hexagon 3929">
              <a:extLst>
                <a:ext uri="{FF2B5EF4-FFF2-40B4-BE49-F238E27FC236}">
                  <a16:creationId xmlns:a16="http://schemas.microsoft.com/office/drawing/2014/main" id="{DCED7240-8E71-47C0-AF11-F426F9D68D11}"/>
                </a:ext>
              </a:extLst>
            </p:cNvPr>
            <p:cNvSpPr/>
            <p:nvPr/>
          </p:nvSpPr>
          <p:spPr>
            <a:xfrm>
              <a:off x="6435305" y="4261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1" name="Hexagon 3930">
              <a:extLst>
                <a:ext uri="{FF2B5EF4-FFF2-40B4-BE49-F238E27FC236}">
                  <a16:creationId xmlns:a16="http://schemas.microsoft.com/office/drawing/2014/main" id="{2FC6BBFB-A55F-4FED-8832-1D9C3A5730A2}"/>
                </a:ext>
              </a:extLst>
            </p:cNvPr>
            <p:cNvSpPr/>
            <p:nvPr/>
          </p:nvSpPr>
          <p:spPr>
            <a:xfrm>
              <a:off x="6430542" y="4436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2" name="Hexagon 3931">
              <a:extLst>
                <a:ext uri="{FF2B5EF4-FFF2-40B4-BE49-F238E27FC236}">
                  <a16:creationId xmlns:a16="http://schemas.microsoft.com/office/drawing/2014/main" id="{267595C4-1B6A-43B7-94BA-DD03DECB8CAB}"/>
                </a:ext>
              </a:extLst>
            </p:cNvPr>
            <p:cNvSpPr/>
            <p:nvPr/>
          </p:nvSpPr>
          <p:spPr>
            <a:xfrm>
              <a:off x="6430216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3" name="Hexagon 3932">
              <a:extLst>
                <a:ext uri="{FF2B5EF4-FFF2-40B4-BE49-F238E27FC236}">
                  <a16:creationId xmlns:a16="http://schemas.microsoft.com/office/drawing/2014/main" id="{61232D28-E779-4F7B-8406-057448F3DDDA}"/>
                </a:ext>
              </a:extLst>
            </p:cNvPr>
            <p:cNvSpPr/>
            <p:nvPr/>
          </p:nvSpPr>
          <p:spPr>
            <a:xfrm>
              <a:off x="6425453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4" name="Hexagon 3933">
              <a:extLst>
                <a:ext uri="{FF2B5EF4-FFF2-40B4-BE49-F238E27FC236}">
                  <a16:creationId xmlns:a16="http://schemas.microsoft.com/office/drawing/2014/main" id="{1E7E2968-B444-474D-B140-AE5CA8C96A91}"/>
                </a:ext>
              </a:extLst>
            </p:cNvPr>
            <p:cNvSpPr/>
            <p:nvPr/>
          </p:nvSpPr>
          <p:spPr>
            <a:xfrm>
              <a:off x="6195614" y="45329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5" name="Hexagon 3934">
              <a:extLst>
                <a:ext uri="{FF2B5EF4-FFF2-40B4-BE49-F238E27FC236}">
                  <a16:creationId xmlns:a16="http://schemas.microsoft.com/office/drawing/2014/main" id="{435B1E5C-54D9-4B42-86C3-C1A25AABA773}"/>
                </a:ext>
              </a:extLst>
            </p:cNvPr>
            <p:cNvSpPr/>
            <p:nvPr/>
          </p:nvSpPr>
          <p:spPr>
            <a:xfrm>
              <a:off x="6190851" y="47085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6" name="Hexagon 3935">
              <a:extLst>
                <a:ext uri="{FF2B5EF4-FFF2-40B4-BE49-F238E27FC236}">
                  <a16:creationId xmlns:a16="http://schemas.microsoft.com/office/drawing/2014/main" id="{46012C5C-E8BC-485B-8E2E-7E88D2C1062D}"/>
                </a:ext>
              </a:extLst>
            </p:cNvPr>
            <p:cNvSpPr/>
            <p:nvPr/>
          </p:nvSpPr>
          <p:spPr>
            <a:xfrm>
              <a:off x="6198272" y="49073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7" name="Hexagon 3936">
              <a:extLst>
                <a:ext uri="{FF2B5EF4-FFF2-40B4-BE49-F238E27FC236}">
                  <a16:creationId xmlns:a16="http://schemas.microsoft.com/office/drawing/2014/main" id="{6C20DEB3-20CD-4C25-835E-346AFF341463}"/>
                </a:ext>
              </a:extLst>
            </p:cNvPr>
            <p:cNvSpPr/>
            <p:nvPr/>
          </p:nvSpPr>
          <p:spPr>
            <a:xfrm>
              <a:off x="6193509" y="50830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8" name="Hexagon 3937">
              <a:extLst>
                <a:ext uri="{FF2B5EF4-FFF2-40B4-BE49-F238E27FC236}">
                  <a16:creationId xmlns:a16="http://schemas.microsoft.com/office/drawing/2014/main" id="{59BEA7C2-81DF-43EE-8458-90221EDA6307}"/>
                </a:ext>
              </a:extLst>
            </p:cNvPr>
            <p:cNvSpPr/>
            <p:nvPr/>
          </p:nvSpPr>
          <p:spPr>
            <a:xfrm>
              <a:off x="5962190" y="46253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9" name="Hexagon 3938">
              <a:extLst>
                <a:ext uri="{FF2B5EF4-FFF2-40B4-BE49-F238E27FC236}">
                  <a16:creationId xmlns:a16="http://schemas.microsoft.com/office/drawing/2014/main" id="{2D99230B-B980-4B23-B4A2-153D55CC8373}"/>
                </a:ext>
              </a:extLst>
            </p:cNvPr>
            <p:cNvSpPr/>
            <p:nvPr/>
          </p:nvSpPr>
          <p:spPr>
            <a:xfrm>
              <a:off x="5957427" y="48009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0" name="Hexagon 3939">
              <a:extLst>
                <a:ext uri="{FF2B5EF4-FFF2-40B4-BE49-F238E27FC236}">
                  <a16:creationId xmlns:a16="http://schemas.microsoft.com/office/drawing/2014/main" id="{EC5866A9-2F8B-416F-9A68-99F141423B32}"/>
                </a:ext>
              </a:extLst>
            </p:cNvPr>
            <p:cNvSpPr/>
            <p:nvPr/>
          </p:nvSpPr>
          <p:spPr>
            <a:xfrm>
              <a:off x="5969400" y="53662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1" name="Hexagon 3940">
              <a:extLst>
                <a:ext uri="{FF2B5EF4-FFF2-40B4-BE49-F238E27FC236}">
                  <a16:creationId xmlns:a16="http://schemas.microsoft.com/office/drawing/2014/main" id="{97635FB7-1C77-4397-9173-F57060EB60BD}"/>
                </a:ext>
              </a:extLst>
            </p:cNvPr>
            <p:cNvSpPr/>
            <p:nvPr/>
          </p:nvSpPr>
          <p:spPr>
            <a:xfrm>
              <a:off x="5964637" y="55418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2" name="Hexagon 3941">
              <a:extLst>
                <a:ext uri="{FF2B5EF4-FFF2-40B4-BE49-F238E27FC236}">
                  <a16:creationId xmlns:a16="http://schemas.microsoft.com/office/drawing/2014/main" id="{955A46D8-F8B6-4F16-81C1-37882447BF3B}"/>
                </a:ext>
              </a:extLst>
            </p:cNvPr>
            <p:cNvSpPr/>
            <p:nvPr/>
          </p:nvSpPr>
          <p:spPr>
            <a:xfrm>
              <a:off x="6915049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3" name="Hexagon 3942">
              <a:extLst>
                <a:ext uri="{FF2B5EF4-FFF2-40B4-BE49-F238E27FC236}">
                  <a16:creationId xmlns:a16="http://schemas.microsoft.com/office/drawing/2014/main" id="{42073917-02C8-4719-B679-B5FC79E5FE3F}"/>
                </a:ext>
              </a:extLst>
            </p:cNvPr>
            <p:cNvSpPr/>
            <p:nvPr/>
          </p:nvSpPr>
          <p:spPr>
            <a:xfrm>
              <a:off x="6910286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4" name="Hexagon 3943">
              <a:extLst>
                <a:ext uri="{FF2B5EF4-FFF2-40B4-BE49-F238E27FC236}">
                  <a16:creationId xmlns:a16="http://schemas.microsoft.com/office/drawing/2014/main" id="{F64C032E-DBC7-4A42-A6B0-9D32E72C00D5}"/>
                </a:ext>
              </a:extLst>
            </p:cNvPr>
            <p:cNvSpPr/>
            <p:nvPr/>
          </p:nvSpPr>
          <p:spPr>
            <a:xfrm>
              <a:off x="6680027" y="52766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5" name="Hexagon 3944">
              <a:extLst>
                <a:ext uri="{FF2B5EF4-FFF2-40B4-BE49-F238E27FC236}">
                  <a16:creationId xmlns:a16="http://schemas.microsoft.com/office/drawing/2014/main" id="{D04579D3-032F-4C47-96D2-41CB920BF2A3}"/>
                </a:ext>
              </a:extLst>
            </p:cNvPr>
            <p:cNvSpPr/>
            <p:nvPr/>
          </p:nvSpPr>
          <p:spPr>
            <a:xfrm>
              <a:off x="6675264" y="545233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6" name="Hexagon 3945">
              <a:extLst>
                <a:ext uri="{FF2B5EF4-FFF2-40B4-BE49-F238E27FC236}">
                  <a16:creationId xmlns:a16="http://schemas.microsoft.com/office/drawing/2014/main" id="{8E24756F-7FAA-41DD-8612-DEE15596691A}"/>
                </a:ext>
              </a:extLst>
            </p:cNvPr>
            <p:cNvSpPr/>
            <p:nvPr/>
          </p:nvSpPr>
          <p:spPr>
            <a:xfrm>
              <a:off x="5495129" y="463268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7" name="Hexagon 3946">
              <a:extLst>
                <a:ext uri="{FF2B5EF4-FFF2-40B4-BE49-F238E27FC236}">
                  <a16:creationId xmlns:a16="http://schemas.microsoft.com/office/drawing/2014/main" id="{88FC88A2-3CFB-4B61-A3D1-EA82BC05D25B}"/>
                </a:ext>
              </a:extLst>
            </p:cNvPr>
            <p:cNvSpPr/>
            <p:nvPr/>
          </p:nvSpPr>
          <p:spPr>
            <a:xfrm>
              <a:off x="5490366" y="48083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8" name="Hexagon 3947">
              <a:extLst>
                <a:ext uri="{FF2B5EF4-FFF2-40B4-BE49-F238E27FC236}">
                  <a16:creationId xmlns:a16="http://schemas.microsoft.com/office/drawing/2014/main" id="{6A8FFFE3-9240-4A7A-B442-7190EB94A621}"/>
                </a:ext>
              </a:extLst>
            </p:cNvPr>
            <p:cNvSpPr/>
            <p:nvPr/>
          </p:nvSpPr>
          <p:spPr>
            <a:xfrm>
              <a:off x="5260042" y="472490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9" name="Hexagon 3948">
              <a:extLst>
                <a:ext uri="{FF2B5EF4-FFF2-40B4-BE49-F238E27FC236}">
                  <a16:creationId xmlns:a16="http://schemas.microsoft.com/office/drawing/2014/main" id="{E4E5D669-1341-4E60-8332-E5BCBFEDF335}"/>
                </a:ext>
              </a:extLst>
            </p:cNvPr>
            <p:cNvSpPr/>
            <p:nvPr/>
          </p:nvSpPr>
          <p:spPr>
            <a:xfrm>
              <a:off x="5255279" y="490055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0" name="Hexagon 3949">
              <a:extLst>
                <a:ext uri="{FF2B5EF4-FFF2-40B4-BE49-F238E27FC236}">
                  <a16:creationId xmlns:a16="http://schemas.microsoft.com/office/drawing/2014/main" id="{55D0564E-648E-48BE-AECE-650A00FADC5C}"/>
                </a:ext>
              </a:extLst>
            </p:cNvPr>
            <p:cNvSpPr/>
            <p:nvPr/>
          </p:nvSpPr>
          <p:spPr>
            <a:xfrm>
              <a:off x="5022209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1" name="Hexagon 3950">
              <a:extLst>
                <a:ext uri="{FF2B5EF4-FFF2-40B4-BE49-F238E27FC236}">
                  <a16:creationId xmlns:a16="http://schemas.microsoft.com/office/drawing/2014/main" id="{6343355E-94B0-4303-A2F5-779F1932064B}"/>
                </a:ext>
              </a:extLst>
            </p:cNvPr>
            <p:cNvSpPr/>
            <p:nvPr/>
          </p:nvSpPr>
          <p:spPr>
            <a:xfrm>
              <a:off x="5017446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2" name="Hexagon 3951">
              <a:extLst>
                <a:ext uri="{FF2B5EF4-FFF2-40B4-BE49-F238E27FC236}">
                  <a16:creationId xmlns:a16="http://schemas.microsoft.com/office/drawing/2014/main" id="{B4B51AD0-FB08-4DBD-9049-204308AC6B9D}"/>
                </a:ext>
              </a:extLst>
            </p:cNvPr>
            <p:cNvSpPr/>
            <p:nvPr/>
          </p:nvSpPr>
          <p:spPr>
            <a:xfrm>
              <a:off x="4779193" y="49108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3" name="Hexagon 3952">
              <a:extLst>
                <a:ext uri="{FF2B5EF4-FFF2-40B4-BE49-F238E27FC236}">
                  <a16:creationId xmlns:a16="http://schemas.microsoft.com/office/drawing/2014/main" id="{543DB04A-EFC9-4B8A-98D9-BC5C3D647726}"/>
                </a:ext>
              </a:extLst>
            </p:cNvPr>
            <p:cNvSpPr/>
            <p:nvPr/>
          </p:nvSpPr>
          <p:spPr>
            <a:xfrm>
              <a:off x="4774430" y="50865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4" name="Hexagon 3953">
              <a:extLst>
                <a:ext uri="{FF2B5EF4-FFF2-40B4-BE49-F238E27FC236}">
                  <a16:creationId xmlns:a16="http://schemas.microsoft.com/office/drawing/2014/main" id="{364049FB-E0CC-4E58-82C2-75A385347D8B}"/>
                </a:ext>
              </a:extLst>
            </p:cNvPr>
            <p:cNvSpPr/>
            <p:nvPr/>
          </p:nvSpPr>
          <p:spPr>
            <a:xfrm>
              <a:off x="4543455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5" name="Hexagon 3954">
              <a:extLst>
                <a:ext uri="{FF2B5EF4-FFF2-40B4-BE49-F238E27FC236}">
                  <a16:creationId xmlns:a16="http://schemas.microsoft.com/office/drawing/2014/main" id="{2E793A26-BFF2-460F-92C8-B008EAD7D38E}"/>
                </a:ext>
              </a:extLst>
            </p:cNvPr>
            <p:cNvSpPr/>
            <p:nvPr/>
          </p:nvSpPr>
          <p:spPr>
            <a:xfrm>
              <a:off x="4538692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6" name="Hexagon 3955">
              <a:extLst>
                <a:ext uri="{FF2B5EF4-FFF2-40B4-BE49-F238E27FC236}">
                  <a16:creationId xmlns:a16="http://schemas.microsoft.com/office/drawing/2014/main" id="{640B73B9-AB12-4384-8623-C6DD8902587A}"/>
                </a:ext>
              </a:extLst>
            </p:cNvPr>
            <p:cNvSpPr/>
            <p:nvPr/>
          </p:nvSpPr>
          <p:spPr>
            <a:xfrm>
              <a:off x="4777661" y="54619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7" name="Hexagon 3956">
              <a:extLst>
                <a:ext uri="{FF2B5EF4-FFF2-40B4-BE49-F238E27FC236}">
                  <a16:creationId xmlns:a16="http://schemas.microsoft.com/office/drawing/2014/main" id="{22674BED-4333-468A-9546-4F5A3966EC02}"/>
                </a:ext>
              </a:extLst>
            </p:cNvPr>
            <p:cNvSpPr/>
            <p:nvPr/>
          </p:nvSpPr>
          <p:spPr>
            <a:xfrm>
              <a:off x="4772898" y="563756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8" name="Hexagon 3957">
              <a:extLst>
                <a:ext uri="{FF2B5EF4-FFF2-40B4-BE49-F238E27FC236}">
                  <a16:creationId xmlns:a16="http://schemas.microsoft.com/office/drawing/2014/main" id="{D8981E8B-8F54-4FA7-AEF6-2B85E86BF8E9}"/>
                </a:ext>
              </a:extLst>
            </p:cNvPr>
            <p:cNvSpPr/>
            <p:nvPr/>
          </p:nvSpPr>
          <p:spPr>
            <a:xfrm>
              <a:off x="5268014" y="50885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9" name="Hexagon 3958">
              <a:extLst>
                <a:ext uri="{FF2B5EF4-FFF2-40B4-BE49-F238E27FC236}">
                  <a16:creationId xmlns:a16="http://schemas.microsoft.com/office/drawing/2014/main" id="{4729E7B5-BCE9-4477-AE69-A84F90FA8932}"/>
                </a:ext>
              </a:extLst>
            </p:cNvPr>
            <p:cNvSpPr/>
            <p:nvPr/>
          </p:nvSpPr>
          <p:spPr>
            <a:xfrm>
              <a:off x="5263251" y="526420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0" name="Hexagon 3959">
              <a:extLst>
                <a:ext uri="{FF2B5EF4-FFF2-40B4-BE49-F238E27FC236}">
                  <a16:creationId xmlns:a16="http://schemas.microsoft.com/office/drawing/2014/main" id="{88AD01D0-A67C-4CAE-9C2D-A837E1BF334F}"/>
                </a:ext>
              </a:extLst>
            </p:cNvPr>
            <p:cNvSpPr/>
            <p:nvPr/>
          </p:nvSpPr>
          <p:spPr>
            <a:xfrm>
              <a:off x="5503036" y="51806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1" name="Hexagon 3960">
              <a:extLst>
                <a:ext uri="{FF2B5EF4-FFF2-40B4-BE49-F238E27FC236}">
                  <a16:creationId xmlns:a16="http://schemas.microsoft.com/office/drawing/2014/main" id="{5BF53BB8-1E79-4282-9633-1DA493A77E62}"/>
                </a:ext>
              </a:extLst>
            </p:cNvPr>
            <p:cNvSpPr/>
            <p:nvPr/>
          </p:nvSpPr>
          <p:spPr>
            <a:xfrm>
              <a:off x="5498273" y="53563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2" name="Hexagon 3961">
              <a:extLst>
                <a:ext uri="{FF2B5EF4-FFF2-40B4-BE49-F238E27FC236}">
                  <a16:creationId xmlns:a16="http://schemas.microsoft.com/office/drawing/2014/main" id="{A05392C7-4D1E-43D2-9705-84C066B43ACF}"/>
                </a:ext>
              </a:extLst>
            </p:cNvPr>
            <p:cNvSpPr/>
            <p:nvPr/>
          </p:nvSpPr>
          <p:spPr>
            <a:xfrm>
              <a:off x="5501593" y="554575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3" name="Hexagon 3962">
              <a:extLst>
                <a:ext uri="{FF2B5EF4-FFF2-40B4-BE49-F238E27FC236}">
                  <a16:creationId xmlns:a16="http://schemas.microsoft.com/office/drawing/2014/main" id="{B23857B9-EF65-4902-ACB5-F1145BA584E2}"/>
                </a:ext>
              </a:extLst>
            </p:cNvPr>
            <p:cNvSpPr/>
            <p:nvPr/>
          </p:nvSpPr>
          <p:spPr>
            <a:xfrm>
              <a:off x="5496830" y="572140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4" name="Hexagon 3963">
              <a:extLst>
                <a:ext uri="{FF2B5EF4-FFF2-40B4-BE49-F238E27FC236}">
                  <a16:creationId xmlns:a16="http://schemas.microsoft.com/office/drawing/2014/main" id="{1088057C-64B6-420C-B8CF-3B6FC97CB64B}"/>
                </a:ext>
              </a:extLst>
            </p:cNvPr>
            <p:cNvSpPr/>
            <p:nvPr/>
          </p:nvSpPr>
          <p:spPr>
            <a:xfrm>
              <a:off x="5499892" y="592249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5" name="Hexagon 3964">
              <a:extLst>
                <a:ext uri="{FF2B5EF4-FFF2-40B4-BE49-F238E27FC236}">
                  <a16:creationId xmlns:a16="http://schemas.microsoft.com/office/drawing/2014/main" id="{0FE3A85C-1EB2-4A9B-973B-6E621181A267}"/>
                </a:ext>
              </a:extLst>
            </p:cNvPr>
            <p:cNvSpPr/>
            <p:nvPr/>
          </p:nvSpPr>
          <p:spPr>
            <a:xfrm>
              <a:off x="5495129" y="60981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6" name="Hexagon 3965">
              <a:extLst>
                <a:ext uri="{FF2B5EF4-FFF2-40B4-BE49-F238E27FC236}">
                  <a16:creationId xmlns:a16="http://schemas.microsoft.com/office/drawing/2014/main" id="{35ACED20-870D-44B9-B8C1-E1CE6C42C851}"/>
                </a:ext>
              </a:extLst>
            </p:cNvPr>
            <p:cNvSpPr/>
            <p:nvPr/>
          </p:nvSpPr>
          <p:spPr>
            <a:xfrm>
              <a:off x="5259149" y="563739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7" name="Hexagon 3966">
              <a:extLst>
                <a:ext uri="{FF2B5EF4-FFF2-40B4-BE49-F238E27FC236}">
                  <a16:creationId xmlns:a16="http://schemas.microsoft.com/office/drawing/2014/main" id="{3D0AB9A5-94E4-49FD-9AA9-A93D366AFCEC}"/>
                </a:ext>
              </a:extLst>
            </p:cNvPr>
            <p:cNvSpPr/>
            <p:nvPr/>
          </p:nvSpPr>
          <p:spPr>
            <a:xfrm>
              <a:off x="5262076" y="581204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8" name="Hexagon 3967">
              <a:extLst>
                <a:ext uri="{FF2B5EF4-FFF2-40B4-BE49-F238E27FC236}">
                  <a16:creationId xmlns:a16="http://schemas.microsoft.com/office/drawing/2014/main" id="{65C252EF-85AE-45D5-ADAE-6E49A4AA2868}"/>
                </a:ext>
              </a:extLst>
            </p:cNvPr>
            <p:cNvSpPr/>
            <p:nvPr/>
          </p:nvSpPr>
          <p:spPr>
            <a:xfrm>
              <a:off x="5017445" y="55452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9" name="Hexagon 3968">
              <a:extLst>
                <a:ext uri="{FF2B5EF4-FFF2-40B4-BE49-F238E27FC236}">
                  <a16:creationId xmlns:a16="http://schemas.microsoft.com/office/drawing/2014/main" id="{361D5B5D-F1B1-4FBC-8F47-F77DD9E69824}"/>
                </a:ext>
              </a:extLst>
            </p:cNvPr>
            <p:cNvSpPr/>
            <p:nvPr/>
          </p:nvSpPr>
          <p:spPr>
            <a:xfrm>
              <a:off x="5738727" y="61777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0" name="Hexagon 3969">
              <a:extLst>
                <a:ext uri="{FF2B5EF4-FFF2-40B4-BE49-F238E27FC236}">
                  <a16:creationId xmlns:a16="http://schemas.microsoft.com/office/drawing/2014/main" id="{8908F91A-EDD6-4F61-9050-A843C462A48E}"/>
                </a:ext>
              </a:extLst>
            </p:cNvPr>
            <p:cNvSpPr/>
            <p:nvPr/>
          </p:nvSpPr>
          <p:spPr>
            <a:xfrm>
              <a:off x="5732001" y="563504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1" name="Hexagon 3970">
              <a:extLst>
                <a:ext uri="{FF2B5EF4-FFF2-40B4-BE49-F238E27FC236}">
                  <a16:creationId xmlns:a16="http://schemas.microsoft.com/office/drawing/2014/main" id="{9F3D134D-C914-4490-8EFA-8EE6EF8CCB3D}"/>
                </a:ext>
              </a:extLst>
            </p:cNvPr>
            <p:cNvSpPr/>
            <p:nvPr/>
          </p:nvSpPr>
          <p:spPr>
            <a:xfrm>
              <a:off x="6443732" y="609229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2" name="Hexagon 3971">
              <a:extLst>
                <a:ext uri="{FF2B5EF4-FFF2-40B4-BE49-F238E27FC236}">
                  <a16:creationId xmlns:a16="http://schemas.microsoft.com/office/drawing/2014/main" id="{8D248B3D-B990-4E1B-AB95-CD85AA2AD567}"/>
                </a:ext>
              </a:extLst>
            </p:cNvPr>
            <p:cNvSpPr/>
            <p:nvPr/>
          </p:nvSpPr>
          <p:spPr>
            <a:xfrm>
              <a:off x="6447838" y="589683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3" name="Hexagon 3972">
              <a:extLst>
                <a:ext uri="{FF2B5EF4-FFF2-40B4-BE49-F238E27FC236}">
                  <a16:creationId xmlns:a16="http://schemas.microsoft.com/office/drawing/2014/main" id="{F943DF16-775B-4FCD-BC67-9A6E0E4D9008}"/>
                </a:ext>
              </a:extLst>
            </p:cNvPr>
            <p:cNvSpPr/>
            <p:nvPr/>
          </p:nvSpPr>
          <p:spPr>
            <a:xfrm>
              <a:off x="6215092" y="60009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4" name="Hexagon 3973">
              <a:extLst>
                <a:ext uri="{FF2B5EF4-FFF2-40B4-BE49-F238E27FC236}">
                  <a16:creationId xmlns:a16="http://schemas.microsoft.com/office/drawing/2014/main" id="{2B3F86B0-8F99-4A36-B979-0236370F7564}"/>
                </a:ext>
              </a:extLst>
            </p:cNvPr>
            <p:cNvSpPr/>
            <p:nvPr/>
          </p:nvSpPr>
          <p:spPr>
            <a:xfrm>
              <a:off x="6438908" y="55375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5" name="Hexagon 3974">
              <a:extLst>
                <a:ext uri="{FF2B5EF4-FFF2-40B4-BE49-F238E27FC236}">
                  <a16:creationId xmlns:a16="http://schemas.microsoft.com/office/drawing/2014/main" id="{AA231906-278C-4C49-B99D-6F7EF94D5437}"/>
                </a:ext>
              </a:extLst>
            </p:cNvPr>
            <p:cNvSpPr/>
            <p:nvPr/>
          </p:nvSpPr>
          <p:spPr>
            <a:xfrm>
              <a:off x="6206162" y="564173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6" name="Hexagon 3975">
              <a:extLst>
                <a:ext uri="{FF2B5EF4-FFF2-40B4-BE49-F238E27FC236}">
                  <a16:creationId xmlns:a16="http://schemas.microsoft.com/office/drawing/2014/main" id="{746F9264-6871-4FF0-9A84-67B97C45AD6B}"/>
                </a:ext>
              </a:extLst>
            </p:cNvPr>
            <p:cNvSpPr/>
            <p:nvPr/>
          </p:nvSpPr>
          <p:spPr>
            <a:xfrm>
              <a:off x="6921507" y="59020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7" name="Hexagon 3976">
              <a:extLst>
                <a:ext uri="{FF2B5EF4-FFF2-40B4-BE49-F238E27FC236}">
                  <a16:creationId xmlns:a16="http://schemas.microsoft.com/office/drawing/2014/main" id="{DEE646AF-AA20-4177-AA50-7421FF495B04}"/>
                </a:ext>
              </a:extLst>
            </p:cNvPr>
            <p:cNvSpPr/>
            <p:nvPr/>
          </p:nvSpPr>
          <p:spPr>
            <a:xfrm>
              <a:off x="6688761" y="59966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8" name="Hexagon 3977">
              <a:extLst>
                <a:ext uri="{FF2B5EF4-FFF2-40B4-BE49-F238E27FC236}">
                  <a16:creationId xmlns:a16="http://schemas.microsoft.com/office/drawing/2014/main" id="{D7BDB3E9-7FF1-4798-827E-14B17BF257C2}"/>
                </a:ext>
              </a:extLst>
            </p:cNvPr>
            <p:cNvSpPr/>
            <p:nvPr/>
          </p:nvSpPr>
          <p:spPr>
            <a:xfrm>
              <a:off x="6435872" y="517318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9" name="Hexagon 3978">
              <a:extLst>
                <a:ext uri="{FF2B5EF4-FFF2-40B4-BE49-F238E27FC236}">
                  <a16:creationId xmlns:a16="http://schemas.microsoft.com/office/drawing/2014/main" id="{A4763D77-DE01-4FDB-9DA6-8E7A6264BACE}"/>
                </a:ext>
              </a:extLst>
            </p:cNvPr>
            <p:cNvSpPr/>
            <p:nvPr/>
          </p:nvSpPr>
          <p:spPr>
            <a:xfrm>
              <a:off x="6203126" y="52678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0" name="Hexagon 3979">
              <a:extLst>
                <a:ext uri="{FF2B5EF4-FFF2-40B4-BE49-F238E27FC236}">
                  <a16:creationId xmlns:a16="http://schemas.microsoft.com/office/drawing/2014/main" id="{9A0EDF5F-F290-48BF-B873-FC95FF1DDB77}"/>
                </a:ext>
              </a:extLst>
            </p:cNvPr>
            <p:cNvSpPr/>
            <p:nvPr/>
          </p:nvSpPr>
          <p:spPr>
            <a:xfrm>
              <a:off x="5725453" y="471654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1" name="Hexagon 3980">
              <a:extLst>
                <a:ext uri="{FF2B5EF4-FFF2-40B4-BE49-F238E27FC236}">
                  <a16:creationId xmlns:a16="http://schemas.microsoft.com/office/drawing/2014/main" id="{03F6BDC0-F9D2-4F12-95FD-BAEB524C977F}"/>
                </a:ext>
              </a:extLst>
            </p:cNvPr>
            <p:cNvSpPr/>
            <p:nvPr/>
          </p:nvSpPr>
          <p:spPr>
            <a:xfrm>
              <a:off x="5964859" y="49893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2" name="Hexagon 3981">
              <a:extLst>
                <a:ext uri="{FF2B5EF4-FFF2-40B4-BE49-F238E27FC236}">
                  <a16:creationId xmlns:a16="http://schemas.microsoft.com/office/drawing/2014/main" id="{85EE16F3-EF08-4F8C-A789-A571C52C9A4E}"/>
                </a:ext>
              </a:extLst>
            </p:cNvPr>
            <p:cNvSpPr/>
            <p:nvPr/>
          </p:nvSpPr>
          <p:spPr>
            <a:xfrm>
              <a:off x="6668262" y="48970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3" name="Hexagon 3982">
              <a:extLst>
                <a:ext uri="{FF2B5EF4-FFF2-40B4-BE49-F238E27FC236}">
                  <a16:creationId xmlns:a16="http://schemas.microsoft.com/office/drawing/2014/main" id="{FAB95A7C-A404-4ECC-BF42-FEE56EAE4554}"/>
                </a:ext>
              </a:extLst>
            </p:cNvPr>
            <p:cNvSpPr/>
            <p:nvPr/>
          </p:nvSpPr>
          <p:spPr>
            <a:xfrm>
              <a:off x="6672723" y="45360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4" name="Hexagon 3983">
              <a:extLst>
                <a:ext uri="{FF2B5EF4-FFF2-40B4-BE49-F238E27FC236}">
                  <a16:creationId xmlns:a16="http://schemas.microsoft.com/office/drawing/2014/main" id="{703C16A1-60E8-4299-9D90-EB0589A31A64}"/>
                </a:ext>
              </a:extLst>
            </p:cNvPr>
            <p:cNvSpPr/>
            <p:nvPr/>
          </p:nvSpPr>
          <p:spPr>
            <a:xfrm>
              <a:off x="7626292" y="41705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5" name="Hexagon 3984">
              <a:extLst>
                <a:ext uri="{FF2B5EF4-FFF2-40B4-BE49-F238E27FC236}">
                  <a16:creationId xmlns:a16="http://schemas.microsoft.com/office/drawing/2014/main" id="{122D1966-3FD0-4B47-B3D9-338513728A82}"/>
                </a:ext>
              </a:extLst>
            </p:cNvPr>
            <p:cNvSpPr/>
            <p:nvPr/>
          </p:nvSpPr>
          <p:spPr>
            <a:xfrm>
              <a:off x="7392800" y="406677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6" name="Hexagon 3985">
              <a:extLst>
                <a:ext uri="{FF2B5EF4-FFF2-40B4-BE49-F238E27FC236}">
                  <a16:creationId xmlns:a16="http://schemas.microsoft.com/office/drawing/2014/main" id="{12C0D98C-1796-476A-8641-91396ABDA736}"/>
                </a:ext>
              </a:extLst>
            </p:cNvPr>
            <p:cNvSpPr/>
            <p:nvPr/>
          </p:nvSpPr>
          <p:spPr>
            <a:xfrm>
              <a:off x="7154181" y="398711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7" name="Hexagon 3986">
              <a:extLst>
                <a:ext uri="{FF2B5EF4-FFF2-40B4-BE49-F238E27FC236}">
                  <a16:creationId xmlns:a16="http://schemas.microsoft.com/office/drawing/2014/main" id="{E68A1353-A228-4C01-83F7-6BFACDD0A1C9}"/>
                </a:ext>
              </a:extLst>
            </p:cNvPr>
            <p:cNvSpPr/>
            <p:nvPr/>
          </p:nvSpPr>
          <p:spPr>
            <a:xfrm>
              <a:off x="8329661" y="445176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8" name="Hexagon 3987">
              <a:extLst>
                <a:ext uri="{FF2B5EF4-FFF2-40B4-BE49-F238E27FC236}">
                  <a16:creationId xmlns:a16="http://schemas.microsoft.com/office/drawing/2014/main" id="{0D02F120-3F76-4099-9DDA-DB7A1862E6F3}"/>
                </a:ext>
              </a:extLst>
            </p:cNvPr>
            <p:cNvSpPr/>
            <p:nvPr/>
          </p:nvSpPr>
          <p:spPr>
            <a:xfrm>
              <a:off x="8096169" y="43480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9" name="Hexagon 3988">
              <a:extLst>
                <a:ext uri="{FF2B5EF4-FFF2-40B4-BE49-F238E27FC236}">
                  <a16:creationId xmlns:a16="http://schemas.microsoft.com/office/drawing/2014/main" id="{D446AC13-4C2E-4507-B7A6-8526088AD08B}"/>
                </a:ext>
              </a:extLst>
            </p:cNvPr>
            <p:cNvSpPr/>
            <p:nvPr/>
          </p:nvSpPr>
          <p:spPr>
            <a:xfrm>
              <a:off x="7857550" y="42683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0" name="Hexagon 3989">
              <a:extLst>
                <a:ext uri="{FF2B5EF4-FFF2-40B4-BE49-F238E27FC236}">
                  <a16:creationId xmlns:a16="http://schemas.microsoft.com/office/drawing/2014/main" id="{D5D54667-82FE-4EB9-9CE1-641146AB5AB1}"/>
                </a:ext>
              </a:extLst>
            </p:cNvPr>
            <p:cNvSpPr/>
            <p:nvPr/>
          </p:nvSpPr>
          <p:spPr>
            <a:xfrm>
              <a:off x="7848908" y="463023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1" name="Hexagon 3990">
              <a:extLst>
                <a:ext uri="{FF2B5EF4-FFF2-40B4-BE49-F238E27FC236}">
                  <a16:creationId xmlns:a16="http://schemas.microsoft.com/office/drawing/2014/main" id="{740E5174-0F3B-4310-AFCC-2068536EB0CE}"/>
                </a:ext>
              </a:extLst>
            </p:cNvPr>
            <p:cNvSpPr/>
            <p:nvPr/>
          </p:nvSpPr>
          <p:spPr>
            <a:xfrm>
              <a:off x="7377395" y="46254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2" name="Hexagon 3991">
              <a:extLst>
                <a:ext uri="{FF2B5EF4-FFF2-40B4-BE49-F238E27FC236}">
                  <a16:creationId xmlns:a16="http://schemas.microsoft.com/office/drawing/2014/main" id="{E93E10A4-110D-4CC2-A7B2-85EE0337634C}"/>
                </a:ext>
              </a:extLst>
            </p:cNvPr>
            <p:cNvSpPr/>
            <p:nvPr/>
          </p:nvSpPr>
          <p:spPr>
            <a:xfrm>
              <a:off x="7616945" y="43526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3" name="Hexagon 3992">
              <a:extLst>
                <a:ext uri="{FF2B5EF4-FFF2-40B4-BE49-F238E27FC236}">
                  <a16:creationId xmlns:a16="http://schemas.microsoft.com/office/drawing/2014/main" id="{2A16FE81-8AED-40A9-86CF-D115078DB834}"/>
                </a:ext>
              </a:extLst>
            </p:cNvPr>
            <p:cNvSpPr/>
            <p:nvPr/>
          </p:nvSpPr>
          <p:spPr>
            <a:xfrm>
              <a:off x="8798527" y="44392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4" name="Hexagon 3993">
              <a:extLst>
                <a:ext uri="{FF2B5EF4-FFF2-40B4-BE49-F238E27FC236}">
                  <a16:creationId xmlns:a16="http://schemas.microsoft.com/office/drawing/2014/main" id="{B47C2BDF-F93F-421D-8300-0316336B08B7}"/>
                </a:ext>
              </a:extLst>
            </p:cNvPr>
            <p:cNvSpPr/>
            <p:nvPr/>
          </p:nvSpPr>
          <p:spPr>
            <a:xfrm>
              <a:off x="8322275" y="499986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5" name="Hexagon 3994">
              <a:extLst>
                <a:ext uri="{FF2B5EF4-FFF2-40B4-BE49-F238E27FC236}">
                  <a16:creationId xmlns:a16="http://schemas.microsoft.com/office/drawing/2014/main" id="{F5871315-9C85-4761-8B56-BC99D2981BC6}"/>
                </a:ext>
              </a:extLst>
            </p:cNvPr>
            <p:cNvSpPr/>
            <p:nvPr/>
          </p:nvSpPr>
          <p:spPr>
            <a:xfrm>
              <a:off x="856754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6" name="Hexagon 3995">
              <a:extLst>
                <a:ext uri="{FF2B5EF4-FFF2-40B4-BE49-F238E27FC236}">
                  <a16:creationId xmlns:a16="http://schemas.microsoft.com/office/drawing/2014/main" id="{54075B6C-6C96-4E3B-AD2F-AA52144474FE}"/>
                </a:ext>
              </a:extLst>
            </p:cNvPr>
            <p:cNvSpPr/>
            <p:nvPr/>
          </p:nvSpPr>
          <p:spPr>
            <a:xfrm>
              <a:off x="8810150" y="50024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7" name="Hexagon 3996">
              <a:extLst>
                <a:ext uri="{FF2B5EF4-FFF2-40B4-BE49-F238E27FC236}">
                  <a16:creationId xmlns:a16="http://schemas.microsoft.com/office/drawing/2014/main" id="{5EF5F6E3-BBE9-4390-9FBF-1D61F7170120}"/>
                </a:ext>
              </a:extLst>
            </p:cNvPr>
            <p:cNvSpPr/>
            <p:nvPr/>
          </p:nvSpPr>
          <p:spPr>
            <a:xfrm>
              <a:off x="904379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8" name="Hexagon 3997">
              <a:extLst>
                <a:ext uri="{FF2B5EF4-FFF2-40B4-BE49-F238E27FC236}">
                  <a16:creationId xmlns:a16="http://schemas.microsoft.com/office/drawing/2014/main" id="{0435081D-FBAA-4BF4-A519-F1F4E36B3B24}"/>
                </a:ext>
              </a:extLst>
            </p:cNvPr>
            <p:cNvSpPr/>
            <p:nvPr/>
          </p:nvSpPr>
          <p:spPr>
            <a:xfrm>
              <a:off x="7612343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9" name="Hexagon 3998">
              <a:extLst>
                <a:ext uri="{FF2B5EF4-FFF2-40B4-BE49-F238E27FC236}">
                  <a16:creationId xmlns:a16="http://schemas.microsoft.com/office/drawing/2014/main" id="{C542FD1C-450C-4A35-83A2-E576970027A5}"/>
                </a:ext>
              </a:extLst>
            </p:cNvPr>
            <p:cNvSpPr/>
            <p:nvPr/>
          </p:nvSpPr>
          <p:spPr>
            <a:xfrm>
              <a:off x="7857550" y="50033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0" name="Hexagon 3999">
              <a:extLst>
                <a:ext uri="{FF2B5EF4-FFF2-40B4-BE49-F238E27FC236}">
                  <a16:creationId xmlns:a16="http://schemas.microsoft.com/office/drawing/2014/main" id="{AA2F8F08-EE0E-4E8C-8CAB-69D209F04466}"/>
                </a:ext>
              </a:extLst>
            </p:cNvPr>
            <p:cNvSpPr/>
            <p:nvPr/>
          </p:nvSpPr>
          <p:spPr>
            <a:xfrm>
              <a:off x="7620968" y="526717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1" name="Hexagon 4000">
              <a:extLst>
                <a:ext uri="{FF2B5EF4-FFF2-40B4-BE49-F238E27FC236}">
                  <a16:creationId xmlns:a16="http://schemas.microsoft.com/office/drawing/2014/main" id="{3E0992BA-F87C-421B-BF96-1992428C8B79}"/>
                </a:ext>
              </a:extLst>
            </p:cNvPr>
            <p:cNvSpPr/>
            <p:nvPr/>
          </p:nvSpPr>
          <p:spPr>
            <a:xfrm>
              <a:off x="8333858" y="53717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2" name="Hexagon 4001">
              <a:extLst>
                <a:ext uri="{FF2B5EF4-FFF2-40B4-BE49-F238E27FC236}">
                  <a16:creationId xmlns:a16="http://schemas.microsoft.com/office/drawing/2014/main" id="{A236A3A0-3BA8-447F-AD91-4DDD99DF4411}"/>
                </a:ext>
              </a:extLst>
            </p:cNvPr>
            <p:cNvSpPr/>
            <p:nvPr/>
          </p:nvSpPr>
          <p:spPr>
            <a:xfrm>
              <a:off x="7152513" y="52748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3" name="Hexagon 4002">
              <a:extLst>
                <a:ext uri="{FF2B5EF4-FFF2-40B4-BE49-F238E27FC236}">
                  <a16:creationId xmlns:a16="http://schemas.microsoft.com/office/drawing/2014/main" id="{BE68C05F-0C71-4F87-ACD8-58071BDFEAA2}"/>
                </a:ext>
              </a:extLst>
            </p:cNvPr>
            <p:cNvSpPr/>
            <p:nvPr/>
          </p:nvSpPr>
          <p:spPr>
            <a:xfrm>
              <a:off x="7616945" y="56452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4" name="Hexagon 4003">
              <a:extLst>
                <a:ext uri="{FF2B5EF4-FFF2-40B4-BE49-F238E27FC236}">
                  <a16:creationId xmlns:a16="http://schemas.microsoft.com/office/drawing/2014/main" id="{7CF9B457-4388-446D-B087-EBD31209D8CA}"/>
                </a:ext>
              </a:extLst>
            </p:cNvPr>
            <p:cNvSpPr/>
            <p:nvPr/>
          </p:nvSpPr>
          <p:spPr>
            <a:xfrm>
              <a:off x="7150764" y="61934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5" name="Hexagon 4004">
              <a:extLst>
                <a:ext uri="{FF2B5EF4-FFF2-40B4-BE49-F238E27FC236}">
                  <a16:creationId xmlns:a16="http://schemas.microsoft.com/office/drawing/2014/main" id="{2C3FCDA1-1F2D-474D-9E02-2B61A9F1BD1B}"/>
                </a:ext>
              </a:extLst>
            </p:cNvPr>
            <p:cNvSpPr/>
            <p:nvPr/>
          </p:nvSpPr>
          <p:spPr>
            <a:xfrm>
              <a:off x="7387277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6" name="Hexagon 4005">
              <a:extLst>
                <a:ext uri="{FF2B5EF4-FFF2-40B4-BE49-F238E27FC236}">
                  <a16:creationId xmlns:a16="http://schemas.microsoft.com/office/drawing/2014/main" id="{EF42923F-FA48-4C62-B497-534B9A54D36D}"/>
                </a:ext>
              </a:extLst>
            </p:cNvPr>
            <p:cNvSpPr/>
            <p:nvPr/>
          </p:nvSpPr>
          <p:spPr>
            <a:xfrm>
              <a:off x="7394420" y="68357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7" name="Hexagon 4006">
              <a:extLst>
                <a:ext uri="{FF2B5EF4-FFF2-40B4-BE49-F238E27FC236}">
                  <a16:creationId xmlns:a16="http://schemas.microsoft.com/office/drawing/2014/main" id="{30061708-7493-430E-A29D-727E50937046}"/>
                </a:ext>
              </a:extLst>
            </p:cNvPr>
            <p:cNvSpPr/>
            <p:nvPr/>
          </p:nvSpPr>
          <p:spPr>
            <a:xfrm>
              <a:off x="7863220" y="665662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8" name="Hexagon 4007">
              <a:extLst>
                <a:ext uri="{FF2B5EF4-FFF2-40B4-BE49-F238E27FC236}">
                  <a16:creationId xmlns:a16="http://schemas.microsoft.com/office/drawing/2014/main" id="{1EE2E08C-3CCB-47A8-901E-8100D9467772}"/>
                </a:ext>
              </a:extLst>
            </p:cNvPr>
            <p:cNvSpPr/>
            <p:nvPr/>
          </p:nvSpPr>
          <p:spPr>
            <a:xfrm>
              <a:off x="7626792" y="67448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9" name="Hexagon 4008">
              <a:extLst>
                <a:ext uri="{FF2B5EF4-FFF2-40B4-BE49-F238E27FC236}">
                  <a16:creationId xmlns:a16="http://schemas.microsoft.com/office/drawing/2014/main" id="{BFF00D72-4C39-4F8A-B1DE-DAF9867C9619}"/>
                </a:ext>
              </a:extLst>
            </p:cNvPr>
            <p:cNvSpPr/>
            <p:nvPr/>
          </p:nvSpPr>
          <p:spPr>
            <a:xfrm>
              <a:off x="6673814" y="69313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0" name="Hexagon 4009">
              <a:extLst>
                <a:ext uri="{FF2B5EF4-FFF2-40B4-BE49-F238E27FC236}">
                  <a16:creationId xmlns:a16="http://schemas.microsoft.com/office/drawing/2014/main" id="{4DEDCE3D-C4F7-46D4-B0A0-B1C58B97053B}"/>
                </a:ext>
              </a:extLst>
            </p:cNvPr>
            <p:cNvSpPr/>
            <p:nvPr/>
          </p:nvSpPr>
          <p:spPr>
            <a:xfrm>
              <a:off x="6442137" y="684531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1" name="Hexagon 4010">
              <a:extLst>
                <a:ext uri="{FF2B5EF4-FFF2-40B4-BE49-F238E27FC236}">
                  <a16:creationId xmlns:a16="http://schemas.microsoft.com/office/drawing/2014/main" id="{D1F42241-6769-449D-A23D-B77110908095}"/>
                </a:ext>
              </a:extLst>
            </p:cNvPr>
            <p:cNvSpPr/>
            <p:nvPr/>
          </p:nvSpPr>
          <p:spPr>
            <a:xfrm>
              <a:off x="6203805" y="674271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2" name="Hexagon 4011">
              <a:extLst>
                <a:ext uri="{FF2B5EF4-FFF2-40B4-BE49-F238E27FC236}">
                  <a16:creationId xmlns:a16="http://schemas.microsoft.com/office/drawing/2014/main" id="{D7E69CCA-7B52-4EF0-B780-624A5DDAF587}"/>
                </a:ext>
              </a:extLst>
            </p:cNvPr>
            <p:cNvSpPr/>
            <p:nvPr/>
          </p:nvSpPr>
          <p:spPr>
            <a:xfrm>
              <a:off x="5956714" y="665434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3" name="Hexagon 4012">
              <a:extLst>
                <a:ext uri="{FF2B5EF4-FFF2-40B4-BE49-F238E27FC236}">
                  <a16:creationId xmlns:a16="http://schemas.microsoft.com/office/drawing/2014/main" id="{099A10DF-DA70-47B7-BF5D-2DEE22B49FF6}"/>
                </a:ext>
              </a:extLst>
            </p:cNvPr>
            <p:cNvSpPr/>
            <p:nvPr/>
          </p:nvSpPr>
          <p:spPr>
            <a:xfrm>
              <a:off x="8336299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4" name="Hexagon 4013">
              <a:extLst>
                <a:ext uri="{FF2B5EF4-FFF2-40B4-BE49-F238E27FC236}">
                  <a16:creationId xmlns:a16="http://schemas.microsoft.com/office/drawing/2014/main" id="{2DBB871E-97F2-4DD4-89DD-417B3121929D}"/>
                </a:ext>
              </a:extLst>
            </p:cNvPr>
            <p:cNvSpPr/>
            <p:nvPr/>
          </p:nvSpPr>
          <p:spPr>
            <a:xfrm>
              <a:off x="8569592" y="58337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5" name="Hexagon 4014">
              <a:extLst>
                <a:ext uri="{FF2B5EF4-FFF2-40B4-BE49-F238E27FC236}">
                  <a16:creationId xmlns:a16="http://schemas.microsoft.com/office/drawing/2014/main" id="{FAA7EB20-55F6-4A2A-84F7-5F13360AA562}"/>
                </a:ext>
              </a:extLst>
            </p:cNvPr>
            <p:cNvSpPr/>
            <p:nvPr/>
          </p:nvSpPr>
          <p:spPr>
            <a:xfrm>
              <a:off x="8802885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6" name="Hexagon 4015">
              <a:extLst>
                <a:ext uri="{FF2B5EF4-FFF2-40B4-BE49-F238E27FC236}">
                  <a16:creationId xmlns:a16="http://schemas.microsoft.com/office/drawing/2014/main" id="{ACD17458-B9A5-4D76-BCBF-3677EE2BF007}"/>
                </a:ext>
              </a:extLst>
            </p:cNvPr>
            <p:cNvSpPr/>
            <p:nvPr/>
          </p:nvSpPr>
          <p:spPr>
            <a:xfrm>
              <a:off x="9993935" y="507479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5">
            <a:extLst>
              <a:ext uri="{FF2B5EF4-FFF2-40B4-BE49-F238E27FC236}">
                <a16:creationId xmlns:a16="http://schemas.microsoft.com/office/drawing/2014/main" id="{AA40F1BF-6A8B-4FBA-A1E7-E2E3D9D2FBF4}"/>
              </a:ext>
            </a:extLst>
          </p:cNvPr>
          <p:cNvGrpSpPr/>
          <p:nvPr/>
        </p:nvGrpSpPr>
        <p:grpSpPr>
          <a:xfrm>
            <a:off x="5010661" y="846336"/>
            <a:ext cx="7685354" cy="2960661"/>
            <a:chOff x="5010661" y="846336"/>
            <a:chExt cx="7685354" cy="2960661"/>
          </a:xfrm>
        </p:grpSpPr>
        <p:sp>
          <p:nvSpPr>
            <p:cNvPr id="3405" name="Hexagon 3404">
              <a:extLst>
                <a:ext uri="{FF2B5EF4-FFF2-40B4-BE49-F238E27FC236}">
                  <a16:creationId xmlns:a16="http://schemas.microsoft.com/office/drawing/2014/main" id="{A0814AE2-A1CC-4B1B-B236-B369ADAAB9CB}"/>
                </a:ext>
              </a:extLst>
            </p:cNvPr>
            <p:cNvSpPr/>
            <p:nvPr/>
          </p:nvSpPr>
          <p:spPr>
            <a:xfrm>
              <a:off x="11868150" y="3241984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0" name="Hexagon 3409">
              <a:extLst>
                <a:ext uri="{FF2B5EF4-FFF2-40B4-BE49-F238E27FC236}">
                  <a16:creationId xmlns:a16="http://schemas.microsoft.com/office/drawing/2014/main" id="{DBCACD3D-2A52-4181-85A7-C569AC0FC5FC}"/>
                </a:ext>
              </a:extLst>
            </p:cNvPr>
            <p:cNvSpPr/>
            <p:nvPr/>
          </p:nvSpPr>
          <p:spPr>
            <a:xfrm>
              <a:off x="11877633" y="305168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73E96B75-1231-4E98-B59E-96CEEC376C45}"/>
                </a:ext>
              </a:extLst>
            </p:cNvPr>
            <p:cNvSpPr/>
            <p:nvPr/>
          </p:nvSpPr>
          <p:spPr>
            <a:xfrm>
              <a:off x="11868150" y="361669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3" name="Hexagon 3402">
              <a:extLst>
                <a:ext uri="{FF2B5EF4-FFF2-40B4-BE49-F238E27FC236}">
                  <a16:creationId xmlns:a16="http://schemas.microsoft.com/office/drawing/2014/main" id="{DBA8EF18-295C-4124-AE6F-E9695983F45E}"/>
                </a:ext>
              </a:extLst>
            </p:cNvPr>
            <p:cNvSpPr/>
            <p:nvPr/>
          </p:nvSpPr>
          <p:spPr>
            <a:xfrm>
              <a:off x="11868150" y="3426389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4" name="Hexagon 3403">
              <a:extLst>
                <a:ext uri="{FF2B5EF4-FFF2-40B4-BE49-F238E27FC236}">
                  <a16:creationId xmlns:a16="http://schemas.microsoft.com/office/drawing/2014/main" id="{EC262604-5952-4FEB-A409-A74271F6BDD5}"/>
                </a:ext>
              </a:extLst>
            </p:cNvPr>
            <p:cNvSpPr/>
            <p:nvPr/>
          </p:nvSpPr>
          <p:spPr>
            <a:xfrm>
              <a:off x="11639552" y="3516778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6" name="Hexagon 3405">
              <a:extLst>
                <a:ext uri="{FF2B5EF4-FFF2-40B4-BE49-F238E27FC236}">
                  <a16:creationId xmlns:a16="http://schemas.microsoft.com/office/drawing/2014/main" id="{501AB56D-BC86-488D-B588-E6DCCFD8A637}"/>
                </a:ext>
              </a:extLst>
            </p:cNvPr>
            <p:cNvSpPr/>
            <p:nvPr/>
          </p:nvSpPr>
          <p:spPr>
            <a:xfrm>
              <a:off x="11623648" y="3331237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7" name="Hexagon 3406">
              <a:extLst>
                <a:ext uri="{FF2B5EF4-FFF2-40B4-BE49-F238E27FC236}">
                  <a16:creationId xmlns:a16="http://schemas.microsoft.com/office/drawing/2014/main" id="{0284A7E5-1E04-473E-BCC6-FD82295B1945}"/>
                </a:ext>
              </a:extLst>
            </p:cNvPr>
            <p:cNvSpPr/>
            <p:nvPr/>
          </p:nvSpPr>
          <p:spPr>
            <a:xfrm>
              <a:off x="11408569" y="3420996"/>
              <a:ext cx="301612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8" name="Hexagon 3407">
              <a:extLst>
                <a:ext uri="{FF2B5EF4-FFF2-40B4-BE49-F238E27FC236}">
                  <a16:creationId xmlns:a16="http://schemas.microsoft.com/office/drawing/2014/main" id="{5B36CE01-6FB8-4968-A8B9-674624E8000F}"/>
                </a:ext>
              </a:extLst>
            </p:cNvPr>
            <p:cNvSpPr/>
            <p:nvPr/>
          </p:nvSpPr>
          <p:spPr>
            <a:xfrm>
              <a:off x="11379146" y="323482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9" name="Hexagon 3408">
              <a:extLst>
                <a:ext uri="{FF2B5EF4-FFF2-40B4-BE49-F238E27FC236}">
                  <a16:creationId xmlns:a16="http://schemas.microsoft.com/office/drawing/2014/main" id="{D98BA85F-508D-40EA-B7F2-492ECE84EE56}"/>
                </a:ext>
              </a:extLst>
            </p:cNvPr>
            <p:cNvSpPr/>
            <p:nvPr/>
          </p:nvSpPr>
          <p:spPr>
            <a:xfrm>
              <a:off x="11623648" y="313904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1" name="Hexagon 3410">
              <a:extLst>
                <a:ext uri="{FF2B5EF4-FFF2-40B4-BE49-F238E27FC236}">
                  <a16:creationId xmlns:a16="http://schemas.microsoft.com/office/drawing/2014/main" id="{7BB9029D-39B7-4C35-96E0-CDA78C44E34E}"/>
                </a:ext>
              </a:extLst>
            </p:cNvPr>
            <p:cNvSpPr/>
            <p:nvPr/>
          </p:nvSpPr>
          <p:spPr>
            <a:xfrm>
              <a:off x="12122135" y="296641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2" name="Hexagon 3411">
              <a:extLst>
                <a:ext uri="{FF2B5EF4-FFF2-40B4-BE49-F238E27FC236}">
                  <a16:creationId xmlns:a16="http://schemas.microsoft.com/office/drawing/2014/main" id="{6B6F2A05-E6C0-408D-B9D5-ED48E0746A2E}"/>
                </a:ext>
              </a:extLst>
            </p:cNvPr>
            <p:cNvSpPr/>
            <p:nvPr/>
          </p:nvSpPr>
          <p:spPr>
            <a:xfrm>
              <a:off x="12122135" y="2776108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3" name="Hexagon 3412">
              <a:extLst>
                <a:ext uri="{FF2B5EF4-FFF2-40B4-BE49-F238E27FC236}">
                  <a16:creationId xmlns:a16="http://schemas.microsoft.com/office/drawing/2014/main" id="{B4BA3ABF-9968-4297-AF5F-1B0E720EE38B}"/>
                </a:ext>
              </a:extLst>
            </p:cNvPr>
            <p:cNvSpPr/>
            <p:nvPr/>
          </p:nvSpPr>
          <p:spPr>
            <a:xfrm>
              <a:off x="12372166" y="269084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4" name="Hexagon 3413">
              <a:extLst>
                <a:ext uri="{FF2B5EF4-FFF2-40B4-BE49-F238E27FC236}">
                  <a16:creationId xmlns:a16="http://schemas.microsoft.com/office/drawing/2014/main" id="{224F9168-6E11-4CD7-95B6-E6B380C901A5}"/>
                </a:ext>
              </a:extLst>
            </p:cNvPr>
            <p:cNvSpPr/>
            <p:nvPr/>
          </p:nvSpPr>
          <p:spPr>
            <a:xfrm>
              <a:off x="12357069" y="250053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5" name="Hexagon 3414">
              <a:extLst>
                <a:ext uri="{FF2B5EF4-FFF2-40B4-BE49-F238E27FC236}">
                  <a16:creationId xmlns:a16="http://schemas.microsoft.com/office/drawing/2014/main" id="{F3BC65E2-7572-4567-9311-9A10451231D2}"/>
                </a:ext>
              </a:extLst>
            </p:cNvPr>
            <p:cNvSpPr/>
            <p:nvPr/>
          </p:nvSpPr>
          <p:spPr>
            <a:xfrm>
              <a:off x="12122135" y="240838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6" name="Hexagon 3415">
              <a:extLst>
                <a:ext uri="{FF2B5EF4-FFF2-40B4-BE49-F238E27FC236}">
                  <a16:creationId xmlns:a16="http://schemas.microsoft.com/office/drawing/2014/main" id="{3A441D9E-7D11-4535-9A3B-D5CA07928F89}"/>
                </a:ext>
              </a:extLst>
            </p:cNvPr>
            <p:cNvSpPr/>
            <p:nvPr/>
          </p:nvSpPr>
          <p:spPr>
            <a:xfrm>
              <a:off x="11877633" y="287031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7" name="Hexagon 3416">
              <a:extLst>
                <a:ext uri="{FF2B5EF4-FFF2-40B4-BE49-F238E27FC236}">
                  <a16:creationId xmlns:a16="http://schemas.microsoft.com/office/drawing/2014/main" id="{A8A61029-B829-4FBA-992E-57CB77D337B0}"/>
                </a:ext>
              </a:extLst>
            </p:cNvPr>
            <p:cNvSpPr/>
            <p:nvPr/>
          </p:nvSpPr>
          <p:spPr>
            <a:xfrm>
              <a:off x="11628367" y="295558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8" name="Hexagon 3417">
              <a:extLst>
                <a:ext uri="{FF2B5EF4-FFF2-40B4-BE49-F238E27FC236}">
                  <a16:creationId xmlns:a16="http://schemas.microsoft.com/office/drawing/2014/main" id="{1CD59BA6-F505-46E1-830F-20122D204821}"/>
                </a:ext>
              </a:extLst>
            </p:cNvPr>
            <p:cNvSpPr/>
            <p:nvPr/>
          </p:nvSpPr>
          <p:spPr>
            <a:xfrm>
              <a:off x="11403806" y="3051680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9" name="Hexagon 3418">
              <a:extLst>
                <a:ext uri="{FF2B5EF4-FFF2-40B4-BE49-F238E27FC236}">
                  <a16:creationId xmlns:a16="http://schemas.microsoft.com/office/drawing/2014/main" id="{43EE50C0-8653-4EAA-AEF5-51852D623E13}"/>
                </a:ext>
              </a:extLst>
            </p:cNvPr>
            <p:cNvSpPr/>
            <p:nvPr/>
          </p:nvSpPr>
          <p:spPr>
            <a:xfrm>
              <a:off x="11401383" y="2866645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0" name="Hexagon 3419">
              <a:extLst>
                <a:ext uri="{FF2B5EF4-FFF2-40B4-BE49-F238E27FC236}">
                  <a16:creationId xmlns:a16="http://schemas.microsoft.com/office/drawing/2014/main" id="{EAC6A5B0-F5C9-4937-95D1-956A393DF901}"/>
                </a:ext>
              </a:extLst>
            </p:cNvPr>
            <p:cNvSpPr/>
            <p:nvPr/>
          </p:nvSpPr>
          <p:spPr>
            <a:xfrm>
              <a:off x="11628367" y="277450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1" name="Hexagon 3420">
              <a:extLst>
                <a:ext uri="{FF2B5EF4-FFF2-40B4-BE49-F238E27FC236}">
                  <a16:creationId xmlns:a16="http://schemas.microsoft.com/office/drawing/2014/main" id="{9EBACEDE-C4E6-4B85-833E-F280694A0CE2}"/>
                </a:ext>
              </a:extLst>
            </p:cNvPr>
            <p:cNvSpPr/>
            <p:nvPr/>
          </p:nvSpPr>
          <p:spPr>
            <a:xfrm>
              <a:off x="11875251" y="267697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2" name="Hexagon 3421">
              <a:extLst>
                <a:ext uri="{FF2B5EF4-FFF2-40B4-BE49-F238E27FC236}">
                  <a16:creationId xmlns:a16="http://schemas.microsoft.com/office/drawing/2014/main" id="{0519759F-EC9E-4AB1-849E-3D64480C73EE}"/>
                </a:ext>
              </a:extLst>
            </p:cNvPr>
            <p:cNvSpPr/>
            <p:nvPr/>
          </p:nvSpPr>
          <p:spPr>
            <a:xfrm>
              <a:off x="11882799" y="250053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3" name="Hexagon 3422">
              <a:extLst>
                <a:ext uri="{FF2B5EF4-FFF2-40B4-BE49-F238E27FC236}">
                  <a16:creationId xmlns:a16="http://schemas.microsoft.com/office/drawing/2014/main" id="{D39D3ACF-2801-4C79-AE2A-F19606E95D2E}"/>
                </a:ext>
              </a:extLst>
            </p:cNvPr>
            <p:cNvSpPr/>
            <p:nvPr/>
          </p:nvSpPr>
          <p:spPr>
            <a:xfrm>
              <a:off x="11868149" y="232995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4" name="Hexagon 3423">
              <a:extLst>
                <a:ext uri="{FF2B5EF4-FFF2-40B4-BE49-F238E27FC236}">
                  <a16:creationId xmlns:a16="http://schemas.microsoft.com/office/drawing/2014/main" id="{DBBA793C-7D8D-46B7-87C3-4361EF04A340}"/>
                </a:ext>
              </a:extLst>
            </p:cNvPr>
            <p:cNvSpPr/>
            <p:nvPr/>
          </p:nvSpPr>
          <p:spPr>
            <a:xfrm>
              <a:off x="11627157" y="2418174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5" name="Hexagon 3424">
              <a:extLst>
                <a:ext uri="{FF2B5EF4-FFF2-40B4-BE49-F238E27FC236}">
                  <a16:creationId xmlns:a16="http://schemas.microsoft.com/office/drawing/2014/main" id="{8085852C-2390-4419-BBFE-F4FAEE4DFC76}"/>
                </a:ext>
              </a:extLst>
            </p:cNvPr>
            <p:cNvSpPr/>
            <p:nvPr/>
          </p:nvSpPr>
          <p:spPr>
            <a:xfrm>
              <a:off x="11628646" y="259429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6" name="Hexagon 3425">
              <a:extLst>
                <a:ext uri="{FF2B5EF4-FFF2-40B4-BE49-F238E27FC236}">
                  <a16:creationId xmlns:a16="http://schemas.microsoft.com/office/drawing/2014/main" id="{85ADB509-2549-4611-B17B-AC105C3B6C99}"/>
                </a:ext>
              </a:extLst>
            </p:cNvPr>
            <p:cNvSpPr/>
            <p:nvPr/>
          </p:nvSpPr>
          <p:spPr>
            <a:xfrm>
              <a:off x="11392223" y="251366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7" name="Hexagon 3426">
              <a:extLst>
                <a:ext uri="{FF2B5EF4-FFF2-40B4-BE49-F238E27FC236}">
                  <a16:creationId xmlns:a16="http://schemas.microsoft.com/office/drawing/2014/main" id="{DC959CDF-96A6-4D28-82EE-009B57B9C918}"/>
                </a:ext>
              </a:extLst>
            </p:cNvPr>
            <p:cNvSpPr/>
            <p:nvPr/>
          </p:nvSpPr>
          <p:spPr>
            <a:xfrm>
              <a:off x="11393712" y="268978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8" name="Hexagon 3427">
              <a:extLst>
                <a:ext uri="{FF2B5EF4-FFF2-40B4-BE49-F238E27FC236}">
                  <a16:creationId xmlns:a16="http://schemas.microsoft.com/office/drawing/2014/main" id="{E6C803D2-9737-4E7A-9D1F-869E4E6CF983}"/>
                </a:ext>
              </a:extLst>
            </p:cNvPr>
            <p:cNvSpPr/>
            <p:nvPr/>
          </p:nvSpPr>
          <p:spPr>
            <a:xfrm>
              <a:off x="11169149" y="260839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9" name="Hexagon 3428">
              <a:extLst>
                <a:ext uri="{FF2B5EF4-FFF2-40B4-BE49-F238E27FC236}">
                  <a16:creationId xmlns:a16="http://schemas.microsoft.com/office/drawing/2014/main" id="{6E577A88-B625-411D-BFF2-8F50D458D27A}"/>
                </a:ext>
              </a:extLst>
            </p:cNvPr>
            <p:cNvSpPr/>
            <p:nvPr/>
          </p:nvSpPr>
          <p:spPr>
            <a:xfrm>
              <a:off x="11170638" y="278451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0" name="Hexagon 3429">
              <a:extLst>
                <a:ext uri="{FF2B5EF4-FFF2-40B4-BE49-F238E27FC236}">
                  <a16:creationId xmlns:a16="http://schemas.microsoft.com/office/drawing/2014/main" id="{DD2E9C72-5F3C-4FA4-9D92-A1F3D420FB4B}"/>
                </a:ext>
              </a:extLst>
            </p:cNvPr>
            <p:cNvSpPr/>
            <p:nvPr/>
          </p:nvSpPr>
          <p:spPr>
            <a:xfrm>
              <a:off x="10933948" y="269432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1" name="Hexagon 3430">
              <a:extLst>
                <a:ext uri="{FF2B5EF4-FFF2-40B4-BE49-F238E27FC236}">
                  <a16:creationId xmlns:a16="http://schemas.microsoft.com/office/drawing/2014/main" id="{6735E3B2-274C-41CD-B03C-E15E0BC5EA06}"/>
                </a:ext>
              </a:extLst>
            </p:cNvPr>
            <p:cNvSpPr/>
            <p:nvPr/>
          </p:nvSpPr>
          <p:spPr>
            <a:xfrm>
              <a:off x="10935437" y="287044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2" name="Hexagon 3431">
              <a:extLst>
                <a:ext uri="{FF2B5EF4-FFF2-40B4-BE49-F238E27FC236}">
                  <a16:creationId xmlns:a16="http://schemas.microsoft.com/office/drawing/2014/main" id="{9E65A991-4FC1-437C-8F91-C800523B4E4F}"/>
                </a:ext>
              </a:extLst>
            </p:cNvPr>
            <p:cNvSpPr/>
            <p:nvPr/>
          </p:nvSpPr>
          <p:spPr>
            <a:xfrm>
              <a:off x="10701286" y="278581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3" name="Hexagon 3432">
              <a:extLst>
                <a:ext uri="{FF2B5EF4-FFF2-40B4-BE49-F238E27FC236}">
                  <a16:creationId xmlns:a16="http://schemas.microsoft.com/office/drawing/2014/main" id="{DC7249CD-11B1-4A43-8D87-DEA6847EA690}"/>
                </a:ext>
              </a:extLst>
            </p:cNvPr>
            <p:cNvSpPr/>
            <p:nvPr/>
          </p:nvSpPr>
          <p:spPr>
            <a:xfrm>
              <a:off x="10702775" y="29619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4" name="Hexagon 3433">
              <a:extLst>
                <a:ext uri="{FF2B5EF4-FFF2-40B4-BE49-F238E27FC236}">
                  <a16:creationId xmlns:a16="http://schemas.microsoft.com/office/drawing/2014/main" id="{DBF99941-9278-4CB4-A2B4-C28A4012EAF9}"/>
                </a:ext>
              </a:extLst>
            </p:cNvPr>
            <p:cNvSpPr/>
            <p:nvPr/>
          </p:nvSpPr>
          <p:spPr>
            <a:xfrm>
              <a:off x="10455847" y="27050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5" name="Hexagon 3434">
              <a:extLst>
                <a:ext uri="{FF2B5EF4-FFF2-40B4-BE49-F238E27FC236}">
                  <a16:creationId xmlns:a16="http://schemas.microsoft.com/office/drawing/2014/main" id="{AD19CD7C-46F5-4AFC-87EC-4592D7EC4EB3}"/>
                </a:ext>
              </a:extLst>
            </p:cNvPr>
            <p:cNvSpPr/>
            <p:nvPr/>
          </p:nvSpPr>
          <p:spPr>
            <a:xfrm>
              <a:off x="10457336" y="288114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6" name="Hexagon 3435">
              <a:extLst>
                <a:ext uri="{FF2B5EF4-FFF2-40B4-BE49-F238E27FC236}">
                  <a16:creationId xmlns:a16="http://schemas.microsoft.com/office/drawing/2014/main" id="{018FB92B-9DC2-429E-8DB0-B6B87FDBE560}"/>
                </a:ext>
              </a:extLst>
            </p:cNvPr>
            <p:cNvSpPr/>
            <p:nvPr/>
          </p:nvSpPr>
          <p:spPr>
            <a:xfrm>
              <a:off x="10212175" y="26067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7" name="Hexagon 3436">
              <a:extLst>
                <a:ext uri="{FF2B5EF4-FFF2-40B4-BE49-F238E27FC236}">
                  <a16:creationId xmlns:a16="http://schemas.microsoft.com/office/drawing/2014/main" id="{F239E05C-928C-4B52-8D91-CC8F8D71D640}"/>
                </a:ext>
              </a:extLst>
            </p:cNvPr>
            <p:cNvSpPr/>
            <p:nvPr/>
          </p:nvSpPr>
          <p:spPr>
            <a:xfrm>
              <a:off x="10208901" y="27828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8" name="Hexagon 3437">
              <a:extLst>
                <a:ext uri="{FF2B5EF4-FFF2-40B4-BE49-F238E27FC236}">
                  <a16:creationId xmlns:a16="http://schemas.microsoft.com/office/drawing/2014/main" id="{649E20D4-6FF9-4726-98D1-49FB96637248}"/>
                </a:ext>
              </a:extLst>
            </p:cNvPr>
            <p:cNvSpPr/>
            <p:nvPr/>
          </p:nvSpPr>
          <p:spPr>
            <a:xfrm>
              <a:off x="10690518" y="242474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9" name="Hexagon 3438">
              <a:extLst>
                <a:ext uri="{FF2B5EF4-FFF2-40B4-BE49-F238E27FC236}">
                  <a16:creationId xmlns:a16="http://schemas.microsoft.com/office/drawing/2014/main" id="{01B39B9C-B69F-4B95-93F3-5B4931866A93}"/>
                </a:ext>
              </a:extLst>
            </p:cNvPr>
            <p:cNvSpPr/>
            <p:nvPr/>
          </p:nvSpPr>
          <p:spPr>
            <a:xfrm>
              <a:off x="10692007" y="260086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0" name="Hexagon 3439">
              <a:extLst>
                <a:ext uri="{FF2B5EF4-FFF2-40B4-BE49-F238E27FC236}">
                  <a16:creationId xmlns:a16="http://schemas.microsoft.com/office/drawing/2014/main" id="{3471D40E-E353-4B06-B61C-B0B2F4C8AFEC}"/>
                </a:ext>
              </a:extLst>
            </p:cNvPr>
            <p:cNvSpPr/>
            <p:nvPr/>
          </p:nvSpPr>
          <p:spPr>
            <a:xfrm>
              <a:off x="10933090" y="233385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1" name="Hexagon 3440">
              <a:extLst>
                <a:ext uri="{FF2B5EF4-FFF2-40B4-BE49-F238E27FC236}">
                  <a16:creationId xmlns:a16="http://schemas.microsoft.com/office/drawing/2014/main" id="{94FB2CF2-A8F9-4A3B-AFDC-F2B0108715A2}"/>
                </a:ext>
              </a:extLst>
            </p:cNvPr>
            <p:cNvSpPr/>
            <p:nvPr/>
          </p:nvSpPr>
          <p:spPr>
            <a:xfrm>
              <a:off x="10934579" y="250997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2" name="Hexagon 3441">
              <a:extLst>
                <a:ext uri="{FF2B5EF4-FFF2-40B4-BE49-F238E27FC236}">
                  <a16:creationId xmlns:a16="http://schemas.microsoft.com/office/drawing/2014/main" id="{FD767B9D-FBDC-4C5E-87D3-0F2C18DD9BD2}"/>
                </a:ext>
              </a:extLst>
            </p:cNvPr>
            <p:cNvSpPr/>
            <p:nvPr/>
          </p:nvSpPr>
          <p:spPr>
            <a:xfrm>
              <a:off x="11159073" y="224906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3" name="Hexagon 3442">
              <a:extLst>
                <a:ext uri="{FF2B5EF4-FFF2-40B4-BE49-F238E27FC236}">
                  <a16:creationId xmlns:a16="http://schemas.microsoft.com/office/drawing/2014/main" id="{9F09B701-5981-4323-B91F-5DA0F315370C}"/>
                </a:ext>
              </a:extLst>
            </p:cNvPr>
            <p:cNvSpPr/>
            <p:nvPr/>
          </p:nvSpPr>
          <p:spPr>
            <a:xfrm>
              <a:off x="11160562" y="242518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4" name="Hexagon 3443">
              <a:extLst>
                <a:ext uri="{FF2B5EF4-FFF2-40B4-BE49-F238E27FC236}">
                  <a16:creationId xmlns:a16="http://schemas.microsoft.com/office/drawing/2014/main" id="{E5BADB1B-3B58-41AF-90C6-32EEECED51DE}"/>
                </a:ext>
              </a:extLst>
            </p:cNvPr>
            <p:cNvSpPr/>
            <p:nvPr/>
          </p:nvSpPr>
          <p:spPr>
            <a:xfrm>
              <a:off x="11401068" y="215930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5" name="Hexagon 3444">
              <a:extLst>
                <a:ext uri="{FF2B5EF4-FFF2-40B4-BE49-F238E27FC236}">
                  <a16:creationId xmlns:a16="http://schemas.microsoft.com/office/drawing/2014/main" id="{F18A6CBB-DF2F-4677-9970-7B0B1B39711F}"/>
                </a:ext>
              </a:extLst>
            </p:cNvPr>
            <p:cNvSpPr/>
            <p:nvPr/>
          </p:nvSpPr>
          <p:spPr>
            <a:xfrm>
              <a:off x="11402557" y="233542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6" name="Hexagon 3445">
              <a:extLst>
                <a:ext uri="{FF2B5EF4-FFF2-40B4-BE49-F238E27FC236}">
                  <a16:creationId xmlns:a16="http://schemas.microsoft.com/office/drawing/2014/main" id="{B7FCC7DF-BE18-4C06-8FB1-FB0880AA8050}"/>
                </a:ext>
              </a:extLst>
            </p:cNvPr>
            <p:cNvSpPr/>
            <p:nvPr/>
          </p:nvSpPr>
          <p:spPr>
            <a:xfrm>
              <a:off x="11644317" y="20582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7" name="Hexagon 3446">
              <a:extLst>
                <a:ext uri="{FF2B5EF4-FFF2-40B4-BE49-F238E27FC236}">
                  <a16:creationId xmlns:a16="http://schemas.microsoft.com/office/drawing/2014/main" id="{F7F76A45-FDA3-4C71-9365-247BD08532C1}"/>
                </a:ext>
              </a:extLst>
            </p:cNvPr>
            <p:cNvSpPr/>
            <p:nvPr/>
          </p:nvSpPr>
          <p:spPr>
            <a:xfrm>
              <a:off x="11645806" y="223440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8" name="Hexagon 3447">
              <a:extLst>
                <a:ext uri="{FF2B5EF4-FFF2-40B4-BE49-F238E27FC236}">
                  <a16:creationId xmlns:a16="http://schemas.microsoft.com/office/drawing/2014/main" id="{220BA7BB-7F39-4EC5-97C6-3705A3273FA2}"/>
                </a:ext>
              </a:extLst>
            </p:cNvPr>
            <p:cNvSpPr/>
            <p:nvPr/>
          </p:nvSpPr>
          <p:spPr>
            <a:xfrm>
              <a:off x="11885312" y="19702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9" name="Hexagon 3448">
              <a:extLst>
                <a:ext uri="{FF2B5EF4-FFF2-40B4-BE49-F238E27FC236}">
                  <a16:creationId xmlns:a16="http://schemas.microsoft.com/office/drawing/2014/main" id="{0100C68B-0F2F-4C56-8869-A2139AB5B12A}"/>
                </a:ext>
              </a:extLst>
            </p:cNvPr>
            <p:cNvSpPr/>
            <p:nvPr/>
          </p:nvSpPr>
          <p:spPr>
            <a:xfrm>
              <a:off x="11886801" y="214638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0" name="Hexagon 3449">
              <a:extLst>
                <a:ext uri="{FF2B5EF4-FFF2-40B4-BE49-F238E27FC236}">
                  <a16:creationId xmlns:a16="http://schemas.microsoft.com/office/drawing/2014/main" id="{3639E339-F331-4F03-BDDE-F960A5148632}"/>
                </a:ext>
              </a:extLst>
            </p:cNvPr>
            <p:cNvSpPr/>
            <p:nvPr/>
          </p:nvSpPr>
          <p:spPr>
            <a:xfrm>
              <a:off x="11882830" y="16134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1" name="Hexagon 3450">
              <a:extLst>
                <a:ext uri="{FF2B5EF4-FFF2-40B4-BE49-F238E27FC236}">
                  <a16:creationId xmlns:a16="http://schemas.microsoft.com/office/drawing/2014/main" id="{48A25B4E-F8F8-42D9-B77F-3D15FC31FF5A}"/>
                </a:ext>
              </a:extLst>
            </p:cNvPr>
            <p:cNvSpPr/>
            <p:nvPr/>
          </p:nvSpPr>
          <p:spPr>
            <a:xfrm>
              <a:off x="11884319" y="17896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2" name="Hexagon 3451">
              <a:extLst>
                <a:ext uri="{FF2B5EF4-FFF2-40B4-BE49-F238E27FC236}">
                  <a16:creationId xmlns:a16="http://schemas.microsoft.com/office/drawing/2014/main" id="{0DDD59B4-FB63-48E5-8969-4A140A4BA87F}"/>
                </a:ext>
              </a:extLst>
            </p:cNvPr>
            <p:cNvSpPr/>
            <p:nvPr/>
          </p:nvSpPr>
          <p:spPr>
            <a:xfrm>
              <a:off x="12122135" y="152178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3" name="Hexagon 3452">
              <a:extLst>
                <a:ext uri="{FF2B5EF4-FFF2-40B4-BE49-F238E27FC236}">
                  <a16:creationId xmlns:a16="http://schemas.microsoft.com/office/drawing/2014/main" id="{96CCBEAB-7246-494A-823F-1B4AE8DA11A2}"/>
                </a:ext>
              </a:extLst>
            </p:cNvPr>
            <p:cNvSpPr/>
            <p:nvPr/>
          </p:nvSpPr>
          <p:spPr>
            <a:xfrm>
              <a:off x="12123624" y="16979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4" name="Hexagon 3453">
              <a:extLst>
                <a:ext uri="{FF2B5EF4-FFF2-40B4-BE49-F238E27FC236}">
                  <a16:creationId xmlns:a16="http://schemas.microsoft.com/office/drawing/2014/main" id="{38D1BFA2-6308-40AD-AF9A-D9CC2AE216EA}"/>
                </a:ext>
              </a:extLst>
            </p:cNvPr>
            <p:cNvSpPr/>
            <p:nvPr/>
          </p:nvSpPr>
          <p:spPr>
            <a:xfrm>
              <a:off x="11411888" y="180071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5" name="Hexagon 3454">
              <a:extLst>
                <a:ext uri="{FF2B5EF4-FFF2-40B4-BE49-F238E27FC236}">
                  <a16:creationId xmlns:a16="http://schemas.microsoft.com/office/drawing/2014/main" id="{1DCEFCB6-9DD4-467C-B9F0-1180ABEAC9FE}"/>
                </a:ext>
              </a:extLst>
            </p:cNvPr>
            <p:cNvSpPr/>
            <p:nvPr/>
          </p:nvSpPr>
          <p:spPr>
            <a:xfrm>
              <a:off x="11413377" y="197683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6" name="Hexagon 3455">
              <a:extLst>
                <a:ext uri="{FF2B5EF4-FFF2-40B4-BE49-F238E27FC236}">
                  <a16:creationId xmlns:a16="http://schemas.microsoft.com/office/drawing/2014/main" id="{27C6F1E9-5480-4ECA-BFD9-479D7634B7C4}"/>
                </a:ext>
              </a:extLst>
            </p:cNvPr>
            <p:cNvSpPr/>
            <p:nvPr/>
          </p:nvSpPr>
          <p:spPr>
            <a:xfrm>
              <a:off x="11169022" y="188298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7" name="Hexagon 3456">
              <a:extLst>
                <a:ext uri="{FF2B5EF4-FFF2-40B4-BE49-F238E27FC236}">
                  <a16:creationId xmlns:a16="http://schemas.microsoft.com/office/drawing/2014/main" id="{48CD134B-9B11-4F54-9480-857232E0E2F5}"/>
                </a:ext>
              </a:extLst>
            </p:cNvPr>
            <p:cNvSpPr/>
            <p:nvPr/>
          </p:nvSpPr>
          <p:spPr>
            <a:xfrm>
              <a:off x="11170511" y="205910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8" name="Hexagon 3457">
              <a:extLst>
                <a:ext uri="{FF2B5EF4-FFF2-40B4-BE49-F238E27FC236}">
                  <a16:creationId xmlns:a16="http://schemas.microsoft.com/office/drawing/2014/main" id="{42C1F0EC-CF9F-49C3-8D02-9C0063AC66CD}"/>
                </a:ext>
              </a:extLst>
            </p:cNvPr>
            <p:cNvSpPr/>
            <p:nvPr/>
          </p:nvSpPr>
          <p:spPr>
            <a:xfrm>
              <a:off x="10697452" y="20690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9" name="Hexagon 3458">
              <a:extLst>
                <a:ext uri="{FF2B5EF4-FFF2-40B4-BE49-F238E27FC236}">
                  <a16:creationId xmlns:a16="http://schemas.microsoft.com/office/drawing/2014/main" id="{369BB5FE-DB16-4F05-A3E6-340FBC2066B6}"/>
                </a:ext>
              </a:extLst>
            </p:cNvPr>
            <p:cNvSpPr/>
            <p:nvPr/>
          </p:nvSpPr>
          <p:spPr>
            <a:xfrm>
              <a:off x="10698941" y="22451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0" name="Hexagon 3459">
              <a:extLst>
                <a:ext uri="{FF2B5EF4-FFF2-40B4-BE49-F238E27FC236}">
                  <a16:creationId xmlns:a16="http://schemas.microsoft.com/office/drawing/2014/main" id="{12DE6D4D-7E33-4A6D-91F4-6C5E7428F27F}"/>
                </a:ext>
              </a:extLst>
            </p:cNvPr>
            <p:cNvSpPr/>
            <p:nvPr/>
          </p:nvSpPr>
          <p:spPr>
            <a:xfrm>
              <a:off x="10452714" y="19760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1" name="Hexagon 3460">
              <a:extLst>
                <a:ext uri="{FF2B5EF4-FFF2-40B4-BE49-F238E27FC236}">
                  <a16:creationId xmlns:a16="http://schemas.microsoft.com/office/drawing/2014/main" id="{C3F5B072-F77F-4EBA-830F-3D009D66675A}"/>
                </a:ext>
              </a:extLst>
            </p:cNvPr>
            <p:cNvSpPr/>
            <p:nvPr/>
          </p:nvSpPr>
          <p:spPr>
            <a:xfrm>
              <a:off x="10456584" y="21521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2" name="Hexagon 3461">
              <a:extLst>
                <a:ext uri="{FF2B5EF4-FFF2-40B4-BE49-F238E27FC236}">
                  <a16:creationId xmlns:a16="http://schemas.microsoft.com/office/drawing/2014/main" id="{E683E644-D8A1-4AF1-9793-3644253E2EFE}"/>
                </a:ext>
              </a:extLst>
            </p:cNvPr>
            <p:cNvSpPr/>
            <p:nvPr/>
          </p:nvSpPr>
          <p:spPr>
            <a:xfrm>
              <a:off x="10693199" y="171199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3" name="Hexagon 3462">
              <a:extLst>
                <a:ext uri="{FF2B5EF4-FFF2-40B4-BE49-F238E27FC236}">
                  <a16:creationId xmlns:a16="http://schemas.microsoft.com/office/drawing/2014/main" id="{58588BBF-1DE4-4371-AF59-0AF07F303CA2}"/>
                </a:ext>
              </a:extLst>
            </p:cNvPr>
            <p:cNvSpPr/>
            <p:nvPr/>
          </p:nvSpPr>
          <p:spPr>
            <a:xfrm>
              <a:off x="10697069" y="188811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4" name="Hexagon 3463">
              <a:extLst>
                <a:ext uri="{FF2B5EF4-FFF2-40B4-BE49-F238E27FC236}">
                  <a16:creationId xmlns:a16="http://schemas.microsoft.com/office/drawing/2014/main" id="{11B2A816-9E66-4C21-9367-8908EFB8DC44}"/>
                </a:ext>
              </a:extLst>
            </p:cNvPr>
            <p:cNvSpPr/>
            <p:nvPr/>
          </p:nvSpPr>
          <p:spPr>
            <a:xfrm>
              <a:off x="10925679" y="161671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5" name="Hexagon 3464">
              <a:extLst>
                <a:ext uri="{FF2B5EF4-FFF2-40B4-BE49-F238E27FC236}">
                  <a16:creationId xmlns:a16="http://schemas.microsoft.com/office/drawing/2014/main" id="{B0789CBF-5821-4C83-AE76-5B0D8FE01699}"/>
                </a:ext>
              </a:extLst>
            </p:cNvPr>
            <p:cNvSpPr/>
            <p:nvPr/>
          </p:nvSpPr>
          <p:spPr>
            <a:xfrm>
              <a:off x="10929549" y="179284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6" name="Hexagon 3465">
              <a:extLst>
                <a:ext uri="{FF2B5EF4-FFF2-40B4-BE49-F238E27FC236}">
                  <a16:creationId xmlns:a16="http://schemas.microsoft.com/office/drawing/2014/main" id="{D7B57B4A-E756-47BC-94C7-2977D1C698EE}"/>
                </a:ext>
              </a:extLst>
            </p:cNvPr>
            <p:cNvSpPr/>
            <p:nvPr/>
          </p:nvSpPr>
          <p:spPr>
            <a:xfrm>
              <a:off x="11161437" y="153457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7" name="Hexagon 3466">
              <a:extLst>
                <a:ext uri="{FF2B5EF4-FFF2-40B4-BE49-F238E27FC236}">
                  <a16:creationId xmlns:a16="http://schemas.microsoft.com/office/drawing/2014/main" id="{73FEB3EA-B984-481E-BD74-4F22B38E97C7}"/>
                </a:ext>
              </a:extLst>
            </p:cNvPr>
            <p:cNvSpPr/>
            <p:nvPr/>
          </p:nvSpPr>
          <p:spPr>
            <a:xfrm>
              <a:off x="11165307" y="171070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8" name="Hexagon 3467">
              <a:extLst>
                <a:ext uri="{FF2B5EF4-FFF2-40B4-BE49-F238E27FC236}">
                  <a16:creationId xmlns:a16="http://schemas.microsoft.com/office/drawing/2014/main" id="{A87DFA71-95C5-4ABF-BF97-9A5897087004}"/>
                </a:ext>
              </a:extLst>
            </p:cNvPr>
            <p:cNvSpPr/>
            <p:nvPr/>
          </p:nvSpPr>
          <p:spPr>
            <a:xfrm>
              <a:off x="11399136" y="1438611"/>
              <a:ext cx="313002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9" name="Hexagon 3468">
              <a:extLst>
                <a:ext uri="{FF2B5EF4-FFF2-40B4-BE49-F238E27FC236}">
                  <a16:creationId xmlns:a16="http://schemas.microsoft.com/office/drawing/2014/main" id="{E056B838-CC7F-4C7A-8C90-1852167A8055}"/>
                </a:ext>
              </a:extLst>
            </p:cNvPr>
            <p:cNvSpPr/>
            <p:nvPr/>
          </p:nvSpPr>
          <p:spPr>
            <a:xfrm>
              <a:off x="11403006" y="162202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0" name="Hexagon 3469">
              <a:extLst>
                <a:ext uri="{FF2B5EF4-FFF2-40B4-BE49-F238E27FC236}">
                  <a16:creationId xmlns:a16="http://schemas.microsoft.com/office/drawing/2014/main" id="{9873B788-4F23-4996-ADD5-2EEFDBFC83C7}"/>
                </a:ext>
              </a:extLst>
            </p:cNvPr>
            <p:cNvSpPr/>
            <p:nvPr/>
          </p:nvSpPr>
          <p:spPr>
            <a:xfrm>
              <a:off x="11639930" y="15222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1" name="Hexagon 3470">
              <a:extLst>
                <a:ext uri="{FF2B5EF4-FFF2-40B4-BE49-F238E27FC236}">
                  <a16:creationId xmlns:a16="http://schemas.microsoft.com/office/drawing/2014/main" id="{8DC3A6FF-E1DE-47DA-A413-DDA903F80C1C}"/>
                </a:ext>
              </a:extLst>
            </p:cNvPr>
            <p:cNvSpPr/>
            <p:nvPr/>
          </p:nvSpPr>
          <p:spPr>
            <a:xfrm>
              <a:off x="11643800" y="16983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2" name="Hexagon 3471">
              <a:extLst>
                <a:ext uri="{FF2B5EF4-FFF2-40B4-BE49-F238E27FC236}">
                  <a16:creationId xmlns:a16="http://schemas.microsoft.com/office/drawing/2014/main" id="{EE043A5A-0844-4890-A575-4F5A25033682}"/>
                </a:ext>
              </a:extLst>
            </p:cNvPr>
            <p:cNvSpPr/>
            <p:nvPr/>
          </p:nvSpPr>
          <p:spPr>
            <a:xfrm>
              <a:off x="12356530" y="124398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3" name="Hexagon 3472">
              <a:extLst>
                <a:ext uri="{FF2B5EF4-FFF2-40B4-BE49-F238E27FC236}">
                  <a16:creationId xmlns:a16="http://schemas.microsoft.com/office/drawing/2014/main" id="{E48B94D3-7A3C-4186-8311-3B8B24E23946}"/>
                </a:ext>
              </a:extLst>
            </p:cNvPr>
            <p:cNvSpPr/>
            <p:nvPr/>
          </p:nvSpPr>
          <p:spPr>
            <a:xfrm>
              <a:off x="12360400" y="142010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4" name="Hexagon 3473">
              <a:extLst>
                <a:ext uri="{FF2B5EF4-FFF2-40B4-BE49-F238E27FC236}">
                  <a16:creationId xmlns:a16="http://schemas.microsoft.com/office/drawing/2014/main" id="{00AB21EC-3A44-41A0-B1FC-449654C7A199}"/>
                </a:ext>
              </a:extLst>
            </p:cNvPr>
            <p:cNvSpPr/>
            <p:nvPr/>
          </p:nvSpPr>
          <p:spPr>
            <a:xfrm>
              <a:off x="12125814" y="115941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5" name="Hexagon 3474">
              <a:extLst>
                <a:ext uri="{FF2B5EF4-FFF2-40B4-BE49-F238E27FC236}">
                  <a16:creationId xmlns:a16="http://schemas.microsoft.com/office/drawing/2014/main" id="{1F832CE9-1E99-43AB-BB09-F9AFD8C84FE3}"/>
                </a:ext>
              </a:extLst>
            </p:cNvPr>
            <p:cNvSpPr/>
            <p:nvPr/>
          </p:nvSpPr>
          <p:spPr>
            <a:xfrm>
              <a:off x="12129684" y="133553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6" name="Hexagon 3475">
              <a:extLst>
                <a:ext uri="{FF2B5EF4-FFF2-40B4-BE49-F238E27FC236}">
                  <a16:creationId xmlns:a16="http://schemas.microsoft.com/office/drawing/2014/main" id="{3A72450A-86C1-4213-A422-82F651C02A19}"/>
                </a:ext>
              </a:extLst>
            </p:cNvPr>
            <p:cNvSpPr/>
            <p:nvPr/>
          </p:nvSpPr>
          <p:spPr>
            <a:xfrm>
              <a:off x="11886416" y="143060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7" name="Hexagon 3476">
              <a:extLst>
                <a:ext uri="{FF2B5EF4-FFF2-40B4-BE49-F238E27FC236}">
                  <a16:creationId xmlns:a16="http://schemas.microsoft.com/office/drawing/2014/main" id="{26898C8B-8474-4075-9D14-CC60FD349CCD}"/>
                </a:ext>
              </a:extLst>
            </p:cNvPr>
            <p:cNvSpPr/>
            <p:nvPr/>
          </p:nvSpPr>
          <p:spPr>
            <a:xfrm>
              <a:off x="11889519" y="105652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8" name="Hexagon 3477">
              <a:extLst>
                <a:ext uri="{FF2B5EF4-FFF2-40B4-BE49-F238E27FC236}">
                  <a16:creationId xmlns:a16="http://schemas.microsoft.com/office/drawing/2014/main" id="{13549B85-368D-4EDD-BD98-40B6BC0078D0}"/>
                </a:ext>
              </a:extLst>
            </p:cNvPr>
            <p:cNvSpPr/>
            <p:nvPr/>
          </p:nvSpPr>
          <p:spPr>
            <a:xfrm>
              <a:off x="11637628" y="1344519"/>
              <a:ext cx="314956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9" name="Hexagon 3478">
              <a:extLst>
                <a:ext uri="{FF2B5EF4-FFF2-40B4-BE49-F238E27FC236}">
                  <a16:creationId xmlns:a16="http://schemas.microsoft.com/office/drawing/2014/main" id="{5D91BE0F-51EA-418A-A107-35B826186F2F}"/>
                </a:ext>
              </a:extLst>
            </p:cNvPr>
            <p:cNvSpPr/>
            <p:nvPr/>
          </p:nvSpPr>
          <p:spPr>
            <a:xfrm>
              <a:off x="11643800" y="115804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0" name="Hexagon 3479">
              <a:extLst>
                <a:ext uri="{FF2B5EF4-FFF2-40B4-BE49-F238E27FC236}">
                  <a16:creationId xmlns:a16="http://schemas.microsoft.com/office/drawing/2014/main" id="{8C2CCDB5-EDA0-45AA-B433-41C93D078217}"/>
                </a:ext>
              </a:extLst>
            </p:cNvPr>
            <p:cNvSpPr/>
            <p:nvPr/>
          </p:nvSpPr>
          <p:spPr>
            <a:xfrm>
              <a:off x="11401997" y="125192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1" name="Hexagon 3480">
              <a:extLst>
                <a:ext uri="{FF2B5EF4-FFF2-40B4-BE49-F238E27FC236}">
                  <a16:creationId xmlns:a16="http://schemas.microsoft.com/office/drawing/2014/main" id="{83739906-3CFA-4666-82F8-8BDB50D1EE13}"/>
                </a:ext>
              </a:extLst>
            </p:cNvPr>
            <p:cNvSpPr/>
            <p:nvPr/>
          </p:nvSpPr>
          <p:spPr>
            <a:xfrm>
              <a:off x="11403635" y="10586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2" name="Hexagon 3481">
              <a:extLst>
                <a:ext uri="{FF2B5EF4-FFF2-40B4-BE49-F238E27FC236}">
                  <a16:creationId xmlns:a16="http://schemas.microsoft.com/office/drawing/2014/main" id="{FA139B2D-D36C-444E-A167-B556B687C95F}"/>
                </a:ext>
              </a:extLst>
            </p:cNvPr>
            <p:cNvSpPr/>
            <p:nvPr/>
          </p:nvSpPr>
          <p:spPr>
            <a:xfrm>
              <a:off x="11158298" y="134420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6" name="Hexagon 3485">
              <a:extLst>
                <a:ext uri="{FF2B5EF4-FFF2-40B4-BE49-F238E27FC236}">
                  <a16:creationId xmlns:a16="http://schemas.microsoft.com/office/drawing/2014/main" id="{73AB2841-E50B-4CB3-8A4E-A179F20BC0CC}"/>
                </a:ext>
              </a:extLst>
            </p:cNvPr>
            <p:cNvSpPr/>
            <p:nvPr/>
          </p:nvSpPr>
          <p:spPr>
            <a:xfrm>
              <a:off x="11164861" y="11530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7" name="Hexagon 3486">
              <a:extLst>
                <a:ext uri="{FF2B5EF4-FFF2-40B4-BE49-F238E27FC236}">
                  <a16:creationId xmlns:a16="http://schemas.microsoft.com/office/drawing/2014/main" id="{9AFC94CF-19A4-4F49-B69B-1B4FCF351CD8}"/>
                </a:ext>
              </a:extLst>
            </p:cNvPr>
            <p:cNvSpPr/>
            <p:nvPr/>
          </p:nvSpPr>
          <p:spPr>
            <a:xfrm>
              <a:off x="11161722" y="9626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8" name="Hexagon 3487">
              <a:extLst>
                <a:ext uri="{FF2B5EF4-FFF2-40B4-BE49-F238E27FC236}">
                  <a16:creationId xmlns:a16="http://schemas.microsoft.com/office/drawing/2014/main" id="{53C9FBAA-3AF6-4425-BDCB-FB29637643B4}"/>
                </a:ext>
              </a:extLst>
            </p:cNvPr>
            <p:cNvSpPr/>
            <p:nvPr/>
          </p:nvSpPr>
          <p:spPr>
            <a:xfrm>
              <a:off x="10919614" y="143519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9" name="Hexagon 3488">
              <a:extLst>
                <a:ext uri="{FF2B5EF4-FFF2-40B4-BE49-F238E27FC236}">
                  <a16:creationId xmlns:a16="http://schemas.microsoft.com/office/drawing/2014/main" id="{45F95B55-C181-4109-A27A-DD091861AEA7}"/>
                </a:ext>
              </a:extLst>
            </p:cNvPr>
            <p:cNvSpPr/>
            <p:nvPr/>
          </p:nvSpPr>
          <p:spPr>
            <a:xfrm>
              <a:off x="10916475" y="124482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0" name="Hexagon 3489">
              <a:extLst>
                <a:ext uri="{FF2B5EF4-FFF2-40B4-BE49-F238E27FC236}">
                  <a16:creationId xmlns:a16="http://schemas.microsoft.com/office/drawing/2014/main" id="{5C187440-6FC6-48E7-9218-45FF46C5BDDB}"/>
                </a:ext>
              </a:extLst>
            </p:cNvPr>
            <p:cNvSpPr/>
            <p:nvPr/>
          </p:nvSpPr>
          <p:spPr>
            <a:xfrm>
              <a:off x="10689613" y="153034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1" name="Hexagon 3490">
              <a:extLst>
                <a:ext uri="{FF2B5EF4-FFF2-40B4-BE49-F238E27FC236}">
                  <a16:creationId xmlns:a16="http://schemas.microsoft.com/office/drawing/2014/main" id="{7A36A07D-2457-4419-AAB3-104FBF1EEE45}"/>
                </a:ext>
              </a:extLst>
            </p:cNvPr>
            <p:cNvSpPr/>
            <p:nvPr/>
          </p:nvSpPr>
          <p:spPr>
            <a:xfrm>
              <a:off x="10686474" y="133997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2" name="Hexagon 3491">
              <a:extLst>
                <a:ext uri="{FF2B5EF4-FFF2-40B4-BE49-F238E27FC236}">
                  <a16:creationId xmlns:a16="http://schemas.microsoft.com/office/drawing/2014/main" id="{E1702823-1AEA-4A4B-827F-E7A1334B39DA}"/>
                </a:ext>
              </a:extLst>
            </p:cNvPr>
            <p:cNvSpPr/>
            <p:nvPr/>
          </p:nvSpPr>
          <p:spPr>
            <a:xfrm>
              <a:off x="10461025" y="16039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3" name="Hexagon 3492">
              <a:extLst>
                <a:ext uri="{FF2B5EF4-FFF2-40B4-BE49-F238E27FC236}">
                  <a16:creationId xmlns:a16="http://schemas.microsoft.com/office/drawing/2014/main" id="{F9731C97-DB4E-4315-9C07-ED71372F1965}"/>
                </a:ext>
              </a:extLst>
            </p:cNvPr>
            <p:cNvSpPr/>
            <p:nvPr/>
          </p:nvSpPr>
          <p:spPr>
            <a:xfrm>
              <a:off x="10457886" y="141361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4" name="Hexagon 3493">
              <a:extLst>
                <a:ext uri="{FF2B5EF4-FFF2-40B4-BE49-F238E27FC236}">
                  <a16:creationId xmlns:a16="http://schemas.microsoft.com/office/drawing/2014/main" id="{41FA4647-FD42-4DED-9006-0903A577C110}"/>
                </a:ext>
              </a:extLst>
            </p:cNvPr>
            <p:cNvSpPr/>
            <p:nvPr/>
          </p:nvSpPr>
          <p:spPr>
            <a:xfrm>
              <a:off x="10227885" y="16919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5" name="Hexagon 3494">
              <a:extLst>
                <a:ext uri="{FF2B5EF4-FFF2-40B4-BE49-F238E27FC236}">
                  <a16:creationId xmlns:a16="http://schemas.microsoft.com/office/drawing/2014/main" id="{75116814-5CD1-47C0-A04F-7F804553353F}"/>
                </a:ext>
              </a:extLst>
            </p:cNvPr>
            <p:cNvSpPr/>
            <p:nvPr/>
          </p:nvSpPr>
          <p:spPr>
            <a:xfrm>
              <a:off x="10224746" y="150154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6" name="Hexagon 3495">
              <a:extLst>
                <a:ext uri="{FF2B5EF4-FFF2-40B4-BE49-F238E27FC236}">
                  <a16:creationId xmlns:a16="http://schemas.microsoft.com/office/drawing/2014/main" id="{4385E269-0FDE-4F72-ABDA-D050E44AAC2A}"/>
                </a:ext>
              </a:extLst>
            </p:cNvPr>
            <p:cNvSpPr/>
            <p:nvPr/>
          </p:nvSpPr>
          <p:spPr>
            <a:xfrm>
              <a:off x="9984773" y="16039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8" name="Hexagon 3497">
              <a:extLst>
                <a:ext uri="{FF2B5EF4-FFF2-40B4-BE49-F238E27FC236}">
                  <a16:creationId xmlns:a16="http://schemas.microsoft.com/office/drawing/2014/main" id="{0E35D1B0-CA2B-41FD-965F-A27E53478775}"/>
                </a:ext>
              </a:extLst>
            </p:cNvPr>
            <p:cNvSpPr/>
            <p:nvPr/>
          </p:nvSpPr>
          <p:spPr>
            <a:xfrm>
              <a:off x="9975271" y="19694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9" name="Hexagon 3498">
              <a:extLst>
                <a:ext uri="{FF2B5EF4-FFF2-40B4-BE49-F238E27FC236}">
                  <a16:creationId xmlns:a16="http://schemas.microsoft.com/office/drawing/2014/main" id="{ACB595A3-0F5F-4228-B9ED-06F420A87098}"/>
                </a:ext>
              </a:extLst>
            </p:cNvPr>
            <p:cNvSpPr/>
            <p:nvPr/>
          </p:nvSpPr>
          <p:spPr>
            <a:xfrm>
              <a:off x="9972132" y="17791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0" name="Hexagon 3499">
              <a:extLst>
                <a:ext uri="{FF2B5EF4-FFF2-40B4-BE49-F238E27FC236}">
                  <a16:creationId xmlns:a16="http://schemas.microsoft.com/office/drawing/2014/main" id="{4663D1CD-2670-4E8D-B16F-CF4A73B5EA77}"/>
                </a:ext>
              </a:extLst>
            </p:cNvPr>
            <p:cNvSpPr/>
            <p:nvPr/>
          </p:nvSpPr>
          <p:spPr>
            <a:xfrm>
              <a:off x="9744473" y="16979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1" name="Hexagon 3500">
              <a:extLst>
                <a:ext uri="{FF2B5EF4-FFF2-40B4-BE49-F238E27FC236}">
                  <a16:creationId xmlns:a16="http://schemas.microsoft.com/office/drawing/2014/main" id="{AD8D93FE-8D43-4EC6-8644-A3FD94F82D03}"/>
                </a:ext>
              </a:extLst>
            </p:cNvPr>
            <p:cNvSpPr/>
            <p:nvPr/>
          </p:nvSpPr>
          <p:spPr>
            <a:xfrm>
              <a:off x="9741334" y="150753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2" name="Hexagon 3501">
              <a:extLst>
                <a:ext uri="{FF2B5EF4-FFF2-40B4-BE49-F238E27FC236}">
                  <a16:creationId xmlns:a16="http://schemas.microsoft.com/office/drawing/2014/main" id="{F8BD6C53-4B8C-4DE7-8DDF-3262F42D1E9D}"/>
                </a:ext>
              </a:extLst>
            </p:cNvPr>
            <p:cNvSpPr/>
            <p:nvPr/>
          </p:nvSpPr>
          <p:spPr>
            <a:xfrm>
              <a:off x="9509272" y="16091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3" name="Hexagon 3502">
              <a:extLst>
                <a:ext uri="{FF2B5EF4-FFF2-40B4-BE49-F238E27FC236}">
                  <a16:creationId xmlns:a16="http://schemas.microsoft.com/office/drawing/2014/main" id="{73E02854-2503-41DF-9EC6-0703570E6248}"/>
                </a:ext>
              </a:extLst>
            </p:cNvPr>
            <p:cNvSpPr/>
            <p:nvPr/>
          </p:nvSpPr>
          <p:spPr>
            <a:xfrm>
              <a:off x="9506133" y="141882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4" name="Hexagon 3503">
              <a:extLst>
                <a:ext uri="{FF2B5EF4-FFF2-40B4-BE49-F238E27FC236}">
                  <a16:creationId xmlns:a16="http://schemas.microsoft.com/office/drawing/2014/main" id="{8A5BF51B-E549-4BE6-A22F-409EA7FFF6CE}"/>
                </a:ext>
              </a:extLst>
            </p:cNvPr>
            <p:cNvSpPr/>
            <p:nvPr/>
          </p:nvSpPr>
          <p:spPr>
            <a:xfrm>
              <a:off x="9752314" y="132265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5" name="Hexagon 3504">
              <a:extLst>
                <a:ext uri="{FF2B5EF4-FFF2-40B4-BE49-F238E27FC236}">
                  <a16:creationId xmlns:a16="http://schemas.microsoft.com/office/drawing/2014/main" id="{3B31715A-A809-4930-8F85-9E30A453817A}"/>
                </a:ext>
              </a:extLst>
            </p:cNvPr>
            <p:cNvSpPr/>
            <p:nvPr/>
          </p:nvSpPr>
          <p:spPr>
            <a:xfrm>
              <a:off x="10464079" y="178284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6" name="Hexagon 3505">
              <a:extLst>
                <a:ext uri="{FF2B5EF4-FFF2-40B4-BE49-F238E27FC236}">
                  <a16:creationId xmlns:a16="http://schemas.microsoft.com/office/drawing/2014/main" id="{C04316B2-4842-4E75-B83A-3CDE611C5E39}"/>
                </a:ext>
              </a:extLst>
            </p:cNvPr>
            <p:cNvSpPr/>
            <p:nvPr/>
          </p:nvSpPr>
          <p:spPr>
            <a:xfrm>
              <a:off x="10211681" y="205456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7" name="Hexagon 3506">
              <a:extLst>
                <a:ext uri="{FF2B5EF4-FFF2-40B4-BE49-F238E27FC236}">
                  <a16:creationId xmlns:a16="http://schemas.microsoft.com/office/drawing/2014/main" id="{26A3C128-5D2C-4025-B93F-4A9D21C88D87}"/>
                </a:ext>
              </a:extLst>
            </p:cNvPr>
            <p:cNvSpPr/>
            <p:nvPr/>
          </p:nvSpPr>
          <p:spPr>
            <a:xfrm>
              <a:off x="10937886" y="214503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8" name="Hexagon 3507">
              <a:extLst>
                <a:ext uri="{FF2B5EF4-FFF2-40B4-BE49-F238E27FC236}">
                  <a16:creationId xmlns:a16="http://schemas.microsoft.com/office/drawing/2014/main" id="{AB6E0EB4-2AD6-4447-85BE-661A8944ADD0}"/>
                </a:ext>
              </a:extLst>
            </p:cNvPr>
            <p:cNvSpPr/>
            <p:nvPr/>
          </p:nvSpPr>
          <p:spPr>
            <a:xfrm>
              <a:off x="10451784" y="251134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0" name="Hexagon 3509">
              <a:extLst>
                <a:ext uri="{FF2B5EF4-FFF2-40B4-BE49-F238E27FC236}">
                  <a16:creationId xmlns:a16="http://schemas.microsoft.com/office/drawing/2014/main" id="{38516D56-7690-4276-9FE9-A82C883127CE}"/>
                </a:ext>
              </a:extLst>
            </p:cNvPr>
            <p:cNvSpPr/>
            <p:nvPr/>
          </p:nvSpPr>
          <p:spPr>
            <a:xfrm>
              <a:off x="9287065" y="279243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1" name="Hexagon 3510">
              <a:extLst>
                <a:ext uri="{FF2B5EF4-FFF2-40B4-BE49-F238E27FC236}">
                  <a16:creationId xmlns:a16="http://schemas.microsoft.com/office/drawing/2014/main" id="{23B6C72B-EB55-4DAC-BAEA-15FE79376256}"/>
                </a:ext>
              </a:extLst>
            </p:cNvPr>
            <p:cNvSpPr/>
            <p:nvPr/>
          </p:nvSpPr>
          <p:spPr>
            <a:xfrm>
              <a:off x="9283926" y="260206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2" name="Hexagon 3511">
              <a:extLst>
                <a:ext uri="{FF2B5EF4-FFF2-40B4-BE49-F238E27FC236}">
                  <a16:creationId xmlns:a16="http://schemas.microsoft.com/office/drawing/2014/main" id="{5886FDEC-070E-4E22-843E-0FB027620968}"/>
                </a:ext>
              </a:extLst>
            </p:cNvPr>
            <p:cNvSpPr/>
            <p:nvPr/>
          </p:nvSpPr>
          <p:spPr>
            <a:xfrm>
              <a:off x="9036683" y="288469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3" name="Hexagon 3512">
              <a:extLst>
                <a:ext uri="{FF2B5EF4-FFF2-40B4-BE49-F238E27FC236}">
                  <a16:creationId xmlns:a16="http://schemas.microsoft.com/office/drawing/2014/main" id="{98547C29-5E4E-4385-8360-1D60A6D18C8F}"/>
                </a:ext>
              </a:extLst>
            </p:cNvPr>
            <p:cNvSpPr/>
            <p:nvPr/>
          </p:nvSpPr>
          <p:spPr>
            <a:xfrm>
              <a:off x="9033544" y="269432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4" name="Hexagon 3513">
              <a:extLst>
                <a:ext uri="{FF2B5EF4-FFF2-40B4-BE49-F238E27FC236}">
                  <a16:creationId xmlns:a16="http://schemas.microsoft.com/office/drawing/2014/main" id="{C6996AA8-6560-4FE1-8140-06F60C0390E7}"/>
                </a:ext>
              </a:extLst>
            </p:cNvPr>
            <p:cNvSpPr/>
            <p:nvPr/>
          </p:nvSpPr>
          <p:spPr>
            <a:xfrm>
              <a:off x="9041329" y="251968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5" name="Hexagon 3514">
              <a:extLst>
                <a:ext uri="{FF2B5EF4-FFF2-40B4-BE49-F238E27FC236}">
                  <a16:creationId xmlns:a16="http://schemas.microsoft.com/office/drawing/2014/main" id="{0D7503F6-0F74-4A88-BF5A-2AA52AA8411B}"/>
                </a:ext>
              </a:extLst>
            </p:cNvPr>
            <p:cNvSpPr/>
            <p:nvPr/>
          </p:nvSpPr>
          <p:spPr>
            <a:xfrm>
              <a:off x="9038190" y="232931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6" name="Hexagon 3515">
              <a:extLst>
                <a:ext uri="{FF2B5EF4-FFF2-40B4-BE49-F238E27FC236}">
                  <a16:creationId xmlns:a16="http://schemas.microsoft.com/office/drawing/2014/main" id="{43859E83-B1AE-45F5-8CD1-C46B5B12072D}"/>
                </a:ext>
              </a:extLst>
            </p:cNvPr>
            <p:cNvSpPr/>
            <p:nvPr/>
          </p:nvSpPr>
          <p:spPr>
            <a:xfrm>
              <a:off x="8799031" y="27935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7" name="Hexagon 3516">
              <a:extLst>
                <a:ext uri="{FF2B5EF4-FFF2-40B4-BE49-F238E27FC236}">
                  <a16:creationId xmlns:a16="http://schemas.microsoft.com/office/drawing/2014/main" id="{B6698424-9FC4-4355-97A7-A85AB7879B72}"/>
                </a:ext>
              </a:extLst>
            </p:cNvPr>
            <p:cNvSpPr/>
            <p:nvPr/>
          </p:nvSpPr>
          <p:spPr>
            <a:xfrm>
              <a:off x="8795892" y="260319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8" name="Hexagon 3517">
              <a:extLst>
                <a:ext uri="{FF2B5EF4-FFF2-40B4-BE49-F238E27FC236}">
                  <a16:creationId xmlns:a16="http://schemas.microsoft.com/office/drawing/2014/main" id="{96A69189-7330-4BC6-B437-B366F0BF2834}"/>
                </a:ext>
              </a:extLst>
            </p:cNvPr>
            <p:cNvSpPr/>
            <p:nvPr/>
          </p:nvSpPr>
          <p:spPr>
            <a:xfrm>
              <a:off x="8800898" y="242661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9" name="Hexagon 3518">
              <a:extLst>
                <a:ext uri="{FF2B5EF4-FFF2-40B4-BE49-F238E27FC236}">
                  <a16:creationId xmlns:a16="http://schemas.microsoft.com/office/drawing/2014/main" id="{C1CAC456-E0BD-425F-B483-4E62EFD1707F}"/>
                </a:ext>
              </a:extLst>
            </p:cNvPr>
            <p:cNvSpPr/>
            <p:nvPr/>
          </p:nvSpPr>
          <p:spPr>
            <a:xfrm>
              <a:off x="8797759" y="223623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0" name="Hexagon 3519">
              <a:extLst>
                <a:ext uri="{FF2B5EF4-FFF2-40B4-BE49-F238E27FC236}">
                  <a16:creationId xmlns:a16="http://schemas.microsoft.com/office/drawing/2014/main" id="{EFD61BCC-CE52-4385-A2DB-73F90CC52C44}"/>
                </a:ext>
              </a:extLst>
            </p:cNvPr>
            <p:cNvSpPr/>
            <p:nvPr/>
          </p:nvSpPr>
          <p:spPr>
            <a:xfrm>
              <a:off x="8334772" y="28059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1" name="Hexagon 3520">
              <a:extLst>
                <a:ext uri="{FF2B5EF4-FFF2-40B4-BE49-F238E27FC236}">
                  <a16:creationId xmlns:a16="http://schemas.microsoft.com/office/drawing/2014/main" id="{AA13A00C-7011-489B-B6A5-310020ED148D}"/>
                </a:ext>
              </a:extLst>
            </p:cNvPr>
            <p:cNvSpPr/>
            <p:nvPr/>
          </p:nvSpPr>
          <p:spPr>
            <a:xfrm>
              <a:off x="8336395" y="262074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2" name="Hexagon 3521">
              <a:extLst>
                <a:ext uri="{FF2B5EF4-FFF2-40B4-BE49-F238E27FC236}">
                  <a16:creationId xmlns:a16="http://schemas.microsoft.com/office/drawing/2014/main" id="{D9039C9E-B1C5-4975-8C79-87654946E105}"/>
                </a:ext>
              </a:extLst>
            </p:cNvPr>
            <p:cNvSpPr/>
            <p:nvPr/>
          </p:nvSpPr>
          <p:spPr>
            <a:xfrm>
              <a:off x="8101882" y="28953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3" name="Hexagon 3522">
              <a:extLst>
                <a:ext uri="{FF2B5EF4-FFF2-40B4-BE49-F238E27FC236}">
                  <a16:creationId xmlns:a16="http://schemas.microsoft.com/office/drawing/2014/main" id="{F5B74961-5CC2-4873-AB06-F5587D9BA0A2}"/>
                </a:ext>
              </a:extLst>
            </p:cNvPr>
            <p:cNvSpPr/>
            <p:nvPr/>
          </p:nvSpPr>
          <p:spPr>
            <a:xfrm>
              <a:off x="8098743" y="27050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4" name="Hexagon 3523">
              <a:extLst>
                <a:ext uri="{FF2B5EF4-FFF2-40B4-BE49-F238E27FC236}">
                  <a16:creationId xmlns:a16="http://schemas.microsoft.com/office/drawing/2014/main" id="{E530077C-F6B3-421D-92AF-4D3EC8C4D24C}"/>
                </a:ext>
              </a:extLst>
            </p:cNvPr>
            <p:cNvSpPr/>
            <p:nvPr/>
          </p:nvSpPr>
          <p:spPr>
            <a:xfrm>
              <a:off x="7860800" y="261208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5" name="Hexagon 3524">
              <a:extLst>
                <a:ext uri="{FF2B5EF4-FFF2-40B4-BE49-F238E27FC236}">
                  <a16:creationId xmlns:a16="http://schemas.microsoft.com/office/drawing/2014/main" id="{70005B1D-8DF4-48F8-9B0F-11B8719677FC}"/>
                </a:ext>
              </a:extLst>
            </p:cNvPr>
            <p:cNvSpPr/>
            <p:nvPr/>
          </p:nvSpPr>
          <p:spPr>
            <a:xfrm>
              <a:off x="7857661" y="242171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6" name="Hexagon 3525">
              <a:extLst>
                <a:ext uri="{FF2B5EF4-FFF2-40B4-BE49-F238E27FC236}">
                  <a16:creationId xmlns:a16="http://schemas.microsoft.com/office/drawing/2014/main" id="{91A6EFE0-34D1-49E5-9DA2-4E6C26C8A8DA}"/>
                </a:ext>
              </a:extLst>
            </p:cNvPr>
            <p:cNvSpPr/>
            <p:nvPr/>
          </p:nvSpPr>
          <p:spPr>
            <a:xfrm>
              <a:off x="8104118" y="251690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7" name="Hexagon 3526">
              <a:extLst>
                <a:ext uri="{FF2B5EF4-FFF2-40B4-BE49-F238E27FC236}">
                  <a16:creationId xmlns:a16="http://schemas.microsoft.com/office/drawing/2014/main" id="{15223ECD-659D-49E2-80E8-B9A7085DFDBC}"/>
                </a:ext>
              </a:extLst>
            </p:cNvPr>
            <p:cNvSpPr/>
            <p:nvPr/>
          </p:nvSpPr>
          <p:spPr>
            <a:xfrm>
              <a:off x="8100979" y="232652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8" name="Hexagon 3527">
              <a:extLst>
                <a:ext uri="{FF2B5EF4-FFF2-40B4-BE49-F238E27FC236}">
                  <a16:creationId xmlns:a16="http://schemas.microsoft.com/office/drawing/2014/main" id="{A2FBCFDE-B2D3-4C81-A01C-F91047AF2635}"/>
                </a:ext>
              </a:extLst>
            </p:cNvPr>
            <p:cNvSpPr/>
            <p:nvPr/>
          </p:nvSpPr>
          <p:spPr>
            <a:xfrm>
              <a:off x="8337129" y="243636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9" name="Hexagon 3528">
              <a:extLst>
                <a:ext uri="{FF2B5EF4-FFF2-40B4-BE49-F238E27FC236}">
                  <a16:creationId xmlns:a16="http://schemas.microsoft.com/office/drawing/2014/main" id="{76254032-37F2-460B-8A54-2D2D535CAC70}"/>
                </a:ext>
              </a:extLst>
            </p:cNvPr>
            <p:cNvSpPr/>
            <p:nvPr/>
          </p:nvSpPr>
          <p:spPr>
            <a:xfrm>
              <a:off x="8333990" y="224599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0" name="Hexagon 3529">
              <a:extLst>
                <a:ext uri="{FF2B5EF4-FFF2-40B4-BE49-F238E27FC236}">
                  <a16:creationId xmlns:a16="http://schemas.microsoft.com/office/drawing/2014/main" id="{B54EF313-BA5A-41AA-A07B-57BA261D2FB1}"/>
                </a:ext>
              </a:extLst>
            </p:cNvPr>
            <p:cNvSpPr/>
            <p:nvPr/>
          </p:nvSpPr>
          <p:spPr>
            <a:xfrm>
              <a:off x="8575775" y="21469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1" name="Hexagon 3530">
              <a:extLst>
                <a:ext uri="{FF2B5EF4-FFF2-40B4-BE49-F238E27FC236}">
                  <a16:creationId xmlns:a16="http://schemas.microsoft.com/office/drawing/2014/main" id="{BCA8A132-299B-4650-B176-26BD28BB7726}"/>
                </a:ext>
              </a:extLst>
            </p:cNvPr>
            <p:cNvSpPr/>
            <p:nvPr/>
          </p:nvSpPr>
          <p:spPr>
            <a:xfrm>
              <a:off x="8572636" y="195661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2" name="Hexagon 3531">
              <a:extLst>
                <a:ext uri="{FF2B5EF4-FFF2-40B4-BE49-F238E27FC236}">
                  <a16:creationId xmlns:a16="http://schemas.microsoft.com/office/drawing/2014/main" id="{53EFBF9D-0667-4D5C-B931-287717F97489}"/>
                </a:ext>
              </a:extLst>
            </p:cNvPr>
            <p:cNvSpPr/>
            <p:nvPr/>
          </p:nvSpPr>
          <p:spPr>
            <a:xfrm>
              <a:off x="8338377" y="20582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3" name="Hexagon 3532">
              <a:extLst>
                <a:ext uri="{FF2B5EF4-FFF2-40B4-BE49-F238E27FC236}">
                  <a16:creationId xmlns:a16="http://schemas.microsoft.com/office/drawing/2014/main" id="{7AC62B5B-6EDB-400D-83A6-00BF2B381466}"/>
                </a:ext>
              </a:extLst>
            </p:cNvPr>
            <p:cNvSpPr/>
            <p:nvPr/>
          </p:nvSpPr>
          <p:spPr>
            <a:xfrm>
              <a:off x="8335238" y="18679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4" name="Hexagon 3533">
              <a:extLst>
                <a:ext uri="{FF2B5EF4-FFF2-40B4-BE49-F238E27FC236}">
                  <a16:creationId xmlns:a16="http://schemas.microsoft.com/office/drawing/2014/main" id="{A4E1FB17-D4AD-4882-B3E1-921219426038}"/>
                </a:ext>
              </a:extLst>
            </p:cNvPr>
            <p:cNvSpPr/>
            <p:nvPr/>
          </p:nvSpPr>
          <p:spPr>
            <a:xfrm>
              <a:off x="8095762" y="21486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5" name="Hexagon 3534">
              <a:extLst>
                <a:ext uri="{FF2B5EF4-FFF2-40B4-BE49-F238E27FC236}">
                  <a16:creationId xmlns:a16="http://schemas.microsoft.com/office/drawing/2014/main" id="{E7903C3C-1923-4261-A809-DB02CAD29C17}"/>
                </a:ext>
              </a:extLst>
            </p:cNvPr>
            <p:cNvSpPr/>
            <p:nvPr/>
          </p:nvSpPr>
          <p:spPr>
            <a:xfrm>
              <a:off x="8092623" y="19582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0" name="Hexagon 3539">
              <a:extLst>
                <a:ext uri="{FF2B5EF4-FFF2-40B4-BE49-F238E27FC236}">
                  <a16:creationId xmlns:a16="http://schemas.microsoft.com/office/drawing/2014/main" id="{0AFF38B8-E630-48F1-9DC8-0B5927AD6427}"/>
                </a:ext>
              </a:extLst>
            </p:cNvPr>
            <p:cNvSpPr/>
            <p:nvPr/>
          </p:nvSpPr>
          <p:spPr>
            <a:xfrm>
              <a:off x="8347446" y="168999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1" name="Hexagon 3540">
              <a:extLst>
                <a:ext uri="{FF2B5EF4-FFF2-40B4-BE49-F238E27FC236}">
                  <a16:creationId xmlns:a16="http://schemas.microsoft.com/office/drawing/2014/main" id="{F4B2CBE5-CCEA-4F55-9226-AC7B5A66113C}"/>
                </a:ext>
              </a:extLst>
            </p:cNvPr>
            <p:cNvSpPr/>
            <p:nvPr/>
          </p:nvSpPr>
          <p:spPr>
            <a:xfrm>
              <a:off x="8344307" y="149962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2" name="Hexagon 3541">
              <a:extLst>
                <a:ext uri="{FF2B5EF4-FFF2-40B4-BE49-F238E27FC236}">
                  <a16:creationId xmlns:a16="http://schemas.microsoft.com/office/drawing/2014/main" id="{A427C730-2603-4CC5-904E-3F041C658CCA}"/>
                </a:ext>
              </a:extLst>
            </p:cNvPr>
            <p:cNvSpPr/>
            <p:nvPr/>
          </p:nvSpPr>
          <p:spPr>
            <a:xfrm>
              <a:off x="8103273" y="177575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3" name="Hexagon 3542">
              <a:extLst>
                <a:ext uri="{FF2B5EF4-FFF2-40B4-BE49-F238E27FC236}">
                  <a16:creationId xmlns:a16="http://schemas.microsoft.com/office/drawing/2014/main" id="{5B0D2A75-F248-4AF1-B14F-BCE47B516953}"/>
                </a:ext>
              </a:extLst>
            </p:cNvPr>
            <p:cNvSpPr/>
            <p:nvPr/>
          </p:nvSpPr>
          <p:spPr>
            <a:xfrm>
              <a:off x="8100134" y="158538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4" name="Hexagon 3543">
              <a:extLst>
                <a:ext uri="{FF2B5EF4-FFF2-40B4-BE49-F238E27FC236}">
                  <a16:creationId xmlns:a16="http://schemas.microsoft.com/office/drawing/2014/main" id="{D6ADD2E5-D9EF-4EC2-BF2B-779AF60B285D}"/>
                </a:ext>
              </a:extLst>
            </p:cNvPr>
            <p:cNvSpPr/>
            <p:nvPr/>
          </p:nvSpPr>
          <p:spPr>
            <a:xfrm>
              <a:off x="8103273" y="141224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5" name="Hexagon 3544">
              <a:extLst>
                <a:ext uri="{FF2B5EF4-FFF2-40B4-BE49-F238E27FC236}">
                  <a16:creationId xmlns:a16="http://schemas.microsoft.com/office/drawing/2014/main" id="{1F955D0D-C24B-4F43-BAFC-941DF15E8968}"/>
                </a:ext>
              </a:extLst>
            </p:cNvPr>
            <p:cNvSpPr/>
            <p:nvPr/>
          </p:nvSpPr>
          <p:spPr>
            <a:xfrm>
              <a:off x="8100134" y="122187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6" name="Hexagon 3545">
              <a:extLst>
                <a:ext uri="{FF2B5EF4-FFF2-40B4-BE49-F238E27FC236}">
                  <a16:creationId xmlns:a16="http://schemas.microsoft.com/office/drawing/2014/main" id="{B637D0B8-3980-4E51-9A3F-02096ED72D00}"/>
                </a:ext>
              </a:extLst>
            </p:cNvPr>
            <p:cNvSpPr/>
            <p:nvPr/>
          </p:nvSpPr>
          <p:spPr>
            <a:xfrm>
              <a:off x="7859808" y="16828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7" name="Hexagon 3546">
              <a:extLst>
                <a:ext uri="{FF2B5EF4-FFF2-40B4-BE49-F238E27FC236}">
                  <a16:creationId xmlns:a16="http://schemas.microsoft.com/office/drawing/2014/main" id="{7A9FF99D-B02A-4A86-BADF-216D3A87CA8B}"/>
                </a:ext>
              </a:extLst>
            </p:cNvPr>
            <p:cNvSpPr/>
            <p:nvPr/>
          </p:nvSpPr>
          <p:spPr>
            <a:xfrm>
              <a:off x="7856669" y="14924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8" name="Hexagon 3547">
              <a:extLst>
                <a:ext uri="{FF2B5EF4-FFF2-40B4-BE49-F238E27FC236}">
                  <a16:creationId xmlns:a16="http://schemas.microsoft.com/office/drawing/2014/main" id="{E2B9BDC4-36D9-4E25-9022-CC6BABB6AAA9}"/>
                </a:ext>
              </a:extLst>
            </p:cNvPr>
            <p:cNvSpPr/>
            <p:nvPr/>
          </p:nvSpPr>
          <p:spPr>
            <a:xfrm>
              <a:off x="7859581" y="132325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9" name="Hexagon 3548">
              <a:extLst>
                <a:ext uri="{FF2B5EF4-FFF2-40B4-BE49-F238E27FC236}">
                  <a16:creationId xmlns:a16="http://schemas.microsoft.com/office/drawing/2014/main" id="{35488060-1FDB-4C3C-8D71-552A89E54DC5}"/>
                </a:ext>
              </a:extLst>
            </p:cNvPr>
            <p:cNvSpPr/>
            <p:nvPr/>
          </p:nvSpPr>
          <p:spPr>
            <a:xfrm>
              <a:off x="7856442" y="113288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0" name="Hexagon 3549">
              <a:extLst>
                <a:ext uri="{FF2B5EF4-FFF2-40B4-BE49-F238E27FC236}">
                  <a16:creationId xmlns:a16="http://schemas.microsoft.com/office/drawing/2014/main" id="{BCA8FB42-C1D0-48F5-A177-EE493D88C624}"/>
                </a:ext>
              </a:extLst>
            </p:cNvPr>
            <p:cNvSpPr/>
            <p:nvPr/>
          </p:nvSpPr>
          <p:spPr>
            <a:xfrm>
              <a:off x="7616968" y="177074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1" name="Hexagon 3550">
              <a:extLst>
                <a:ext uri="{FF2B5EF4-FFF2-40B4-BE49-F238E27FC236}">
                  <a16:creationId xmlns:a16="http://schemas.microsoft.com/office/drawing/2014/main" id="{E522094C-363A-4DDA-AC58-D31658532D2E}"/>
                </a:ext>
              </a:extLst>
            </p:cNvPr>
            <p:cNvSpPr/>
            <p:nvPr/>
          </p:nvSpPr>
          <p:spPr>
            <a:xfrm>
              <a:off x="7613829" y="158037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2" name="Hexagon 3551">
              <a:extLst>
                <a:ext uri="{FF2B5EF4-FFF2-40B4-BE49-F238E27FC236}">
                  <a16:creationId xmlns:a16="http://schemas.microsoft.com/office/drawing/2014/main" id="{534B151E-F3F7-44EA-BD8E-D5D48C96E39E}"/>
                </a:ext>
              </a:extLst>
            </p:cNvPr>
            <p:cNvSpPr/>
            <p:nvPr/>
          </p:nvSpPr>
          <p:spPr>
            <a:xfrm>
              <a:off x="7623180" y="14037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3" name="Hexagon 3552">
              <a:extLst>
                <a:ext uri="{FF2B5EF4-FFF2-40B4-BE49-F238E27FC236}">
                  <a16:creationId xmlns:a16="http://schemas.microsoft.com/office/drawing/2014/main" id="{ED105B87-CE68-4DE6-B21B-868FB8CA7819}"/>
                </a:ext>
              </a:extLst>
            </p:cNvPr>
            <p:cNvSpPr/>
            <p:nvPr/>
          </p:nvSpPr>
          <p:spPr>
            <a:xfrm>
              <a:off x="7620041" y="12133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4" name="Hexagon 3553">
              <a:extLst>
                <a:ext uri="{FF2B5EF4-FFF2-40B4-BE49-F238E27FC236}">
                  <a16:creationId xmlns:a16="http://schemas.microsoft.com/office/drawing/2014/main" id="{C4272AFF-9DEC-47F7-BB60-0566B5528079}"/>
                </a:ext>
              </a:extLst>
            </p:cNvPr>
            <p:cNvSpPr/>
            <p:nvPr/>
          </p:nvSpPr>
          <p:spPr>
            <a:xfrm>
              <a:off x="7626428" y="103994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5" name="Hexagon 3554">
              <a:extLst>
                <a:ext uri="{FF2B5EF4-FFF2-40B4-BE49-F238E27FC236}">
                  <a16:creationId xmlns:a16="http://schemas.microsoft.com/office/drawing/2014/main" id="{343A768A-2865-42B0-9C98-9FBACA6746E5}"/>
                </a:ext>
              </a:extLst>
            </p:cNvPr>
            <p:cNvSpPr/>
            <p:nvPr/>
          </p:nvSpPr>
          <p:spPr>
            <a:xfrm>
              <a:off x="7623289" y="84957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6" name="Hexagon 3555">
              <a:extLst>
                <a:ext uri="{FF2B5EF4-FFF2-40B4-BE49-F238E27FC236}">
                  <a16:creationId xmlns:a16="http://schemas.microsoft.com/office/drawing/2014/main" id="{CF2DD3ED-25A7-4B2F-9D6A-32DE248644BE}"/>
                </a:ext>
              </a:extLst>
            </p:cNvPr>
            <p:cNvSpPr/>
            <p:nvPr/>
          </p:nvSpPr>
          <p:spPr>
            <a:xfrm>
              <a:off x="7389325" y="11381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7" name="Hexagon 3556">
              <a:extLst>
                <a:ext uri="{FF2B5EF4-FFF2-40B4-BE49-F238E27FC236}">
                  <a16:creationId xmlns:a16="http://schemas.microsoft.com/office/drawing/2014/main" id="{289B13D4-1679-4904-AF94-D47F35C9777C}"/>
                </a:ext>
              </a:extLst>
            </p:cNvPr>
            <p:cNvSpPr/>
            <p:nvPr/>
          </p:nvSpPr>
          <p:spPr>
            <a:xfrm>
              <a:off x="7386186" y="9477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8" name="Hexagon 3557">
              <a:extLst>
                <a:ext uri="{FF2B5EF4-FFF2-40B4-BE49-F238E27FC236}">
                  <a16:creationId xmlns:a16="http://schemas.microsoft.com/office/drawing/2014/main" id="{31193BA1-4D74-4DF3-A423-29AF152AEF45}"/>
                </a:ext>
              </a:extLst>
            </p:cNvPr>
            <p:cNvSpPr/>
            <p:nvPr/>
          </p:nvSpPr>
          <p:spPr>
            <a:xfrm>
              <a:off x="7380169" y="150296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9" name="Hexagon 3558">
              <a:extLst>
                <a:ext uri="{FF2B5EF4-FFF2-40B4-BE49-F238E27FC236}">
                  <a16:creationId xmlns:a16="http://schemas.microsoft.com/office/drawing/2014/main" id="{2F37C951-F660-43E9-AECD-F3BBA7F06845}"/>
                </a:ext>
              </a:extLst>
            </p:cNvPr>
            <p:cNvSpPr/>
            <p:nvPr/>
          </p:nvSpPr>
          <p:spPr>
            <a:xfrm>
              <a:off x="7377030" y="131259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0" name="Hexagon 3559">
              <a:extLst>
                <a:ext uri="{FF2B5EF4-FFF2-40B4-BE49-F238E27FC236}">
                  <a16:creationId xmlns:a16="http://schemas.microsoft.com/office/drawing/2014/main" id="{4872DB50-5348-40C9-B60D-7D381B1B753F}"/>
                </a:ext>
              </a:extLst>
            </p:cNvPr>
            <p:cNvSpPr/>
            <p:nvPr/>
          </p:nvSpPr>
          <p:spPr>
            <a:xfrm>
              <a:off x="7382851" y="18602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1" name="Hexagon 3560">
              <a:extLst>
                <a:ext uri="{FF2B5EF4-FFF2-40B4-BE49-F238E27FC236}">
                  <a16:creationId xmlns:a16="http://schemas.microsoft.com/office/drawing/2014/main" id="{3B80919D-178A-4AF4-A03F-4CDE8C3BF2DA}"/>
                </a:ext>
              </a:extLst>
            </p:cNvPr>
            <p:cNvSpPr/>
            <p:nvPr/>
          </p:nvSpPr>
          <p:spPr>
            <a:xfrm>
              <a:off x="7379712" y="166986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2" name="Hexagon 3561">
              <a:extLst>
                <a:ext uri="{FF2B5EF4-FFF2-40B4-BE49-F238E27FC236}">
                  <a16:creationId xmlns:a16="http://schemas.microsoft.com/office/drawing/2014/main" id="{7E9AD097-40FF-4BF2-BFC4-B4BC8F1896DF}"/>
                </a:ext>
              </a:extLst>
            </p:cNvPr>
            <p:cNvSpPr/>
            <p:nvPr/>
          </p:nvSpPr>
          <p:spPr>
            <a:xfrm>
              <a:off x="7624808" y="251914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3" name="Hexagon 3562">
              <a:extLst>
                <a:ext uri="{FF2B5EF4-FFF2-40B4-BE49-F238E27FC236}">
                  <a16:creationId xmlns:a16="http://schemas.microsoft.com/office/drawing/2014/main" id="{EE41B528-B171-4D6D-86E1-9F142A451E9E}"/>
                </a:ext>
              </a:extLst>
            </p:cNvPr>
            <p:cNvSpPr/>
            <p:nvPr/>
          </p:nvSpPr>
          <p:spPr>
            <a:xfrm>
              <a:off x="7621669" y="232877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4" name="Hexagon 3563">
              <a:extLst>
                <a:ext uri="{FF2B5EF4-FFF2-40B4-BE49-F238E27FC236}">
                  <a16:creationId xmlns:a16="http://schemas.microsoft.com/office/drawing/2014/main" id="{414926BE-0F1F-424F-B30C-300B2E77556C}"/>
                </a:ext>
              </a:extLst>
            </p:cNvPr>
            <p:cNvSpPr/>
            <p:nvPr/>
          </p:nvSpPr>
          <p:spPr>
            <a:xfrm>
              <a:off x="7389366" y="243043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5" name="Hexagon 3564">
              <a:extLst>
                <a:ext uri="{FF2B5EF4-FFF2-40B4-BE49-F238E27FC236}">
                  <a16:creationId xmlns:a16="http://schemas.microsoft.com/office/drawing/2014/main" id="{ED8E814D-B3EF-452E-BB08-4549ED5EDB50}"/>
                </a:ext>
              </a:extLst>
            </p:cNvPr>
            <p:cNvSpPr/>
            <p:nvPr/>
          </p:nvSpPr>
          <p:spPr>
            <a:xfrm>
              <a:off x="7386227" y="224006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7" name="Hexagon 3566">
              <a:extLst>
                <a:ext uri="{FF2B5EF4-FFF2-40B4-BE49-F238E27FC236}">
                  <a16:creationId xmlns:a16="http://schemas.microsoft.com/office/drawing/2014/main" id="{9ED89082-37D5-4CB7-B88B-E93865519866}"/>
                </a:ext>
              </a:extLst>
            </p:cNvPr>
            <p:cNvSpPr/>
            <p:nvPr/>
          </p:nvSpPr>
          <p:spPr>
            <a:xfrm>
              <a:off x="7140224" y="122387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8" name="Hexagon 3567">
              <a:extLst>
                <a:ext uri="{FF2B5EF4-FFF2-40B4-BE49-F238E27FC236}">
                  <a16:creationId xmlns:a16="http://schemas.microsoft.com/office/drawing/2014/main" id="{2358F9CC-0047-46FB-8788-E383E1DD80AA}"/>
                </a:ext>
              </a:extLst>
            </p:cNvPr>
            <p:cNvSpPr/>
            <p:nvPr/>
          </p:nvSpPr>
          <p:spPr>
            <a:xfrm>
              <a:off x="7139108" y="17701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9" name="Hexagon 3568">
              <a:extLst>
                <a:ext uri="{FF2B5EF4-FFF2-40B4-BE49-F238E27FC236}">
                  <a16:creationId xmlns:a16="http://schemas.microsoft.com/office/drawing/2014/main" id="{0B7362CC-717D-4CC2-B1E0-18B894460E23}"/>
                </a:ext>
              </a:extLst>
            </p:cNvPr>
            <p:cNvSpPr/>
            <p:nvPr/>
          </p:nvSpPr>
          <p:spPr>
            <a:xfrm>
              <a:off x="7135969" y="15797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0" name="Hexagon 3569">
              <a:extLst>
                <a:ext uri="{FF2B5EF4-FFF2-40B4-BE49-F238E27FC236}">
                  <a16:creationId xmlns:a16="http://schemas.microsoft.com/office/drawing/2014/main" id="{E9E4EB43-B63C-4D24-8B67-9555504A14E3}"/>
                </a:ext>
              </a:extLst>
            </p:cNvPr>
            <p:cNvSpPr/>
            <p:nvPr/>
          </p:nvSpPr>
          <p:spPr>
            <a:xfrm>
              <a:off x="7153438" y="21466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1" name="Hexagon 3570">
              <a:extLst>
                <a:ext uri="{FF2B5EF4-FFF2-40B4-BE49-F238E27FC236}">
                  <a16:creationId xmlns:a16="http://schemas.microsoft.com/office/drawing/2014/main" id="{8CCDAB23-7502-4101-BCEF-4AC6C9D98FF0}"/>
                </a:ext>
              </a:extLst>
            </p:cNvPr>
            <p:cNvSpPr/>
            <p:nvPr/>
          </p:nvSpPr>
          <p:spPr>
            <a:xfrm>
              <a:off x="7150299" y="19562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2" name="Hexagon 3571">
              <a:extLst>
                <a:ext uri="{FF2B5EF4-FFF2-40B4-BE49-F238E27FC236}">
                  <a16:creationId xmlns:a16="http://schemas.microsoft.com/office/drawing/2014/main" id="{F4BB128E-1460-4414-9CB1-2FF54C6B88BB}"/>
                </a:ext>
              </a:extLst>
            </p:cNvPr>
            <p:cNvSpPr/>
            <p:nvPr/>
          </p:nvSpPr>
          <p:spPr>
            <a:xfrm>
              <a:off x="7151553" y="25248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3" name="Hexagon 3572">
              <a:extLst>
                <a:ext uri="{FF2B5EF4-FFF2-40B4-BE49-F238E27FC236}">
                  <a16:creationId xmlns:a16="http://schemas.microsoft.com/office/drawing/2014/main" id="{6349761C-661B-483F-A51C-754E1A943D86}"/>
                </a:ext>
              </a:extLst>
            </p:cNvPr>
            <p:cNvSpPr/>
            <p:nvPr/>
          </p:nvSpPr>
          <p:spPr>
            <a:xfrm>
              <a:off x="7148414" y="23345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4" name="Hexagon 3573">
              <a:extLst>
                <a:ext uri="{FF2B5EF4-FFF2-40B4-BE49-F238E27FC236}">
                  <a16:creationId xmlns:a16="http://schemas.microsoft.com/office/drawing/2014/main" id="{5C31EB76-D06C-4321-A752-F292F7050EB4}"/>
                </a:ext>
              </a:extLst>
            </p:cNvPr>
            <p:cNvSpPr/>
            <p:nvPr/>
          </p:nvSpPr>
          <p:spPr>
            <a:xfrm>
              <a:off x="6903299" y="13213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5" name="Hexagon 3574">
              <a:extLst>
                <a:ext uri="{FF2B5EF4-FFF2-40B4-BE49-F238E27FC236}">
                  <a16:creationId xmlns:a16="http://schemas.microsoft.com/office/drawing/2014/main" id="{291A0B2F-353A-424C-838A-3C873B25B4C7}"/>
                </a:ext>
              </a:extLst>
            </p:cNvPr>
            <p:cNvSpPr/>
            <p:nvPr/>
          </p:nvSpPr>
          <p:spPr>
            <a:xfrm>
              <a:off x="6900160" y="11309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6" name="Hexagon 3575">
              <a:extLst>
                <a:ext uri="{FF2B5EF4-FFF2-40B4-BE49-F238E27FC236}">
                  <a16:creationId xmlns:a16="http://schemas.microsoft.com/office/drawing/2014/main" id="{321D82B5-F3AC-45FA-9725-A25B2EB80CC0}"/>
                </a:ext>
              </a:extLst>
            </p:cNvPr>
            <p:cNvSpPr/>
            <p:nvPr/>
          </p:nvSpPr>
          <p:spPr>
            <a:xfrm>
              <a:off x="6666493" y="14150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7" name="Hexagon 3576">
              <a:extLst>
                <a:ext uri="{FF2B5EF4-FFF2-40B4-BE49-F238E27FC236}">
                  <a16:creationId xmlns:a16="http://schemas.microsoft.com/office/drawing/2014/main" id="{2892DA5B-E3A8-49F2-9EE4-714193B8AD40}"/>
                </a:ext>
              </a:extLst>
            </p:cNvPr>
            <p:cNvSpPr/>
            <p:nvPr/>
          </p:nvSpPr>
          <p:spPr>
            <a:xfrm>
              <a:off x="6663354" y="122465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8" name="Hexagon 3577">
              <a:extLst>
                <a:ext uri="{FF2B5EF4-FFF2-40B4-BE49-F238E27FC236}">
                  <a16:creationId xmlns:a16="http://schemas.microsoft.com/office/drawing/2014/main" id="{634E4B0C-1D25-49E2-B115-5EDE9C75B398}"/>
                </a:ext>
              </a:extLst>
            </p:cNvPr>
            <p:cNvSpPr/>
            <p:nvPr/>
          </p:nvSpPr>
          <p:spPr>
            <a:xfrm>
              <a:off x="6907946" y="169859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9" name="Hexagon 3578">
              <a:extLst>
                <a:ext uri="{FF2B5EF4-FFF2-40B4-BE49-F238E27FC236}">
                  <a16:creationId xmlns:a16="http://schemas.microsoft.com/office/drawing/2014/main" id="{222B14B0-9FA5-4CA4-A9EE-B8FCBD67EF2C}"/>
                </a:ext>
              </a:extLst>
            </p:cNvPr>
            <p:cNvSpPr/>
            <p:nvPr/>
          </p:nvSpPr>
          <p:spPr>
            <a:xfrm>
              <a:off x="6904807" y="150822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0" name="Hexagon 3579">
              <a:extLst>
                <a:ext uri="{FF2B5EF4-FFF2-40B4-BE49-F238E27FC236}">
                  <a16:creationId xmlns:a16="http://schemas.microsoft.com/office/drawing/2014/main" id="{AA72546A-4EE3-4F7A-9655-18D0A8FD6FCC}"/>
                </a:ext>
              </a:extLst>
            </p:cNvPr>
            <p:cNvSpPr/>
            <p:nvPr/>
          </p:nvSpPr>
          <p:spPr>
            <a:xfrm>
              <a:off x="6917780" y="205405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1" name="Hexagon 3580">
              <a:extLst>
                <a:ext uri="{FF2B5EF4-FFF2-40B4-BE49-F238E27FC236}">
                  <a16:creationId xmlns:a16="http://schemas.microsoft.com/office/drawing/2014/main" id="{6C8C5FF7-B735-492F-8EB0-DCD192E4378E}"/>
                </a:ext>
              </a:extLst>
            </p:cNvPr>
            <p:cNvSpPr/>
            <p:nvPr/>
          </p:nvSpPr>
          <p:spPr>
            <a:xfrm>
              <a:off x="6914641" y="186368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2" name="Hexagon 3581">
              <a:extLst>
                <a:ext uri="{FF2B5EF4-FFF2-40B4-BE49-F238E27FC236}">
                  <a16:creationId xmlns:a16="http://schemas.microsoft.com/office/drawing/2014/main" id="{BABC9E0C-B13C-4887-AA29-7522DB844084}"/>
                </a:ext>
              </a:extLst>
            </p:cNvPr>
            <p:cNvSpPr/>
            <p:nvPr/>
          </p:nvSpPr>
          <p:spPr>
            <a:xfrm>
              <a:off x="6670779" y="251914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3" name="Hexagon 3582">
              <a:extLst>
                <a:ext uri="{FF2B5EF4-FFF2-40B4-BE49-F238E27FC236}">
                  <a16:creationId xmlns:a16="http://schemas.microsoft.com/office/drawing/2014/main" id="{F72F6B94-8AC7-474D-BC56-491F6CBB76C9}"/>
                </a:ext>
              </a:extLst>
            </p:cNvPr>
            <p:cNvSpPr/>
            <p:nvPr/>
          </p:nvSpPr>
          <p:spPr>
            <a:xfrm>
              <a:off x="6667640" y="232877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4" name="Hexagon 3583">
              <a:extLst>
                <a:ext uri="{FF2B5EF4-FFF2-40B4-BE49-F238E27FC236}">
                  <a16:creationId xmlns:a16="http://schemas.microsoft.com/office/drawing/2014/main" id="{0BFA50F8-8982-444E-BA93-88FC4AB512A9}"/>
                </a:ext>
              </a:extLst>
            </p:cNvPr>
            <p:cNvSpPr/>
            <p:nvPr/>
          </p:nvSpPr>
          <p:spPr>
            <a:xfrm>
              <a:off x="6673607" y="21469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5" name="Hexagon 3584">
              <a:extLst>
                <a:ext uri="{FF2B5EF4-FFF2-40B4-BE49-F238E27FC236}">
                  <a16:creationId xmlns:a16="http://schemas.microsoft.com/office/drawing/2014/main" id="{A0C3B560-0731-4D7E-B389-82C34B621006}"/>
                </a:ext>
              </a:extLst>
            </p:cNvPr>
            <p:cNvSpPr/>
            <p:nvPr/>
          </p:nvSpPr>
          <p:spPr>
            <a:xfrm>
              <a:off x="6670468" y="195661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6" name="Hexagon 3585">
              <a:extLst>
                <a:ext uri="{FF2B5EF4-FFF2-40B4-BE49-F238E27FC236}">
                  <a16:creationId xmlns:a16="http://schemas.microsoft.com/office/drawing/2014/main" id="{2DB17382-9468-44C4-A108-4329658AF44D}"/>
                </a:ext>
              </a:extLst>
            </p:cNvPr>
            <p:cNvSpPr/>
            <p:nvPr/>
          </p:nvSpPr>
          <p:spPr>
            <a:xfrm>
              <a:off x="6673347" y="178062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7" name="Hexagon 3586">
              <a:extLst>
                <a:ext uri="{FF2B5EF4-FFF2-40B4-BE49-F238E27FC236}">
                  <a16:creationId xmlns:a16="http://schemas.microsoft.com/office/drawing/2014/main" id="{E434DB61-6E2C-42D3-829C-ADDA5CCBF62D}"/>
                </a:ext>
              </a:extLst>
            </p:cNvPr>
            <p:cNvSpPr/>
            <p:nvPr/>
          </p:nvSpPr>
          <p:spPr>
            <a:xfrm>
              <a:off x="6670208" y="159025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8" name="Hexagon 3587">
              <a:extLst>
                <a:ext uri="{FF2B5EF4-FFF2-40B4-BE49-F238E27FC236}">
                  <a16:creationId xmlns:a16="http://schemas.microsoft.com/office/drawing/2014/main" id="{1CAD0D87-95B3-41CA-A775-8FCDBB35F68B}"/>
                </a:ext>
              </a:extLst>
            </p:cNvPr>
            <p:cNvSpPr/>
            <p:nvPr/>
          </p:nvSpPr>
          <p:spPr>
            <a:xfrm>
              <a:off x="6432548" y="18788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9" name="Hexagon 3588">
              <a:extLst>
                <a:ext uri="{FF2B5EF4-FFF2-40B4-BE49-F238E27FC236}">
                  <a16:creationId xmlns:a16="http://schemas.microsoft.com/office/drawing/2014/main" id="{8F5EDA4D-0504-4751-B991-8BECE289B48F}"/>
                </a:ext>
              </a:extLst>
            </p:cNvPr>
            <p:cNvSpPr/>
            <p:nvPr/>
          </p:nvSpPr>
          <p:spPr>
            <a:xfrm>
              <a:off x="6429409" y="168844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0" name="Hexagon 3589">
              <a:extLst>
                <a:ext uri="{FF2B5EF4-FFF2-40B4-BE49-F238E27FC236}">
                  <a16:creationId xmlns:a16="http://schemas.microsoft.com/office/drawing/2014/main" id="{5480D9AD-DC7A-4201-8E55-0B313D6B3BA5}"/>
                </a:ext>
              </a:extLst>
            </p:cNvPr>
            <p:cNvSpPr/>
            <p:nvPr/>
          </p:nvSpPr>
          <p:spPr>
            <a:xfrm>
              <a:off x="6196846" y="19709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1" name="Hexagon 3590">
              <a:extLst>
                <a:ext uri="{FF2B5EF4-FFF2-40B4-BE49-F238E27FC236}">
                  <a16:creationId xmlns:a16="http://schemas.microsoft.com/office/drawing/2014/main" id="{B346172C-3DF9-4D90-9BD0-89565EC3247D}"/>
                </a:ext>
              </a:extLst>
            </p:cNvPr>
            <p:cNvSpPr/>
            <p:nvPr/>
          </p:nvSpPr>
          <p:spPr>
            <a:xfrm>
              <a:off x="6193707" y="17805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2" name="Hexagon 3591">
              <a:extLst>
                <a:ext uri="{FF2B5EF4-FFF2-40B4-BE49-F238E27FC236}">
                  <a16:creationId xmlns:a16="http://schemas.microsoft.com/office/drawing/2014/main" id="{BD20810A-9558-49C8-A962-6163E9F211F9}"/>
                </a:ext>
              </a:extLst>
            </p:cNvPr>
            <p:cNvSpPr/>
            <p:nvPr/>
          </p:nvSpPr>
          <p:spPr>
            <a:xfrm>
              <a:off x="5965431" y="18761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3" name="Hexagon 3592">
              <a:extLst>
                <a:ext uri="{FF2B5EF4-FFF2-40B4-BE49-F238E27FC236}">
                  <a16:creationId xmlns:a16="http://schemas.microsoft.com/office/drawing/2014/main" id="{FFB7938E-4855-4E72-BBE0-BB562735A9CA}"/>
                </a:ext>
              </a:extLst>
            </p:cNvPr>
            <p:cNvSpPr/>
            <p:nvPr/>
          </p:nvSpPr>
          <p:spPr>
            <a:xfrm>
              <a:off x="5962292" y="16857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4" name="Hexagon 3593">
              <a:extLst>
                <a:ext uri="{FF2B5EF4-FFF2-40B4-BE49-F238E27FC236}">
                  <a16:creationId xmlns:a16="http://schemas.microsoft.com/office/drawing/2014/main" id="{D75752FD-233F-4615-8370-42D62645A10E}"/>
                </a:ext>
              </a:extLst>
            </p:cNvPr>
            <p:cNvSpPr/>
            <p:nvPr/>
          </p:nvSpPr>
          <p:spPr>
            <a:xfrm>
              <a:off x="5724747" y="196612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5" name="Hexagon 3594">
              <a:extLst>
                <a:ext uri="{FF2B5EF4-FFF2-40B4-BE49-F238E27FC236}">
                  <a16:creationId xmlns:a16="http://schemas.microsoft.com/office/drawing/2014/main" id="{9E6620F3-CB18-4A5D-BDB3-213A2C9E9622}"/>
                </a:ext>
              </a:extLst>
            </p:cNvPr>
            <p:cNvSpPr/>
            <p:nvPr/>
          </p:nvSpPr>
          <p:spPr>
            <a:xfrm>
              <a:off x="5721608" y="177575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6" name="Hexagon 3595">
              <a:extLst>
                <a:ext uri="{FF2B5EF4-FFF2-40B4-BE49-F238E27FC236}">
                  <a16:creationId xmlns:a16="http://schemas.microsoft.com/office/drawing/2014/main" id="{0313F8DB-087F-4B20-B026-623FA2B22A04}"/>
                </a:ext>
              </a:extLst>
            </p:cNvPr>
            <p:cNvSpPr/>
            <p:nvPr/>
          </p:nvSpPr>
          <p:spPr>
            <a:xfrm>
              <a:off x="6436091" y="150450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7" name="Hexagon 3596">
              <a:extLst>
                <a:ext uri="{FF2B5EF4-FFF2-40B4-BE49-F238E27FC236}">
                  <a16:creationId xmlns:a16="http://schemas.microsoft.com/office/drawing/2014/main" id="{48F25D66-A525-42AF-9118-95920D679792}"/>
                </a:ext>
              </a:extLst>
            </p:cNvPr>
            <p:cNvSpPr/>
            <p:nvPr/>
          </p:nvSpPr>
          <p:spPr>
            <a:xfrm>
              <a:off x="6432952" y="131413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8" name="Hexagon 3597">
              <a:extLst>
                <a:ext uri="{FF2B5EF4-FFF2-40B4-BE49-F238E27FC236}">
                  <a16:creationId xmlns:a16="http://schemas.microsoft.com/office/drawing/2014/main" id="{37E8F413-9D3D-42E4-B370-604F3DBC5DFD}"/>
                </a:ext>
              </a:extLst>
            </p:cNvPr>
            <p:cNvSpPr/>
            <p:nvPr/>
          </p:nvSpPr>
          <p:spPr>
            <a:xfrm>
              <a:off x="6199465" y="14077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9" name="Hexagon 3598">
              <a:extLst>
                <a:ext uri="{FF2B5EF4-FFF2-40B4-BE49-F238E27FC236}">
                  <a16:creationId xmlns:a16="http://schemas.microsoft.com/office/drawing/2014/main" id="{123895A0-4275-4FDB-AC4B-2209F9A164B6}"/>
                </a:ext>
              </a:extLst>
            </p:cNvPr>
            <p:cNvSpPr/>
            <p:nvPr/>
          </p:nvSpPr>
          <p:spPr>
            <a:xfrm>
              <a:off x="6196326" y="12174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0" name="Hexagon 3599">
              <a:extLst>
                <a:ext uri="{FF2B5EF4-FFF2-40B4-BE49-F238E27FC236}">
                  <a16:creationId xmlns:a16="http://schemas.microsoft.com/office/drawing/2014/main" id="{967D2B71-6615-4ECE-A00B-A0C549BA77D1}"/>
                </a:ext>
              </a:extLst>
            </p:cNvPr>
            <p:cNvSpPr/>
            <p:nvPr/>
          </p:nvSpPr>
          <p:spPr>
            <a:xfrm>
              <a:off x="5712259" y="12238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1" name="Hexagon 3600">
              <a:extLst>
                <a:ext uri="{FF2B5EF4-FFF2-40B4-BE49-F238E27FC236}">
                  <a16:creationId xmlns:a16="http://schemas.microsoft.com/office/drawing/2014/main" id="{47FA7CAA-3269-4628-BE05-5DC6692FE863}"/>
                </a:ext>
              </a:extLst>
            </p:cNvPr>
            <p:cNvSpPr/>
            <p:nvPr/>
          </p:nvSpPr>
          <p:spPr>
            <a:xfrm>
              <a:off x="5709120" y="103350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2" name="Hexagon 3601">
              <a:extLst>
                <a:ext uri="{FF2B5EF4-FFF2-40B4-BE49-F238E27FC236}">
                  <a16:creationId xmlns:a16="http://schemas.microsoft.com/office/drawing/2014/main" id="{6B11DDF4-45A6-43C5-8CAD-CC07CD651A11}"/>
                </a:ext>
              </a:extLst>
            </p:cNvPr>
            <p:cNvSpPr/>
            <p:nvPr/>
          </p:nvSpPr>
          <p:spPr>
            <a:xfrm>
              <a:off x="5256494" y="122778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3" name="Hexagon 3602">
              <a:extLst>
                <a:ext uri="{FF2B5EF4-FFF2-40B4-BE49-F238E27FC236}">
                  <a16:creationId xmlns:a16="http://schemas.microsoft.com/office/drawing/2014/main" id="{2A8A3474-F9EB-4012-B118-BDFD02016E92}"/>
                </a:ext>
              </a:extLst>
            </p:cNvPr>
            <p:cNvSpPr/>
            <p:nvPr/>
          </p:nvSpPr>
          <p:spPr>
            <a:xfrm>
              <a:off x="5253355" y="10374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4" name="Hexagon 3603">
              <a:extLst>
                <a:ext uri="{FF2B5EF4-FFF2-40B4-BE49-F238E27FC236}">
                  <a16:creationId xmlns:a16="http://schemas.microsoft.com/office/drawing/2014/main" id="{1DFBC503-2876-4E69-8371-DB03ED0E36D6}"/>
                </a:ext>
              </a:extLst>
            </p:cNvPr>
            <p:cNvSpPr/>
            <p:nvPr/>
          </p:nvSpPr>
          <p:spPr>
            <a:xfrm>
              <a:off x="5013800" y="131925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5" name="Hexagon 3604">
              <a:extLst>
                <a:ext uri="{FF2B5EF4-FFF2-40B4-BE49-F238E27FC236}">
                  <a16:creationId xmlns:a16="http://schemas.microsoft.com/office/drawing/2014/main" id="{B647C3A6-1063-4252-8573-F8C71CEBD954}"/>
                </a:ext>
              </a:extLst>
            </p:cNvPr>
            <p:cNvSpPr/>
            <p:nvPr/>
          </p:nvSpPr>
          <p:spPr>
            <a:xfrm>
              <a:off x="5010661" y="112888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6" name="Hexagon 3605">
              <a:extLst>
                <a:ext uri="{FF2B5EF4-FFF2-40B4-BE49-F238E27FC236}">
                  <a16:creationId xmlns:a16="http://schemas.microsoft.com/office/drawing/2014/main" id="{010BE3FC-417A-4020-A0E7-F520098F1C59}"/>
                </a:ext>
              </a:extLst>
            </p:cNvPr>
            <p:cNvSpPr/>
            <p:nvPr/>
          </p:nvSpPr>
          <p:spPr>
            <a:xfrm>
              <a:off x="5017048" y="9401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7" name="Hexagon 3606">
              <a:extLst>
                <a:ext uri="{FF2B5EF4-FFF2-40B4-BE49-F238E27FC236}">
                  <a16:creationId xmlns:a16="http://schemas.microsoft.com/office/drawing/2014/main" id="{650FDF4D-2C7D-46B3-90F4-288D8DC2CC8E}"/>
                </a:ext>
              </a:extLst>
            </p:cNvPr>
            <p:cNvSpPr/>
            <p:nvPr/>
          </p:nvSpPr>
          <p:spPr>
            <a:xfrm>
              <a:off x="5252176" y="8470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8" name="Hexagon 3607">
              <a:extLst>
                <a:ext uri="{FF2B5EF4-FFF2-40B4-BE49-F238E27FC236}">
                  <a16:creationId xmlns:a16="http://schemas.microsoft.com/office/drawing/2014/main" id="{2FEADB55-5259-4513-9D94-202026317524}"/>
                </a:ext>
              </a:extLst>
            </p:cNvPr>
            <p:cNvSpPr/>
            <p:nvPr/>
          </p:nvSpPr>
          <p:spPr>
            <a:xfrm>
              <a:off x="5480059" y="94264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9" name="Hexagon 3608">
              <a:extLst>
                <a:ext uri="{FF2B5EF4-FFF2-40B4-BE49-F238E27FC236}">
                  <a16:creationId xmlns:a16="http://schemas.microsoft.com/office/drawing/2014/main" id="{AB0CAB9B-214B-4315-A453-6B87EFFDA6BC}"/>
                </a:ext>
              </a:extLst>
            </p:cNvPr>
            <p:cNvSpPr/>
            <p:nvPr/>
          </p:nvSpPr>
          <p:spPr>
            <a:xfrm>
              <a:off x="5721574" y="8463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0" name="Hexagon 3609">
              <a:extLst>
                <a:ext uri="{FF2B5EF4-FFF2-40B4-BE49-F238E27FC236}">
                  <a16:creationId xmlns:a16="http://schemas.microsoft.com/office/drawing/2014/main" id="{35D59B02-753E-43CF-8B93-E95F5B1BF52F}"/>
                </a:ext>
              </a:extLst>
            </p:cNvPr>
            <p:cNvSpPr/>
            <p:nvPr/>
          </p:nvSpPr>
          <p:spPr>
            <a:xfrm>
              <a:off x="5957469" y="94781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1" name="Hexagon 3610">
              <a:extLst>
                <a:ext uri="{FF2B5EF4-FFF2-40B4-BE49-F238E27FC236}">
                  <a16:creationId xmlns:a16="http://schemas.microsoft.com/office/drawing/2014/main" id="{B3035755-00F5-4CFF-A0E4-B56B51ADC6EE}"/>
                </a:ext>
              </a:extLst>
            </p:cNvPr>
            <p:cNvSpPr/>
            <p:nvPr/>
          </p:nvSpPr>
          <p:spPr>
            <a:xfrm>
              <a:off x="6190972" y="103436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2" name="Hexagon 3611">
              <a:extLst>
                <a:ext uri="{FF2B5EF4-FFF2-40B4-BE49-F238E27FC236}">
                  <a16:creationId xmlns:a16="http://schemas.microsoft.com/office/drawing/2014/main" id="{9521B223-7963-4BF8-AB2C-7B7B67CDEFAC}"/>
                </a:ext>
              </a:extLst>
            </p:cNvPr>
            <p:cNvSpPr/>
            <p:nvPr/>
          </p:nvSpPr>
          <p:spPr>
            <a:xfrm>
              <a:off x="6428664" y="112526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3" name="Hexagon 3612">
              <a:extLst>
                <a:ext uri="{FF2B5EF4-FFF2-40B4-BE49-F238E27FC236}">
                  <a16:creationId xmlns:a16="http://schemas.microsoft.com/office/drawing/2014/main" id="{C6D9C769-F05E-47AE-943B-CA1B7A8A16C5}"/>
                </a:ext>
              </a:extLst>
            </p:cNvPr>
            <p:cNvSpPr/>
            <p:nvPr/>
          </p:nvSpPr>
          <p:spPr>
            <a:xfrm>
              <a:off x="5957469" y="13096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4" name="Hexagon 3613">
              <a:extLst>
                <a:ext uri="{FF2B5EF4-FFF2-40B4-BE49-F238E27FC236}">
                  <a16:creationId xmlns:a16="http://schemas.microsoft.com/office/drawing/2014/main" id="{EAAD9AAE-B834-48A2-8C03-4D6B924A01FD}"/>
                </a:ext>
              </a:extLst>
            </p:cNvPr>
            <p:cNvSpPr/>
            <p:nvPr/>
          </p:nvSpPr>
          <p:spPr>
            <a:xfrm>
              <a:off x="5721943" y="159102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5" name="Hexagon 3614">
              <a:extLst>
                <a:ext uri="{FF2B5EF4-FFF2-40B4-BE49-F238E27FC236}">
                  <a16:creationId xmlns:a16="http://schemas.microsoft.com/office/drawing/2014/main" id="{8C1E71B5-DADC-41D8-9FC1-D4400E668438}"/>
                </a:ext>
              </a:extLst>
            </p:cNvPr>
            <p:cNvSpPr/>
            <p:nvPr/>
          </p:nvSpPr>
          <p:spPr>
            <a:xfrm>
              <a:off x="5488247" y="168410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6" name="Hexagon 3615">
              <a:extLst>
                <a:ext uri="{FF2B5EF4-FFF2-40B4-BE49-F238E27FC236}">
                  <a16:creationId xmlns:a16="http://schemas.microsoft.com/office/drawing/2014/main" id="{F70280A0-F92C-4E1A-BA74-440FEBCB94FD}"/>
                </a:ext>
              </a:extLst>
            </p:cNvPr>
            <p:cNvSpPr/>
            <p:nvPr/>
          </p:nvSpPr>
          <p:spPr>
            <a:xfrm>
              <a:off x="6914874" y="224247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7" name="Hexagon 3616">
              <a:extLst>
                <a:ext uri="{FF2B5EF4-FFF2-40B4-BE49-F238E27FC236}">
                  <a16:creationId xmlns:a16="http://schemas.microsoft.com/office/drawing/2014/main" id="{8F3EBBC8-9EF1-448A-9706-3CB6955D5B0A}"/>
                </a:ext>
              </a:extLst>
            </p:cNvPr>
            <p:cNvSpPr/>
            <p:nvPr/>
          </p:nvSpPr>
          <p:spPr>
            <a:xfrm>
              <a:off x="6907399" y="261508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8" name="Hexagon 3617">
              <a:extLst>
                <a:ext uri="{FF2B5EF4-FFF2-40B4-BE49-F238E27FC236}">
                  <a16:creationId xmlns:a16="http://schemas.microsoft.com/office/drawing/2014/main" id="{4B5777A6-6372-4017-9EF5-3F9D53394F7B}"/>
                </a:ext>
              </a:extLst>
            </p:cNvPr>
            <p:cNvSpPr/>
            <p:nvPr/>
          </p:nvSpPr>
          <p:spPr>
            <a:xfrm>
              <a:off x="7147532" y="270994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9" name="Hexagon 3618">
              <a:extLst>
                <a:ext uri="{FF2B5EF4-FFF2-40B4-BE49-F238E27FC236}">
                  <a16:creationId xmlns:a16="http://schemas.microsoft.com/office/drawing/2014/main" id="{8D697988-09A1-46CB-A4A3-0BE4ED1E47D8}"/>
                </a:ext>
              </a:extLst>
            </p:cNvPr>
            <p:cNvSpPr/>
            <p:nvPr/>
          </p:nvSpPr>
          <p:spPr>
            <a:xfrm>
              <a:off x="7394694" y="26150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0" name="Hexagon 3619">
              <a:extLst>
                <a:ext uri="{FF2B5EF4-FFF2-40B4-BE49-F238E27FC236}">
                  <a16:creationId xmlns:a16="http://schemas.microsoft.com/office/drawing/2014/main" id="{2083BE45-0C9E-4BBB-BB3D-931C4D3D997B}"/>
                </a:ext>
              </a:extLst>
            </p:cNvPr>
            <p:cNvSpPr/>
            <p:nvPr/>
          </p:nvSpPr>
          <p:spPr>
            <a:xfrm>
              <a:off x="7630608" y="270353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2" name="Hexagon 3621">
              <a:extLst>
                <a:ext uri="{FF2B5EF4-FFF2-40B4-BE49-F238E27FC236}">
                  <a16:creationId xmlns:a16="http://schemas.microsoft.com/office/drawing/2014/main" id="{6F394F01-2A4F-4E0E-9278-E2F7042CE9E6}"/>
                </a:ext>
              </a:extLst>
            </p:cNvPr>
            <p:cNvSpPr/>
            <p:nvPr/>
          </p:nvSpPr>
          <p:spPr>
            <a:xfrm>
              <a:off x="8574368" y="271415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3" name="Hexagon 3622">
              <a:extLst>
                <a:ext uri="{FF2B5EF4-FFF2-40B4-BE49-F238E27FC236}">
                  <a16:creationId xmlns:a16="http://schemas.microsoft.com/office/drawing/2014/main" id="{0119F332-891F-4549-8737-BF0C57242807}"/>
                </a:ext>
              </a:extLst>
            </p:cNvPr>
            <p:cNvSpPr/>
            <p:nvPr/>
          </p:nvSpPr>
          <p:spPr>
            <a:xfrm>
              <a:off x="9514453" y="28826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4" name="Hexagon 3623">
              <a:extLst>
                <a:ext uri="{FF2B5EF4-FFF2-40B4-BE49-F238E27FC236}">
                  <a16:creationId xmlns:a16="http://schemas.microsoft.com/office/drawing/2014/main" id="{E06FC05C-8328-43CE-81AA-EAE760AED011}"/>
                </a:ext>
              </a:extLst>
            </p:cNvPr>
            <p:cNvSpPr/>
            <p:nvPr/>
          </p:nvSpPr>
          <p:spPr>
            <a:xfrm>
              <a:off x="8812000" y="204817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5" name="Hexagon 3624">
              <a:extLst>
                <a:ext uri="{FF2B5EF4-FFF2-40B4-BE49-F238E27FC236}">
                  <a16:creationId xmlns:a16="http://schemas.microsoft.com/office/drawing/2014/main" id="{69198CB4-BD44-4A32-B989-6EA45325D08B}"/>
                </a:ext>
              </a:extLst>
            </p:cNvPr>
            <p:cNvSpPr/>
            <p:nvPr/>
          </p:nvSpPr>
          <p:spPr>
            <a:xfrm>
              <a:off x="7852070" y="223413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6" name="Hexagon 3625">
              <a:extLst>
                <a:ext uri="{FF2B5EF4-FFF2-40B4-BE49-F238E27FC236}">
                  <a16:creationId xmlns:a16="http://schemas.microsoft.com/office/drawing/2014/main" id="{AECE4BAC-8E81-47B1-A480-76D4768802F6}"/>
                </a:ext>
              </a:extLst>
            </p:cNvPr>
            <p:cNvSpPr/>
            <p:nvPr/>
          </p:nvSpPr>
          <p:spPr>
            <a:xfrm>
              <a:off x="7859827" y="93808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7" name="Hexagon 3626">
              <a:extLst>
                <a:ext uri="{FF2B5EF4-FFF2-40B4-BE49-F238E27FC236}">
                  <a16:creationId xmlns:a16="http://schemas.microsoft.com/office/drawing/2014/main" id="{341A3796-91A8-4861-A6B6-22A08975EA0C}"/>
                </a:ext>
              </a:extLst>
            </p:cNvPr>
            <p:cNvSpPr/>
            <p:nvPr/>
          </p:nvSpPr>
          <p:spPr>
            <a:xfrm>
              <a:off x="8346284" y="131001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0" name="Hexagon 1519">
              <a:extLst>
                <a:ext uri="{FF2B5EF4-FFF2-40B4-BE49-F238E27FC236}">
                  <a16:creationId xmlns:a16="http://schemas.microsoft.com/office/drawing/2014/main" id="{08CAF17A-A8BD-41BB-A9D3-4D1BB819B055}"/>
                </a:ext>
              </a:extLst>
            </p:cNvPr>
            <p:cNvSpPr/>
            <p:nvPr/>
          </p:nvSpPr>
          <p:spPr>
            <a:xfrm>
              <a:off x="5487475" y="113015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6" name="Hexagon 3565">
              <a:extLst>
                <a:ext uri="{FF2B5EF4-FFF2-40B4-BE49-F238E27FC236}">
                  <a16:creationId xmlns:a16="http://schemas.microsoft.com/office/drawing/2014/main" id="{B92F74EB-F950-4DB5-B995-C0C414D0C2F2}"/>
                </a:ext>
              </a:extLst>
            </p:cNvPr>
            <p:cNvSpPr/>
            <p:nvPr/>
          </p:nvSpPr>
          <p:spPr>
            <a:xfrm>
              <a:off x="7143363" y="141425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7" name="Hexagon 3496">
              <a:extLst>
                <a:ext uri="{FF2B5EF4-FFF2-40B4-BE49-F238E27FC236}">
                  <a16:creationId xmlns:a16="http://schemas.microsoft.com/office/drawing/2014/main" id="{87F81E4B-159C-46CA-89CA-CE7DE992E51B}"/>
                </a:ext>
              </a:extLst>
            </p:cNvPr>
            <p:cNvSpPr/>
            <p:nvPr/>
          </p:nvSpPr>
          <p:spPr>
            <a:xfrm>
              <a:off x="9981634" y="141361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1" name="Hexagon 1520">
              <a:extLst>
                <a:ext uri="{FF2B5EF4-FFF2-40B4-BE49-F238E27FC236}">
                  <a16:creationId xmlns:a16="http://schemas.microsoft.com/office/drawing/2014/main" id="{295B75EE-54E2-4A00-896F-B99F1A47697E}"/>
                </a:ext>
              </a:extLst>
            </p:cNvPr>
            <p:cNvSpPr/>
            <p:nvPr/>
          </p:nvSpPr>
          <p:spPr>
            <a:xfrm>
              <a:off x="7627433" y="288133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2" name="Hexagon 1521">
              <a:extLst>
                <a:ext uri="{FF2B5EF4-FFF2-40B4-BE49-F238E27FC236}">
                  <a16:creationId xmlns:a16="http://schemas.microsoft.com/office/drawing/2014/main" id="{B450AD99-2E38-4FC7-AB69-CD33F5863405}"/>
                </a:ext>
              </a:extLst>
            </p:cNvPr>
            <p:cNvSpPr/>
            <p:nvPr/>
          </p:nvSpPr>
          <p:spPr>
            <a:xfrm>
              <a:off x="7865558" y="297370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3" name="Hexagon 1522">
              <a:extLst>
                <a:ext uri="{FF2B5EF4-FFF2-40B4-BE49-F238E27FC236}">
                  <a16:creationId xmlns:a16="http://schemas.microsoft.com/office/drawing/2014/main" id="{F9B467D9-0D3D-458C-8B57-A49EDE6C86D7}"/>
                </a:ext>
              </a:extLst>
            </p:cNvPr>
            <p:cNvSpPr/>
            <p:nvPr/>
          </p:nvSpPr>
          <p:spPr>
            <a:xfrm>
              <a:off x="7859207" y="18606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4" name="2">
            <a:extLst>
              <a:ext uri="{FF2B5EF4-FFF2-40B4-BE49-F238E27FC236}">
                <a16:creationId xmlns:a16="http://schemas.microsoft.com/office/drawing/2014/main" id="{14DBA23D-67C5-4EE6-9615-9C056C24FAB3}"/>
              </a:ext>
            </a:extLst>
          </p:cNvPr>
          <p:cNvGrpSpPr/>
          <p:nvPr/>
        </p:nvGrpSpPr>
        <p:grpSpPr>
          <a:xfrm>
            <a:off x="1228503" y="1402465"/>
            <a:ext cx="11687180" cy="9388597"/>
            <a:chOff x="1222153" y="1402465"/>
            <a:chExt cx="11687180" cy="9388597"/>
          </a:xfrm>
        </p:grpSpPr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7E60FA52-D612-450D-A46A-F8A40F473E79}"/>
                </a:ext>
              </a:extLst>
            </p:cNvPr>
            <p:cNvSpPr/>
            <p:nvPr/>
          </p:nvSpPr>
          <p:spPr>
            <a:xfrm>
              <a:off x="1224316" y="1679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8" name="Hexagon 2557">
              <a:extLst>
                <a:ext uri="{FF2B5EF4-FFF2-40B4-BE49-F238E27FC236}">
                  <a16:creationId xmlns:a16="http://schemas.microsoft.com/office/drawing/2014/main" id="{DD66AAE5-A90E-472F-9B24-574E45339D57}"/>
                </a:ext>
              </a:extLst>
            </p:cNvPr>
            <p:cNvSpPr/>
            <p:nvPr/>
          </p:nvSpPr>
          <p:spPr>
            <a:xfrm>
              <a:off x="1222153" y="149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9" name="Hexagon 2558">
              <a:extLst>
                <a:ext uri="{FF2B5EF4-FFF2-40B4-BE49-F238E27FC236}">
                  <a16:creationId xmlns:a16="http://schemas.microsoft.com/office/drawing/2014/main" id="{4F41B05C-1565-4D79-848E-D2F744C41D3A}"/>
                </a:ext>
              </a:extLst>
            </p:cNvPr>
            <p:cNvSpPr/>
            <p:nvPr/>
          </p:nvSpPr>
          <p:spPr>
            <a:xfrm>
              <a:off x="1459086" y="1771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0" name="Hexagon 2559">
              <a:extLst>
                <a:ext uri="{FF2B5EF4-FFF2-40B4-BE49-F238E27FC236}">
                  <a16:creationId xmlns:a16="http://schemas.microsoft.com/office/drawing/2014/main" id="{7A498DA7-EA53-4AD6-9246-4FE4A8EDE0E5}"/>
                </a:ext>
              </a:extLst>
            </p:cNvPr>
            <p:cNvSpPr/>
            <p:nvPr/>
          </p:nvSpPr>
          <p:spPr>
            <a:xfrm>
              <a:off x="1456923" y="1585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1" name="Hexagon 2560">
              <a:extLst>
                <a:ext uri="{FF2B5EF4-FFF2-40B4-BE49-F238E27FC236}">
                  <a16:creationId xmlns:a16="http://schemas.microsoft.com/office/drawing/2014/main" id="{C730F420-76C8-48E5-A15B-DA3D67F47353}"/>
                </a:ext>
              </a:extLst>
            </p:cNvPr>
            <p:cNvSpPr/>
            <p:nvPr/>
          </p:nvSpPr>
          <p:spPr>
            <a:xfrm>
              <a:off x="1459753" y="19573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2" name="Hexagon 2561">
              <a:extLst>
                <a:ext uri="{FF2B5EF4-FFF2-40B4-BE49-F238E27FC236}">
                  <a16:creationId xmlns:a16="http://schemas.microsoft.com/office/drawing/2014/main" id="{35E39DB2-03E8-4CF4-9EBE-F00E508E4BD4}"/>
                </a:ext>
              </a:extLst>
            </p:cNvPr>
            <p:cNvSpPr/>
            <p:nvPr/>
          </p:nvSpPr>
          <p:spPr>
            <a:xfrm>
              <a:off x="1690810" y="1862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3" name="Hexagon 2562">
              <a:extLst>
                <a:ext uri="{FF2B5EF4-FFF2-40B4-BE49-F238E27FC236}">
                  <a16:creationId xmlns:a16="http://schemas.microsoft.com/office/drawing/2014/main" id="{2B110BF3-C5EA-4D80-9D7C-9E0AB8D530D5}"/>
                </a:ext>
              </a:extLst>
            </p:cNvPr>
            <p:cNvSpPr/>
            <p:nvPr/>
          </p:nvSpPr>
          <p:spPr>
            <a:xfrm>
              <a:off x="1689399" y="1492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4" name="Hexagon 2563">
              <a:extLst>
                <a:ext uri="{FF2B5EF4-FFF2-40B4-BE49-F238E27FC236}">
                  <a16:creationId xmlns:a16="http://schemas.microsoft.com/office/drawing/2014/main" id="{9C861419-290D-40BB-825B-F9791453B981}"/>
                </a:ext>
              </a:extLst>
            </p:cNvPr>
            <p:cNvSpPr/>
            <p:nvPr/>
          </p:nvSpPr>
          <p:spPr>
            <a:xfrm>
              <a:off x="1920509" y="1771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5" name="Hexagon 2564">
              <a:extLst>
                <a:ext uri="{FF2B5EF4-FFF2-40B4-BE49-F238E27FC236}">
                  <a16:creationId xmlns:a16="http://schemas.microsoft.com/office/drawing/2014/main" id="{1C895998-AEF4-4DCE-87A2-A584C2876369}"/>
                </a:ext>
              </a:extLst>
            </p:cNvPr>
            <p:cNvSpPr/>
            <p:nvPr/>
          </p:nvSpPr>
          <p:spPr>
            <a:xfrm>
              <a:off x="1921176" y="19500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6" name="Hexagon 2565">
              <a:extLst>
                <a:ext uri="{FF2B5EF4-FFF2-40B4-BE49-F238E27FC236}">
                  <a16:creationId xmlns:a16="http://schemas.microsoft.com/office/drawing/2014/main" id="{FCC94809-A196-4B2E-82D9-330C5D2AD1EE}"/>
                </a:ext>
              </a:extLst>
            </p:cNvPr>
            <p:cNvSpPr/>
            <p:nvPr/>
          </p:nvSpPr>
          <p:spPr>
            <a:xfrm>
              <a:off x="1917912" y="1402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7" name="Hexagon 2566">
              <a:extLst>
                <a:ext uri="{FF2B5EF4-FFF2-40B4-BE49-F238E27FC236}">
                  <a16:creationId xmlns:a16="http://schemas.microsoft.com/office/drawing/2014/main" id="{51A83140-CB5D-4645-8A4F-26E6E7FB7BFC}"/>
                </a:ext>
              </a:extLst>
            </p:cNvPr>
            <p:cNvSpPr/>
            <p:nvPr/>
          </p:nvSpPr>
          <p:spPr>
            <a:xfrm>
              <a:off x="1920960" y="158373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8" name="Hexagon 2567">
              <a:extLst>
                <a:ext uri="{FF2B5EF4-FFF2-40B4-BE49-F238E27FC236}">
                  <a16:creationId xmlns:a16="http://schemas.microsoft.com/office/drawing/2014/main" id="{3DD9DDB1-2F1B-4733-9C3B-FB664B69B955}"/>
                </a:ext>
              </a:extLst>
            </p:cNvPr>
            <p:cNvSpPr/>
            <p:nvPr/>
          </p:nvSpPr>
          <p:spPr>
            <a:xfrm>
              <a:off x="2154494" y="1490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9" name="Hexagon 2568">
              <a:extLst>
                <a:ext uri="{FF2B5EF4-FFF2-40B4-BE49-F238E27FC236}">
                  <a16:creationId xmlns:a16="http://schemas.microsoft.com/office/drawing/2014/main" id="{8BAAA317-A6C6-4331-8B8A-5B29B04C6AD6}"/>
                </a:ext>
              </a:extLst>
            </p:cNvPr>
            <p:cNvSpPr/>
            <p:nvPr/>
          </p:nvSpPr>
          <p:spPr>
            <a:xfrm>
              <a:off x="2149460" y="18567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0" name="Hexagon 2569">
              <a:extLst>
                <a:ext uri="{FF2B5EF4-FFF2-40B4-BE49-F238E27FC236}">
                  <a16:creationId xmlns:a16="http://schemas.microsoft.com/office/drawing/2014/main" id="{2ABDD693-A9E0-4D2F-9644-E7B2F47CFC4E}"/>
                </a:ext>
              </a:extLst>
            </p:cNvPr>
            <p:cNvSpPr/>
            <p:nvPr/>
          </p:nvSpPr>
          <p:spPr>
            <a:xfrm>
              <a:off x="2150127" y="20380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1" name="Hexagon 2570">
              <a:extLst>
                <a:ext uri="{FF2B5EF4-FFF2-40B4-BE49-F238E27FC236}">
                  <a16:creationId xmlns:a16="http://schemas.microsoft.com/office/drawing/2014/main" id="{52D819B1-7AB7-44CD-A72E-8B7E92264FB3}"/>
                </a:ext>
              </a:extLst>
            </p:cNvPr>
            <p:cNvSpPr/>
            <p:nvPr/>
          </p:nvSpPr>
          <p:spPr>
            <a:xfrm>
              <a:off x="2381833" y="19476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2" name="Hexagon 2571">
              <a:extLst>
                <a:ext uri="{FF2B5EF4-FFF2-40B4-BE49-F238E27FC236}">
                  <a16:creationId xmlns:a16="http://schemas.microsoft.com/office/drawing/2014/main" id="{7375A439-5487-4800-9765-C7D6FAF99D98}"/>
                </a:ext>
              </a:extLst>
            </p:cNvPr>
            <p:cNvSpPr/>
            <p:nvPr/>
          </p:nvSpPr>
          <p:spPr>
            <a:xfrm>
              <a:off x="2389388" y="14025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3" name="Hexagon 2572">
              <a:extLst>
                <a:ext uri="{FF2B5EF4-FFF2-40B4-BE49-F238E27FC236}">
                  <a16:creationId xmlns:a16="http://schemas.microsoft.com/office/drawing/2014/main" id="{DA7FF837-A05D-4238-A1B2-5867C9DD0D2C}"/>
                </a:ext>
              </a:extLst>
            </p:cNvPr>
            <p:cNvSpPr/>
            <p:nvPr/>
          </p:nvSpPr>
          <p:spPr>
            <a:xfrm>
              <a:off x="2387674" y="15813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4" name="Hexagon 2573">
              <a:extLst>
                <a:ext uri="{FF2B5EF4-FFF2-40B4-BE49-F238E27FC236}">
                  <a16:creationId xmlns:a16="http://schemas.microsoft.com/office/drawing/2014/main" id="{9C07C61B-D8F5-427F-AE45-452BFAFAD8BE}"/>
                </a:ext>
              </a:extLst>
            </p:cNvPr>
            <p:cNvSpPr/>
            <p:nvPr/>
          </p:nvSpPr>
          <p:spPr>
            <a:xfrm>
              <a:off x="2622760" y="1493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5" name="Hexagon 2574">
              <a:extLst>
                <a:ext uri="{FF2B5EF4-FFF2-40B4-BE49-F238E27FC236}">
                  <a16:creationId xmlns:a16="http://schemas.microsoft.com/office/drawing/2014/main" id="{ADFB2633-8587-4EB3-BE5F-AB57B81BFD83}"/>
                </a:ext>
              </a:extLst>
            </p:cNvPr>
            <p:cNvSpPr/>
            <p:nvPr/>
          </p:nvSpPr>
          <p:spPr>
            <a:xfrm>
              <a:off x="2623427" y="1670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6" name="Hexagon 2575">
              <a:extLst>
                <a:ext uri="{FF2B5EF4-FFF2-40B4-BE49-F238E27FC236}">
                  <a16:creationId xmlns:a16="http://schemas.microsoft.com/office/drawing/2014/main" id="{840D6FEF-F36F-4A3C-AE87-D92DB39EBB3A}"/>
                </a:ext>
              </a:extLst>
            </p:cNvPr>
            <p:cNvSpPr/>
            <p:nvPr/>
          </p:nvSpPr>
          <p:spPr>
            <a:xfrm>
              <a:off x="2619400" y="18566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7" name="Hexagon 2576">
              <a:extLst>
                <a:ext uri="{FF2B5EF4-FFF2-40B4-BE49-F238E27FC236}">
                  <a16:creationId xmlns:a16="http://schemas.microsoft.com/office/drawing/2014/main" id="{75815A01-DB69-4C5A-8D89-6C6E351D729E}"/>
                </a:ext>
              </a:extLst>
            </p:cNvPr>
            <p:cNvSpPr/>
            <p:nvPr/>
          </p:nvSpPr>
          <p:spPr>
            <a:xfrm>
              <a:off x="2622448" y="2035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8" name="Hexagon 2577">
              <a:extLst>
                <a:ext uri="{FF2B5EF4-FFF2-40B4-BE49-F238E27FC236}">
                  <a16:creationId xmlns:a16="http://schemas.microsoft.com/office/drawing/2014/main" id="{D3099FBF-E3C5-44B1-990A-7C996D55FBD8}"/>
                </a:ext>
              </a:extLst>
            </p:cNvPr>
            <p:cNvSpPr/>
            <p:nvPr/>
          </p:nvSpPr>
          <p:spPr>
            <a:xfrm>
              <a:off x="2858509" y="14044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9" name="Hexagon 2578">
              <a:extLst>
                <a:ext uri="{FF2B5EF4-FFF2-40B4-BE49-F238E27FC236}">
                  <a16:creationId xmlns:a16="http://schemas.microsoft.com/office/drawing/2014/main" id="{94CE5D4D-63BC-48C2-80B9-2DF5E7E61305}"/>
                </a:ext>
              </a:extLst>
            </p:cNvPr>
            <p:cNvSpPr/>
            <p:nvPr/>
          </p:nvSpPr>
          <p:spPr>
            <a:xfrm>
              <a:off x="2861557" y="15833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0" name="Hexagon 2579">
              <a:extLst>
                <a:ext uri="{FF2B5EF4-FFF2-40B4-BE49-F238E27FC236}">
                  <a16:creationId xmlns:a16="http://schemas.microsoft.com/office/drawing/2014/main" id="{55857894-897D-485C-AAF3-91896D853375}"/>
                </a:ext>
              </a:extLst>
            </p:cNvPr>
            <p:cNvSpPr/>
            <p:nvPr/>
          </p:nvSpPr>
          <p:spPr>
            <a:xfrm>
              <a:off x="2857530" y="17649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1" name="Hexagon 2580">
              <a:extLst>
                <a:ext uri="{FF2B5EF4-FFF2-40B4-BE49-F238E27FC236}">
                  <a16:creationId xmlns:a16="http://schemas.microsoft.com/office/drawing/2014/main" id="{DD0C4D95-3059-4116-B356-D96A927EA363}"/>
                </a:ext>
              </a:extLst>
            </p:cNvPr>
            <p:cNvSpPr/>
            <p:nvPr/>
          </p:nvSpPr>
          <p:spPr>
            <a:xfrm>
              <a:off x="2858197" y="19462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2" name="Hexagon 2581">
              <a:extLst>
                <a:ext uri="{FF2B5EF4-FFF2-40B4-BE49-F238E27FC236}">
                  <a16:creationId xmlns:a16="http://schemas.microsoft.com/office/drawing/2014/main" id="{517936D0-C1AB-4670-B18A-6C17EA016373}"/>
                </a:ext>
              </a:extLst>
            </p:cNvPr>
            <p:cNvSpPr/>
            <p:nvPr/>
          </p:nvSpPr>
          <p:spPr>
            <a:xfrm>
              <a:off x="2860730" y="21273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3" name="Hexagon 2582">
              <a:extLst>
                <a:ext uri="{FF2B5EF4-FFF2-40B4-BE49-F238E27FC236}">
                  <a16:creationId xmlns:a16="http://schemas.microsoft.com/office/drawing/2014/main" id="{12EF796A-8E1F-4E2A-A02D-0C6A4059C0A6}"/>
                </a:ext>
              </a:extLst>
            </p:cNvPr>
            <p:cNvSpPr/>
            <p:nvPr/>
          </p:nvSpPr>
          <p:spPr>
            <a:xfrm>
              <a:off x="3097792" y="16791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4" name="Hexagon 2583">
              <a:extLst>
                <a:ext uri="{FF2B5EF4-FFF2-40B4-BE49-F238E27FC236}">
                  <a16:creationId xmlns:a16="http://schemas.microsoft.com/office/drawing/2014/main" id="{CE10E98D-0DC0-44E9-AE7C-5E7A5540442F}"/>
                </a:ext>
              </a:extLst>
            </p:cNvPr>
            <p:cNvSpPr/>
            <p:nvPr/>
          </p:nvSpPr>
          <p:spPr>
            <a:xfrm>
              <a:off x="3096146" y="1860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5" name="Hexagon 2584">
              <a:extLst>
                <a:ext uri="{FF2B5EF4-FFF2-40B4-BE49-F238E27FC236}">
                  <a16:creationId xmlns:a16="http://schemas.microsoft.com/office/drawing/2014/main" id="{C349A002-60E9-4803-9483-AEED84597EC2}"/>
                </a:ext>
              </a:extLst>
            </p:cNvPr>
            <p:cNvSpPr/>
            <p:nvPr/>
          </p:nvSpPr>
          <p:spPr>
            <a:xfrm>
              <a:off x="3094432" y="2042016"/>
              <a:ext cx="32492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7" name="Hexagon 2586">
              <a:extLst>
                <a:ext uri="{FF2B5EF4-FFF2-40B4-BE49-F238E27FC236}">
                  <a16:creationId xmlns:a16="http://schemas.microsoft.com/office/drawing/2014/main" id="{ACA1E9C2-71E7-4329-8C43-DDE5BF23E600}"/>
                </a:ext>
              </a:extLst>
            </p:cNvPr>
            <p:cNvSpPr/>
            <p:nvPr/>
          </p:nvSpPr>
          <p:spPr>
            <a:xfrm>
              <a:off x="2624802" y="24077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8" name="Hexagon 2587">
              <a:extLst>
                <a:ext uri="{FF2B5EF4-FFF2-40B4-BE49-F238E27FC236}">
                  <a16:creationId xmlns:a16="http://schemas.microsoft.com/office/drawing/2014/main" id="{1221DBB1-065D-44EF-A55A-3AE646F814E9}"/>
                </a:ext>
              </a:extLst>
            </p:cNvPr>
            <p:cNvSpPr/>
            <p:nvPr/>
          </p:nvSpPr>
          <p:spPr>
            <a:xfrm>
              <a:off x="2625469" y="2584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9" name="Hexagon 2588">
              <a:extLst>
                <a:ext uri="{FF2B5EF4-FFF2-40B4-BE49-F238E27FC236}">
                  <a16:creationId xmlns:a16="http://schemas.microsoft.com/office/drawing/2014/main" id="{777D990E-0878-44CC-90CE-2C6C414B525C}"/>
                </a:ext>
              </a:extLst>
            </p:cNvPr>
            <p:cNvSpPr/>
            <p:nvPr/>
          </p:nvSpPr>
          <p:spPr>
            <a:xfrm>
              <a:off x="2623823" y="2770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0" name="Hexagon 2589">
              <a:extLst>
                <a:ext uri="{FF2B5EF4-FFF2-40B4-BE49-F238E27FC236}">
                  <a16:creationId xmlns:a16="http://schemas.microsoft.com/office/drawing/2014/main" id="{2193E828-7980-483B-A638-6B9CBB806B8B}"/>
                </a:ext>
              </a:extLst>
            </p:cNvPr>
            <p:cNvSpPr/>
            <p:nvPr/>
          </p:nvSpPr>
          <p:spPr>
            <a:xfrm>
              <a:off x="2629252" y="2959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1" name="Hexagon 2590">
              <a:extLst>
                <a:ext uri="{FF2B5EF4-FFF2-40B4-BE49-F238E27FC236}">
                  <a16:creationId xmlns:a16="http://schemas.microsoft.com/office/drawing/2014/main" id="{EA9F6D8F-504D-4B54-B8B0-76D7067EC0D5}"/>
                </a:ext>
              </a:extLst>
            </p:cNvPr>
            <p:cNvSpPr/>
            <p:nvPr/>
          </p:nvSpPr>
          <p:spPr>
            <a:xfrm>
              <a:off x="2634166" y="31449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2" name="Hexagon 2591">
              <a:extLst>
                <a:ext uri="{FF2B5EF4-FFF2-40B4-BE49-F238E27FC236}">
                  <a16:creationId xmlns:a16="http://schemas.microsoft.com/office/drawing/2014/main" id="{2ACE8CF0-2E4C-4B61-9726-4049884E4AE8}"/>
                </a:ext>
              </a:extLst>
            </p:cNvPr>
            <p:cNvSpPr/>
            <p:nvPr/>
          </p:nvSpPr>
          <p:spPr>
            <a:xfrm>
              <a:off x="2398659" y="30467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3" name="Hexagon 2592">
              <a:extLst>
                <a:ext uri="{FF2B5EF4-FFF2-40B4-BE49-F238E27FC236}">
                  <a16:creationId xmlns:a16="http://schemas.microsoft.com/office/drawing/2014/main" id="{843E39F8-7448-42E9-B61B-2030DB6F6896}"/>
                </a:ext>
              </a:extLst>
            </p:cNvPr>
            <p:cNvSpPr/>
            <p:nvPr/>
          </p:nvSpPr>
          <p:spPr>
            <a:xfrm>
              <a:off x="2396430" y="323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4" name="Hexagon 2593">
              <a:extLst>
                <a:ext uri="{FF2B5EF4-FFF2-40B4-BE49-F238E27FC236}">
                  <a16:creationId xmlns:a16="http://schemas.microsoft.com/office/drawing/2014/main" id="{8F3A952F-AA95-4650-92E0-D5C077E49EE7}"/>
                </a:ext>
              </a:extLst>
            </p:cNvPr>
            <p:cNvSpPr/>
            <p:nvPr/>
          </p:nvSpPr>
          <p:spPr>
            <a:xfrm>
              <a:off x="2161544" y="31413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5" name="Hexagon 2594">
              <a:extLst>
                <a:ext uri="{FF2B5EF4-FFF2-40B4-BE49-F238E27FC236}">
                  <a16:creationId xmlns:a16="http://schemas.microsoft.com/office/drawing/2014/main" id="{1AE0CCE6-D9B6-4BE9-8C41-A657B4AF6832}"/>
                </a:ext>
              </a:extLst>
            </p:cNvPr>
            <p:cNvSpPr/>
            <p:nvPr/>
          </p:nvSpPr>
          <p:spPr>
            <a:xfrm>
              <a:off x="2164077" y="33248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6" name="Hexagon 2595">
              <a:extLst>
                <a:ext uri="{FF2B5EF4-FFF2-40B4-BE49-F238E27FC236}">
                  <a16:creationId xmlns:a16="http://schemas.microsoft.com/office/drawing/2014/main" id="{CBAF2069-17B9-42DB-8DE5-417D510FB68D}"/>
                </a:ext>
              </a:extLst>
            </p:cNvPr>
            <p:cNvSpPr/>
            <p:nvPr/>
          </p:nvSpPr>
          <p:spPr>
            <a:xfrm>
              <a:off x="1931087" y="34173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7" name="Hexagon 2596">
              <a:extLst>
                <a:ext uri="{FF2B5EF4-FFF2-40B4-BE49-F238E27FC236}">
                  <a16:creationId xmlns:a16="http://schemas.microsoft.com/office/drawing/2014/main" id="{4ECF6E45-CF67-43E5-8967-00C012CAB1E2}"/>
                </a:ext>
              </a:extLst>
            </p:cNvPr>
            <p:cNvSpPr/>
            <p:nvPr/>
          </p:nvSpPr>
          <p:spPr>
            <a:xfrm>
              <a:off x="1931239" y="36032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8" name="Hexagon 2597">
              <a:extLst>
                <a:ext uri="{FF2B5EF4-FFF2-40B4-BE49-F238E27FC236}">
                  <a16:creationId xmlns:a16="http://schemas.microsoft.com/office/drawing/2014/main" id="{EDA61C17-DCD6-48E7-8A26-35CDF67882E2}"/>
                </a:ext>
              </a:extLst>
            </p:cNvPr>
            <p:cNvSpPr/>
            <p:nvPr/>
          </p:nvSpPr>
          <p:spPr>
            <a:xfrm>
              <a:off x="2862710" y="2311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9" name="Hexagon 2598">
              <a:extLst>
                <a:ext uri="{FF2B5EF4-FFF2-40B4-BE49-F238E27FC236}">
                  <a16:creationId xmlns:a16="http://schemas.microsoft.com/office/drawing/2014/main" id="{BBE8B276-82C9-4E7B-B182-B2C81AD2C1F5}"/>
                </a:ext>
              </a:extLst>
            </p:cNvPr>
            <p:cNvSpPr/>
            <p:nvPr/>
          </p:nvSpPr>
          <p:spPr>
            <a:xfrm>
              <a:off x="2862111" y="2686723"/>
              <a:ext cx="319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0" name="Hexagon 2599">
              <a:extLst>
                <a:ext uri="{FF2B5EF4-FFF2-40B4-BE49-F238E27FC236}">
                  <a16:creationId xmlns:a16="http://schemas.microsoft.com/office/drawing/2014/main" id="{82AB6D25-C0C6-4074-8C17-743DA8046496}"/>
                </a:ext>
              </a:extLst>
            </p:cNvPr>
            <p:cNvSpPr/>
            <p:nvPr/>
          </p:nvSpPr>
          <p:spPr>
            <a:xfrm>
              <a:off x="2860465" y="2865918"/>
              <a:ext cx="3207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1" name="Hexagon 2600">
              <a:extLst>
                <a:ext uri="{FF2B5EF4-FFF2-40B4-BE49-F238E27FC236}">
                  <a16:creationId xmlns:a16="http://schemas.microsoft.com/office/drawing/2014/main" id="{DD84DF40-EABA-4884-9CE5-53FFDDDE4BB4}"/>
                </a:ext>
              </a:extLst>
            </p:cNvPr>
            <p:cNvSpPr/>
            <p:nvPr/>
          </p:nvSpPr>
          <p:spPr>
            <a:xfrm>
              <a:off x="2868274" y="3051946"/>
              <a:ext cx="3185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2" name="Hexagon 2601">
              <a:extLst>
                <a:ext uri="{FF2B5EF4-FFF2-40B4-BE49-F238E27FC236}">
                  <a16:creationId xmlns:a16="http://schemas.microsoft.com/office/drawing/2014/main" id="{4C6A04C3-D50C-43A8-B4DC-19118DB01B57}"/>
                </a:ext>
              </a:extLst>
            </p:cNvPr>
            <p:cNvSpPr/>
            <p:nvPr/>
          </p:nvSpPr>
          <p:spPr>
            <a:xfrm>
              <a:off x="1463925" y="3973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3" name="Hexagon 2602">
              <a:extLst>
                <a:ext uri="{FF2B5EF4-FFF2-40B4-BE49-F238E27FC236}">
                  <a16:creationId xmlns:a16="http://schemas.microsoft.com/office/drawing/2014/main" id="{166192FA-7F3C-4442-BC23-9DB97DD0853A}"/>
                </a:ext>
              </a:extLst>
            </p:cNvPr>
            <p:cNvSpPr/>
            <p:nvPr/>
          </p:nvSpPr>
          <p:spPr>
            <a:xfrm>
              <a:off x="1464077" y="41570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4" name="Hexagon 2603">
              <a:extLst>
                <a:ext uri="{FF2B5EF4-FFF2-40B4-BE49-F238E27FC236}">
                  <a16:creationId xmlns:a16="http://schemas.microsoft.com/office/drawing/2014/main" id="{BD86CADA-D38D-4E6F-BBD0-90A835E5361C}"/>
                </a:ext>
              </a:extLst>
            </p:cNvPr>
            <p:cNvSpPr/>
            <p:nvPr/>
          </p:nvSpPr>
          <p:spPr>
            <a:xfrm>
              <a:off x="1695396" y="3694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5" name="Hexagon 2604">
              <a:extLst>
                <a:ext uri="{FF2B5EF4-FFF2-40B4-BE49-F238E27FC236}">
                  <a16:creationId xmlns:a16="http://schemas.microsoft.com/office/drawing/2014/main" id="{800F7BF2-F48F-4BC1-A4F8-15AB8DB57FA5}"/>
                </a:ext>
              </a:extLst>
            </p:cNvPr>
            <p:cNvSpPr/>
            <p:nvPr/>
          </p:nvSpPr>
          <p:spPr>
            <a:xfrm>
              <a:off x="1697929" y="3880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6" name="Hexagon 2605">
              <a:extLst>
                <a:ext uri="{FF2B5EF4-FFF2-40B4-BE49-F238E27FC236}">
                  <a16:creationId xmlns:a16="http://schemas.microsoft.com/office/drawing/2014/main" id="{A82E0940-3764-41F6-8D9F-DA94B1679FF2}"/>
                </a:ext>
              </a:extLst>
            </p:cNvPr>
            <p:cNvSpPr/>
            <p:nvPr/>
          </p:nvSpPr>
          <p:spPr>
            <a:xfrm>
              <a:off x="1696938" y="40695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7" name="Hexagon 2606">
              <a:extLst>
                <a:ext uri="{FF2B5EF4-FFF2-40B4-BE49-F238E27FC236}">
                  <a16:creationId xmlns:a16="http://schemas.microsoft.com/office/drawing/2014/main" id="{26836232-F86A-452A-AB40-111BAD15E76C}"/>
                </a:ext>
              </a:extLst>
            </p:cNvPr>
            <p:cNvSpPr/>
            <p:nvPr/>
          </p:nvSpPr>
          <p:spPr>
            <a:xfrm>
              <a:off x="1699471" y="4250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8" name="Hexagon 2607">
              <a:extLst>
                <a:ext uri="{FF2B5EF4-FFF2-40B4-BE49-F238E27FC236}">
                  <a16:creationId xmlns:a16="http://schemas.microsoft.com/office/drawing/2014/main" id="{01C9967F-18D7-4190-91DB-4F1AEDD873DB}"/>
                </a:ext>
              </a:extLst>
            </p:cNvPr>
            <p:cNvSpPr/>
            <p:nvPr/>
          </p:nvSpPr>
          <p:spPr>
            <a:xfrm>
              <a:off x="1700754" y="44373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9" name="Hexagon 2608">
              <a:extLst>
                <a:ext uri="{FF2B5EF4-FFF2-40B4-BE49-F238E27FC236}">
                  <a16:creationId xmlns:a16="http://schemas.microsoft.com/office/drawing/2014/main" id="{B6B2BA53-100E-4289-A734-6314B4732E90}"/>
                </a:ext>
              </a:extLst>
            </p:cNvPr>
            <p:cNvSpPr/>
            <p:nvPr/>
          </p:nvSpPr>
          <p:spPr>
            <a:xfrm>
              <a:off x="1708049" y="4623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0" name="Hexagon 2609">
              <a:extLst>
                <a:ext uri="{FF2B5EF4-FFF2-40B4-BE49-F238E27FC236}">
                  <a16:creationId xmlns:a16="http://schemas.microsoft.com/office/drawing/2014/main" id="{9CA8E003-EAAA-43A6-87A0-51B28A83BED0}"/>
                </a:ext>
              </a:extLst>
            </p:cNvPr>
            <p:cNvSpPr/>
            <p:nvPr/>
          </p:nvSpPr>
          <p:spPr>
            <a:xfrm>
              <a:off x="1931347" y="37945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1" name="Hexagon 2610">
              <a:extLst>
                <a:ext uri="{FF2B5EF4-FFF2-40B4-BE49-F238E27FC236}">
                  <a16:creationId xmlns:a16="http://schemas.microsoft.com/office/drawing/2014/main" id="{1D7F7141-85F3-432A-BCE5-D1C7D9E1396C}"/>
                </a:ext>
              </a:extLst>
            </p:cNvPr>
            <p:cNvSpPr/>
            <p:nvPr/>
          </p:nvSpPr>
          <p:spPr>
            <a:xfrm>
              <a:off x="1933880" y="3975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2" name="Hexagon 2611">
              <a:extLst>
                <a:ext uri="{FF2B5EF4-FFF2-40B4-BE49-F238E27FC236}">
                  <a16:creationId xmlns:a16="http://schemas.microsoft.com/office/drawing/2014/main" id="{ED378054-E2FE-4D86-A7E8-E8868828226C}"/>
                </a:ext>
              </a:extLst>
            </p:cNvPr>
            <p:cNvSpPr/>
            <p:nvPr/>
          </p:nvSpPr>
          <p:spPr>
            <a:xfrm>
              <a:off x="1932889" y="41643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3" name="Hexagon 2612">
              <a:extLst>
                <a:ext uri="{FF2B5EF4-FFF2-40B4-BE49-F238E27FC236}">
                  <a16:creationId xmlns:a16="http://schemas.microsoft.com/office/drawing/2014/main" id="{2205C02C-CA48-41AE-863A-1ECD9956B09F}"/>
                </a:ext>
              </a:extLst>
            </p:cNvPr>
            <p:cNvSpPr/>
            <p:nvPr/>
          </p:nvSpPr>
          <p:spPr>
            <a:xfrm>
              <a:off x="1935422" y="43454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4" name="Hexagon 2613">
              <a:extLst>
                <a:ext uri="{FF2B5EF4-FFF2-40B4-BE49-F238E27FC236}">
                  <a16:creationId xmlns:a16="http://schemas.microsoft.com/office/drawing/2014/main" id="{8CBD2460-DE8E-4C6F-98A6-3920CF26DDA2}"/>
                </a:ext>
              </a:extLst>
            </p:cNvPr>
            <p:cNvSpPr/>
            <p:nvPr/>
          </p:nvSpPr>
          <p:spPr>
            <a:xfrm>
              <a:off x="2164722" y="370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5" name="Hexagon 2614">
              <a:extLst>
                <a:ext uri="{FF2B5EF4-FFF2-40B4-BE49-F238E27FC236}">
                  <a16:creationId xmlns:a16="http://schemas.microsoft.com/office/drawing/2014/main" id="{E3B9316E-DADF-469F-BB6C-ADAFA52EF51C}"/>
                </a:ext>
              </a:extLst>
            </p:cNvPr>
            <p:cNvSpPr/>
            <p:nvPr/>
          </p:nvSpPr>
          <p:spPr>
            <a:xfrm>
              <a:off x="2167211" y="38891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6" name="Hexagon 2615">
              <a:extLst>
                <a:ext uri="{FF2B5EF4-FFF2-40B4-BE49-F238E27FC236}">
                  <a16:creationId xmlns:a16="http://schemas.microsoft.com/office/drawing/2014/main" id="{4ABB123D-DD5C-4D55-BDDF-08250935FC62}"/>
                </a:ext>
              </a:extLst>
            </p:cNvPr>
            <p:cNvSpPr/>
            <p:nvPr/>
          </p:nvSpPr>
          <p:spPr>
            <a:xfrm>
              <a:off x="2167363" y="40726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7" name="Hexagon 2616">
              <a:extLst>
                <a:ext uri="{FF2B5EF4-FFF2-40B4-BE49-F238E27FC236}">
                  <a16:creationId xmlns:a16="http://schemas.microsoft.com/office/drawing/2014/main" id="{4DFA8213-1FD8-4808-93DE-5B463EF0F867}"/>
                </a:ext>
              </a:extLst>
            </p:cNvPr>
            <p:cNvSpPr/>
            <p:nvPr/>
          </p:nvSpPr>
          <p:spPr>
            <a:xfrm>
              <a:off x="2168753" y="42517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8" name="Hexagon 2617">
              <a:extLst>
                <a:ext uri="{FF2B5EF4-FFF2-40B4-BE49-F238E27FC236}">
                  <a16:creationId xmlns:a16="http://schemas.microsoft.com/office/drawing/2014/main" id="{D2B01210-4BC2-4B13-9C43-C9B9D825B42B}"/>
                </a:ext>
              </a:extLst>
            </p:cNvPr>
            <p:cNvSpPr/>
            <p:nvPr/>
          </p:nvSpPr>
          <p:spPr>
            <a:xfrm>
              <a:off x="2404765" y="3614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9" name="Hexagon 2618">
              <a:extLst>
                <a:ext uri="{FF2B5EF4-FFF2-40B4-BE49-F238E27FC236}">
                  <a16:creationId xmlns:a16="http://schemas.microsoft.com/office/drawing/2014/main" id="{42949EBF-C02E-41CA-A0AE-B8868AF2C12A}"/>
                </a:ext>
              </a:extLst>
            </p:cNvPr>
            <p:cNvSpPr/>
            <p:nvPr/>
          </p:nvSpPr>
          <p:spPr>
            <a:xfrm>
              <a:off x="2400155" y="38004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0" name="Hexagon 2619">
              <a:extLst>
                <a:ext uri="{FF2B5EF4-FFF2-40B4-BE49-F238E27FC236}">
                  <a16:creationId xmlns:a16="http://schemas.microsoft.com/office/drawing/2014/main" id="{D6BD4552-4DBD-45FA-BEDF-762C65D9CD85}"/>
                </a:ext>
              </a:extLst>
            </p:cNvPr>
            <p:cNvSpPr/>
            <p:nvPr/>
          </p:nvSpPr>
          <p:spPr>
            <a:xfrm>
              <a:off x="2400263" y="39870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1" name="Hexagon 2620">
              <a:extLst>
                <a:ext uri="{FF2B5EF4-FFF2-40B4-BE49-F238E27FC236}">
                  <a16:creationId xmlns:a16="http://schemas.microsoft.com/office/drawing/2014/main" id="{11433AEB-1E0D-45C3-B285-BCBC1F41A504}"/>
                </a:ext>
              </a:extLst>
            </p:cNvPr>
            <p:cNvSpPr/>
            <p:nvPr/>
          </p:nvSpPr>
          <p:spPr>
            <a:xfrm>
              <a:off x="2402796" y="41681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2" name="Hexagon 2621">
              <a:extLst>
                <a:ext uri="{FF2B5EF4-FFF2-40B4-BE49-F238E27FC236}">
                  <a16:creationId xmlns:a16="http://schemas.microsoft.com/office/drawing/2014/main" id="{61370FF7-A3E0-4AE9-A6A3-EC23242C4511}"/>
                </a:ext>
              </a:extLst>
            </p:cNvPr>
            <p:cNvSpPr/>
            <p:nvPr/>
          </p:nvSpPr>
          <p:spPr>
            <a:xfrm>
              <a:off x="2404186" y="43520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3" name="Hexagon 2622">
              <a:extLst>
                <a:ext uri="{FF2B5EF4-FFF2-40B4-BE49-F238E27FC236}">
                  <a16:creationId xmlns:a16="http://schemas.microsoft.com/office/drawing/2014/main" id="{D56EE218-4210-43EC-8DF1-76296B62BDC2}"/>
                </a:ext>
              </a:extLst>
            </p:cNvPr>
            <p:cNvSpPr/>
            <p:nvPr/>
          </p:nvSpPr>
          <p:spPr>
            <a:xfrm>
              <a:off x="2404338" y="4537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5" name="Hexagon 2624">
              <a:extLst>
                <a:ext uri="{FF2B5EF4-FFF2-40B4-BE49-F238E27FC236}">
                  <a16:creationId xmlns:a16="http://schemas.microsoft.com/office/drawing/2014/main" id="{41F2B006-578B-4428-AF14-FC5A94165182}"/>
                </a:ext>
              </a:extLst>
            </p:cNvPr>
            <p:cNvSpPr/>
            <p:nvPr/>
          </p:nvSpPr>
          <p:spPr>
            <a:xfrm>
              <a:off x="2411344" y="4909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6" name="Hexagon 2625">
              <a:extLst>
                <a:ext uri="{FF2B5EF4-FFF2-40B4-BE49-F238E27FC236}">
                  <a16:creationId xmlns:a16="http://schemas.microsoft.com/office/drawing/2014/main" id="{3BE9C414-895C-4F66-BDB0-705978DB96AB}"/>
                </a:ext>
              </a:extLst>
            </p:cNvPr>
            <p:cNvSpPr/>
            <p:nvPr/>
          </p:nvSpPr>
          <p:spPr>
            <a:xfrm>
              <a:off x="2413877" y="50930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7" name="Hexagon 2626">
              <a:extLst>
                <a:ext uri="{FF2B5EF4-FFF2-40B4-BE49-F238E27FC236}">
                  <a16:creationId xmlns:a16="http://schemas.microsoft.com/office/drawing/2014/main" id="{EC6EC4DA-BF6A-4363-B091-5DC16A015FFE}"/>
                </a:ext>
              </a:extLst>
            </p:cNvPr>
            <p:cNvSpPr/>
            <p:nvPr/>
          </p:nvSpPr>
          <p:spPr>
            <a:xfrm>
              <a:off x="2170775" y="46338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8" name="Hexagon 2627">
              <a:extLst>
                <a:ext uri="{FF2B5EF4-FFF2-40B4-BE49-F238E27FC236}">
                  <a16:creationId xmlns:a16="http://schemas.microsoft.com/office/drawing/2014/main" id="{61C648E3-F4D6-4212-8B44-D6122F33233F}"/>
                </a:ext>
              </a:extLst>
            </p:cNvPr>
            <p:cNvSpPr/>
            <p:nvPr/>
          </p:nvSpPr>
          <p:spPr>
            <a:xfrm>
              <a:off x="2173308" y="4822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9" name="Hexagon 2628">
              <a:extLst>
                <a:ext uri="{FF2B5EF4-FFF2-40B4-BE49-F238E27FC236}">
                  <a16:creationId xmlns:a16="http://schemas.microsoft.com/office/drawing/2014/main" id="{444BD519-0706-49F1-87D1-52F6F9299F6A}"/>
                </a:ext>
              </a:extLst>
            </p:cNvPr>
            <p:cNvSpPr/>
            <p:nvPr/>
          </p:nvSpPr>
          <p:spPr>
            <a:xfrm>
              <a:off x="2174162" y="50074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0" name="Hexagon 2629">
              <a:extLst>
                <a:ext uri="{FF2B5EF4-FFF2-40B4-BE49-F238E27FC236}">
                  <a16:creationId xmlns:a16="http://schemas.microsoft.com/office/drawing/2014/main" id="{C7B27218-FA0C-4D19-8C39-BE093B997F91}"/>
                </a:ext>
              </a:extLst>
            </p:cNvPr>
            <p:cNvSpPr/>
            <p:nvPr/>
          </p:nvSpPr>
          <p:spPr>
            <a:xfrm>
              <a:off x="2182695" y="51937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1" name="Hexagon 2630">
              <a:extLst>
                <a:ext uri="{FF2B5EF4-FFF2-40B4-BE49-F238E27FC236}">
                  <a16:creationId xmlns:a16="http://schemas.microsoft.com/office/drawing/2014/main" id="{7DA2B651-D7DD-41CC-B304-1A863E5D0D1D}"/>
                </a:ext>
              </a:extLst>
            </p:cNvPr>
            <p:cNvSpPr/>
            <p:nvPr/>
          </p:nvSpPr>
          <p:spPr>
            <a:xfrm>
              <a:off x="2180466" y="537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2" name="Hexagon 2631">
              <a:extLst>
                <a:ext uri="{FF2B5EF4-FFF2-40B4-BE49-F238E27FC236}">
                  <a16:creationId xmlns:a16="http://schemas.microsoft.com/office/drawing/2014/main" id="{E70BFE90-F686-4CAB-A8AC-F6263EEBEB57}"/>
                </a:ext>
              </a:extLst>
            </p:cNvPr>
            <p:cNvSpPr/>
            <p:nvPr/>
          </p:nvSpPr>
          <p:spPr>
            <a:xfrm>
              <a:off x="1938487" y="47229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3" name="Hexagon 2632">
              <a:extLst>
                <a:ext uri="{FF2B5EF4-FFF2-40B4-BE49-F238E27FC236}">
                  <a16:creationId xmlns:a16="http://schemas.microsoft.com/office/drawing/2014/main" id="{7E438413-F446-4DDE-89FA-2070060B6126}"/>
                </a:ext>
              </a:extLst>
            </p:cNvPr>
            <p:cNvSpPr/>
            <p:nvPr/>
          </p:nvSpPr>
          <p:spPr>
            <a:xfrm>
              <a:off x="1938639" y="49088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4" name="Hexagon 2633">
              <a:extLst>
                <a:ext uri="{FF2B5EF4-FFF2-40B4-BE49-F238E27FC236}">
                  <a16:creationId xmlns:a16="http://schemas.microsoft.com/office/drawing/2014/main" id="{AECA6FFA-69AA-4209-823F-9B90958334DD}"/>
                </a:ext>
              </a:extLst>
            </p:cNvPr>
            <p:cNvSpPr/>
            <p:nvPr/>
          </p:nvSpPr>
          <p:spPr>
            <a:xfrm>
              <a:off x="1944255" y="5096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5" name="Hexagon 2634">
              <a:extLst>
                <a:ext uri="{FF2B5EF4-FFF2-40B4-BE49-F238E27FC236}">
                  <a16:creationId xmlns:a16="http://schemas.microsoft.com/office/drawing/2014/main" id="{449A3B0A-2B3E-4D53-88B2-018ABEF6DF88}"/>
                </a:ext>
              </a:extLst>
            </p:cNvPr>
            <p:cNvSpPr/>
            <p:nvPr/>
          </p:nvSpPr>
          <p:spPr>
            <a:xfrm>
              <a:off x="1945645" y="5280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6" name="Hexagon 2635">
              <a:extLst>
                <a:ext uri="{FF2B5EF4-FFF2-40B4-BE49-F238E27FC236}">
                  <a16:creationId xmlns:a16="http://schemas.microsoft.com/office/drawing/2014/main" id="{FDCFE4ED-A741-454A-AA67-C963946A5E71}"/>
                </a:ext>
              </a:extLst>
            </p:cNvPr>
            <p:cNvSpPr/>
            <p:nvPr/>
          </p:nvSpPr>
          <p:spPr>
            <a:xfrm>
              <a:off x="1945797" y="54663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7" name="Hexagon 2636">
              <a:extLst>
                <a:ext uri="{FF2B5EF4-FFF2-40B4-BE49-F238E27FC236}">
                  <a16:creationId xmlns:a16="http://schemas.microsoft.com/office/drawing/2014/main" id="{E1FFD968-7413-4846-B13D-99E34EBAB039}"/>
                </a:ext>
              </a:extLst>
            </p:cNvPr>
            <p:cNvSpPr/>
            <p:nvPr/>
          </p:nvSpPr>
          <p:spPr>
            <a:xfrm>
              <a:off x="1708811" y="53662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8" name="Hexagon 2637">
              <a:extLst>
                <a:ext uri="{FF2B5EF4-FFF2-40B4-BE49-F238E27FC236}">
                  <a16:creationId xmlns:a16="http://schemas.microsoft.com/office/drawing/2014/main" id="{BDB0815C-C2A6-40AD-82F1-B7ACA1B4CF67}"/>
                </a:ext>
              </a:extLst>
            </p:cNvPr>
            <p:cNvSpPr/>
            <p:nvPr/>
          </p:nvSpPr>
          <p:spPr>
            <a:xfrm>
              <a:off x="1945645" y="5654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9" name="Hexagon 2638">
              <a:extLst>
                <a:ext uri="{FF2B5EF4-FFF2-40B4-BE49-F238E27FC236}">
                  <a16:creationId xmlns:a16="http://schemas.microsoft.com/office/drawing/2014/main" id="{E9749560-4718-4854-88C7-14CD626171F6}"/>
                </a:ext>
              </a:extLst>
            </p:cNvPr>
            <p:cNvSpPr/>
            <p:nvPr/>
          </p:nvSpPr>
          <p:spPr>
            <a:xfrm>
              <a:off x="1945797" y="58405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0" name="Hexagon 2639">
              <a:extLst>
                <a:ext uri="{FF2B5EF4-FFF2-40B4-BE49-F238E27FC236}">
                  <a16:creationId xmlns:a16="http://schemas.microsoft.com/office/drawing/2014/main" id="{FBE5F892-883F-4601-B855-CF5CCF1749E0}"/>
                </a:ext>
              </a:extLst>
            </p:cNvPr>
            <p:cNvSpPr/>
            <p:nvPr/>
          </p:nvSpPr>
          <p:spPr>
            <a:xfrm>
              <a:off x="1713012" y="55485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1" name="Hexagon 2640">
              <a:extLst>
                <a:ext uri="{FF2B5EF4-FFF2-40B4-BE49-F238E27FC236}">
                  <a16:creationId xmlns:a16="http://schemas.microsoft.com/office/drawing/2014/main" id="{215428C6-29E0-4629-BEC4-192ECD065B72}"/>
                </a:ext>
              </a:extLst>
            </p:cNvPr>
            <p:cNvSpPr/>
            <p:nvPr/>
          </p:nvSpPr>
          <p:spPr>
            <a:xfrm>
              <a:off x="1709640" y="5737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2" name="Hexagon 2641">
              <a:extLst>
                <a:ext uri="{FF2B5EF4-FFF2-40B4-BE49-F238E27FC236}">
                  <a16:creationId xmlns:a16="http://schemas.microsoft.com/office/drawing/2014/main" id="{58873D54-C324-4AEC-BACE-24C06D6114CD}"/>
                </a:ext>
              </a:extLst>
            </p:cNvPr>
            <p:cNvSpPr/>
            <p:nvPr/>
          </p:nvSpPr>
          <p:spPr>
            <a:xfrm>
              <a:off x="1712173" y="5923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3" name="Hexagon 2642">
              <a:extLst>
                <a:ext uri="{FF2B5EF4-FFF2-40B4-BE49-F238E27FC236}">
                  <a16:creationId xmlns:a16="http://schemas.microsoft.com/office/drawing/2014/main" id="{6382A924-5681-4814-8DE1-D9EF4FA06BB3}"/>
                </a:ext>
              </a:extLst>
            </p:cNvPr>
            <p:cNvSpPr/>
            <p:nvPr/>
          </p:nvSpPr>
          <p:spPr>
            <a:xfrm>
              <a:off x="1712021" y="6104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4" name="Hexagon 2643">
              <a:extLst>
                <a:ext uri="{FF2B5EF4-FFF2-40B4-BE49-F238E27FC236}">
                  <a16:creationId xmlns:a16="http://schemas.microsoft.com/office/drawing/2014/main" id="{86F28016-D824-422C-A4B5-CCA3EAB8422B}"/>
                </a:ext>
              </a:extLst>
            </p:cNvPr>
            <p:cNvSpPr/>
            <p:nvPr/>
          </p:nvSpPr>
          <p:spPr>
            <a:xfrm>
              <a:off x="1714554" y="62829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5" name="Hexagon 2644">
              <a:extLst>
                <a:ext uri="{FF2B5EF4-FFF2-40B4-BE49-F238E27FC236}">
                  <a16:creationId xmlns:a16="http://schemas.microsoft.com/office/drawing/2014/main" id="{1C906E09-606E-49BA-AFF9-97A79625A4FF}"/>
                </a:ext>
              </a:extLst>
            </p:cNvPr>
            <p:cNvSpPr/>
            <p:nvPr/>
          </p:nvSpPr>
          <p:spPr>
            <a:xfrm>
              <a:off x="1476032" y="63755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6" name="Hexagon 2645">
              <a:extLst>
                <a:ext uri="{FF2B5EF4-FFF2-40B4-BE49-F238E27FC236}">
                  <a16:creationId xmlns:a16="http://schemas.microsoft.com/office/drawing/2014/main" id="{D42F0632-3B9F-425D-B529-A1E14D78B08C}"/>
                </a:ext>
              </a:extLst>
            </p:cNvPr>
            <p:cNvSpPr/>
            <p:nvPr/>
          </p:nvSpPr>
          <p:spPr>
            <a:xfrm>
              <a:off x="1244869" y="59126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7" name="Hexagon 2646">
              <a:extLst>
                <a:ext uri="{FF2B5EF4-FFF2-40B4-BE49-F238E27FC236}">
                  <a16:creationId xmlns:a16="http://schemas.microsoft.com/office/drawing/2014/main" id="{D331E019-178B-4F16-9023-242AF3458CA2}"/>
                </a:ext>
              </a:extLst>
            </p:cNvPr>
            <p:cNvSpPr/>
            <p:nvPr/>
          </p:nvSpPr>
          <p:spPr>
            <a:xfrm>
              <a:off x="1244717" y="6093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8" name="Hexagon 2647">
              <a:extLst>
                <a:ext uri="{FF2B5EF4-FFF2-40B4-BE49-F238E27FC236}">
                  <a16:creationId xmlns:a16="http://schemas.microsoft.com/office/drawing/2014/main" id="{2D0CACF6-AD42-4985-86F8-72F1000EE46B}"/>
                </a:ext>
              </a:extLst>
            </p:cNvPr>
            <p:cNvSpPr/>
            <p:nvPr/>
          </p:nvSpPr>
          <p:spPr>
            <a:xfrm>
              <a:off x="1475496" y="6008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9" name="Hexagon 2648">
              <a:extLst>
                <a:ext uri="{FF2B5EF4-FFF2-40B4-BE49-F238E27FC236}">
                  <a16:creationId xmlns:a16="http://schemas.microsoft.com/office/drawing/2014/main" id="{E37AB76F-D06E-4B18-9EA9-F25328813FC1}"/>
                </a:ext>
              </a:extLst>
            </p:cNvPr>
            <p:cNvSpPr/>
            <p:nvPr/>
          </p:nvSpPr>
          <p:spPr>
            <a:xfrm>
              <a:off x="1475344" y="61900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0" name="Hexagon 2649">
              <a:extLst>
                <a:ext uri="{FF2B5EF4-FFF2-40B4-BE49-F238E27FC236}">
                  <a16:creationId xmlns:a16="http://schemas.microsoft.com/office/drawing/2014/main" id="{2D8FC517-864B-491A-AFF2-05D1DB94E58B}"/>
                </a:ext>
              </a:extLst>
            </p:cNvPr>
            <p:cNvSpPr/>
            <p:nvPr/>
          </p:nvSpPr>
          <p:spPr>
            <a:xfrm>
              <a:off x="1477654" y="5641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1" name="Hexagon 2650">
              <a:extLst>
                <a:ext uri="{FF2B5EF4-FFF2-40B4-BE49-F238E27FC236}">
                  <a16:creationId xmlns:a16="http://schemas.microsoft.com/office/drawing/2014/main" id="{308BDAFE-36C6-40FD-AADD-FEFF5FD041B7}"/>
                </a:ext>
              </a:extLst>
            </p:cNvPr>
            <p:cNvSpPr/>
            <p:nvPr/>
          </p:nvSpPr>
          <p:spPr>
            <a:xfrm>
              <a:off x="1477502" y="58228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2" name="Hexagon 2651">
              <a:extLst>
                <a:ext uri="{FF2B5EF4-FFF2-40B4-BE49-F238E27FC236}">
                  <a16:creationId xmlns:a16="http://schemas.microsoft.com/office/drawing/2014/main" id="{9A027A7D-F82E-45E5-87B8-1AAF39326349}"/>
                </a:ext>
              </a:extLst>
            </p:cNvPr>
            <p:cNvSpPr/>
            <p:nvPr/>
          </p:nvSpPr>
          <p:spPr>
            <a:xfrm>
              <a:off x="2868393" y="3427729"/>
              <a:ext cx="32474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3" name="Hexagon 2652">
              <a:extLst>
                <a:ext uri="{FF2B5EF4-FFF2-40B4-BE49-F238E27FC236}">
                  <a16:creationId xmlns:a16="http://schemas.microsoft.com/office/drawing/2014/main" id="{75384287-BA14-418D-90F8-DBF87603C9F2}"/>
                </a:ext>
              </a:extLst>
            </p:cNvPr>
            <p:cNvSpPr/>
            <p:nvPr/>
          </p:nvSpPr>
          <p:spPr>
            <a:xfrm>
              <a:off x="2878655" y="3616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4" name="Hexagon 2653">
              <a:extLst>
                <a:ext uri="{FF2B5EF4-FFF2-40B4-BE49-F238E27FC236}">
                  <a16:creationId xmlns:a16="http://schemas.microsoft.com/office/drawing/2014/main" id="{DBA83383-C502-49AB-BD1F-BC38A606A676}"/>
                </a:ext>
              </a:extLst>
            </p:cNvPr>
            <p:cNvSpPr/>
            <p:nvPr/>
          </p:nvSpPr>
          <p:spPr>
            <a:xfrm>
              <a:off x="2641944" y="37090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5" name="Hexagon 2654">
              <a:extLst>
                <a:ext uri="{FF2B5EF4-FFF2-40B4-BE49-F238E27FC236}">
                  <a16:creationId xmlns:a16="http://schemas.microsoft.com/office/drawing/2014/main" id="{2E3C8346-22CC-422E-9ED2-DBADB0D63E08}"/>
                </a:ext>
              </a:extLst>
            </p:cNvPr>
            <p:cNvSpPr/>
            <p:nvPr/>
          </p:nvSpPr>
          <p:spPr>
            <a:xfrm>
              <a:off x="2634953" y="38901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6" name="Hexagon 2655">
              <a:extLst>
                <a:ext uri="{FF2B5EF4-FFF2-40B4-BE49-F238E27FC236}">
                  <a16:creationId xmlns:a16="http://schemas.microsoft.com/office/drawing/2014/main" id="{D10AA94F-4CFC-4555-B11A-51811DBF8F1C}"/>
                </a:ext>
              </a:extLst>
            </p:cNvPr>
            <p:cNvSpPr/>
            <p:nvPr/>
          </p:nvSpPr>
          <p:spPr>
            <a:xfrm>
              <a:off x="2873836" y="3985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7" name="Hexagon 2656">
              <a:extLst>
                <a:ext uri="{FF2B5EF4-FFF2-40B4-BE49-F238E27FC236}">
                  <a16:creationId xmlns:a16="http://schemas.microsoft.com/office/drawing/2014/main" id="{2B8DE025-5CAC-474A-862D-919500DF70CE}"/>
                </a:ext>
              </a:extLst>
            </p:cNvPr>
            <p:cNvSpPr/>
            <p:nvPr/>
          </p:nvSpPr>
          <p:spPr>
            <a:xfrm>
              <a:off x="2871607" y="416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8" name="Hexagon 2657">
              <a:extLst>
                <a:ext uri="{FF2B5EF4-FFF2-40B4-BE49-F238E27FC236}">
                  <a16:creationId xmlns:a16="http://schemas.microsoft.com/office/drawing/2014/main" id="{5707E722-3E7A-4BBC-9E2E-DAE988B2BBBD}"/>
                </a:ext>
              </a:extLst>
            </p:cNvPr>
            <p:cNvSpPr/>
            <p:nvPr/>
          </p:nvSpPr>
          <p:spPr>
            <a:xfrm>
              <a:off x="2869334" y="43575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9" name="Hexagon 2658">
              <a:extLst>
                <a:ext uri="{FF2B5EF4-FFF2-40B4-BE49-F238E27FC236}">
                  <a16:creationId xmlns:a16="http://schemas.microsoft.com/office/drawing/2014/main" id="{C63D8BD7-4EC3-4F2B-94E5-8EEC1320836B}"/>
                </a:ext>
              </a:extLst>
            </p:cNvPr>
            <p:cNvSpPr/>
            <p:nvPr/>
          </p:nvSpPr>
          <p:spPr>
            <a:xfrm>
              <a:off x="2867105" y="4538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0" name="Hexagon 2659">
              <a:extLst>
                <a:ext uri="{FF2B5EF4-FFF2-40B4-BE49-F238E27FC236}">
                  <a16:creationId xmlns:a16="http://schemas.microsoft.com/office/drawing/2014/main" id="{60F76974-24FE-45DC-A413-A1F1BBDE07D6}"/>
                </a:ext>
              </a:extLst>
            </p:cNvPr>
            <p:cNvSpPr/>
            <p:nvPr/>
          </p:nvSpPr>
          <p:spPr>
            <a:xfrm>
              <a:off x="2640336" y="42635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1" name="Hexagon 2660">
              <a:extLst>
                <a:ext uri="{FF2B5EF4-FFF2-40B4-BE49-F238E27FC236}">
                  <a16:creationId xmlns:a16="http://schemas.microsoft.com/office/drawing/2014/main" id="{D50D68F0-59CF-420F-AEE7-A3EDA4D7FE16}"/>
                </a:ext>
              </a:extLst>
            </p:cNvPr>
            <p:cNvSpPr/>
            <p:nvPr/>
          </p:nvSpPr>
          <p:spPr>
            <a:xfrm>
              <a:off x="2638107" y="44518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2" name="Hexagon 2661">
              <a:extLst>
                <a:ext uri="{FF2B5EF4-FFF2-40B4-BE49-F238E27FC236}">
                  <a16:creationId xmlns:a16="http://schemas.microsoft.com/office/drawing/2014/main" id="{16CC25F8-B3C2-446F-B89E-4357D6CAAD12}"/>
                </a:ext>
              </a:extLst>
            </p:cNvPr>
            <p:cNvSpPr/>
            <p:nvPr/>
          </p:nvSpPr>
          <p:spPr>
            <a:xfrm>
              <a:off x="2638215" y="46383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3" name="Hexagon 2662">
              <a:extLst>
                <a:ext uri="{FF2B5EF4-FFF2-40B4-BE49-F238E27FC236}">
                  <a16:creationId xmlns:a16="http://schemas.microsoft.com/office/drawing/2014/main" id="{B7B560A5-87EC-42A4-ADE7-10184918A16B}"/>
                </a:ext>
              </a:extLst>
            </p:cNvPr>
            <p:cNvSpPr/>
            <p:nvPr/>
          </p:nvSpPr>
          <p:spPr>
            <a:xfrm>
              <a:off x="2640748" y="4819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4" name="Hexagon 2663">
              <a:extLst>
                <a:ext uri="{FF2B5EF4-FFF2-40B4-BE49-F238E27FC236}">
                  <a16:creationId xmlns:a16="http://schemas.microsoft.com/office/drawing/2014/main" id="{CA6C6C21-DD9B-48E8-97B2-CE8C405B4585}"/>
                </a:ext>
              </a:extLst>
            </p:cNvPr>
            <p:cNvSpPr/>
            <p:nvPr/>
          </p:nvSpPr>
          <p:spPr>
            <a:xfrm>
              <a:off x="2641944" y="5007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5" name="Hexagon 2664">
              <a:extLst>
                <a:ext uri="{FF2B5EF4-FFF2-40B4-BE49-F238E27FC236}">
                  <a16:creationId xmlns:a16="http://schemas.microsoft.com/office/drawing/2014/main" id="{62D63133-7E8F-439D-89FF-58EDC28103CA}"/>
                </a:ext>
              </a:extLst>
            </p:cNvPr>
            <p:cNvSpPr/>
            <p:nvPr/>
          </p:nvSpPr>
          <p:spPr>
            <a:xfrm>
              <a:off x="3106735" y="4075970"/>
              <a:ext cx="30996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6" name="Hexagon 2665">
              <a:extLst>
                <a:ext uri="{FF2B5EF4-FFF2-40B4-BE49-F238E27FC236}">
                  <a16:creationId xmlns:a16="http://schemas.microsoft.com/office/drawing/2014/main" id="{6745D196-C852-47FB-8C75-F7C926BD4027}"/>
                </a:ext>
              </a:extLst>
            </p:cNvPr>
            <p:cNvSpPr/>
            <p:nvPr/>
          </p:nvSpPr>
          <p:spPr>
            <a:xfrm>
              <a:off x="3102125" y="4261880"/>
              <a:ext cx="3258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7" name="Hexagon 2666">
              <a:extLst>
                <a:ext uri="{FF2B5EF4-FFF2-40B4-BE49-F238E27FC236}">
                  <a16:creationId xmlns:a16="http://schemas.microsoft.com/office/drawing/2014/main" id="{0E25FCA4-D359-47B2-A748-F9C04A999390}"/>
                </a:ext>
              </a:extLst>
            </p:cNvPr>
            <p:cNvSpPr/>
            <p:nvPr/>
          </p:nvSpPr>
          <p:spPr>
            <a:xfrm>
              <a:off x="3112570" y="4447673"/>
              <a:ext cx="3130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3" name="Hexagon 2692">
              <a:extLst>
                <a:ext uri="{FF2B5EF4-FFF2-40B4-BE49-F238E27FC236}">
                  <a16:creationId xmlns:a16="http://schemas.microsoft.com/office/drawing/2014/main" id="{D38C6084-3AB1-406E-AAC0-5A9962A94B3E}"/>
                </a:ext>
              </a:extLst>
            </p:cNvPr>
            <p:cNvSpPr/>
            <p:nvPr/>
          </p:nvSpPr>
          <p:spPr>
            <a:xfrm>
              <a:off x="2644853" y="5921254"/>
              <a:ext cx="3086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4" name="Hexagon 2693">
              <a:extLst>
                <a:ext uri="{FF2B5EF4-FFF2-40B4-BE49-F238E27FC236}">
                  <a16:creationId xmlns:a16="http://schemas.microsoft.com/office/drawing/2014/main" id="{2F025D1F-827F-405E-A059-5A0D8F379D7A}"/>
                </a:ext>
              </a:extLst>
            </p:cNvPr>
            <p:cNvSpPr/>
            <p:nvPr/>
          </p:nvSpPr>
          <p:spPr>
            <a:xfrm>
              <a:off x="2887665" y="60199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5" name="Hexagon 2694">
              <a:extLst>
                <a:ext uri="{FF2B5EF4-FFF2-40B4-BE49-F238E27FC236}">
                  <a16:creationId xmlns:a16="http://schemas.microsoft.com/office/drawing/2014/main" id="{374C1831-20BF-4F49-955B-66CA399C7E8C}"/>
                </a:ext>
              </a:extLst>
            </p:cNvPr>
            <p:cNvSpPr/>
            <p:nvPr/>
          </p:nvSpPr>
          <p:spPr>
            <a:xfrm>
              <a:off x="2885263" y="58253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6" name="Hexagon 2695">
              <a:extLst>
                <a:ext uri="{FF2B5EF4-FFF2-40B4-BE49-F238E27FC236}">
                  <a16:creationId xmlns:a16="http://schemas.microsoft.com/office/drawing/2014/main" id="{98C3CD73-8E0C-4F60-BD87-A4AB5451591F}"/>
                </a:ext>
              </a:extLst>
            </p:cNvPr>
            <p:cNvSpPr/>
            <p:nvPr/>
          </p:nvSpPr>
          <p:spPr>
            <a:xfrm>
              <a:off x="2883502" y="5644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7" name="Hexagon 2696">
              <a:extLst>
                <a:ext uri="{FF2B5EF4-FFF2-40B4-BE49-F238E27FC236}">
                  <a16:creationId xmlns:a16="http://schemas.microsoft.com/office/drawing/2014/main" id="{96C0EFA8-DD08-4C9C-A90A-C8FB16B52FF6}"/>
                </a:ext>
              </a:extLst>
            </p:cNvPr>
            <p:cNvSpPr/>
            <p:nvPr/>
          </p:nvSpPr>
          <p:spPr>
            <a:xfrm>
              <a:off x="3115001" y="55632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8" name="Hexagon 2697">
              <a:extLst>
                <a:ext uri="{FF2B5EF4-FFF2-40B4-BE49-F238E27FC236}">
                  <a16:creationId xmlns:a16="http://schemas.microsoft.com/office/drawing/2014/main" id="{5B6ED6CE-BC5A-4AD6-9817-1169BBA915FA}"/>
                </a:ext>
              </a:extLst>
            </p:cNvPr>
            <p:cNvSpPr/>
            <p:nvPr/>
          </p:nvSpPr>
          <p:spPr>
            <a:xfrm>
              <a:off x="3346972" y="5475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9" name="Hexagon 2698">
              <a:extLst>
                <a:ext uri="{FF2B5EF4-FFF2-40B4-BE49-F238E27FC236}">
                  <a16:creationId xmlns:a16="http://schemas.microsoft.com/office/drawing/2014/main" id="{1D88C212-A48C-465A-B4DB-3F0AB718256D}"/>
                </a:ext>
              </a:extLst>
            </p:cNvPr>
            <p:cNvSpPr/>
            <p:nvPr/>
          </p:nvSpPr>
          <p:spPr>
            <a:xfrm>
              <a:off x="3345211" y="528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0" name="Hexagon 2699">
              <a:extLst>
                <a:ext uri="{FF2B5EF4-FFF2-40B4-BE49-F238E27FC236}">
                  <a16:creationId xmlns:a16="http://schemas.microsoft.com/office/drawing/2014/main" id="{2C79ABBC-B07C-4126-90E4-6D62F196D9CE}"/>
                </a:ext>
              </a:extLst>
            </p:cNvPr>
            <p:cNvSpPr/>
            <p:nvPr/>
          </p:nvSpPr>
          <p:spPr>
            <a:xfrm>
              <a:off x="3582412" y="5564775"/>
              <a:ext cx="31999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1" name="Hexagon 2700">
              <a:extLst>
                <a:ext uri="{FF2B5EF4-FFF2-40B4-BE49-F238E27FC236}">
                  <a16:creationId xmlns:a16="http://schemas.microsoft.com/office/drawing/2014/main" id="{556391FE-E2F3-4D63-8398-E73AA7B2CA30}"/>
                </a:ext>
              </a:extLst>
            </p:cNvPr>
            <p:cNvSpPr/>
            <p:nvPr/>
          </p:nvSpPr>
          <p:spPr>
            <a:xfrm>
              <a:off x="3583033" y="5378748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2" name="Hexagon 2701">
              <a:extLst>
                <a:ext uri="{FF2B5EF4-FFF2-40B4-BE49-F238E27FC236}">
                  <a16:creationId xmlns:a16="http://schemas.microsoft.com/office/drawing/2014/main" id="{BD8F05F6-3610-4231-BEF5-3B1BA5CE7ECB}"/>
                </a:ext>
              </a:extLst>
            </p:cNvPr>
            <p:cNvSpPr/>
            <p:nvPr/>
          </p:nvSpPr>
          <p:spPr>
            <a:xfrm>
              <a:off x="3809881" y="5276539"/>
              <a:ext cx="33337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3" name="Hexagon 2702">
              <a:extLst>
                <a:ext uri="{FF2B5EF4-FFF2-40B4-BE49-F238E27FC236}">
                  <a16:creationId xmlns:a16="http://schemas.microsoft.com/office/drawing/2014/main" id="{E8D21B8D-616B-4F81-B6AD-4934FED9FAF5}"/>
                </a:ext>
              </a:extLst>
            </p:cNvPr>
            <p:cNvSpPr/>
            <p:nvPr/>
          </p:nvSpPr>
          <p:spPr>
            <a:xfrm>
              <a:off x="3126257" y="6295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4" name="Hexagon 2703">
              <a:extLst>
                <a:ext uri="{FF2B5EF4-FFF2-40B4-BE49-F238E27FC236}">
                  <a16:creationId xmlns:a16="http://schemas.microsoft.com/office/drawing/2014/main" id="{C6F2C575-3144-4D62-ADF9-9472502A0AB2}"/>
                </a:ext>
              </a:extLst>
            </p:cNvPr>
            <p:cNvSpPr/>
            <p:nvPr/>
          </p:nvSpPr>
          <p:spPr>
            <a:xfrm>
              <a:off x="3119093" y="61102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5" name="Hexagon 2704">
              <a:extLst>
                <a:ext uri="{FF2B5EF4-FFF2-40B4-BE49-F238E27FC236}">
                  <a16:creationId xmlns:a16="http://schemas.microsoft.com/office/drawing/2014/main" id="{37D5A177-1662-417E-A56D-BB9D32D573E5}"/>
                </a:ext>
              </a:extLst>
            </p:cNvPr>
            <p:cNvSpPr/>
            <p:nvPr/>
          </p:nvSpPr>
          <p:spPr>
            <a:xfrm>
              <a:off x="3114951" y="5921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6" name="Hexagon 2705">
              <a:extLst>
                <a:ext uri="{FF2B5EF4-FFF2-40B4-BE49-F238E27FC236}">
                  <a16:creationId xmlns:a16="http://schemas.microsoft.com/office/drawing/2014/main" id="{A6432503-9536-4F70-995B-DA74A6472B9A}"/>
                </a:ext>
              </a:extLst>
            </p:cNvPr>
            <p:cNvSpPr/>
            <p:nvPr/>
          </p:nvSpPr>
          <p:spPr>
            <a:xfrm>
              <a:off x="3115556" y="68393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7" name="Hexagon 2706">
              <a:extLst>
                <a:ext uri="{FF2B5EF4-FFF2-40B4-BE49-F238E27FC236}">
                  <a16:creationId xmlns:a16="http://schemas.microsoft.com/office/drawing/2014/main" id="{25023F94-9C96-41FA-A088-52C8419DAA1E}"/>
                </a:ext>
              </a:extLst>
            </p:cNvPr>
            <p:cNvSpPr/>
            <p:nvPr/>
          </p:nvSpPr>
          <p:spPr>
            <a:xfrm>
              <a:off x="3119504" y="6658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8" name="Hexagon 2707">
              <a:extLst>
                <a:ext uri="{FF2B5EF4-FFF2-40B4-BE49-F238E27FC236}">
                  <a16:creationId xmlns:a16="http://schemas.microsoft.com/office/drawing/2014/main" id="{36CAD709-A20D-47B7-B7FC-7F5302E16E9C}"/>
                </a:ext>
              </a:extLst>
            </p:cNvPr>
            <p:cNvSpPr/>
            <p:nvPr/>
          </p:nvSpPr>
          <p:spPr>
            <a:xfrm>
              <a:off x="3120124" y="64722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9" name="Hexagon 2708">
              <a:extLst>
                <a:ext uri="{FF2B5EF4-FFF2-40B4-BE49-F238E27FC236}">
                  <a16:creationId xmlns:a16="http://schemas.microsoft.com/office/drawing/2014/main" id="{06EEA7BF-CA6A-4701-B0FA-C2013B5CFE4D}"/>
                </a:ext>
              </a:extLst>
            </p:cNvPr>
            <p:cNvSpPr/>
            <p:nvPr/>
          </p:nvSpPr>
          <p:spPr>
            <a:xfrm>
              <a:off x="3351564" y="62027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0" name="Hexagon 2709">
              <a:extLst>
                <a:ext uri="{FF2B5EF4-FFF2-40B4-BE49-F238E27FC236}">
                  <a16:creationId xmlns:a16="http://schemas.microsoft.com/office/drawing/2014/main" id="{ACB7E494-9621-496F-BCBD-1CEA296BE69C}"/>
                </a:ext>
              </a:extLst>
            </p:cNvPr>
            <p:cNvSpPr/>
            <p:nvPr/>
          </p:nvSpPr>
          <p:spPr>
            <a:xfrm>
              <a:off x="3355282" y="6011983"/>
              <a:ext cx="3111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1" name="Hexagon 2710">
              <a:extLst>
                <a:ext uri="{FF2B5EF4-FFF2-40B4-BE49-F238E27FC236}">
                  <a16:creationId xmlns:a16="http://schemas.microsoft.com/office/drawing/2014/main" id="{58CF4A5D-ACB0-4B5B-87FB-1F664B3D526D}"/>
                </a:ext>
              </a:extLst>
            </p:cNvPr>
            <p:cNvSpPr/>
            <p:nvPr/>
          </p:nvSpPr>
          <p:spPr>
            <a:xfrm>
              <a:off x="3358284" y="5825956"/>
              <a:ext cx="3199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2" name="Hexagon 2711">
              <a:extLst>
                <a:ext uri="{FF2B5EF4-FFF2-40B4-BE49-F238E27FC236}">
                  <a16:creationId xmlns:a16="http://schemas.microsoft.com/office/drawing/2014/main" id="{55628D12-8267-4DD3-B6E5-BAAF26AD077A}"/>
                </a:ext>
              </a:extLst>
            </p:cNvPr>
            <p:cNvSpPr/>
            <p:nvPr/>
          </p:nvSpPr>
          <p:spPr>
            <a:xfrm>
              <a:off x="3356314" y="63858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3" name="Hexagon 2712">
              <a:extLst>
                <a:ext uri="{FF2B5EF4-FFF2-40B4-BE49-F238E27FC236}">
                  <a16:creationId xmlns:a16="http://schemas.microsoft.com/office/drawing/2014/main" id="{A6B01D27-B8AD-4588-A908-038376500409}"/>
                </a:ext>
              </a:extLst>
            </p:cNvPr>
            <p:cNvSpPr/>
            <p:nvPr/>
          </p:nvSpPr>
          <p:spPr>
            <a:xfrm>
              <a:off x="3590861" y="6296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4" name="Hexagon 2713">
              <a:extLst>
                <a:ext uri="{FF2B5EF4-FFF2-40B4-BE49-F238E27FC236}">
                  <a16:creationId xmlns:a16="http://schemas.microsoft.com/office/drawing/2014/main" id="{C3C42D78-385A-46EB-B13D-D706F55F3324}"/>
                </a:ext>
              </a:extLst>
            </p:cNvPr>
            <p:cNvSpPr/>
            <p:nvPr/>
          </p:nvSpPr>
          <p:spPr>
            <a:xfrm>
              <a:off x="3589490" y="64854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5" name="Hexagon 2714">
              <a:extLst>
                <a:ext uri="{FF2B5EF4-FFF2-40B4-BE49-F238E27FC236}">
                  <a16:creationId xmlns:a16="http://schemas.microsoft.com/office/drawing/2014/main" id="{F599E739-AB6B-4A03-86B5-7584BC2BF36C}"/>
                </a:ext>
              </a:extLst>
            </p:cNvPr>
            <p:cNvSpPr/>
            <p:nvPr/>
          </p:nvSpPr>
          <p:spPr>
            <a:xfrm>
              <a:off x="3345210" y="6938264"/>
              <a:ext cx="312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6" name="Hexagon 2715">
              <a:extLst>
                <a:ext uri="{FF2B5EF4-FFF2-40B4-BE49-F238E27FC236}">
                  <a16:creationId xmlns:a16="http://schemas.microsoft.com/office/drawing/2014/main" id="{AE2CC6B2-7EFA-426A-A049-97503952FDE9}"/>
                </a:ext>
              </a:extLst>
            </p:cNvPr>
            <p:cNvSpPr/>
            <p:nvPr/>
          </p:nvSpPr>
          <p:spPr>
            <a:xfrm>
              <a:off x="3358662" y="6751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7" name="Hexagon 2716">
              <a:extLst>
                <a:ext uri="{FF2B5EF4-FFF2-40B4-BE49-F238E27FC236}">
                  <a16:creationId xmlns:a16="http://schemas.microsoft.com/office/drawing/2014/main" id="{08C07DF3-3E59-47A8-855F-748CA8D1678A}"/>
                </a:ext>
              </a:extLst>
            </p:cNvPr>
            <p:cNvSpPr/>
            <p:nvPr/>
          </p:nvSpPr>
          <p:spPr>
            <a:xfrm>
              <a:off x="3594264" y="68363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8" name="Hexagon 2717">
              <a:extLst>
                <a:ext uri="{FF2B5EF4-FFF2-40B4-BE49-F238E27FC236}">
                  <a16:creationId xmlns:a16="http://schemas.microsoft.com/office/drawing/2014/main" id="{016A4F85-08DC-48A5-B8E9-0168C5A39F64}"/>
                </a:ext>
              </a:extLst>
            </p:cNvPr>
            <p:cNvSpPr/>
            <p:nvPr/>
          </p:nvSpPr>
          <p:spPr>
            <a:xfrm>
              <a:off x="3832186" y="65665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9" name="Hexagon 2718">
              <a:extLst>
                <a:ext uri="{FF2B5EF4-FFF2-40B4-BE49-F238E27FC236}">
                  <a16:creationId xmlns:a16="http://schemas.microsoft.com/office/drawing/2014/main" id="{5423DDE7-BC2C-40CD-8E16-93C32A536A79}"/>
                </a:ext>
              </a:extLst>
            </p:cNvPr>
            <p:cNvSpPr/>
            <p:nvPr/>
          </p:nvSpPr>
          <p:spPr>
            <a:xfrm>
              <a:off x="3822641" y="6388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0" name="Hexagon 2719">
              <a:extLst>
                <a:ext uri="{FF2B5EF4-FFF2-40B4-BE49-F238E27FC236}">
                  <a16:creationId xmlns:a16="http://schemas.microsoft.com/office/drawing/2014/main" id="{1050842A-D43E-4AE7-A51D-81E20A8415F2}"/>
                </a:ext>
              </a:extLst>
            </p:cNvPr>
            <p:cNvSpPr/>
            <p:nvPr/>
          </p:nvSpPr>
          <p:spPr>
            <a:xfrm>
              <a:off x="3823261" y="6195526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1" name="Hexagon 2720">
              <a:extLst>
                <a:ext uri="{FF2B5EF4-FFF2-40B4-BE49-F238E27FC236}">
                  <a16:creationId xmlns:a16="http://schemas.microsoft.com/office/drawing/2014/main" id="{26C13072-94FA-44FF-8D12-DC11B35EB63D}"/>
                </a:ext>
              </a:extLst>
            </p:cNvPr>
            <p:cNvSpPr/>
            <p:nvPr/>
          </p:nvSpPr>
          <p:spPr>
            <a:xfrm>
              <a:off x="3826053" y="67602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2" name="Hexagon 2721">
              <a:extLst>
                <a:ext uri="{FF2B5EF4-FFF2-40B4-BE49-F238E27FC236}">
                  <a16:creationId xmlns:a16="http://schemas.microsoft.com/office/drawing/2014/main" id="{5304229E-41C8-4B59-8984-B6E2EE49D4B8}"/>
                </a:ext>
              </a:extLst>
            </p:cNvPr>
            <p:cNvSpPr/>
            <p:nvPr/>
          </p:nvSpPr>
          <p:spPr>
            <a:xfrm>
              <a:off x="4065682" y="6290980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3" name="Hexagon 2722">
              <a:extLst>
                <a:ext uri="{FF2B5EF4-FFF2-40B4-BE49-F238E27FC236}">
                  <a16:creationId xmlns:a16="http://schemas.microsoft.com/office/drawing/2014/main" id="{64D4CF4F-79D2-4FA9-BFAA-1A5BB54847D8}"/>
                </a:ext>
              </a:extLst>
            </p:cNvPr>
            <p:cNvSpPr/>
            <p:nvPr/>
          </p:nvSpPr>
          <p:spPr>
            <a:xfrm>
              <a:off x="4065703" y="7023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4" name="Hexagon 2723">
              <a:extLst>
                <a:ext uri="{FF2B5EF4-FFF2-40B4-BE49-F238E27FC236}">
                  <a16:creationId xmlns:a16="http://schemas.microsoft.com/office/drawing/2014/main" id="{C6A0489A-796F-417A-A894-A677B4C3763C}"/>
                </a:ext>
              </a:extLst>
            </p:cNvPr>
            <p:cNvSpPr/>
            <p:nvPr/>
          </p:nvSpPr>
          <p:spPr>
            <a:xfrm>
              <a:off x="4065682" y="68437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5" name="Hexagon 2724">
              <a:extLst>
                <a:ext uri="{FF2B5EF4-FFF2-40B4-BE49-F238E27FC236}">
                  <a16:creationId xmlns:a16="http://schemas.microsoft.com/office/drawing/2014/main" id="{DCD10EF2-0864-4C95-AE42-66944F92F78A}"/>
                </a:ext>
              </a:extLst>
            </p:cNvPr>
            <p:cNvSpPr/>
            <p:nvPr/>
          </p:nvSpPr>
          <p:spPr>
            <a:xfrm>
              <a:off x="4059159" y="66577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6" name="Hexagon 2725">
              <a:extLst>
                <a:ext uri="{FF2B5EF4-FFF2-40B4-BE49-F238E27FC236}">
                  <a16:creationId xmlns:a16="http://schemas.microsoft.com/office/drawing/2014/main" id="{B53F9542-8C5D-4DB0-8C13-00AD893F101A}"/>
                </a:ext>
              </a:extLst>
            </p:cNvPr>
            <p:cNvSpPr/>
            <p:nvPr/>
          </p:nvSpPr>
          <p:spPr>
            <a:xfrm>
              <a:off x="4059570" y="72105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7" name="Hexagon 2726">
              <a:extLst>
                <a:ext uri="{FF2B5EF4-FFF2-40B4-BE49-F238E27FC236}">
                  <a16:creationId xmlns:a16="http://schemas.microsoft.com/office/drawing/2014/main" id="{F369195B-F8B9-4745-8D0F-98FB4413C011}"/>
                </a:ext>
              </a:extLst>
            </p:cNvPr>
            <p:cNvSpPr/>
            <p:nvPr/>
          </p:nvSpPr>
          <p:spPr>
            <a:xfrm>
              <a:off x="4303604" y="6745232"/>
              <a:ext cx="3249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8" name="Hexagon 2727">
              <a:extLst>
                <a:ext uri="{FF2B5EF4-FFF2-40B4-BE49-F238E27FC236}">
                  <a16:creationId xmlns:a16="http://schemas.microsoft.com/office/drawing/2014/main" id="{CD693426-C83D-46C2-9DEF-A12023C958A3}"/>
                </a:ext>
              </a:extLst>
            </p:cNvPr>
            <p:cNvSpPr/>
            <p:nvPr/>
          </p:nvSpPr>
          <p:spPr>
            <a:xfrm>
              <a:off x="4304289" y="6563662"/>
              <a:ext cx="3249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9" name="Hexagon 2728">
              <a:extLst>
                <a:ext uri="{FF2B5EF4-FFF2-40B4-BE49-F238E27FC236}">
                  <a16:creationId xmlns:a16="http://schemas.microsoft.com/office/drawing/2014/main" id="{6FEF023D-2381-429C-96DB-7D74D076927B}"/>
                </a:ext>
              </a:extLst>
            </p:cNvPr>
            <p:cNvSpPr/>
            <p:nvPr/>
          </p:nvSpPr>
          <p:spPr>
            <a:xfrm>
              <a:off x="4300096" y="6374937"/>
              <a:ext cx="3291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0" name="Hexagon 2729">
              <a:extLst>
                <a:ext uri="{FF2B5EF4-FFF2-40B4-BE49-F238E27FC236}">
                  <a16:creationId xmlns:a16="http://schemas.microsoft.com/office/drawing/2014/main" id="{34982291-DA64-4242-836D-46CB85297A88}"/>
                </a:ext>
              </a:extLst>
            </p:cNvPr>
            <p:cNvSpPr/>
            <p:nvPr/>
          </p:nvSpPr>
          <p:spPr>
            <a:xfrm>
              <a:off x="4300720" y="6928314"/>
              <a:ext cx="3102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2" name="Hexagon 2731">
              <a:extLst>
                <a:ext uri="{FF2B5EF4-FFF2-40B4-BE49-F238E27FC236}">
                  <a16:creationId xmlns:a16="http://schemas.microsoft.com/office/drawing/2014/main" id="{9D320C63-B30A-40CD-855B-4731F7C44D37}"/>
                </a:ext>
              </a:extLst>
            </p:cNvPr>
            <p:cNvSpPr/>
            <p:nvPr/>
          </p:nvSpPr>
          <p:spPr>
            <a:xfrm>
              <a:off x="4298111" y="73018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3" name="Hexagon 2732">
              <a:extLst>
                <a:ext uri="{FF2B5EF4-FFF2-40B4-BE49-F238E27FC236}">
                  <a16:creationId xmlns:a16="http://schemas.microsoft.com/office/drawing/2014/main" id="{A9852335-42DF-488A-A5ED-B6E737ACC983}"/>
                </a:ext>
              </a:extLst>
            </p:cNvPr>
            <p:cNvSpPr/>
            <p:nvPr/>
          </p:nvSpPr>
          <p:spPr>
            <a:xfrm>
              <a:off x="4552455" y="70192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4" name="Hexagon 2733">
              <a:extLst>
                <a:ext uri="{FF2B5EF4-FFF2-40B4-BE49-F238E27FC236}">
                  <a16:creationId xmlns:a16="http://schemas.microsoft.com/office/drawing/2014/main" id="{9825044B-9D6F-48EB-9C6E-FB0E2C1C21D9}"/>
                </a:ext>
              </a:extLst>
            </p:cNvPr>
            <p:cNvSpPr/>
            <p:nvPr/>
          </p:nvSpPr>
          <p:spPr>
            <a:xfrm>
              <a:off x="4544868" y="6837714"/>
              <a:ext cx="31051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5" name="Hexagon 2734">
              <a:extLst>
                <a:ext uri="{FF2B5EF4-FFF2-40B4-BE49-F238E27FC236}">
                  <a16:creationId xmlns:a16="http://schemas.microsoft.com/office/drawing/2014/main" id="{0A25B577-950C-466F-8B4C-5FBDC93A38EA}"/>
                </a:ext>
              </a:extLst>
            </p:cNvPr>
            <p:cNvSpPr/>
            <p:nvPr/>
          </p:nvSpPr>
          <p:spPr>
            <a:xfrm>
              <a:off x="4544868" y="66544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6" name="Hexagon 2735">
              <a:extLst>
                <a:ext uri="{FF2B5EF4-FFF2-40B4-BE49-F238E27FC236}">
                  <a16:creationId xmlns:a16="http://schemas.microsoft.com/office/drawing/2014/main" id="{FE2487EF-84C6-4DCD-B335-1594A8E69470}"/>
                </a:ext>
              </a:extLst>
            </p:cNvPr>
            <p:cNvSpPr/>
            <p:nvPr/>
          </p:nvSpPr>
          <p:spPr>
            <a:xfrm>
              <a:off x="4544868" y="7209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7" name="Hexagon 2736">
              <a:extLst>
                <a:ext uri="{FF2B5EF4-FFF2-40B4-BE49-F238E27FC236}">
                  <a16:creationId xmlns:a16="http://schemas.microsoft.com/office/drawing/2014/main" id="{ABA6B7C3-4E8D-4412-A31D-42455DC2F32B}"/>
                </a:ext>
              </a:extLst>
            </p:cNvPr>
            <p:cNvSpPr/>
            <p:nvPr/>
          </p:nvSpPr>
          <p:spPr>
            <a:xfrm>
              <a:off x="4783184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8" name="Hexagon 2737">
              <a:extLst>
                <a:ext uri="{FF2B5EF4-FFF2-40B4-BE49-F238E27FC236}">
                  <a16:creationId xmlns:a16="http://schemas.microsoft.com/office/drawing/2014/main" id="{200291B3-094C-442F-A95F-4008B2619D97}"/>
                </a:ext>
              </a:extLst>
            </p:cNvPr>
            <p:cNvSpPr/>
            <p:nvPr/>
          </p:nvSpPr>
          <p:spPr>
            <a:xfrm>
              <a:off x="4789237" y="69288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9" name="Hexagon 2738">
              <a:extLst>
                <a:ext uri="{FF2B5EF4-FFF2-40B4-BE49-F238E27FC236}">
                  <a16:creationId xmlns:a16="http://schemas.microsoft.com/office/drawing/2014/main" id="{602FB558-A967-45F7-947F-1C3A40BC1990}"/>
                </a:ext>
              </a:extLst>
            </p:cNvPr>
            <p:cNvSpPr/>
            <p:nvPr/>
          </p:nvSpPr>
          <p:spPr>
            <a:xfrm>
              <a:off x="5011625" y="72080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0" name="Hexagon 2739">
              <a:extLst>
                <a:ext uri="{FF2B5EF4-FFF2-40B4-BE49-F238E27FC236}">
                  <a16:creationId xmlns:a16="http://schemas.microsoft.com/office/drawing/2014/main" id="{D0B45DDD-1759-4DEB-BEF2-234C44E3DEED}"/>
                </a:ext>
              </a:extLst>
            </p:cNvPr>
            <p:cNvSpPr/>
            <p:nvPr/>
          </p:nvSpPr>
          <p:spPr>
            <a:xfrm>
              <a:off x="5238360" y="7483227"/>
              <a:ext cx="324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1" name="Hexagon 2740">
              <a:extLst>
                <a:ext uri="{FF2B5EF4-FFF2-40B4-BE49-F238E27FC236}">
                  <a16:creationId xmlns:a16="http://schemas.microsoft.com/office/drawing/2014/main" id="{7C394337-7BEC-4AA1-82D5-5E2C0EA466D2}"/>
                </a:ext>
              </a:extLst>
            </p:cNvPr>
            <p:cNvSpPr/>
            <p:nvPr/>
          </p:nvSpPr>
          <p:spPr>
            <a:xfrm>
              <a:off x="5246587" y="72948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2" name="Hexagon 2741">
              <a:extLst>
                <a:ext uri="{FF2B5EF4-FFF2-40B4-BE49-F238E27FC236}">
                  <a16:creationId xmlns:a16="http://schemas.microsoft.com/office/drawing/2014/main" id="{5FF4516A-B51A-4787-A9E4-8BA428DF1A50}"/>
                </a:ext>
              </a:extLst>
            </p:cNvPr>
            <p:cNvSpPr/>
            <p:nvPr/>
          </p:nvSpPr>
          <p:spPr>
            <a:xfrm>
              <a:off x="5484138" y="75799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3" name="Hexagon 2742">
              <a:extLst>
                <a:ext uri="{FF2B5EF4-FFF2-40B4-BE49-F238E27FC236}">
                  <a16:creationId xmlns:a16="http://schemas.microsoft.com/office/drawing/2014/main" id="{3C573B10-446C-44F3-AC8F-1D659B16FF9C}"/>
                </a:ext>
              </a:extLst>
            </p:cNvPr>
            <p:cNvSpPr/>
            <p:nvPr/>
          </p:nvSpPr>
          <p:spPr>
            <a:xfrm>
              <a:off x="5484138" y="73978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4" name="Hexagon 2743">
              <a:extLst>
                <a:ext uri="{FF2B5EF4-FFF2-40B4-BE49-F238E27FC236}">
                  <a16:creationId xmlns:a16="http://schemas.microsoft.com/office/drawing/2014/main" id="{B984DA28-CC0E-40B5-8476-F0511E8D7827}"/>
                </a:ext>
              </a:extLst>
            </p:cNvPr>
            <p:cNvSpPr/>
            <p:nvPr/>
          </p:nvSpPr>
          <p:spPr>
            <a:xfrm>
              <a:off x="5956586" y="7756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5" name="Hexagon 2744">
              <a:extLst>
                <a:ext uri="{FF2B5EF4-FFF2-40B4-BE49-F238E27FC236}">
                  <a16:creationId xmlns:a16="http://schemas.microsoft.com/office/drawing/2014/main" id="{74CF5927-9D27-4BF2-BC95-9356AEBFF750}"/>
                </a:ext>
              </a:extLst>
            </p:cNvPr>
            <p:cNvSpPr/>
            <p:nvPr/>
          </p:nvSpPr>
          <p:spPr>
            <a:xfrm>
              <a:off x="5972589" y="8124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6" name="Hexagon 2745">
              <a:extLst>
                <a:ext uri="{FF2B5EF4-FFF2-40B4-BE49-F238E27FC236}">
                  <a16:creationId xmlns:a16="http://schemas.microsoft.com/office/drawing/2014/main" id="{2644367F-C186-4DD7-8750-BAFF43169BF1}"/>
                </a:ext>
              </a:extLst>
            </p:cNvPr>
            <p:cNvSpPr/>
            <p:nvPr/>
          </p:nvSpPr>
          <p:spPr>
            <a:xfrm>
              <a:off x="6203817" y="80253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7" name="Hexagon 2746">
              <a:extLst>
                <a:ext uri="{FF2B5EF4-FFF2-40B4-BE49-F238E27FC236}">
                  <a16:creationId xmlns:a16="http://schemas.microsoft.com/office/drawing/2014/main" id="{6788431A-09E3-4801-9B92-7C7D358056F5}"/>
                </a:ext>
              </a:extLst>
            </p:cNvPr>
            <p:cNvSpPr/>
            <p:nvPr/>
          </p:nvSpPr>
          <p:spPr>
            <a:xfrm>
              <a:off x="6190713" y="7846859"/>
              <a:ext cx="314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8" name="Hexagon 2747">
              <a:extLst>
                <a:ext uri="{FF2B5EF4-FFF2-40B4-BE49-F238E27FC236}">
                  <a16:creationId xmlns:a16="http://schemas.microsoft.com/office/drawing/2014/main" id="{CC91D6B7-C1BF-4F63-9301-C2A767F5963D}"/>
                </a:ext>
              </a:extLst>
            </p:cNvPr>
            <p:cNvSpPr/>
            <p:nvPr/>
          </p:nvSpPr>
          <p:spPr>
            <a:xfrm>
              <a:off x="6441677" y="79404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9" name="Hexagon 2748">
              <a:extLst>
                <a:ext uri="{FF2B5EF4-FFF2-40B4-BE49-F238E27FC236}">
                  <a16:creationId xmlns:a16="http://schemas.microsoft.com/office/drawing/2014/main" id="{8DEFC152-A54D-4ECF-8D17-EC6ADE45EE48}"/>
                </a:ext>
              </a:extLst>
            </p:cNvPr>
            <p:cNvSpPr/>
            <p:nvPr/>
          </p:nvSpPr>
          <p:spPr>
            <a:xfrm>
              <a:off x="6438201" y="7749427"/>
              <a:ext cx="3134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0" name="Hexagon 2749">
              <a:extLst>
                <a:ext uri="{FF2B5EF4-FFF2-40B4-BE49-F238E27FC236}">
                  <a16:creationId xmlns:a16="http://schemas.microsoft.com/office/drawing/2014/main" id="{0ADE6AFA-FD8F-4121-B0D5-5C16F2B0A29C}"/>
                </a:ext>
              </a:extLst>
            </p:cNvPr>
            <p:cNvSpPr/>
            <p:nvPr/>
          </p:nvSpPr>
          <p:spPr>
            <a:xfrm>
              <a:off x="6436009" y="8126917"/>
              <a:ext cx="31346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1" name="Hexagon 2750">
              <a:extLst>
                <a:ext uri="{FF2B5EF4-FFF2-40B4-BE49-F238E27FC236}">
                  <a16:creationId xmlns:a16="http://schemas.microsoft.com/office/drawing/2014/main" id="{7BDEB9F4-117B-487A-83AE-C7DB4EAEA237}"/>
                </a:ext>
              </a:extLst>
            </p:cNvPr>
            <p:cNvSpPr/>
            <p:nvPr/>
          </p:nvSpPr>
          <p:spPr>
            <a:xfrm>
              <a:off x="7622069" y="80238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2" name="Hexagon 2751">
              <a:extLst>
                <a:ext uri="{FF2B5EF4-FFF2-40B4-BE49-F238E27FC236}">
                  <a16:creationId xmlns:a16="http://schemas.microsoft.com/office/drawing/2014/main" id="{A4812DDB-EA97-4325-A0EB-377EF2075242}"/>
                </a:ext>
              </a:extLst>
            </p:cNvPr>
            <p:cNvSpPr/>
            <p:nvPr/>
          </p:nvSpPr>
          <p:spPr>
            <a:xfrm>
              <a:off x="7622069" y="7837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3" name="Hexagon 2752">
              <a:extLst>
                <a:ext uri="{FF2B5EF4-FFF2-40B4-BE49-F238E27FC236}">
                  <a16:creationId xmlns:a16="http://schemas.microsoft.com/office/drawing/2014/main" id="{EEB65517-727B-4EAA-8D09-6270386D8556}"/>
                </a:ext>
              </a:extLst>
            </p:cNvPr>
            <p:cNvSpPr/>
            <p:nvPr/>
          </p:nvSpPr>
          <p:spPr>
            <a:xfrm>
              <a:off x="7619768" y="76512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4" name="Hexagon 2753">
              <a:extLst>
                <a:ext uri="{FF2B5EF4-FFF2-40B4-BE49-F238E27FC236}">
                  <a16:creationId xmlns:a16="http://schemas.microsoft.com/office/drawing/2014/main" id="{ECD25BD4-2F8B-48BA-BBD3-586139AD544B}"/>
                </a:ext>
              </a:extLst>
            </p:cNvPr>
            <p:cNvSpPr/>
            <p:nvPr/>
          </p:nvSpPr>
          <p:spPr>
            <a:xfrm>
              <a:off x="7619768" y="74654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5" name="Hexagon 2754">
              <a:extLst>
                <a:ext uri="{FF2B5EF4-FFF2-40B4-BE49-F238E27FC236}">
                  <a16:creationId xmlns:a16="http://schemas.microsoft.com/office/drawing/2014/main" id="{E56C5A00-6C17-402C-80FC-6B287A866F68}"/>
                </a:ext>
              </a:extLst>
            </p:cNvPr>
            <p:cNvSpPr/>
            <p:nvPr/>
          </p:nvSpPr>
          <p:spPr>
            <a:xfrm>
              <a:off x="7851821" y="79358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6" name="Hexagon 2755">
              <a:extLst>
                <a:ext uri="{FF2B5EF4-FFF2-40B4-BE49-F238E27FC236}">
                  <a16:creationId xmlns:a16="http://schemas.microsoft.com/office/drawing/2014/main" id="{3E370E38-7C53-4010-9183-B25617C1AC7E}"/>
                </a:ext>
              </a:extLst>
            </p:cNvPr>
            <p:cNvSpPr/>
            <p:nvPr/>
          </p:nvSpPr>
          <p:spPr>
            <a:xfrm>
              <a:off x="7847139" y="77476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7" name="Hexagon 2756">
              <a:extLst>
                <a:ext uri="{FF2B5EF4-FFF2-40B4-BE49-F238E27FC236}">
                  <a16:creationId xmlns:a16="http://schemas.microsoft.com/office/drawing/2014/main" id="{923CA153-16E8-4DA2-BC11-0129FE37962D}"/>
                </a:ext>
              </a:extLst>
            </p:cNvPr>
            <p:cNvSpPr/>
            <p:nvPr/>
          </p:nvSpPr>
          <p:spPr>
            <a:xfrm>
              <a:off x="7847139" y="75618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8" name="Hexagon 2757">
              <a:extLst>
                <a:ext uri="{FF2B5EF4-FFF2-40B4-BE49-F238E27FC236}">
                  <a16:creationId xmlns:a16="http://schemas.microsoft.com/office/drawing/2014/main" id="{02BB2F05-F028-45C2-82B5-0C045D618B66}"/>
                </a:ext>
              </a:extLst>
            </p:cNvPr>
            <p:cNvSpPr/>
            <p:nvPr/>
          </p:nvSpPr>
          <p:spPr>
            <a:xfrm>
              <a:off x="8084690" y="76521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9" name="Hexagon 2758">
              <a:extLst>
                <a:ext uri="{FF2B5EF4-FFF2-40B4-BE49-F238E27FC236}">
                  <a16:creationId xmlns:a16="http://schemas.microsoft.com/office/drawing/2014/main" id="{9DD38ABA-6368-410E-BD55-D0EB41C215F5}"/>
                </a:ext>
              </a:extLst>
            </p:cNvPr>
            <p:cNvSpPr/>
            <p:nvPr/>
          </p:nvSpPr>
          <p:spPr>
            <a:xfrm>
              <a:off x="8084690" y="74663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0" name="Hexagon 2759">
              <a:extLst>
                <a:ext uri="{FF2B5EF4-FFF2-40B4-BE49-F238E27FC236}">
                  <a16:creationId xmlns:a16="http://schemas.microsoft.com/office/drawing/2014/main" id="{4A713849-B104-4C62-9693-FCD8AE25E19C}"/>
                </a:ext>
              </a:extLst>
            </p:cNvPr>
            <p:cNvSpPr/>
            <p:nvPr/>
          </p:nvSpPr>
          <p:spPr>
            <a:xfrm>
              <a:off x="8086002" y="82123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1" name="Hexagon 2760">
              <a:extLst>
                <a:ext uri="{FF2B5EF4-FFF2-40B4-BE49-F238E27FC236}">
                  <a16:creationId xmlns:a16="http://schemas.microsoft.com/office/drawing/2014/main" id="{DE029A44-2347-4664-8266-4C594515A265}"/>
                </a:ext>
              </a:extLst>
            </p:cNvPr>
            <p:cNvSpPr/>
            <p:nvPr/>
          </p:nvSpPr>
          <p:spPr>
            <a:xfrm>
              <a:off x="8086002" y="80313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2" name="Hexagon 2761">
              <a:extLst>
                <a:ext uri="{FF2B5EF4-FFF2-40B4-BE49-F238E27FC236}">
                  <a16:creationId xmlns:a16="http://schemas.microsoft.com/office/drawing/2014/main" id="{53CFC92D-BB1A-442A-B3C2-8F34D9303B07}"/>
                </a:ext>
              </a:extLst>
            </p:cNvPr>
            <p:cNvSpPr/>
            <p:nvPr/>
          </p:nvSpPr>
          <p:spPr>
            <a:xfrm>
              <a:off x="8089833" y="87606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3" name="Hexagon 2762">
              <a:extLst>
                <a:ext uri="{FF2B5EF4-FFF2-40B4-BE49-F238E27FC236}">
                  <a16:creationId xmlns:a16="http://schemas.microsoft.com/office/drawing/2014/main" id="{DA56A98D-5D6E-4AB5-9B39-C81E0DBDA8A4}"/>
                </a:ext>
              </a:extLst>
            </p:cNvPr>
            <p:cNvSpPr/>
            <p:nvPr/>
          </p:nvSpPr>
          <p:spPr>
            <a:xfrm>
              <a:off x="8089833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4" name="Hexagon 2763">
              <a:extLst>
                <a:ext uri="{FF2B5EF4-FFF2-40B4-BE49-F238E27FC236}">
                  <a16:creationId xmlns:a16="http://schemas.microsoft.com/office/drawing/2014/main" id="{85882E1C-F9A8-4D7A-BC95-517F1880D4B3}"/>
                </a:ext>
              </a:extLst>
            </p:cNvPr>
            <p:cNvSpPr/>
            <p:nvPr/>
          </p:nvSpPr>
          <p:spPr>
            <a:xfrm>
              <a:off x="8087532" y="83927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5" name="Hexagon 2764">
              <a:extLst>
                <a:ext uri="{FF2B5EF4-FFF2-40B4-BE49-F238E27FC236}">
                  <a16:creationId xmlns:a16="http://schemas.microsoft.com/office/drawing/2014/main" id="{CA0E6B92-3E78-411A-A493-89023D444356}"/>
                </a:ext>
              </a:extLst>
            </p:cNvPr>
            <p:cNvSpPr/>
            <p:nvPr/>
          </p:nvSpPr>
          <p:spPr>
            <a:xfrm>
              <a:off x="7859471" y="88548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6" name="Hexagon 2765">
              <a:extLst>
                <a:ext uri="{FF2B5EF4-FFF2-40B4-BE49-F238E27FC236}">
                  <a16:creationId xmlns:a16="http://schemas.microsoft.com/office/drawing/2014/main" id="{203D3B07-76B0-4071-B20F-E6037255B46B}"/>
                </a:ext>
              </a:extLst>
            </p:cNvPr>
            <p:cNvSpPr/>
            <p:nvPr/>
          </p:nvSpPr>
          <p:spPr>
            <a:xfrm>
              <a:off x="7859471" y="8670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7" name="Hexagon 2766">
              <a:extLst>
                <a:ext uri="{FF2B5EF4-FFF2-40B4-BE49-F238E27FC236}">
                  <a16:creationId xmlns:a16="http://schemas.microsoft.com/office/drawing/2014/main" id="{4EC597A1-7395-48BA-8C97-E95679135C6F}"/>
                </a:ext>
              </a:extLst>
            </p:cNvPr>
            <p:cNvSpPr/>
            <p:nvPr/>
          </p:nvSpPr>
          <p:spPr>
            <a:xfrm>
              <a:off x="8103479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8" name="Hexagon 2767">
              <a:extLst>
                <a:ext uri="{FF2B5EF4-FFF2-40B4-BE49-F238E27FC236}">
                  <a16:creationId xmlns:a16="http://schemas.microsoft.com/office/drawing/2014/main" id="{5224473D-463F-41A0-BA65-3FE809FC5BB8}"/>
                </a:ext>
              </a:extLst>
            </p:cNvPr>
            <p:cNvSpPr/>
            <p:nvPr/>
          </p:nvSpPr>
          <p:spPr>
            <a:xfrm>
              <a:off x="8093955" y="91322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9" name="Hexagon 2768">
              <a:extLst>
                <a:ext uri="{FF2B5EF4-FFF2-40B4-BE49-F238E27FC236}">
                  <a16:creationId xmlns:a16="http://schemas.microsoft.com/office/drawing/2014/main" id="{2EDFC867-6272-4B69-8266-2FAB93DD57AF}"/>
                </a:ext>
              </a:extLst>
            </p:cNvPr>
            <p:cNvSpPr/>
            <p:nvPr/>
          </p:nvSpPr>
          <p:spPr>
            <a:xfrm>
              <a:off x="8330243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0" name="Hexagon 2769">
              <a:extLst>
                <a:ext uri="{FF2B5EF4-FFF2-40B4-BE49-F238E27FC236}">
                  <a16:creationId xmlns:a16="http://schemas.microsoft.com/office/drawing/2014/main" id="{506E2CD3-4751-4437-8B25-26B4D2C1EA45}"/>
                </a:ext>
              </a:extLst>
            </p:cNvPr>
            <p:cNvSpPr/>
            <p:nvPr/>
          </p:nvSpPr>
          <p:spPr>
            <a:xfrm>
              <a:off x="8320719" y="9041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1" name="Hexagon 2770">
              <a:extLst>
                <a:ext uri="{FF2B5EF4-FFF2-40B4-BE49-F238E27FC236}">
                  <a16:creationId xmlns:a16="http://schemas.microsoft.com/office/drawing/2014/main" id="{D48D9260-08AF-4423-B4F7-9F3E0945061D}"/>
                </a:ext>
              </a:extLst>
            </p:cNvPr>
            <p:cNvSpPr/>
            <p:nvPr/>
          </p:nvSpPr>
          <p:spPr>
            <a:xfrm>
              <a:off x="8563143" y="89516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2" name="Hexagon 2771">
              <a:extLst>
                <a:ext uri="{FF2B5EF4-FFF2-40B4-BE49-F238E27FC236}">
                  <a16:creationId xmlns:a16="http://schemas.microsoft.com/office/drawing/2014/main" id="{BBB0DE0E-BCC5-4F57-BA78-C9AE9157EC78}"/>
                </a:ext>
              </a:extLst>
            </p:cNvPr>
            <p:cNvSpPr/>
            <p:nvPr/>
          </p:nvSpPr>
          <p:spPr>
            <a:xfrm>
              <a:off x="8559831" y="9507021"/>
              <a:ext cx="3264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3" name="Hexagon 2772">
              <a:extLst>
                <a:ext uri="{FF2B5EF4-FFF2-40B4-BE49-F238E27FC236}">
                  <a16:creationId xmlns:a16="http://schemas.microsoft.com/office/drawing/2014/main" id="{917C60CA-EB18-48A0-A5D3-A7EC242A0A4E}"/>
                </a:ext>
              </a:extLst>
            </p:cNvPr>
            <p:cNvSpPr/>
            <p:nvPr/>
          </p:nvSpPr>
          <p:spPr>
            <a:xfrm>
              <a:off x="8559830" y="9322531"/>
              <a:ext cx="32643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4" name="Hexagon 2773">
              <a:extLst>
                <a:ext uri="{FF2B5EF4-FFF2-40B4-BE49-F238E27FC236}">
                  <a16:creationId xmlns:a16="http://schemas.microsoft.com/office/drawing/2014/main" id="{C651A880-ACBE-4A58-9BE3-53F49C30A69A}"/>
                </a:ext>
              </a:extLst>
            </p:cNvPr>
            <p:cNvSpPr/>
            <p:nvPr/>
          </p:nvSpPr>
          <p:spPr>
            <a:xfrm>
              <a:off x="8552768" y="9134350"/>
              <a:ext cx="31683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5" name="Hexagon 2774">
              <a:extLst>
                <a:ext uri="{FF2B5EF4-FFF2-40B4-BE49-F238E27FC236}">
                  <a16:creationId xmlns:a16="http://schemas.microsoft.com/office/drawing/2014/main" id="{2AB3F306-D34C-41F1-976C-502D24D9BA1D}"/>
                </a:ext>
              </a:extLst>
            </p:cNvPr>
            <p:cNvSpPr/>
            <p:nvPr/>
          </p:nvSpPr>
          <p:spPr>
            <a:xfrm>
              <a:off x="8789110" y="9045042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6" name="Hexagon 2775">
              <a:extLst>
                <a:ext uri="{FF2B5EF4-FFF2-40B4-BE49-F238E27FC236}">
                  <a16:creationId xmlns:a16="http://schemas.microsoft.com/office/drawing/2014/main" id="{10F77C3F-3877-4CBB-8094-14688159C44F}"/>
                </a:ext>
              </a:extLst>
            </p:cNvPr>
            <p:cNvSpPr/>
            <p:nvPr/>
          </p:nvSpPr>
          <p:spPr>
            <a:xfrm>
              <a:off x="8318378" y="8116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7" name="Hexagon 2776">
              <a:extLst>
                <a:ext uri="{FF2B5EF4-FFF2-40B4-BE49-F238E27FC236}">
                  <a16:creationId xmlns:a16="http://schemas.microsoft.com/office/drawing/2014/main" id="{B166B91A-5E8D-4C15-8C41-DED5E32C7B6B}"/>
                </a:ext>
              </a:extLst>
            </p:cNvPr>
            <p:cNvSpPr/>
            <p:nvPr/>
          </p:nvSpPr>
          <p:spPr>
            <a:xfrm>
              <a:off x="8318378" y="79357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8" name="Hexagon 2777">
              <a:extLst>
                <a:ext uri="{FF2B5EF4-FFF2-40B4-BE49-F238E27FC236}">
                  <a16:creationId xmlns:a16="http://schemas.microsoft.com/office/drawing/2014/main" id="{F4C74F40-654A-4600-9B02-FC4450B59661}"/>
                </a:ext>
              </a:extLst>
            </p:cNvPr>
            <p:cNvSpPr/>
            <p:nvPr/>
          </p:nvSpPr>
          <p:spPr>
            <a:xfrm>
              <a:off x="8322209" y="86650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9" name="Hexagon 2778">
              <a:extLst>
                <a:ext uri="{FF2B5EF4-FFF2-40B4-BE49-F238E27FC236}">
                  <a16:creationId xmlns:a16="http://schemas.microsoft.com/office/drawing/2014/main" id="{66A824B6-3A69-46D7-91BC-2F73AAE8B0C5}"/>
                </a:ext>
              </a:extLst>
            </p:cNvPr>
            <p:cNvSpPr/>
            <p:nvPr/>
          </p:nvSpPr>
          <p:spPr>
            <a:xfrm>
              <a:off x="8322209" y="84805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0" name="Hexagon 2779">
              <a:extLst>
                <a:ext uri="{FF2B5EF4-FFF2-40B4-BE49-F238E27FC236}">
                  <a16:creationId xmlns:a16="http://schemas.microsoft.com/office/drawing/2014/main" id="{F3F9DC9B-A8DC-47D6-AC0C-418CBEDB029D}"/>
                </a:ext>
              </a:extLst>
            </p:cNvPr>
            <p:cNvSpPr/>
            <p:nvPr/>
          </p:nvSpPr>
          <p:spPr>
            <a:xfrm>
              <a:off x="8319908" y="8297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1" name="Hexagon 2780">
              <a:extLst>
                <a:ext uri="{FF2B5EF4-FFF2-40B4-BE49-F238E27FC236}">
                  <a16:creationId xmlns:a16="http://schemas.microsoft.com/office/drawing/2014/main" id="{E8D5E8A2-FD2B-4F9B-85DE-07D0117712D1}"/>
                </a:ext>
              </a:extLst>
            </p:cNvPr>
            <p:cNvSpPr/>
            <p:nvPr/>
          </p:nvSpPr>
          <p:spPr>
            <a:xfrm>
              <a:off x="8318895" y="7559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2" name="Hexagon 2781">
              <a:extLst>
                <a:ext uri="{FF2B5EF4-FFF2-40B4-BE49-F238E27FC236}">
                  <a16:creationId xmlns:a16="http://schemas.microsoft.com/office/drawing/2014/main" id="{F8386532-7647-4873-9233-A346384512A4}"/>
                </a:ext>
              </a:extLst>
            </p:cNvPr>
            <p:cNvSpPr/>
            <p:nvPr/>
          </p:nvSpPr>
          <p:spPr>
            <a:xfrm>
              <a:off x="8318895" y="73738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3" name="Hexagon 2782">
              <a:extLst>
                <a:ext uri="{FF2B5EF4-FFF2-40B4-BE49-F238E27FC236}">
                  <a16:creationId xmlns:a16="http://schemas.microsoft.com/office/drawing/2014/main" id="{1FF647BE-14AF-472D-B9EB-2EFC30625450}"/>
                </a:ext>
              </a:extLst>
            </p:cNvPr>
            <p:cNvSpPr/>
            <p:nvPr/>
          </p:nvSpPr>
          <p:spPr>
            <a:xfrm>
              <a:off x="8320425" y="7744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4" name="Hexagon 2783">
              <a:extLst>
                <a:ext uri="{FF2B5EF4-FFF2-40B4-BE49-F238E27FC236}">
                  <a16:creationId xmlns:a16="http://schemas.microsoft.com/office/drawing/2014/main" id="{05929708-9778-430E-8BB8-B6B70E04FE65}"/>
                </a:ext>
              </a:extLst>
            </p:cNvPr>
            <p:cNvSpPr/>
            <p:nvPr/>
          </p:nvSpPr>
          <p:spPr>
            <a:xfrm>
              <a:off x="8556000" y="87604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5" name="Hexagon 2784">
              <a:extLst>
                <a:ext uri="{FF2B5EF4-FFF2-40B4-BE49-F238E27FC236}">
                  <a16:creationId xmlns:a16="http://schemas.microsoft.com/office/drawing/2014/main" id="{40674D0A-52DD-45F1-939E-B8CD5F498668}"/>
                </a:ext>
              </a:extLst>
            </p:cNvPr>
            <p:cNvSpPr/>
            <p:nvPr/>
          </p:nvSpPr>
          <p:spPr>
            <a:xfrm>
              <a:off x="8553699" y="80278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6" name="Hexagon 2785">
              <a:extLst>
                <a:ext uri="{FF2B5EF4-FFF2-40B4-BE49-F238E27FC236}">
                  <a16:creationId xmlns:a16="http://schemas.microsoft.com/office/drawing/2014/main" id="{56833FB7-7370-40C1-B87F-ACF486E1782A}"/>
                </a:ext>
              </a:extLst>
            </p:cNvPr>
            <p:cNvSpPr/>
            <p:nvPr/>
          </p:nvSpPr>
          <p:spPr>
            <a:xfrm>
              <a:off x="8553699" y="78468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7" name="Hexagon 2786">
              <a:extLst>
                <a:ext uri="{FF2B5EF4-FFF2-40B4-BE49-F238E27FC236}">
                  <a16:creationId xmlns:a16="http://schemas.microsoft.com/office/drawing/2014/main" id="{A34F0A11-8436-40BB-AE98-E5FB40718137}"/>
                </a:ext>
              </a:extLst>
            </p:cNvPr>
            <p:cNvSpPr/>
            <p:nvPr/>
          </p:nvSpPr>
          <p:spPr>
            <a:xfrm>
              <a:off x="8557530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8" name="Hexagon 2787">
              <a:extLst>
                <a:ext uri="{FF2B5EF4-FFF2-40B4-BE49-F238E27FC236}">
                  <a16:creationId xmlns:a16="http://schemas.microsoft.com/office/drawing/2014/main" id="{64DD89BB-1AD2-4AE3-B4B8-1625ED3D0028}"/>
                </a:ext>
              </a:extLst>
            </p:cNvPr>
            <p:cNvSpPr/>
            <p:nvPr/>
          </p:nvSpPr>
          <p:spPr>
            <a:xfrm>
              <a:off x="8557530" y="83916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9" name="Hexagon 2788">
              <a:extLst>
                <a:ext uri="{FF2B5EF4-FFF2-40B4-BE49-F238E27FC236}">
                  <a16:creationId xmlns:a16="http://schemas.microsoft.com/office/drawing/2014/main" id="{EBA97AFD-61AA-4C94-91E9-501344DBFEF9}"/>
                </a:ext>
              </a:extLst>
            </p:cNvPr>
            <p:cNvSpPr/>
            <p:nvPr/>
          </p:nvSpPr>
          <p:spPr>
            <a:xfrm>
              <a:off x="8555229" y="82129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0" name="Hexagon 2789">
              <a:extLst>
                <a:ext uri="{FF2B5EF4-FFF2-40B4-BE49-F238E27FC236}">
                  <a16:creationId xmlns:a16="http://schemas.microsoft.com/office/drawing/2014/main" id="{EBE8F4C6-C204-4A95-ABBA-EFED98BDD903}"/>
                </a:ext>
              </a:extLst>
            </p:cNvPr>
            <p:cNvSpPr/>
            <p:nvPr/>
          </p:nvSpPr>
          <p:spPr>
            <a:xfrm>
              <a:off x="8555746" y="7658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1" name="Hexagon 2790">
              <a:extLst>
                <a:ext uri="{FF2B5EF4-FFF2-40B4-BE49-F238E27FC236}">
                  <a16:creationId xmlns:a16="http://schemas.microsoft.com/office/drawing/2014/main" id="{E074A5A8-7CF7-43CA-83F8-1EDB0FB1E6C0}"/>
                </a:ext>
              </a:extLst>
            </p:cNvPr>
            <p:cNvSpPr/>
            <p:nvPr/>
          </p:nvSpPr>
          <p:spPr>
            <a:xfrm>
              <a:off x="8551406" y="72765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2" name="Hexagon 2791">
              <a:extLst>
                <a:ext uri="{FF2B5EF4-FFF2-40B4-BE49-F238E27FC236}">
                  <a16:creationId xmlns:a16="http://schemas.microsoft.com/office/drawing/2014/main" id="{BB1E534C-4B8E-4B3E-9605-BAAEAD6D9A57}"/>
                </a:ext>
              </a:extLst>
            </p:cNvPr>
            <p:cNvSpPr/>
            <p:nvPr/>
          </p:nvSpPr>
          <p:spPr>
            <a:xfrm>
              <a:off x="8558549" y="7090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3" name="Hexagon 2792">
              <a:extLst>
                <a:ext uri="{FF2B5EF4-FFF2-40B4-BE49-F238E27FC236}">
                  <a16:creationId xmlns:a16="http://schemas.microsoft.com/office/drawing/2014/main" id="{BA7C2282-5CDE-4A3C-A5C6-F01D909BCD90}"/>
                </a:ext>
              </a:extLst>
            </p:cNvPr>
            <p:cNvSpPr/>
            <p:nvPr/>
          </p:nvSpPr>
          <p:spPr>
            <a:xfrm>
              <a:off x="8788779" y="81233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4" name="Hexagon 2793">
              <a:extLst>
                <a:ext uri="{FF2B5EF4-FFF2-40B4-BE49-F238E27FC236}">
                  <a16:creationId xmlns:a16="http://schemas.microsoft.com/office/drawing/2014/main" id="{200F59C1-780C-4552-A957-5C627029BC3B}"/>
                </a:ext>
              </a:extLst>
            </p:cNvPr>
            <p:cNvSpPr/>
            <p:nvPr/>
          </p:nvSpPr>
          <p:spPr>
            <a:xfrm>
              <a:off x="8788779" y="7939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5" name="Hexagon 2794">
              <a:extLst>
                <a:ext uri="{FF2B5EF4-FFF2-40B4-BE49-F238E27FC236}">
                  <a16:creationId xmlns:a16="http://schemas.microsoft.com/office/drawing/2014/main" id="{61967394-C1FC-41B0-9874-6DC528E89BE3}"/>
                </a:ext>
              </a:extLst>
            </p:cNvPr>
            <p:cNvSpPr/>
            <p:nvPr/>
          </p:nvSpPr>
          <p:spPr>
            <a:xfrm>
              <a:off x="8794991" y="8669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6" name="Hexagon 2795">
              <a:extLst>
                <a:ext uri="{FF2B5EF4-FFF2-40B4-BE49-F238E27FC236}">
                  <a16:creationId xmlns:a16="http://schemas.microsoft.com/office/drawing/2014/main" id="{539EB541-69C5-4AFE-AFD6-2D3043699824}"/>
                </a:ext>
              </a:extLst>
            </p:cNvPr>
            <p:cNvSpPr/>
            <p:nvPr/>
          </p:nvSpPr>
          <p:spPr>
            <a:xfrm>
              <a:off x="8794991" y="84847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7" name="Hexagon 2796">
              <a:extLst>
                <a:ext uri="{FF2B5EF4-FFF2-40B4-BE49-F238E27FC236}">
                  <a16:creationId xmlns:a16="http://schemas.microsoft.com/office/drawing/2014/main" id="{727B01C4-804D-4418-AF46-406FC93B39D6}"/>
                </a:ext>
              </a:extLst>
            </p:cNvPr>
            <p:cNvSpPr/>
            <p:nvPr/>
          </p:nvSpPr>
          <p:spPr>
            <a:xfrm>
              <a:off x="8797452" y="8306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8" name="Hexagon 2797">
              <a:extLst>
                <a:ext uri="{FF2B5EF4-FFF2-40B4-BE49-F238E27FC236}">
                  <a16:creationId xmlns:a16="http://schemas.microsoft.com/office/drawing/2014/main" id="{58F0DE51-EB79-4DDE-8A22-6285B7269B41}"/>
                </a:ext>
              </a:extLst>
            </p:cNvPr>
            <p:cNvSpPr/>
            <p:nvPr/>
          </p:nvSpPr>
          <p:spPr>
            <a:xfrm>
              <a:off x="8790826" y="7748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9" name="Hexagon 2798">
              <a:extLst>
                <a:ext uri="{FF2B5EF4-FFF2-40B4-BE49-F238E27FC236}">
                  <a16:creationId xmlns:a16="http://schemas.microsoft.com/office/drawing/2014/main" id="{9A3403C2-8B94-4E82-8AEA-9A0BD17DE57D}"/>
                </a:ext>
              </a:extLst>
            </p:cNvPr>
            <p:cNvSpPr/>
            <p:nvPr/>
          </p:nvSpPr>
          <p:spPr>
            <a:xfrm>
              <a:off x="8787001" y="73690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0" name="Hexagon 2799">
              <a:extLst>
                <a:ext uri="{FF2B5EF4-FFF2-40B4-BE49-F238E27FC236}">
                  <a16:creationId xmlns:a16="http://schemas.microsoft.com/office/drawing/2014/main" id="{B3473678-ED55-4300-94AF-0D82E4B5F15D}"/>
                </a:ext>
              </a:extLst>
            </p:cNvPr>
            <p:cNvSpPr/>
            <p:nvPr/>
          </p:nvSpPr>
          <p:spPr>
            <a:xfrm>
              <a:off x="8784620" y="718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1" name="Hexagon 2800">
              <a:extLst>
                <a:ext uri="{FF2B5EF4-FFF2-40B4-BE49-F238E27FC236}">
                  <a16:creationId xmlns:a16="http://schemas.microsoft.com/office/drawing/2014/main" id="{29BC133D-079B-4A03-B624-235295340615}"/>
                </a:ext>
              </a:extLst>
            </p:cNvPr>
            <p:cNvSpPr/>
            <p:nvPr/>
          </p:nvSpPr>
          <p:spPr>
            <a:xfrm>
              <a:off x="8796191" y="7004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2" name="Hexagon 2801">
              <a:extLst>
                <a:ext uri="{FF2B5EF4-FFF2-40B4-BE49-F238E27FC236}">
                  <a16:creationId xmlns:a16="http://schemas.microsoft.com/office/drawing/2014/main" id="{F379BA1D-17ED-42CE-A296-D2EEF44DD506}"/>
                </a:ext>
              </a:extLst>
            </p:cNvPr>
            <p:cNvSpPr/>
            <p:nvPr/>
          </p:nvSpPr>
          <p:spPr>
            <a:xfrm>
              <a:off x="9036490" y="87673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3" name="Hexagon 2802">
              <a:extLst>
                <a:ext uri="{FF2B5EF4-FFF2-40B4-BE49-F238E27FC236}">
                  <a16:creationId xmlns:a16="http://schemas.microsoft.com/office/drawing/2014/main" id="{A5ED7C26-837D-408B-B74D-2C8009CBEB8D}"/>
                </a:ext>
              </a:extLst>
            </p:cNvPr>
            <p:cNvSpPr/>
            <p:nvPr/>
          </p:nvSpPr>
          <p:spPr>
            <a:xfrm>
              <a:off x="9031728" y="8578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4" name="Hexagon 2803">
              <a:extLst>
                <a:ext uri="{FF2B5EF4-FFF2-40B4-BE49-F238E27FC236}">
                  <a16:creationId xmlns:a16="http://schemas.microsoft.com/office/drawing/2014/main" id="{6B769E8D-A580-41F6-9D11-20E08A325BFB}"/>
                </a:ext>
              </a:extLst>
            </p:cNvPr>
            <p:cNvSpPr/>
            <p:nvPr/>
          </p:nvSpPr>
          <p:spPr>
            <a:xfrm>
              <a:off x="9036570" y="8397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5" name="Hexagon 2804">
              <a:extLst>
                <a:ext uri="{FF2B5EF4-FFF2-40B4-BE49-F238E27FC236}">
                  <a16:creationId xmlns:a16="http://schemas.microsoft.com/office/drawing/2014/main" id="{99BE4162-1780-4FB2-8229-7F28FAAC089F}"/>
                </a:ext>
              </a:extLst>
            </p:cNvPr>
            <p:cNvSpPr/>
            <p:nvPr/>
          </p:nvSpPr>
          <p:spPr>
            <a:xfrm>
              <a:off x="9022923" y="74681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6" name="Hexagon 2805">
              <a:extLst>
                <a:ext uri="{FF2B5EF4-FFF2-40B4-BE49-F238E27FC236}">
                  <a16:creationId xmlns:a16="http://schemas.microsoft.com/office/drawing/2014/main" id="{897ABBA8-F05E-4150-8EC0-91B0186001E5}"/>
                </a:ext>
              </a:extLst>
            </p:cNvPr>
            <p:cNvSpPr/>
            <p:nvPr/>
          </p:nvSpPr>
          <p:spPr>
            <a:xfrm>
              <a:off x="9027685" y="72800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7" name="Hexagon 2806">
              <a:extLst>
                <a:ext uri="{FF2B5EF4-FFF2-40B4-BE49-F238E27FC236}">
                  <a16:creationId xmlns:a16="http://schemas.microsoft.com/office/drawing/2014/main" id="{5B7A57D5-A46A-4650-B207-8EF810A88FF4}"/>
                </a:ext>
              </a:extLst>
            </p:cNvPr>
            <p:cNvSpPr/>
            <p:nvPr/>
          </p:nvSpPr>
          <p:spPr>
            <a:xfrm>
              <a:off x="9026754" y="80235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8" name="Hexagon 2807">
              <a:extLst>
                <a:ext uri="{FF2B5EF4-FFF2-40B4-BE49-F238E27FC236}">
                  <a16:creationId xmlns:a16="http://schemas.microsoft.com/office/drawing/2014/main" id="{0BBC2654-6D54-4DF9-B863-7D24C9C3F252}"/>
                </a:ext>
              </a:extLst>
            </p:cNvPr>
            <p:cNvSpPr/>
            <p:nvPr/>
          </p:nvSpPr>
          <p:spPr>
            <a:xfrm>
              <a:off x="9026754" y="78390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9" name="Hexagon 2808">
              <a:extLst>
                <a:ext uri="{FF2B5EF4-FFF2-40B4-BE49-F238E27FC236}">
                  <a16:creationId xmlns:a16="http://schemas.microsoft.com/office/drawing/2014/main" id="{E3BC29C0-64B5-4EA4-98FB-E11BA2E82908}"/>
                </a:ext>
              </a:extLst>
            </p:cNvPr>
            <p:cNvSpPr/>
            <p:nvPr/>
          </p:nvSpPr>
          <p:spPr>
            <a:xfrm>
              <a:off x="9024453" y="7655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0" name="Hexagon 2809">
              <a:extLst>
                <a:ext uri="{FF2B5EF4-FFF2-40B4-BE49-F238E27FC236}">
                  <a16:creationId xmlns:a16="http://schemas.microsoft.com/office/drawing/2014/main" id="{EB2D2E22-08CF-4A4E-BE89-C2E12385B0BE}"/>
                </a:ext>
              </a:extLst>
            </p:cNvPr>
            <p:cNvSpPr/>
            <p:nvPr/>
          </p:nvSpPr>
          <p:spPr>
            <a:xfrm>
              <a:off x="9032113" y="70961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1" name="Hexagon 2810">
              <a:extLst>
                <a:ext uri="{FF2B5EF4-FFF2-40B4-BE49-F238E27FC236}">
                  <a16:creationId xmlns:a16="http://schemas.microsoft.com/office/drawing/2014/main" id="{C796C95A-0045-4697-9B68-3DE6D2EFD714}"/>
                </a:ext>
              </a:extLst>
            </p:cNvPr>
            <p:cNvSpPr/>
            <p:nvPr/>
          </p:nvSpPr>
          <p:spPr>
            <a:xfrm>
              <a:off x="9273164" y="86726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2" name="Hexagon 2811">
              <a:extLst>
                <a:ext uri="{FF2B5EF4-FFF2-40B4-BE49-F238E27FC236}">
                  <a16:creationId xmlns:a16="http://schemas.microsoft.com/office/drawing/2014/main" id="{B2BE8097-A2D0-418D-A3B2-7DE6C884EFB4}"/>
                </a:ext>
              </a:extLst>
            </p:cNvPr>
            <p:cNvSpPr/>
            <p:nvPr/>
          </p:nvSpPr>
          <p:spPr>
            <a:xfrm>
              <a:off x="9278007" y="84892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3" name="Hexagon 2812">
              <a:extLst>
                <a:ext uri="{FF2B5EF4-FFF2-40B4-BE49-F238E27FC236}">
                  <a16:creationId xmlns:a16="http://schemas.microsoft.com/office/drawing/2014/main" id="{4073B918-3C89-4A8B-AD95-317E9348A118}"/>
                </a:ext>
              </a:extLst>
            </p:cNvPr>
            <p:cNvSpPr/>
            <p:nvPr/>
          </p:nvSpPr>
          <p:spPr>
            <a:xfrm>
              <a:off x="9264584" y="75590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4" name="Hexagon 2813">
              <a:extLst>
                <a:ext uri="{FF2B5EF4-FFF2-40B4-BE49-F238E27FC236}">
                  <a16:creationId xmlns:a16="http://schemas.microsoft.com/office/drawing/2014/main" id="{D06D110A-4A12-4ABA-AC0F-D85792B351C8}"/>
                </a:ext>
              </a:extLst>
            </p:cNvPr>
            <p:cNvSpPr/>
            <p:nvPr/>
          </p:nvSpPr>
          <p:spPr>
            <a:xfrm>
              <a:off x="9262203" y="7373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5" name="Hexagon 2814">
              <a:extLst>
                <a:ext uri="{FF2B5EF4-FFF2-40B4-BE49-F238E27FC236}">
                  <a16:creationId xmlns:a16="http://schemas.microsoft.com/office/drawing/2014/main" id="{7D8DF343-B156-4C82-9C0A-99D78C0DC625}"/>
                </a:ext>
              </a:extLst>
            </p:cNvPr>
            <p:cNvSpPr/>
            <p:nvPr/>
          </p:nvSpPr>
          <p:spPr>
            <a:xfrm>
              <a:off x="9263653" y="810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6" name="Hexagon 2815">
              <a:extLst>
                <a:ext uri="{FF2B5EF4-FFF2-40B4-BE49-F238E27FC236}">
                  <a16:creationId xmlns:a16="http://schemas.microsoft.com/office/drawing/2014/main" id="{C9A6A7FE-A93C-4F66-A0F6-A459FE7E9497}"/>
                </a:ext>
              </a:extLst>
            </p:cNvPr>
            <p:cNvSpPr/>
            <p:nvPr/>
          </p:nvSpPr>
          <p:spPr>
            <a:xfrm>
              <a:off x="9261272" y="79323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8" name="Hexagon 2817">
              <a:extLst>
                <a:ext uri="{FF2B5EF4-FFF2-40B4-BE49-F238E27FC236}">
                  <a16:creationId xmlns:a16="http://schemas.microsoft.com/office/drawing/2014/main" id="{3404DDFE-6DD9-4674-B627-7569E48663DC}"/>
                </a:ext>
              </a:extLst>
            </p:cNvPr>
            <p:cNvSpPr/>
            <p:nvPr/>
          </p:nvSpPr>
          <p:spPr>
            <a:xfrm>
              <a:off x="9271393" y="7189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9" name="Hexagon 2818">
              <a:extLst>
                <a:ext uri="{FF2B5EF4-FFF2-40B4-BE49-F238E27FC236}">
                  <a16:creationId xmlns:a16="http://schemas.microsoft.com/office/drawing/2014/main" id="{CE6F9D55-5B76-4A84-B959-E65F89EDAC38}"/>
                </a:ext>
              </a:extLst>
            </p:cNvPr>
            <p:cNvSpPr/>
            <p:nvPr/>
          </p:nvSpPr>
          <p:spPr>
            <a:xfrm>
              <a:off x="9500945" y="8022596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0" name="Hexagon 2819">
              <a:extLst>
                <a:ext uri="{FF2B5EF4-FFF2-40B4-BE49-F238E27FC236}">
                  <a16:creationId xmlns:a16="http://schemas.microsoft.com/office/drawing/2014/main" id="{B99B48FD-A1CD-4E31-A687-9D378194078D}"/>
                </a:ext>
              </a:extLst>
            </p:cNvPr>
            <p:cNvSpPr/>
            <p:nvPr/>
          </p:nvSpPr>
          <p:spPr>
            <a:xfrm>
              <a:off x="9500944" y="7834415"/>
              <a:ext cx="31775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1" name="Hexagon 2820">
              <a:extLst>
                <a:ext uri="{FF2B5EF4-FFF2-40B4-BE49-F238E27FC236}">
                  <a16:creationId xmlns:a16="http://schemas.microsoft.com/office/drawing/2014/main" id="{EA04E015-F58C-4351-8AEE-546B32E7300C}"/>
                </a:ext>
              </a:extLst>
            </p:cNvPr>
            <p:cNvSpPr/>
            <p:nvPr/>
          </p:nvSpPr>
          <p:spPr>
            <a:xfrm>
              <a:off x="9511919" y="8582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2" name="Hexagon 2821">
              <a:extLst>
                <a:ext uri="{FF2B5EF4-FFF2-40B4-BE49-F238E27FC236}">
                  <a16:creationId xmlns:a16="http://schemas.microsoft.com/office/drawing/2014/main" id="{1F5AEB83-12E0-4509-94DA-15303EC9FFA1}"/>
                </a:ext>
              </a:extLst>
            </p:cNvPr>
            <p:cNvSpPr/>
            <p:nvPr/>
          </p:nvSpPr>
          <p:spPr>
            <a:xfrm>
              <a:off x="9509538" y="839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3" name="Hexagon 2822">
              <a:extLst>
                <a:ext uri="{FF2B5EF4-FFF2-40B4-BE49-F238E27FC236}">
                  <a16:creationId xmlns:a16="http://schemas.microsoft.com/office/drawing/2014/main" id="{D336C56B-7091-473C-95BD-1AE81AE5E8EC}"/>
                </a:ext>
              </a:extLst>
            </p:cNvPr>
            <p:cNvSpPr/>
            <p:nvPr/>
          </p:nvSpPr>
          <p:spPr>
            <a:xfrm>
              <a:off x="9502475" y="8210079"/>
              <a:ext cx="31417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4" name="Hexagon 2823">
              <a:extLst>
                <a:ext uri="{FF2B5EF4-FFF2-40B4-BE49-F238E27FC236}">
                  <a16:creationId xmlns:a16="http://schemas.microsoft.com/office/drawing/2014/main" id="{B5299A5A-A7B8-4997-B211-A52B68E78899}"/>
                </a:ext>
              </a:extLst>
            </p:cNvPr>
            <p:cNvSpPr/>
            <p:nvPr/>
          </p:nvSpPr>
          <p:spPr>
            <a:xfrm>
              <a:off x="9500611" y="7655271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5" name="Hexagon 2824">
              <a:extLst>
                <a:ext uri="{FF2B5EF4-FFF2-40B4-BE49-F238E27FC236}">
                  <a16:creationId xmlns:a16="http://schemas.microsoft.com/office/drawing/2014/main" id="{FE585C73-88C7-42D2-BD7C-8EF07F13C7DC}"/>
                </a:ext>
              </a:extLst>
            </p:cNvPr>
            <p:cNvSpPr/>
            <p:nvPr/>
          </p:nvSpPr>
          <p:spPr>
            <a:xfrm>
              <a:off x="9498564" y="7471940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6" name="Hexagon 2825">
              <a:extLst>
                <a:ext uri="{FF2B5EF4-FFF2-40B4-BE49-F238E27FC236}">
                  <a16:creationId xmlns:a16="http://schemas.microsoft.com/office/drawing/2014/main" id="{4E15B974-FB5F-432D-B12C-F09795C2C70C}"/>
                </a:ext>
              </a:extLst>
            </p:cNvPr>
            <p:cNvSpPr/>
            <p:nvPr/>
          </p:nvSpPr>
          <p:spPr>
            <a:xfrm>
              <a:off x="9500945" y="7295664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7" name="Hexagon 2826">
              <a:extLst>
                <a:ext uri="{FF2B5EF4-FFF2-40B4-BE49-F238E27FC236}">
                  <a16:creationId xmlns:a16="http://schemas.microsoft.com/office/drawing/2014/main" id="{7179A040-1A91-456B-94FA-B193E294C0F6}"/>
                </a:ext>
              </a:extLst>
            </p:cNvPr>
            <p:cNvSpPr/>
            <p:nvPr/>
          </p:nvSpPr>
          <p:spPr>
            <a:xfrm>
              <a:off x="9514897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8" name="Hexagon 2827">
              <a:extLst>
                <a:ext uri="{FF2B5EF4-FFF2-40B4-BE49-F238E27FC236}">
                  <a16:creationId xmlns:a16="http://schemas.microsoft.com/office/drawing/2014/main" id="{0D894194-2677-4966-85CD-F7B0703A6E42}"/>
                </a:ext>
              </a:extLst>
            </p:cNvPr>
            <p:cNvSpPr/>
            <p:nvPr/>
          </p:nvSpPr>
          <p:spPr>
            <a:xfrm>
              <a:off x="9751614" y="7203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9" name="Hexagon 2828">
              <a:extLst>
                <a:ext uri="{FF2B5EF4-FFF2-40B4-BE49-F238E27FC236}">
                  <a16:creationId xmlns:a16="http://schemas.microsoft.com/office/drawing/2014/main" id="{B84FF53D-049E-4D92-9DB4-08ED484D56DC}"/>
                </a:ext>
              </a:extLst>
            </p:cNvPr>
            <p:cNvSpPr/>
            <p:nvPr/>
          </p:nvSpPr>
          <p:spPr>
            <a:xfrm>
              <a:off x="9749688" y="8489517"/>
              <a:ext cx="30844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0" name="Hexagon 2829">
              <a:extLst>
                <a:ext uri="{FF2B5EF4-FFF2-40B4-BE49-F238E27FC236}">
                  <a16:creationId xmlns:a16="http://schemas.microsoft.com/office/drawing/2014/main" id="{DCB4420C-A951-43FF-87CA-7BE1E70E79DD}"/>
                </a:ext>
              </a:extLst>
            </p:cNvPr>
            <p:cNvSpPr/>
            <p:nvPr/>
          </p:nvSpPr>
          <p:spPr>
            <a:xfrm>
              <a:off x="9735146" y="8110539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1" name="Hexagon 2830">
              <a:extLst>
                <a:ext uri="{FF2B5EF4-FFF2-40B4-BE49-F238E27FC236}">
                  <a16:creationId xmlns:a16="http://schemas.microsoft.com/office/drawing/2014/main" id="{9DCD0D10-138B-4649-83AD-605F33162C88}"/>
                </a:ext>
              </a:extLst>
            </p:cNvPr>
            <p:cNvSpPr/>
            <p:nvPr/>
          </p:nvSpPr>
          <p:spPr>
            <a:xfrm>
              <a:off x="9737527" y="7928793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2" name="Hexagon 2831">
              <a:extLst>
                <a:ext uri="{FF2B5EF4-FFF2-40B4-BE49-F238E27FC236}">
                  <a16:creationId xmlns:a16="http://schemas.microsoft.com/office/drawing/2014/main" id="{2C15A826-521C-4C39-8B17-BEE723682F6A}"/>
                </a:ext>
              </a:extLst>
            </p:cNvPr>
            <p:cNvSpPr/>
            <p:nvPr/>
          </p:nvSpPr>
          <p:spPr>
            <a:xfrm>
              <a:off x="9984277" y="85759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3" name="Hexagon 2832">
              <a:extLst>
                <a:ext uri="{FF2B5EF4-FFF2-40B4-BE49-F238E27FC236}">
                  <a16:creationId xmlns:a16="http://schemas.microsoft.com/office/drawing/2014/main" id="{DEFEA083-5551-43C9-BA38-235655AF1879}"/>
                </a:ext>
              </a:extLst>
            </p:cNvPr>
            <p:cNvSpPr/>
            <p:nvPr/>
          </p:nvSpPr>
          <p:spPr>
            <a:xfrm>
              <a:off x="9986658" y="83890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4" name="Hexagon 2833">
              <a:extLst>
                <a:ext uri="{FF2B5EF4-FFF2-40B4-BE49-F238E27FC236}">
                  <a16:creationId xmlns:a16="http://schemas.microsoft.com/office/drawing/2014/main" id="{603B5C52-EC18-4290-AD05-58A09CD45541}"/>
                </a:ext>
              </a:extLst>
            </p:cNvPr>
            <p:cNvSpPr/>
            <p:nvPr/>
          </p:nvSpPr>
          <p:spPr>
            <a:xfrm>
              <a:off x="10223971" y="8482702"/>
              <a:ext cx="32008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5" name="Hexagon 2834">
              <a:extLst>
                <a:ext uri="{FF2B5EF4-FFF2-40B4-BE49-F238E27FC236}">
                  <a16:creationId xmlns:a16="http://schemas.microsoft.com/office/drawing/2014/main" id="{889E8AAF-CCA3-469D-8FAD-0EA1831F6486}"/>
                </a:ext>
              </a:extLst>
            </p:cNvPr>
            <p:cNvSpPr/>
            <p:nvPr/>
          </p:nvSpPr>
          <p:spPr>
            <a:xfrm>
              <a:off x="9282112" y="10145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6" name="Hexagon 2835">
              <a:extLst>
                <a:ext uri="{FF2B5EF4-FFF2-40B4-BE49-F238E27FC236}">
                  <a16:creationId xmlns:a16="http://schemas.microsoft.com/office/drawing/2014/main" id="{1AD2757F-DC7F-42DE-9CCD-079D7CB72009}"/>
                </a:ext>
              </a:extLst>
            </p:cNvPr>
            <p:cNvSpPr/>
            <p:nvPr/>
          </p:nvSpPr>
          <p:spPr>
            <a:xfrm>
              <a:off x="9279731" y="9959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7" name="Hexagon 2836">
              <a:extLst>
                <a:ext uri="{FF2B5EF4-FFF2-40B4-BE49-F238E27FC236}">
                  <a16:creationId xmlns:a16="http://schemas.microsoft.com/office/drawing/2014/main" id="{3C0A68F9-7FD7-4F18-82FC-4AE7886DBF15}"/>
                </a:ext>
              </a:extLst>
            </p:cNvPr>
            <p:cNvSpPr/>
            <p:nvPr/>
          </p:nvSpPr>
          <p:spPr>
            <a:xfrm>
              <a:off x="9286956" y="97732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8" name="Hexagon 2837">
              <a:extLst>
                <a:ext uri="{FF2B5EF4-FFF2-40B4-BE49-F238E27FC236}">
                  <a16:creationId xmlns:a16="http://schemas.microsoft.com/office/drawing/2014/main" id="{50D3EFA4-98A8-44AC-9637-0666165BE182}"/>
                </a:ext>
              </a:extLst>
            </p:cNvPr>
            <p:cNvSpPr/>
            <p:nvPr/>
          </p:nvSpPr>
          <p:spPr>
            <a:xfrm>
              <a:off x="9523825" y="102399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9" name="Hexagon 2838">
              <a:extLst>
                <a:ext uri="{FF2B5EF4-FFF2-40B4-BE49-F238E27FC236}">
                  <a16:creationId xmlns:a16="http://schemas.microsoft.com/office/drawing/2014/main" id="{6F8F06A2-00F5-4A1E-AF42-BB39AAAE7F4F}"/>
                </a:ext>
              </a:extLst>
            </p:cNvPr>
            <p:cNvSpPr/>
            <p:nvPr/>
          </p:nvSpPr>
          <p:spPr>
            <a:xfrm>
              <a:off x="9519064" y="10053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0" name="Hexagon 2839">
              <a:extLst>
                <a:ext uri="{FF2B5EF4-FFF2-40B4-BE49-F238E27FC236}">
                  <a16:creationId xmlns:a16="http://schemas.microsoft.com/office/drawing/2014/main" id="{D9673E5C-E368-4E8C-8C31-8F1C2BCC7B5C}"/>
                </a:ext>
              </a:extLst>
            </p:cNvPr>
            <p:cNvSpPr/>
            <p:nvPr/>
          </p:nvSpPr>
          <p:spPr>
            <a:xfrm>
              <a:off x="9521526" y="98673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1" name="Hexagon 2840">
              <a:extLst>
                <a:ext uri="{FF2B5EF4-FFF2-40B4-BE49-F238E27FC236}">
                  <a16:creationId xmlns:a16="http://schemas.microsoft.com/office/drawing/2014/main" id="{5924DFD9-7927-4571-9A5D-08537362B05E}"/>
                </a:ext>
              </a:extLst>
            </p:cNvPr>
            <p:cNvSpPr/>
            <p:nvPr/>
          </p:nvSpPr>
          <p:spPr>
            <a:xfrm>
              <a:off x="9519145" y="96737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2" name="Hexagon 2841">
              <a:extLst>
                <a:ext uri="{FF2B5EF4-FFF2-40B4-BE49-F238E27FC236}">
                  <a16:creationId xmlns:a16="http://schemas.microsoft.com/office/drawing/2014/main" id="{AE046BFE-C96A-46DA-84A5-3B6EB52E1305}"/>
                </a:ext>
              </a:extLst>
            </p:cNvPr>
            <p:cNvSpPr/>
            <p:nvPr/>
          </p:nvSpPr>
          <p:spPr>
            <a:xfrm>
              <a:off x="9766565" y="101414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3" name="Hexagon 2842">
              <a:extLst>
                <a:ext uri="{FF2B5EF4-FFF2-40B4-BE49-F238E27FC236}">
                  <a16:creationId xmlns:a16="http://schemas.microsoft.com/office/drawing/2014/main" id="{D26D8F9C-4BCC-4D8D-B2C5-D24B8C2EE8E0}"/>
                </a:ext>
              </a:extLst>
            </p:cNvPr>
            <p:cNvSpPr/>
            <p:nvPr/>
          </p:nvSpPr>
          <p:spPr>
            <a:xfrm>
              <a:off x="9754660" y="9954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4" name="Hexagon 2843">
              <a:extLst>
                <a:ext uri="{FF2B5EF4-FFF2-40B4-BE49-F238E27FC236}">
                  <a16:creationId xmlns:a16="http://schemas.microsoft.com/office/drawing/2014/main" id="{38C4B277-7CCB-4EFC-B8E6-9BA2CEFC0FF9}"/>
                </a:ext>
              </a:extLst>
            </p:cNvPr>
            <p:cNvSpPr/>
            <p:nvPr/>
          </p:nvSpPr>
          <p:spPr>
            <a:xfrm>
              <a:off x="9760055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5" name="Hexagon 2844">
              <a:extLst>
                <a:ext uri="{FF2B5EF4-FFF2-40B4-BE49-F238E27FC236}">
                  <a16:creationId xmlns:a16="http://schemas.microsoft.com/office/drawing/2014/main" id="{38BF8988-EC09-41C7-ABD1-B56FAC6B4838}"/>
                </a:ext>
              </a:extLst>
            </p:cNvPr>
            <p:cNvSpPr/>
            <p:nvPr/>
          </p:nvSpPr>
          <p:spPr>
            <a:xfrm>
              <a:off x="9760055" y="9407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6" name="Hexagon 2845">
              <a:extLst>
                <a:ext uri="{FF2B5EF4-FFF2-40B4-BE49-F238E27FC236}">
                  <a16:creationId xmlns:a16="http://schemas.microsoft.com/office/drawing/2014/main" id="{7200792E-D4E9-40A7-9EF4-776C1F0DF759}"/>
                </a:ext>
              </a:extLst>
            </p:cNvPr>
            <p:cNvSpPr/>
            <p:nvPr/>
          </p:nvSpPr>
          <p:spPr>
            <a:xfrm>
              <a:off x="9992368" y="10043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7" name="Hexagon 2846">
              <a:extLst>
                <a:ext uri="{FF2B5EF4-FFF2-40B4-BE49-F238E27FC236}">
                  <a16:creationId xmlns:a16="http://schemas.microsoft.com/office/drawing/2014/main" id="{F3D16170-65E6-4C3C-868D-CC269CD86BFA}"/>
                </a:ext>
              </a:extLst>
            </p:cNvPr>
            <p:cNvSpPr/>
            <p:nvPr/>
          </p:nvSpPr>
          <p:spPr>
            <a:xfrm>
              <a:off x="9987606" y="98587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8" name="Hexagon 2847">
              <a:extLst>
                <a:ext uri="{FF2B5EF4-FFF2-40B4-BE49-F238E27FC236}">
                  <a16:creationId xmlns:a16="http://schemas.microsoft.com/office/drawing/2014/main" id="{BDD28163-8235-4CD9-816B-05192EA3FF8C}"/>
                </a:ext>
              </a:extLst>
            </p:cNvPr>
            <p:cNvSpPr/>
            <p:nvPr/>
          </p:nvSpPr>
          <p:spPr>
            <a:xfrm>
              <a:off x="9985305" y="96705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9" name="Hexagon 2848">
              <a:extLst>
                <a:ext uri="{FF2B5EF4-FFF2-40B4-BE49-F238E27FC236}">
                  <a16:creationId xmlns:a16="http://schemas.microsoft.com/office/drawing/2014/main" id="{F219F692-9D05-481A-B1E5-601CB1BBD8A0}"/>
                </a:ext>
              </a:extLst>
            </p:cNvPr>
            <p:cNvSpPr/>
            <p:nvPr/>
          </p:nvSpPr>
          <p:spPr>
            <a:xfrm>
              <a:off x="9980543" y="94817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0" name="Hexagon 2849">
              <a:extLst>
                <a:ext uri="{FF2B5EF4-FFF2-40B4-BE49-F238E27FC236}">
                  <a16:creationId xmlns:a16="http://schemas.microsoft.com/office/drawing/2014/main" id="{7F731ECD-E46D-4C35-B74F-81F15155D615}"/>
                </a:ext>
              </a:extLst>
            </p:cNvPr>
            <p:cNvSpPr/>
            <p:nvPr/>
          </p:nvSpPr>
          <p:spPr>
            <a:xfrm>
              <a:off x="9995062" y="93177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2" name="Hexagon 2851">
              <a:extLst>
                <a:ext uri="{FF2B5EF4-FFF2-40B4-BE49-F238E27FC236}">
                  <a16:creationId xmlns:a16="http://schemas.microsoft.com/office/drawing/2014/main" id="{868500C1-8228-4DC4-B207-4062852A64B5}"/>
                </a:ext>
              </a:extLst>
            </p:cNvPr>
            <p:cNvSpPr/>
            <p:nvPr/>
          </p:nvSpPr>
          <p:spPr>
            <a:xfrm>
              <a:off x="10219795" y="97628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3" name="Hexagon 2852">
              <a:extLst>
                <a:ext uri="{FF2B5EF4-FFF2-40B4-BE49-F238E27FC236}">
                  <a16:creationId xmlns:a16="http://schemas.microsoft.com/office/drawing/2014/main" id="{703076D5-2314-4F1C-AA2E-8A35C3C061E3}"/>
                </a:ext>
              </a:extLst>
            </p:cNvPr>
            <p:cNvSpPr/>
            <p:nvPr/>
          </p:nvSpPr>
          <p:spPr>
            <a:xfrm>
              <a:off x="10217414" y="95740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4" name="Hexagon 2853">
              <a:extLst>
                <a:ext uri="{FF2B5EF4-FFF2-40B4-BE49-F238E27FC236}">
                  <a16:creationId xmlns:a16="http://schemas.microsoft.com/office/drawing/2014/main" id="{098AC144-3990-4B4A-826C-036EC781DF20}"/>
                </a:ext>
              </a:extLst>
            </p:cNvPr>
            <p:cNvSpPr/>
            <p:nvPr/>
          </p:nvSpPr>
          <p:spPr>
            <a:xfrm>
              <a:off x="10226876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5" name="Hexagon 2854">
              <a:extLst>
                <a:ext uri="{FF2B5EF4-FFF2-40B4-BE49-F238E27FC236}">
                  <a16:creationId xmlns:a16="http://schemas.microsoft.com/office/drawing/2014/main" id="{C7B68067-E305-4DA3-9039-F7E6FA9C6DB7}"/>
                </a:ext>
              </a:extLst>
            </p:cNvPr>
            <p:cNvSpPr/>
            <p:nvPr/>
          </p:nvSpPr>
          <p:spPr>
            <a:xfrm>
              <a:off x="10235880" y="103267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6" name="Hexagon 2855">
              <a:extLst>
                <a:ext uri="{FF2B5EF4-FFF2-40B4-BE49-F238E27FC236}">
                  <a16:creationId xmlns:a16="http://schemas.microsoft.com/office/drawing/2014/main" id="{613C447B-5158-44D7-A187-645CD86C2F6E}"/>
                </a:ext>
              </a:extLst>
            </p:cNvPr>
            <p:cNvSpPr/>
            <p:nvPr/>
          </p:nvSpPr>
          <p:spPr>
            <a:xfrm>
              <a:off x="10228737" y="101374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7" name="Hexagon 2856">
              <a:extLst>
                <a:ext uri="{FF2B5EF4-FFF2-40B4-BE49-F238E27FC236}">
                  <a16:creationId xmlns:a16="http://schemas.microsoft.com/office/drawing/2014/main" id="{E5A1ED50-2A1D-41FD-8B2B-9E3BC89873F0}"/>
                </a:ext>
              </a:extLst>
            </p:cNvPr>
            <p:cNvSpPr/>
            <p:nvPr/>
          </p:nvSpPr>
          <p:spPr>
            <a:xfrm>
              <a:off x="10473093" y="10417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8" name="Hexagon 2857">
              <a:extLst>
                <a:ext uri="{FF2B5EF4-FFF2-40B4-BE49-F238E27FC236}">
                  <a16:creationId xmlns:a16="http://schemas.microsoft.com/office/drawing/2014/main" id="{46B8CDAB-0E81-4CE9-8BD2-5D3264A2F9ED}"/>
                </a:ext>
              </a:extLst>
            </p:cNvPr>
            <p:cNvSpPr/>
            <p:nvPr/>
          </p:nvSpPr>
          <p:spPr>
            <a:xfrm>
              <a:off x="10463569" y="102331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9" name="Hexagon 2858">
              <a:extLst>
                <a:ext uri="{FF2B5EF4-FFF2-40B4-BE49-F238E27FC236}">
                  <a16:creationId xmlns:a16="http://schemas.microsoft.com/office/drawing/2014/main" id="{8BEB3212-8BEF-4D04-93A5-2B32D9EA94E3}"/>
                </a:ext>
              </a:extLst>
            </p:cNvPr>
            <p:cNvSpPr/>
            <p:nvPr/>
          </p:nvSpPr>
          <p:spPr>
            <a:xfrm>
              <a:off x="10463649" y="100449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0" name="Hexagon 2859">
              <a:extLst>
                <a:ext uri="{FF2B5EF4-FFF2-40B4-BE49-F238E27FC236}">
                  <a16:creationId xmlns:a16="http://schemas.microsoft.com/office/drawing/2014/main" id="{0AB5613E-1974-4FA4-9555-C43236B7AB3C}"/>
                </a:ext>
              </a:extLst>
            </p:cNvPr>
            <p:cNvSpPr/>
            <p:nvPr/>
          </p:nvSpPr>
          <p:spPr>
            <a:xfrm>
              <a:off x="10456506" y="9856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1" name="Hexagon 2860">
              <a:extLst>
                <a:ext uri="{FF2B5EF4-FFF2-40B4-BE49-F238E27FC236}">
                  <a16:creationId xmlns:a16="http://schemas.microsoft.com/office/drawing/2014/main" id="{3799A02D-18CA-4618-B170-4ACA3752D287}"/>
                </a:ext>
              </a:extLst>
            </p:cNvPr>
            <p:cNvSpPr/>
            <p:nvPr/>
          </p:nvSpPr>
          <p:spPr>
            <a:xfrm>
              <a:off x="10452683" y="9479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2" name="Hexagon 2861">
              <a:extLst>
                <a:ext uri="{FF2B5EF4-FFF2-40B4-BE49-F238E27FC236}">
                  <a16:creationId xmlns:a16="http://schemas.microsoft.com/office/drawing/2014/main" id="{56AD642A-B004-4AED-B14B-6C09883BE2BB}"/>
                </a:ext>
              </a:extLst>
            </p:cNvPr>
            <p:cNvSpPr/>
            <p:nvPr/>
          </p:nvSpPr>
          <p:spPr>
            <a:xfrm>
              <a:off x="10465593" y="9311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5" name="Hexagon 2864">
              <a:extLst>
                <a:ext uri="{FF2B5EF4-FFF2-40B4-BE49-F238E27FC236}">
                  <a16:creationId xmlns:a16="http://schemas.microsoft.com/office/drawing/2014/main" id="{592183A1-2C80-4BCB-8CF7-137584B116C2}"/>
                </a:ext>
              </a:extLst>
            </p:cNvPr>
            <p:cNvSpPr/>
            <p:nvPr/>
          </p:nvSpPr>
          <p:spPr>
            <a:xfrm>
              <a:off x="10697196" y="101369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6" name="Hexagon 2865">
              <a:extLst>
                <a:ext uri="{FF2B5EF4-FFF2-40B4-BE49-F238E27FC236}">
                  <a16:creationId xmlns:a16="http://schemas.microsoft.com/office/drawing/2014/main" id="{2B5B8DEE-AA78-4AA8-AB53-029B3ABBB5FE}"/>
                </a:ext>
              </a:extLst>
            </p:cNvPr>
            <p:cNvSpPr/>
            <p:nvPr/>
          </p:nvSpPr>
          <p:spPr>
            <a:xfrm>
              <a:off x="10694815" y="9948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7" name="Hexagon 2866">
              <a:extLst>
                <a:ext uri="{FF2B5EF4-FFF2-40B4-BE49-F238E27FC236}">
                  <a16:creationId xmlns:a16="http://schemas.microsoft.com/office/drawing/2014/main" id="{39EE6642-279D-4037-B92F-75175359377E}"/>
                </a:ext>
              </a:extLst>
            </p:cNvPr>
            <p:cNvSpPr/>
            <p:nvPr/>
          </p:nvSpPr>
          <p:spPr>
            <a:xfrm>
              <a:off x="10692636" y="97646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9" name="Hexagon 2868">
              <a:extLst>
                <a:ext uri="{FF2B5EF4-FFF2-40B4-BE49-F238E27FC236}">
                  <a16:creationId xmlns:a16="http://schemas.microsoft.com/office/drawing/2014/main" id="{C7F823AB-9C38-4440-9506-3901EA8F4780}"/>
                </a:ext>
              </a:extLst>
            </p:cNvPr>
            <p:cNvSpPr/>
            <p:nvPr/>
          </p:nvSpPr>
          <p:spPr>
            <a:xfrm>
              <a:off x="10699375" y="93952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0" name="Hexagon 2869">
              <a:extLst>
                <a:ext uri="{FF2B5EF4-FFF2-40B4-BE49-F238E27FC236}">
                  <a16:creationId xmlns:a16="http://schemas.microsoft.com/office/drawing/2014/main" id="{41823AF0-98CF-4DDC-A140-563B28F32317}"/>
                </a:ext>
              </a:extLst>
            </p:cNvPr>
            <p:cNvSpPr/>
            <p:nvPr/>
          </p:nvSpPr>
          <p:spPr>
            <a:xfrm>
              <a:off x="10697196" y="92310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1" name="Hexagon 2870">
              <a:extLst>
                <a:ext uri="{FF2B5EF4-FFF2-40B4-BE49-F238E27FC236}">
                  <a16:creationId xmlns:a16="http://schemas.microsoft.com/office/drawing/2014/main" id="{BEE65D27-1B03-487B-8242-83F37EB6ED0A}"/>
                </a:ext>
              </a:extLst>
            </p:cNvPr>
            <p:cNvSpPr/>
            <p:nvPr/>
          </p:nvSpPr>
          <p:spPr>
            <a:xfrm>
              <a:off x="10709021" y="105119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2" name="Hexagon 2871">
              <a:extLst>
                <a:ext uri="{FF2B5EF4-FFF2-40B4-BE49-F238E27FC236}">
                  <a16:creationId xmlns:a16="http://schemas.microsoft.com/office/drawing/2014/main" id="{BF6E476D-BF79-4AA3-8D3B-3570CBB7EFD9}"/>
                </a:ext>
              </a:extLst>
            </p:cNvPr>
            <p:cNvSpPr/>
            <p:nvPr/>
          </p:nvSpPr>
          <p:spPr>
            <a:xfrm>
              <a:off x="10701878" y="103251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3" name="Hexagon 2872">
              <a:extLst>
                <a:ext uri="{FF2B5EF4-FFF2-40B4-BE49-F238E27FC236}">
                  <a16:creationId xmlns:a16="http://schemas.microsoft.com/office/drawing/2014/main" id="{86D4C757-55E0-40AE-A028-98F65B0C4D87}"/>
                </a:ext>
              </a:extLst>
            </p:cNvPr>
            <p:cNvSpPr/>
            <p:nvPr/>
          </p:nvSpPr>
          <p:spPr>
            <a:xfrm>
              <a:off x="10943853" y="106081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4" name="Hexagon 2873">
              <a:extLst>
                <a:ext uri="{FF2B5EF4-FFF2-40B4-BE49-F238E27FC236}">
                  <a16:creationId xmlns:a16="http://schemas.microsoft.com/office/drawing/2014/main" id="{FD1A15D7-9D82-4706-A77B-0136CCA19D33}"/>
                </a:ext>
              </a:extLst>
            </p:cNvPr>
            <p:cNvSpPr/>
            <p:nvPr/>
          </p:nvSpPr>
          <p:spPr>
            <a:xfrm>
              <a:off x="10936710" y="104213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5" name="Hexagon 2874">
              <a:extLst>
                <a:ext uri="{FF2B5EF4-FFF2-40B4-BE49-F238E27FC236}">
                  <a16:creationId xmlns:a16="http://schemas.microsoft.com/office/drawing/2014/main" id="{CCF21A91-8F13-43E7-B95A-D4BFCD04405E}"/>
                </a:ext>
              </a:extLst>
            </p:cNvPr>
            <p:cNvSpPr/>
            <p:nvPr/>
          </p:nvSpPr>
          <p:spPr>
            <a:xfrm>
              <a:off x="10928883" y="98514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6" name="Hexagon 2875">
              <a:extLst>
                <a:ext uri="{FF2B5EF4-FFF2-40B4-BE49-F238E27FC236}">
                  <a16:creationId xmlns:a16="http://schemas.microsoft.com/office/drawing/2014/main" id="{A78354D4-2A74-476D-A5C9-CD8054F00DAB}"/>
                </a:ext>
              </a:extLst>
            </p:cNvPr>
            <p:cNvSpPr/>
            <p:nvPr/>
          </p:nvSpPr>
          <p:spPr>
            <a:xfrm>
              <a:off x="10938334" y="9674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7" name="Hexagon 2876">
              <a:extLst>
                <a:ext uri="{FF2B5EF4-FFF2-40B4-BE49-F238E27FC236}">
                  <a16:creationId xmlns:a16="http://schemas.microsoft.com/office/drawing/2014/main" id="{BEDA6151-2534-4FD8-A1FD-A804B0EC0DB9}"/>
                </a:ext>
              </a:extLst>
            </p:cNvPr>
            <p:cNvSpPr/>
            <p:nvPr/>
          </p:nvSpPr>
          <p:spPr>
            <a:xfrm>
              <a:off x="10928403" y="94980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8" name="Hexagon 2877">
              <a:extLst>
                <a:ext uri="{FF2B5EF4-FFF2-40B4-BE49-F238E27FC236}">
                  <a16:creationId xmlns:a16="http://schemas.microsoft.com/office/drawing/2014/main" id="{C68565DE-8CB1-4C48-8736-490012E74A54}"/>
                </a:ext>
              </a:extLst>
            </p:cNvPr>
            <p:cNvSpPr/>
            <p:nvPr/>
          </p:nvSpPr>
          <p:spPr>
            <a:xfrm>
              <a:off x="10925647" y="93272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9" name="Hexagon 2878">
              <a:extLst>
                <a:ext uri="{FF2B5EF4-FFF2-40B4-BE49-F238E27FC236}">
                  <a16:creationId xmlns:a16="http://schemas.microsoft.com/office/drawing/2014/main" id="{A3A5B329-A6A5-4BBE-99E4-E08A8F5DC723}"/>
                </a:ext>
              </a:extLst>
            </p:cNvPr>
            <p:cNvSpPr/>
            <p:nvPr/>
          </p:nvSpPr>
          <p:spPr>
            <a:xfrm>
              <a:off x="10929420" y="91387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0" name="Hexagon 2879">
              <a:extLst>
                <a:ext uri="{FF2B5EF4-FFF2-40B4-BE49-F238E27FC236}">
                  <a16:creationId xmlns:a16="http://schemas.microsoft.com/office/drawing/2014/main" id="{F9DC0BDE-C07F-434C-9C6F-5EE3C2D05C81}"/>
                </a:ext>
              </a:extLst>
            </p:cNvPr>
            <p:cNvSpPr/>
            <p:nvPr/>
          </p:nvSpPr>
          <p:spPr>
            <a:xfrm>
              <a:off x="10931184" y="100395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1" name="Hexagon 2880">
              <a:extLst>
                <a:ext uri="{FF2B5EF4-FFF2-40B4-BE49-F238E27FC236}">
                  <a16:creationId xmlns:a16="http://schemas.microsoft.com/office/drawing/2014/main" id="{11A443E0-D4CD-489B-A66A-5DCE021A17D0}"/>
                </a:ext>
              </a:extLst>
            </p:cNvPr>
            <p:cNvSpPr/>
            <p:nvPr/>
          </p:nvSpPr>
          <p:spPr>
            <a:xfrm>
              <a:off x="11177741" y="103198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2" name="Hexagon 2881">
              <a:extLst>
                <a:ext uri="{FF2B5EF4-FFF2-40B4-BE49-F238E27FC236}">
                  <a16:creationId xmlns:a16="http://schemas.microsoft.com/office/drawing/2014/main" id="{A4D984BA-09BC-4C8F-897B-D8E8A2D4FFF7}"/>
                </a:ext>
              </a:extLst>
            </p:cNvPr>
            <p:cNvSpPr/>
            <p:nvPr/>
          </p:nvSpPr>
          <p:spPr>
            <a:xfrm>
              <a:off x="11168217" y="101357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3" name="Hexagon 2882">
              <a:extLst>
                <a:ext uri="{FF2B5EF4-FFF2-40B4-BE49-F238E27FC236}">
                  <a16:creationId xmlns:a16="http://schemas.microsoft.com/office/drawing/2014/main" id="{BBEEEBD0-3478-4FE6-B9B1-9844BF062AD9}"/>
                </a:ext>
              </a:extLst>
            </p:cNvPr>
            <p:cNvSpPr/>
            <p:nvPr/>
          </p:nvSpPr>
          <p:spPr>
            <a:xfrm>
              <a:off x="11166038" y="99475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4" name="Hexagon 2883">
              <a:extLst>
                <a:ext uri="{FF2B5EF4-FFF2-40B4-BE49-F238E27FC236}">
                  <a16:creationId xmlns:a16="http://schemas.microsoft.com/office/drawing/2014/main" id="{2477F8D6-537F-4769-8162-891B56CCFFAE}"/>
                </a:ext>
              </a:extLst>
            </p:cNvPr>
            <p:cNvSpPr/>
            <p:nvPr/>
          </p:nvSpPr>
          <p:spPr>
            <a:xfrm>
              <a:off x="11174438" y="97634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5" name="Hexagon 2884">
              <a:extLst>
                <a:ext uri="{FF2B5EF4-FFF2-40B4-BE49-F238E27FC236}">
                  <a16:creationId xmlns:a16="http://schemas.microsoft.com/office/drawing/2014/main" id="{CCA65EF4-480E-44F2-8247-17A1AAC41F9B}"/>
                </a:ext>
              </a:extLst>
            </p:cNvPr>
            <p:cNvSpPr/>
            <p:nvPr/>
          </p:nvSpPr>
          <p:spPr>
            <a:xfrm>
              <a:off x="11179997" y="9583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6" name="Hexagon 2885">
              <a:extLst>
                <a:ext uri="{FF2B5EF4-FFF2-40B4-BE49-F238E27FC236}">
                  <a16:creationId xmlns:a16="http://schemas.microsoft.com/office/drawing/2014/main" id="{0B5A2E81-BE5B-4AFA-BE56-F7BBD4E9461D}"/>
                </a:ext>
              </a:extLst>
            </p:cNvPr>
            <p:cNvSpPr/>
            <p:nvPr/>
          </p:nvSpPr>
          <p:spPr>
            <a:xfrm>
              <a:off x="11184804" y="10507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7" name="Hexagon 2886">
              <a:extLst>
                <a:ext uri="{FF2B5EF4-FFF2-40B4-BE49-F238E27FC236}">
                  <a16:creationId xmlns:a16="http://schemas.microsoft.com/office/drawing/2014/main" id="{597C28CA-62C2-40CD-8B99-71842A9AD01C}"/>
                </a:ext>
              </a:extLst>
            </p:cNvPr>
            <p:cNvSpPr/>
            <p:nvPr/>
          </p:nvSpPr>
          <p:spPr>
            <a:xfrm>
              <a:off x="11157871" y="92229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8" name="Hexagon 2887">
              <a:extLst>
                <a:ext uri="{FF2B5EF4-FFF2-40B4-BE49-F238E27FC236}">
                  <a16:creationId xmlns:a16="http://schemas.microsoft.com/office/drawing/2014/main" id="{512F438A-5FDA-4587-99AD-A33A00C93FC0}"/>
                </a:ext>
              </a:extLst>
            </p:cNvPr>
            <p:cNvSpPr/>
            <p:nvPr/>
          </p:nvSpPr>
          <p:spPr>
            <a:xfrm>
              <a:off x="11170423" y="90413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9" name="Hexagon 2888">
              <a:extLst>
                <a:ext uri="{FF2B5EF4-FFF2-40B4-BE49-F238E27FC236}">
                  <a16:creationId xmlns:a16="http://schemas.microsoft.com/office/drawing/2014/main" id="{A13F0811-E5D8-4B13-978A-2297CB53A33B}"/>
                </a:ext>
              </a:extLst>
            </p:cNvPr>
            <p:cNvSpPr/>
            <p:nvPr/>
          </p:nvSpPr>
          <p:spPr>
            <a:xfrm>
              <a:off x="11174541" y="88519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0" name="Hexagon 2889">
              <a:extLst>
                <a:ext uri="{FF2B5EF4-FFF2-40B4-BE49-F238E27FC236}">
                  <a16:creationId xmlns:a16="http://schemas.microsoft.com/office/drawing/2014/main" id="{DFCED8D1-5EF3-43EC-97C8-01E7DD04D4E3}"/>
                </a:ext>
              </a:extLst>
            </p:cNvPr>
            <p:cNvSpPr/>
            <p:nvPr/>
          </p:nvSpPr>
          <p:spPr>
            <a:xfrm>
              <a:off x="11408203" y="10046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1" name="Hexagon 2890">
              <a:extLst>
                <a:ext uri="{FF2B5EF4-FFF2-40B4-BE49-F238E27FC236}">
                  <a16:creationId xmlns:a16="http://schemas.microsoft.com/office/drawing/2014/main" id="{720C2D8D-357F-4BFC-B98A-DC137E982B95}"/>
                </a:ext>
              </a:extLst>
            </p:cNvPr>
            <p:cNvSpPr/>
            <p:nvPr/>
          </p:nvSpPr>
          <p:spPr>
            <a:xfrm>
              <a:off x="11410976" y="98584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2" name="Hexagon 2891">
              <a:extLst>
                <a:ext uri="{FF2B5EF4-FFF2-40B4-BE49-F238E27FC236}">
                  <a16:creationId xmlns:a16="http://schemas.microsoft.com/office/drawing/2014/main" id="{792F15F3-C75F-4A85-8B44-23944478758D}"/>
                </a:ext>
              </a:extLst>
            </p:cNvPr>
            <p:cNvSpPr/>
            <p:nvPr/>
          </p:nvSpPr>
          <p:spPr>
            <a:xfrm>
              <a:off x="11404563" y="9679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3" name="Hexagon 2892">
              <a:extLst>
                <a:ext uri="{FF2B5EF4-FFF2-40B4-BE49-F238E27FC236}">
                  <a16:creationId xmlns:a16="http://schemas.microsoft.com/office/drawing/2014/main" id="{39826229-31F8-415B-9128-C51BBB1C0BE6}"/>
                </a:ext>
              </a:extLst>
            </p:cNvPr>
            <p:cNvSpPr/>
            <p:nvPr/>
          </p:nvSpPr>
          <p:spPr>
            <a:xfrm>
              <a:off x="11414565" y="9494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4" name="Hexagon 2893">
              <a:extLst>
                <a:ext uri="{FF2B5EF4-FFF2-40B4-BE49-F238E27FC236}">
                  <a16:creationId xmlns:a16="http://schemas.microsoft.com/office/drawing/2014/main" id="{901E4B75-0773-4625-A4B0-A92639A675FE}"/>
                </a:ext>
              </a:extLst>
            </p:cNvPr>
            <p:cNvSpPr/>
            <p:nvPr/>
          </p:nvSpPr>
          <p:spPr>
            <a:xfrm>
              <a:off x="11404563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5" name="Hexagon 2894">
              <a:extLst>
                <a:ext uri="{FF2B5EF4-FFF2-40B4-BE49-F238E27FC236}">
                  <a16:creationId xmlns:a16="http://schemas.microsoft.com/office/drawing/2014/main" id="{BCA92C17-1044-4AF9-BBB2-D3FA97D734EB}"/>
                </a:ext>
              </a:extLst>
            </p:cNvPr>
            <p:cNvSpPr/>
            <p:nvPr/>
          </p:nvSpPr>
          <p:spPr>
            <a:xfrm>
              <a:off x="11404743" y="9136555"/>
              <a:ext cx="31089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6" name="Hexagon 2895">
              <a:extLst>
                <a:ext uri="{FF2B5EF4-FFF2-40B4-BE49-F238E27FC236}">
                  <a16:creationId xmlns:a16="http://schemas.microsoft.com/office/drawing/2014/main" id="{DDBDF2BC-BD53-45EC-A0D5-48C75CCA0967}"/>
                </a:ext>
              </a:extLst>
            </p:cNvPr>
            <p:cNvSpPr/>
            <p:nvPr/>
          </p:nvSpPr>
          <p:spPr>
            <a:xfrm>
              <a:off x="11420028" y="104121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7" name="Hexagon 2896">
              <a:extLst>
                <a:ext uri="{FF2B5EF4-FFF2-40B4-BE49-F238E27FC236}">
                  <a16:creationId xmlns:a16="http://schemas.microsoft.com/office/drawing/2014/main" id="{384B5325-D515-499D-B4FB-C72C0A139F0B}"/>
                </a:ext>
              </a:extLst>
            </p:cNvPr>
            <p:cNvSpPr/>
            <p:nvPr/>
          </p:nvSpPr>
          <p:spPr>
            <a:xfrm>
              <a:off x="11412885" y="102253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8" name="Hexagon 2897">
              <a:extLst>
                <a:ext uri="{FF2B5EF4-FFF2-40B4-BE49-F238E27FC236}">
                  <a16:creationId xmlns:a16="http://schemas.microsoft.com/office/drawing/2014/main" id="{E28D6301-B004-4B89-8798-8BE6F981E150}"/>
                </a:ext>
              </a:extLst>
            </p:cNvPr>
            <p:cNvSpPr/>
            <p:nvPr/>
          </p:nvSpPr>
          <p:spPr>
            <a:xfrm>
              <a:off x="11397336" y="8943376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9" name="Hexagon 2898">
              <a:extLst>
                <a:ext uri="{FF2B5EF4-FFF2-40B4-BE49-F238E27FC236}">
                  <a16:creationId xmlns:a16="http://schemas.microsoft.com/office/drawing/2014/main" id="{74204070-74C1-4B53-9D83-0D2A883D41A6}"/>
                </a:ext>
              </a:extLst>
            </p:cNvPr>
            <p:cNvSpPr/>
            <p:nvPr/>
          </p:nvSpPr>
          <p:spPr>
            <a:xfrm>
              <a:off x="11420028" y="8766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2" name="Hexagon 2901">
              <a:extLst>
                <a:ext uri="{FF2B5EF4-FFF2-40B4-BE49-F238E27FC236}">
                  <a16:creationId xmlns:a16="http://schemas.microsoft.com/office/drawing/2014/main" id="{C4EED3AC-4878-4622-9B9C-D5712308A062}"/>
                </a:ext>
              </a:extLst>
            </p:cNvPr>
            <p:cNvSpPr/>
            <p:nvPr/>
          </p:nvSpPr>
          <p:spPr>
            <a:xfrm>
              <a:off x="11645019" y="10143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3" name="Hexagon 2902">
              <a:extLst>
                <a:ext uri="{FF2B5EF4-FFF2-40B4-BE49-F238E27FC236}">
                  <a16:creationId xmlns:a16="http://schemas.microsoft.com/office/drawing/2014/main" id="{DE2CB2BB-C9F3-4572-8EAA-3E4B0E5871D9}"/>
                </a:ext>
              </a:extLst>
            </p:cNvPr>
            <p:cNvSpPr/>
            <p:nvPr/>
          </p:nvSpPr>
          <p:spPr>
            <a:xfrm>
              <a:off x="11647223" y="99576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4" name="Hexagon 2903">
              <a:extLst>
                <a:ext uri="{FF2B5EF4-FFF2-40B4-BE49-F238E27FC236}">
                  <a16:creationId xmlns:a16="http://schemas.microsoft.com/office/drawing/2014/main" id="{B05BC9FD-73DB-4D84-912A-F8951B13E7A6}"/>
                </a:ext>
              </a:extLst>
            </p:cNvPr>
            <p:cNvSpPr/>
            <p:nvPr/>
          </p:nvSpPr>
          <p:spPr>
            <a:xfrm>
              <a:off x="11640667" y="95915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5" name="Hexagon 2904">
              <a:extLst>
                <a:ext uri="{FF2B5EF4-FFF2-40B4-BE49-F238E27FC236}">
                  <a16:creationId xmlns:a16="http://schemas.microsoft.com/office/drawing/2014/main" id="{998FB6F9-0446-4256-AEDC-9BBC920CC3AE}"/>
                </a:ext>
              </a:extLst>
            </p:cNvPr>
            <p:cNvSpPr/>
            <p:nvPr/>
          </p:nvSpPr>
          <p:spPr>
            <a:xfrm>
              <a:off x="11640793" y="9407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6" name="Hexagon 2905">
              <a:extLst>
                <a:ext uri="{FF2B5EF4-FFF2-40B4-BE49-F238E27FC236}">
                  <a16:creationId xmlns:a16="http://schemas.microsoft.com/office/drawing/2014/main" id="{42FD07AB-DD5B-4F90-A154-3481E2161027}"/>
                </a:ext>
              </a:extLst>
            </p:cNvPr>
            <p:cNvSpPr/>
            <p:nvPr/>
          </p:nvSpPr>
          <p:spPr>
            <a:xfrm>
              <a:off x="11634282" y="92266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7" name="Hexagon 2906">
              <a:extLst>
                <a:ext uri="{FF2B5EF4-FFF2-40B4-BE49-F238E27FC236}">
                  <a16:creationId xmlns:a16="http://schemas.microsoft.com/office/drawing/2014/main" id="{50EC0391-CAFB-4885-9FD0-D2F859F3E02C}"/>
                </a:ext>
              </a:extLst>
            </p:cNvPr>
            <p:cNvSpPr/>
            <p:nvPr/>
          </p:nvSpPr>
          <p:spPr>
            <a:xfrm>
              <a:off x="11656371" y="8855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7" name="Hexagon 2966">
              <a:extLst>
                <a:ext uri="{FF2B5EF4-FFF2-40B4-BE49-F238E27FC236}">
                  <a16:creationId xmlns:a16="http://schemas.microsoft.com/office/drawing/2014/main" id="{79FD5ED3-120A-4F40-A2A0-3776F8E397A3}"/>
                </a:ext>
              </a:extLst>
            </p:cNvPr>
            <p:cNvSpPr/>
            <p:nvPr/>
          </p:nvSpPr>
          <p:spPr>
            <a:xfrm>
              <a:off x="11647223" y="86732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2" name="Hexagon 2971">
              <a:extLst>
                <a:ext uri="{FF2B5EF4-FFF2-40B4-BE49-F238E27FC236}">
                  <a16:creationId xmlns:a16="http://schemas.microsoft.com/office/drawing/2014/main" id="{D837F351-914B-4827-B8C0-052B5D838838}"/>
                </a:ext>
              </a:extLst>
            </p:cNvPr>
            <p:cNvSpPr/>
            <p:nvPr/>
          </p:nvSpPr>
          <p:spPr>
            <a:xfrm>
              <a:off x="10942338" y="8580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3" name="Hexagon 2972">
              <a:extLst>
                <a:ext uri="{FF2B5EF4-FFF2-40B4-BE49-F238E27FC236}">
                  <a16:creationId xmlns:a16="http://schemas.microsoft.com/office/drawing/2014/main" id="{1AE37D1B-3474-4337-B591-CC54B50D6F1B}"/>
                </a:ext>
              </a:extLst>
            </p:cNvPr>
            <p:cNvSpPr/>
            <p:nvPr/>
          </p:nvSpPr>
          <p:spPr>
            <a:xfrm>
              <a:off x="10927566" y="83912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4" name="Hexagon 2973">
              <a:extLst>
                <a:ext uri="{FF2B5EF4-FFF2-40B4-BE49-F238E27FC236}">
                  <a16:creationId xmlns:a16="http://schemas.microsoft.com/office/drawing/2014/main" id="{7D884BB2-F961-4891-9A82-6A3847D5F261}"/>
                </a:ext>
              </a:extLst>
            </p:cNvPr>
            <p:cNvSpPr/>
            <p:nvPr/>
          </p:nvSpPr>
          <p:spPr>
            <a:xfrm>
              <a:off x="11175660" y="84959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5" name="Hexagon 2974">
              <a:extLst>
                <a:ext uri="{FF2B5EF4-FFF2-40B4-BE49-F238E27FC236}">
                  <a16:creationId xmlns:a16="http://schemas.microsoft.com/office/drawing/2014/main" id="{8FE9A5EA-CB84-4E09-B3FD-4BC3DB90D9D3}"/>
                </a:ext>
              </a:extLst>
            </p:cNvPr>
            <p:cNvSpPr/>
            <p:nvPr/>
          </p:nvSpPr>
          <p:spPr>
            <a:xfrm>
              <a:off x="11415954" y="8397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6" name="Hexagon 2975">
              <a:extLst>
                <a:ext uri="{FF2B5EF4-FFF2-40B4-BE49-F238E27FC236}">
                  <a16:creationId xmlns:a16="http://schemas.microsoft.com/office/drawing/2014/main" id="{FC7A3833-BF2A-4901-99E0-09820900CEBB}"/>
                </a:ext>
              </a:extLst>
            </p:cNvPr>
            <p:cNvSpPr/>
            <p:nvPr/>
          </p:nvSpPr>
          <p:spPr>
            <a:xfrm>
              <a:off x="11656248" y="8491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7" name="Hexagon 2976">
              <a:extLst>
                <a:ext uri="{FF2B5EF4-FFF2-40B4-BE49-F238E27FC236}">
                  <a16:creationId xmlns:a16="http://schemas.microsoft.com/office/drawing/2014/main" id="{FAED656D-948A-4859-A469-2769D0E4B72A}"/>
                </a:ext>
              </a:extLst>
            </p:cNvPr>
            <p:cNvSpPr/>
            <p:nvPr/>
          </p:nvSpPr>
          <p:spPr>
            <a:xfrm>
              <a:off x="11887517" y="858603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8" name="Hexagon 2977">
              <a:extLst>
                <a:ext uri="{FF2B5EF4-FFF2-40B4-BE49-F238E27FC236}">
                  <a16:creationId xmlns:a16="http://schemas.microsoft.com/office/drawing/2014/main" id="{C551F73B-7DD5-431E-8E06-339137A6340D}"/>
                </a:ext>
              </a:extLst>
            </p:cNvPr>
            <p:cNvSpPr/>
            <p:nvPr/>
          </p:nvSpPr>
          <p:spPr>
            <a:xfrm>
              <a:off x="11887517" y="8765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9" name="Hexagon 2978">
              <a:extLst>
                <a:ext uri="{FF2B5EF4-FFF2-40B4-BE49-F238E27FC236}">
                  <a16:creationId xmlns:a16="http://schemas.microsoft.com/office/drawing/2014/main" id="{3B928DE2-A51D-4602-8CBB-4FDC17BDA828}"/>
                </a:ext>
              </a:extLst>
            </p:cNvPr>
            <p:cNvSpPr/>
            <p:nvPr/>
          </p:nvSpPr>
          <p:spPr>
            <a:xfrm>
              <a:off x="11879276" y="89509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0" name="Hexagon 2979">
              <a:extLst>
                <a:ext uri="{FF2B5EF4-FFF2-40B4-BE49-F238E27FC236}">
                  <a16:creationId xmlns:a16="http://schemas.microsoft.com/office/drawing/2014/main" id="{19978C01-4155-4238-B122-6408A8558FA7}"/>
                </a:ext>
              </a:extLst>
            </p:cNvPr>
            <p:cNvSpPr/>
            <p:nvPr/>
          </p:nvSpPr>
          <p:spPr>
            <a:xfrm>
              <a:off x="11876142" y="91358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1" name="Hexagon 2980">
              <a:extLst>
                <a:ext uri="{FF2B5EF4-FFF2-40B4-BE49-F238E27FC236}">
                  <a16:creationId xmlns:a16="http://schemas.microsoft.com/office/drawing/2014/main" id="{05686249-63D6-4019-848F-D2C2843EE2A8}"/>
                </a:ext>
              </a:extLst>
            </p:cNvPr>
            <p:cNvSpPr/>
            <p:nvPr/>
          </p:nvSpPr>
          <p:spPr>
            <a:xfrm>
              <a:off x="11879706" y="9311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2" name="Hexagon 2981">
              <a:extLst>
                <a:ext uri="{FF2B5EF4-FFF2-40B4-BE49-F238E27FC236}">
                  <a16:creationId xmlns:a16="http://schemas.microsoft.com/office/drawing/2014/main" id="{6828BEE0-0F1C-4BAB-A6FE-6B9441B3C87E}"/>
                </a:ext>
              </a:extLst>
            </p:cNvPr>
            <p:cNvSpPr/>
            <p:nvPr/>
          </p:nvSpPr>
          <p:spPr>
            <a:xfrm>
              <a:off x="11883844" y="9500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3" name="Hexagon 2982">
              <a:extLst>
                <a:ext uri="{FF2B5EF4-FFF2-40B4-BE49-F238E27FC236}">
                  <a16:creationId xmlns:a16="http://schemas.microsoft.com/office/drawing/2014/main" id="{B2885BC2-E910-4AEC-8B09-CB48D3791001}"/>
                </a:ext>
              </a:extLst>
            </p:cNvPr>
            <p:cNvSpPr/>
            <p:nvPr/>
          </p:nvSpPr>
          <p:spPr>
            <a:xfrm>
              <a:off x="11871574" y="96927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4" name="Hexagon 2983">
              <a:extLst>
                <a:ext uri="{FF2B5EF4-FFF2-40B4-BE49-F238E27FC236}">
                  <a16:creationId xmlns:a16="http://schemas.microsoft.com/office/drawing/2014/main" id="{4ED8EACF-5095-4F8C-91E0-5D18D1418161}"/>
                </a:ext>
              </a:extLst>
            </p:cNvPr>
            <p:cNvSpPr/>
            <p:nvPr/>
          </p:nvSpPr>
          <p:spPr>
            <a:xfrm>
              <a:off x="11875138" y="98683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5" name="Hexagon 2984">
              <a:extLst>
                <a:ext uri="{FF2B5EF4-FFF2-40B4-BE49-F238E27FC236}">
                  <a16:creationId xmlns:a16="http://schemas.microsoft.com/office/drawing/2014/main" id="{8BE53FC6-F063-4EC4-BC25-4408DD1EBD44}"/>
                </a:ext>
              </a:extLst>
            </p:cNvPr>
            <p:cNvSpPr/>
            <p:nvPr/>
          </p:nvSpPr>
          <p:spPr>
            <a:xfrm>
              <a:off x="11879276" y="10057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6" name="Hexagon 2985">
              <a:extLst>
                <a:ext uri="{FF2B5EF4-FFF2-40B4-BE49-F238E27FC236}">
                  <a16:creationId xmlns:a16="http://schemas.microsoft.com/office/drawing/2014/main" id="{52D538F6-7B75-45A7-B7B7-9C4E30F0277B}"/>
                </a:ext>
              </a:extLst>
            </p:cNvPr>
            <p:cNvSpPr/>
            <p:nvPr/>
          </p:nvSpPr>
          <p:spPr>
            <a:xfrm>
              <a:off x="12111388" y="9603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7" name="Hexagon 2986">
              <a:extLst>
                <a:ext uri="{FF2B5EF4-FFF2-40B4-BE49-F238E27FC236}">
                  <a16:creationId xmlns:a16="http://schemas.microsoft.com/office/drawing/2014/main" id="{47E5297B-C478-4333-8A2A-5CB6A70DA04A}"/>
                </a:ext>
              </a:extLst>
            </p:cNvPr>
            <p:cNvSpPr/>
            <p:nvPr/>
          </p:nvSpPr>
          <p:spPr>
            <a:xfrm>
              <a:off x="12114952" y="97788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8" name="Hexagon 2987">
              <a:extLst>
                <a:ext uri="{FF2B5EF4-FFF2-40B4-BE49-F238E27FC236}">
                  <a16:creationId xmlns:a16="http://schemas.microsoft.com/office/drawing/2014/main" id="{36428B7B-6904-47F2-9DC7-E8C8340F3095}"/>
                </a:ext>
              </a:extLst>
            </p:cNvPr>
            <p:cNvSpPr/>
            <p:nvPr/>
          </p:nvSpPr>
          <p:spPr>
            <a:xfrm>
              <a:off x="12119090" y="99680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9" name="Hexagon 2988">
              <a:extLst>
                <a:ext uri="{FF2B5EF4-FFF2-40B4-BE49-F238E27FC236}">
                  <a16:creationId xmlns:a16="http://schemas.microsoft.com/office/drawing/2014/main" id="{C1B9F903-7C13-4217-9F98-331E2566C54B}"/>
                </a:ext>
              </a:extLst>
            </p:cNvPr>
            <p:cNvSpPr/>
            <p:nvPr/>
          </p:nvSpPr>
          <p:spPr>
            <a:xfrm>
              <a:off x="12350628" y="95099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0" name="Hexagon 2989">
              <a:extLst>
                <a:ext uri="{FF2B5EF4-FFF2-40B4-BE49-F238E27FC236}">
                  <a16:creationId xmlns:a16="http://schemas.microsoft.com/office/drawing/2014/main" id="{4711CC26-B803-4B88-B587-6392D8F87270}"/>
                </a:ext>
              </a:extLst>
            </p:cNvPr>
            <p:cNvSpPr/>
            <p:nvPr/>
          </p:nvSpPr>
          <p:spPr>
            <a:xfrm>
              <a:off x="12354192" y="9685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1" name="Hexagon 2990">
              <a:extLst>
                <a:ext uri="{FF2B5EF4-FFF2-40B4-BE49-F238E27FC236}">
                  <a16:creationId xmlns:a16="http://schemas.microsoft.com/office/drawing/2014/main" id="{27B81225-793B-4320-936D-BB1836A120C3}"/>
                </a:ext>
              </a:extLst>
            </p:cNvPr>
            <p:cNvSpPr/>
            <p:nvPr/>
          </p:nvSpPr>
          <p:spPr>
            <a:xfrm>
              <a:off x="12358330" y="9874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2" name="Hexagon 2991">
              <a:extLst>
                <a:ext uri="{FF2B5EF4-FFF2-40B4-BE49-F238E27FC236}">
                  <a16:creationId xmlns:a16="http://schemas.microsoft.com/office/drawing/2014/main" id="{7D79EF9E-C6EF-420F-B8BF-BDE229A3E1C8}"/>
                </a:ext>
              </a:extLst>
            </p:cNvPr>
            <p:cNvSpPr/>
            <p:nvPr/>
          </p:nvSpPr>
          <p:spPr>
            <a:xfrm>
              <a:off x="12359053" y="89577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3" name="Hexagon 2992">
              <a:extLst>
                <a:ext uri="{FF2B5EF4-FFF2-40B4-BE49-F238E27FC236}">
                  <a16:creationId xmlns:a16="http://schemas.microsoft.com/office/drawing/2014/main" id="{776E9B50-8BE9-47D2-B2C5-51ED5D6CDDDB}"/>
                </a:ext>
              </a:extLst>
            </p:cNvPr>
            <p:cNvSpPr/>
            <p:nvPr/>
          </p:nvSpPr>
          <p:spPr>
            <a:xfrm>
              <a:off x="12362617" y="91333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4" name="Hexagon 2993">
              <a:extLst>
                <a:ext uri="{FF2B5EF4-FFF2-40B4-BE49-F238E27FC236}">
                  <a16:creationId xmlns:a16="http://schemas.microsoft.com/office/drawing/2014/main" id="{56623D94-9048-41E1-8886-9DD543FBDC13}"/>
                </a:ext>
              </a:extLst>
            </p:cNvPr>
            <p:cNvSpPr/>
            <p:nvPr/>
          </p:nvSpPr>
          <p:spPr>
            <a:xfrm>
              <a:off x="12366755" y="93225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5" name="Hexagon 2994">
              <a:extLst>
                <a:ext uri="{FF2B5EF4-FFF2-40B4-BE49-F238E27FC236}">
                  <a16:creationId xmlns:a16="http://schemas.microsoft.com/office/drawing/2014/main" id="{AFC2280F-0E27-4589-B6DE-504989D3F041}"/>
                </a:ext>
              </a:extLst>
            </p:cNvPr>
            <p:cNvSpPr/>
            <p:nvPr/>
          </p:nvSpPr>
          <p:spPr>
            <a:xfrm>
              <a:off x="12119090" y="90436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6" name="Hexagon 2995">
              <a:extLst>
                <a:ext uri="{FF2B5EF4-FFF2-40B4-BE49-F238E27FC236}">
                  <a16:creationId xmlns:a16="http://schemas.microsoft.com/office/drawing/2014/main" id="{B5690215-2B4C-4375-8E7D-3B73496DDED1}"/>
                </a:ext>
              </a:extLst>
            </p:cNvPr>
            <p:cNvSpPr/>
            <p:nvPr/>
          </p:nvSpPr>
          <p:spPr>
            <a:xfrm>
              <a:off x="12121757" y="88614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7" name="Hexagon 2996">
              <a:extLst>
                <a:ext uri="{FF2B5EF4-FFF2-40B4-BE49-F238E27FC236}">
                  <a16:creationId xmlns:a16="http://schemas.microsoft.com/office/drawing/2014/main" id="{1AE359B6-7060-4803-BF59-D13954A72868}"/>
                </a:ext>
              </a:extLst>
            </p:cNvPr>
            <p:cNvSpPr/>
            <p:nvPr/>
          </p:nvSpPr>
          <p:spPr>
            <a:xfrm>
              <a:off x="12355631" y="87677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8" name="Hexagon 2997">
              <a:extLst>
                <a:ext uri="{FF2B5EF4-FFF2-40B4-BE49-F238E27FC236}">
                  <a16:creationId xmlns:a16="http://schemas.microsoft.com/office/drawing/2014/main" id="{AF371875-7C06-4A6F-B041-95D2DE3FE803}"/>
                </a:ext>
              </a:extLst>
            </p:cNvPr>
            <p:cNvSpPr/>
            <p:nvPr/>
          </p:nvSpPr>
          <p:spPr>
            <a:xfrm>
              <a:off x="12595276" y="92229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9" name="Hexagon 2998">
              <a:extLst>
                <a:ext uri="{FF2B5EF4-FFF2-40B4-BE49-F238E27FC236}">
                  <a16:creationId xmlns:a16="http://schemas.microsoft.com/office/drawing/2014/main" id="{83E8F622-3793-4734-815C-FDA4EDBA64BF}"/>
                </a:ext>
              </a:extLst>
            </p:cNvPr>
            <p:cNvSpPr/>
            <p:nvPr/>
          </p:nvSpPr>
          <p:spPr>
            <a:xfrm>
              <a:off x="12598437" y="94155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1" name="Hexagon 2730">
              <a:extLst>
                <a:ext uri="{FF2B5EF4-FFF2-40B4-BE49-F238E27FC236}">
                  <a16:creationId xmlns:a16="http://schemas.microsoft.com/office/drawing/2014/main" id="{6D07B604-89E9-486E-9506-CD2B739EB196}"/>
                </a:ext>
              </a:extLst>
            </p:cNvPr>
            <p:cNvSpPr/>
            <p:nvPr/>
          </p:nvSpPr>
          <p:spPr>
            <a:xfrm>
              <a:off x="4303277" y="7114819"/>
              <a:ext cx="31684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4" name="Hexagon 2623">
              <a:extLst>
                <a:ext uri="{FF2B5EF4-FFF2-40B4-BE49-F238E27FC236}">
                  <a16:creationId xmlns:a16="http://schemas.microsoft.com/office/drawing/2014/main" id="{49F03A93-E467-4E1B-AD12-48AC134A4F3B}"/>
                </a:ext>
              </a:extLst>
            </p:cNvPr>
            <p:cNvSpPr/>
            <p:nvPr/>
          </p:nvSpPr>
          <p:spPr>
            <a:xfrm>
              <a:off x="2409954" y="4725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6" name="Hexagon 2585">
              <a:extLst>
                <a:ext uri="{FF2B5EF4-FFF2-40B4-BE49-F238E27FC236}">
                  <a16:creationId xmlns:a16="http://schemas.microsoft.com/office/drawing/2014/main" id="{AA31D610-4182-4B0C-8EB3-E1939F1A6672}"/>
                </a:ext>
              </a:extLst>
            </p:cNvPr>
            <p:cNvSpPr/>
            <p:nvPr/>
          </p:nvSpPr>
          <p:spPr>
            <a:xfrm>
              <a:off x="3332531" y="195556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8" name="Hexagon 2867">
              <a:extLst>
                <a:ext uri="{FF2B5EF4-FFF2-40B4-BE49-F238E27FC236}">
                  <a16:creationId xmlns:a16="http://schemas.microsoft.com/office/drawing/2014/main" id="{92A790B7-3AA8-4519-A91C-71D3F6BF2F9A}"/>
                </a:ext>
              </a:extLst>
            </p:cNvPr>
            <p:cNvSpPr/>
            <p:nvPr/>
          </p:nvSpPr>
          <p:spPr>
            <a:xfrm>
              <a:off x="10688872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7" name="Hexagon 2816">
              <a:extLst>
                <a:ext uri="{FF2B5EF4-FFF2-40B4-BE49-F238E27FC236}">
                  <a16:creationId xmlns:a16="http://schemas.microsoft.com/office/drawing/2014/main" id="{0DBBA1F3-906C-448F-83E7-2A02271CA9D2}"/>
                </a:ext>
              </a:extLst>
            </p:cNvPr>
            <p:cNvSpPr/>
            <p:nvPr/>
          </p:nvSpPr>
          <p:spPr>
            <a:xfrm>
              <a:off x="9263733" y="7746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5" name="Hexagon 1524">
              <a:extLst>
                <a:ext uri="{FF2B5EF4-FFF2-40B4-BE49-F238E27FC236}">
                  <a16:creationId xmlns:a16="http://schemas.microsoft.com/office/drawing/2014/main" id="{DBE02636-5F4D-4276-A564-5FECF3ADB085}"/>
                </a:ext>
              </a:extLst>
            </p:cNvPr>
            <p:cNvSpPr/>
            <p:nvPr/>
          </p:nvSpPr>
          <p:spPr>
            <a:xfrm>
              <a:off x="5724939" y="8042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1" name="2">
            <a:extLst>
              <a:ext uri="{FF2B5EF4-FFF2-40B4-BE49-F238E27FC236}">
                <a16:creationId xmlns:a16="http://schemas.microsoft.com/office/drawing/2014/main" id="{A7A84757-976F-456C-B803-36D019255D80}"/>
              </a:ext>
            </a:extLst>
          </p:cNvPr>
          <p:cNvGrpSpPr/>
          <p:nvPr/>
        </p:nvGrpSpPr>
        <p:grpSpPr>
          <a:xfrm>
            <a:off x="306140" y="1032190"/>
            <a:ext cx="5950927" cy="8465693"/>
            <a:chOff x="332450" y="2792957"/>
            <a:chExt cx="5950927" cy="8465693"/>
          </a:xfrm>
        </p:grpSpPr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B159AB28-B2B7-4BA5-A3BA-0AE0C7F7FE31}"/>
                </a:ext>
              </a:extLst>
            </p:cNvPr>
            <p:cNvSpPr/>
            <p:nvPr/>
          </p:nvSpPr>
          <p:spPr>
            <a:xfrm>
              <a:off x="1256142" y="11006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2" name="Hexagon 2381">
              <a:extLst>
                <a:ext uri="{FF2B5EF4-FFF2-40B4-BE49-F238E27FC236}">
                  <a16:creationId xmlns:a16="http://schemas.microsoft.com/office/drawing/2014/main" id="{C912F30B-9AF7-429C-8D32-3381E6681565}"/>
                </a:ext>
              </a:extLst>
            </p:cNvPr>
            <p:cNvSpPr/>
            <p:nvPr/>
          </p:nvSpPr>
          <p:spPr>
            <a:xfrm>
              <a:off x="1254098" y="10834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3" name="Hexagon 2382">
              <a:extLst>
                <a:ext uri="{FF2B5EF4-FFF2-40B4-BE49-F238E27FC236}">
                  <a16:creationId xmlns:a16="http://schemas.microsoft.com/office/drawing/2014/main" id="{C3B2B38C-2BB0-4880-A5E8-38538344C91E}"/>
                </a:ext>
              </a:extLst>
            </p:cNvPr>
            <p:cNvSpPr/>
            <p:nvPr/>
          </p:nvSpPr>
          <p:spPr>
            <a:xfrm>
              <a:off x="1260819" y="10659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5" name="Hexagon 2384">
              <a:extLst>
                <a:ext uri="{FF2B5EF4-FFF2-40B4-BE49-F238E27FC236}">
                  <a16:creationId xmlns:a16="http://schemas.microsoft.com/office/drawing/2014/main" id="{DF5864ED-CE79-4317-AFED-A7FAE6EA59A7}"/>
                </a:ext>
              </a:extLst>
            </p:cNvPr>
            <p:cNvSpPr/>
            <p:nvPr/>
          </p:nvSpPr>
          <p:spPr>
            <a:xfrm>
              <a:off x="1494997" y="107446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6" name="Hexagon 2385">
              <a:extLst>
                <a:ext uri="{FF2B5EF4-FFF2-40B4-BE49-F238E27FC236}">
                  <a16:creationId xmlns:a16="http://schemas.microsoft.com/office/drawing/2014/main" id="{08BBBE51-DEB2-4988-B0DB-D2DC66261417}"/>
                </a:ext>
              </a:extLst>
            </p:cNvPr>
            <p:cNvSpPr/>
            <p:nvPr/>
          </p:nvSpPr>
          <p:spPr>
            <a:xfrm>
              <a:off x="1496168" y="105634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7" name="Hexagon 2386">
              <a:extLst>
                <a:ext uri="{FF2B5EF4-FFF2-40B4-BE49-F238E27FC236}">
                  <a16:creationId xmlns:a16="http://schemas.microsoft.com/office/drawing/2014/main" id="{2E230FAC-D4FC-4621-9EE9-736EEC2F6852}"/>
                </a:ext>
              </a:extLst>
            </p:cNvPr>
            <p:cNvSpPr/>
            <p:nvPr/>
          </p:nvSpPr>
          <p:spPr>
            <a:xfrm>
              <a:off x="1491405" y="10379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8" name="Hexagon 2387">
              <a:extLst>
                <a:ext uri="{FF2B5EF4-FFF2-40B4-BE49-F238E27FC236}">
                  <a16:creationId xmlns:a16="http://schemas.microsoft.com/office/drawing/2014/main" id="{B8AC44DF-E9AE-40D8-9001-FAFA297DE6CA}"/>
                </a:ext>
              </a:extLst>
            </p:cNvPr>
            <p:cNvSpPr/>
            <p:nvPr/>
          </p:nvSpPr>
          <p:spPr>
            <a:xfrm>
              <a:off x="1734235" y="108319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9" name="Hexagon 2388">
              <a:extLst>
                <a:ext uri="{FF2B5EF4-FFF2-40B4-BE49-F238E27FC236}">
                  <a16:creationId xmlns:a16="http://schemas.microsoft.com/office/drawing/2014/main" id="{5E140DA1-DB16-4D68-BAC4-F64548AAB90C}"/>
                </a:ext>
              </a:extLst>
            </p:cNvPr>
            <p:cNvSpPr/>
            <p:nvPr/>
          </p:nvSpPr>
          <p:spPr>
            <a:xfrm>
              <a:off x="1731517" y="106501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0" name="Hexagon 2389">
              <a:extLst>
                <a:ext uri="{FF2B5EF4-FFF2-40B4-BE49-F238E27FC236}">
                  <a16:creationId xmlns:a16="http://schemas.microsoft.com/office/drawing/2014/main" id="{FBAD98D5-A8CF-40C6-9406-98213EB2148C}"/>
                </a:ext>
              </a:extLst>
            </p:cNvPr>
            <p:cNvSpPr/>
            <p:nvPr/>
          </p:nvSpPr>
          <p:spPr>
            <a:xfrm>
              <a:off x="1731517" y="10464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1" name="Hexagon 2390">
              <a:extLst>
                <a:ext uri="{FF2B5EF4-FFF2-40B4-BE49-F238E27FC236}">
                  <a16:creationId xmlns:a16="http://schemas.microsoft.com/office/drawing/2014/main" id="{09FD7A1C-71E6-430E-9D6B-596521055B2D}"/>
                </a:ext>
              </a:extLst>
            </p:cNvPr>
            <p:cNvSpPr/>
            <p:nvPr/>
          </p:nvSpPr>
          <p:spPr>
            <a:xfrm>
              <a:off x="1741715" y="1101720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2" name="Hexagon 2391">
              <a:extLst>
                <a:ext uri="{FF2B5EF4-FFF2-40B4-BE49-F238E27FC236}">
                  <a16:creationId xmlns:a16="http://schemas.microsoft.com/office/drawing/2014/main" id="{D6EAA68B-419D-452B-9E2E-14D53D2E9B86}"/>
                </a:ext>
              </a:extLst>
            </p:cNvPr>
            <p:cNvSpPr/>
            <p:nvPr/>
          </p:nvSpPr>
          <p:spPr>
            <a:xfrm>
              <a:off x="1972804" y="109153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3" name="Hexagon 2392">
              <a:extLst>
                <a:ext uri="{FF2B5EF4-FFF2-40B4-BE49-F238E27FC236}">
                  <a16:creationId xmlns:a16="http://schemas.microsoft.com/office/drawing/2014/main" id="{80912DA7-481C-406F-8A72-D6DC92719251}"/>
                </a:ext>
              </a:extLst>
            </p:cNvPr>
            <p:cNvSpPr/>
            <p:nvPr/>
          </p:nvSpPr>
          <p:spPr>
            <a:xfrm>
              <a:off x="1969213" y="10736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4" name="Hexagon 2393">
              <a:extLst>
                <a:ext uri="{FF2B5EF4-FFF2-40B4-BE49-F238E27FC236}">
                  <a16:creationId xmlns:a16="http://schemas.microsoft.com/office/drawing/2014/main" id="{C8271301-4E78-4FBE-BD57-B2AC447794B6}"/>
                </a:ext>
              </a:extLst>
            </p:cNvPr>
            <p:cNvSpPr/>
            <p:nvPr/>
          </p:nvSpPr>
          <p:spPr>
            <a:xfrm>
              <a:off x="1966832" y="105504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5" name="Hexagon 2394">
              <a:extLst>
                <a:ext uri="{FF2B5EF4-FFF2-40B4-BE49-F238E27FC236}">
                  <a16:creationId xmlns:a16="http://schemas.microsoft.com/office/drawing/2014/main" id="{7909AC87-AFF1-40DE-AB41-8C568F529E0F}"/>
                </a:ext>
              </a:extLst>
            </p:cNvPr>
            <p:cNvSpPr/>
            <p:nvPr/>
          </p:nvSpPr>
          <p:spPr>
            <a:xfrm>
              <a:off x="1957834" y="10361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6" name="Hexagon 2395">
              <a:extLst>
                <a:ext uri="{FF2B5EF4-FFF2-40B4-BE49-F238E27FC236}">
                  <a16:creationId xmlns:a16="http://schemas.microsoft.com/office/drawing/2014/main" id="{F667E2E8-A63C-44F5-A1C1-936F82031CEB}"/>
                </a:ext>
              </a:extLst>
            </p:cNvPr>
            <p:cNvSpPr/>
            <p:nvPr/>
          </p:nvSpPr>
          <p:spPr>
            <a:xfrm>
              <a:off x="1955453" y="10175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7" name="Hexagon 2396">
              <a:extLst>
                <a:ext uri="{FF2B5EF4-FFF2-40B4-BE49-F238E27FC236}">
                  <a16:creationId xmlns:a16="http://schemas.microsoft.com/office/drawing/2014/main" id="{D1AD53C1-C257-44E6-B0CF-D3C6E5341CD9}"/>
                </a:ext>
              </a:extLst>
            </p:cNvPr>
            <p:cNvSpPr/>
            <p:nvPr/>
          </p:nvSpPr>
          <p:spPr>
            <a:xfrm>
              <a:off x="2207280" y="10819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8" name="Hexagon 2397">
              <a:extLst>
                <a:ext uri="{FF2B5EF4-FFF2-40B4-BE49-F238E27FC236}">
                  <a16:creationId xmlns:a16="http://schemas.microsoft.com/office/drawing/2014/main" id="{D40A62A7-A3EF-4760-9977-7C64806BF600}"/>
                </a:ext>
              </a:extLst>
            </p:cNvPr>
            <p:cNvSpPr/>
            <p:nvPr/>
          </p:nvSpPr>
          <p:spPr>
            <a:xfrm>
              <a:off x="2204899" y="10635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9" name="Hexagon 2398">
              <a:extLst>
                <a:ext uri="{FF2B5EF4-FFF2-40B4-BE49-F238E27FC236}">
                  <a16:creationId xmlns:a16="http://schemas.microsoft.com/office/drawing/2014/main" id="{D69BFE48-1368-46E2-9E00-60D16E2A730A}"/>
                </a:ext>
              </a:extLst>
            </p:cNvPr>
            <p:cNvSpPr/>
            <p:nvPr/>
          </p:nvSpPr>
          <p:spPr>
            <a:xfrm>
              <a:off x="2195901" y="10444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0" name="Hexagon 2399">
              <a:extLst>
                <a:ext uri="{FF2B5EF4-FFF2-40B4-BE49-F238E27FC236}">
                  <a16:creationId xmlns:a16="http://schemas.microsoft.com/office/drawing/2014/main" id="{0B094759-03ED-4121-8592-E1BCAD31E0E6}"/>
                </a:ext>
              </a:extLst>
            </p:cNvPr>
            <p:cNvSpPr/>
            <p:nvPr/>
          </p:nvSpPr>
          <p:spPr>
            <a:xfrm>
              <a:off x="2193520" y="10258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1" name="Hexagon 2400">
              <a:extLst>
                <a:ext uri="{FF2B5EF4-FFF2-40B4-BE49-F238E27FC236}">
                  <a16:creationId xmlns:a16="http://schemas.microsoft.com/office/drawing/2014/main" id="{22CFC853-4A0C-46EF-8ED6-A23977E88F82}"/>
                </a:ext>
              </a:extLst>
            </p:cNvPr>
            <p:cNvSpPr/>
            <p:nvPr/>
          </p:nvSpPr>
          <p:spPr>
            <a:xfrm>
              <a:off x="2427842" y="101623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5" name="Hexagon 2404">
              <a:extLst>
                <a:ext uri="{FF2B5EF4-FFF2-40B4-BE49-F238E27FC236}">
                  <a16:creationId xmlns:a16="http://schemas.microsoft.com/office/drawing/2014/main" id="{433FD573-BC09-4C4E-90FE-6BAE277D7032}"/>
                </a:ext>
              </a:extLst>
            </p:cNvPr>
            <p:cNvSpPr/>
            <p:nvPr/>
          </p:nvSpPr>
          <p:spPr>
            <a:xfrm>
              <a:off x="2443046" y="10905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6" name="Hexagon 2405">
              <a:extLst>
                <a:ext uri="{FF2B5EF4-FFF2-40B4-BE49-F238E27FC236}">
                  <a16:creationId xmlns:a16="http://schemas.microsoft.com/office/drawing/2014/main" id="{1BD1AA71-6BD8-465D-8F99-8E58C0F4480C}"/>
                </a:ext>
              </a:extLst>
            </p:cNvPr>
            <p:cNvSpPr/>
            <p:nvPr/>
          </p:nvSpPr>
          <p:spPr>
            <a:xfrm>
              <a:off x="2440665" y="107165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7" name="Hexagon 2406">
              <a:extLst>
                <a:ext uri="{FF2B5EF4-FFF2-40B4-BE49-F238E27FC236}">
                  <a16:creationId xmlns:a16="http://schemas.microsoft.com/office/drawing/2014/main" id="{0C91D949-E148-4606-9B2C-DE81EE7F643A}"/>
                </a:ext>
              </a:extLst>
            </p:cNvPr>
            <p:cNvSpPr/>
            <p:nvPr/>
          </p:nvSpPr>
          <p:spPr>
            <a:xfrm>
              <a:off x="2431667" y="105278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D816B4B4-8018-410B-A7BE-838B8C46BB64}"/>
                </a:ext>
              </a:extLst>
            </p:cNvPr>
            <p:cNvSpPr/>
            <p:nvPr/>
          </p:nvSpPr>
          <p:spPr>
            <a:xfrm>
              <a:off x="2671848" y="1061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81B3C73F-2539-4C60-9F59-50304992BD82}"/>
                </a:ext>
              </a:extLst>
            </p:cNvPr>
            <p:cNvSpPr/>
            <p:nvPr/>
          </p:nvSpPr>
          <p:spPr>
            <a:xfrm>
              <a:off x="2670261" y="104350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432C38D6-716C-4DEB-926B-594D1F8FDA47}"/>
                </a:ext>
              </a:extLst>
            </p:cNvPr>
            <p:cNvSpPr/>
            <p:nvPr/>
          </p:nvSpPr>
          <p:spPr>
            <a:xfrm>
              <a:off x="2663644" y="10251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6D90B811-489D-4B6B-A127-C25B19D93B1A}"/>
                </a:ext>
              </a:extLst>
            </p:cNvPr>
            <p:cNvSpPr/>
            <p:nvPr/>
          </p:nvSpPr>
          <p:spPr>
            <a:xfrm>
              <a:off x="2674608" y="109925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2A0D29B0-50F8-4D7C-9DD0-BA6A2FE6864C}"/>
                </a:ext>
              </a:extLst>
            </p:cNvPr>
            <p:cNvSpPr/>
            <p:nvPr/>
          </p:nvSpPr>
          <p:spPr>
            <a:xfrm>
              <a:off x="2911594" y="10899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A959B6D3-5AC4-4BF0-B942-10CF9D6BB42F}"/>
                </a:ext>
              </a:extLst>
            </p:cNvPr>
            <p:cNvSpPr/>
            <p:nvPr/>
          </p:nvSpPr>
          <p:spPr>
            <a:xfrm>
              <a:off x="2907626" y="10710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DB3AC226-0628-437B-A2E9-DB99721762BA}"/>
                </a:ext>
              </a:extLst>
            </p:cNvPr>
            <p:cNvSpPr/>
            <p:nvPr/>
          </p:nvSpPr>
          <p:spPr>
            <a:xfrm>
              <a:off x="2905771" y="10526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49B7C40B-8AF1-4ABF-9676-26569DCFD74C}"/>
                </a:ext>
              </a:extLst>
            </p:cNvPr>
            <p:cNvSpPr/>
            <p:nvPr/>
          </p:nvSpPr>
          <p:spPr>
            <a:xfrm>
              <a:off x="3145547" y="10798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EB97D762-2C81-403F-9D70-2F30D8C34A61}"/>
                </a:ext>
              </a:extLst>
            </p:cNvPr>
            <p:cNvSpPr/>
            <p:nvPr/>
          </p:nvSpPr>
          <p:spPr>
            <a:xfrm>
              <a:off x="3141311" y="106141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728A05C9-CB48-4A6A-93FE-074E641A08FB}"/>
                </a:ext>
              </a:extLst>
            </p:cNvPr>
            <p:cNvSpPr/>
            <p:nvPr/>
          </p:nvSpPr>
          <p:spPr>
            <a:xfrm>
              <a:off x="3385461" y="10892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0CABA060-AE47-42F1-ABE0-11019196B0E8}"/>
                </a:ext>
              </a:extLst>
            </p:cNvPr>
            <p:cNvSpPr/>
            <p:nvPr/>
          </p:nvSpPr>
          <p:spPr>
            <a:xfrm>
              <a:off x="3381493" y="107043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71BD6F40-C07B-490B-8847-08EB0AA037EC}"/>
                </a:ext>
              </a:extLst>
            </p:cNvPr>
            <p:cNvSpPr/>
            <p:nvPr/>
          </p:nvSpPr>
          <p:spPr>
            <a:xfrm>
              <a:off x="3379638" y="105204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99712691-88C9-495D-8BC6-5BE504961457}"/>
                </a:ext>
              </a:extLst>
            </p:cNvPr>
            <p:cNvSpPr/>
            <p:nvPr/>
          </p:nvSpPr>
          <p:spPr>
            <a:xfrm>
              <a:off x="3621098" y="10984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A4861EBB-A1B5-4C67-95C0-C2D8AF0CA717}"/>
                </a:ext>
              </a:extLst>
            </p:cNvPr>
            <p:cNvSpPr/>
            <p:nvPr/>
          </p:nvSpPr>
          <p:spPr>
            <a:xfrm>
              <a:off x="3621892" y="10796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F7B970DC-EDC2-46B3-AD52-D65981E4AD2D}"/>
                </a:ext>
              </a:extLst>
            </p:cNvPr>
            <p:cNvSpPr/>
            <p:nvPr/>
          </p:nvSpPr>
          <p:spPr>
            <a:xfrm>
              <a:off x="3617917" y="104224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3" name="Hexagon 2422">
              <a:extLst>
                <a:ext uri="{FF2B5EF4-FFF2-40B4-BE49-F238E27FC236}">
                  <a16:creationId xmlns:a16="http://schemas.microsoft.com/office/drawing/2014/main" id="{E7D24E37-4B67-4327-891E-29B27FC5EDA5}"/>
                </a:ext>
              </a:extLst>
            </p:cNvPr>
            <p:cNvSpPr/>
            <p:nvPr/>
          </p:nvSpPr>
          <p:spPr>
            <a:xfrm>
              <a:off x="3853554" y="105121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E46DA1C2-EA68-47B6-A234-C2908E052FE7}"/>
                </a:ext>
              </a:extLst>
            </p:cNvPr>
            <p:cNvSpPr/>
            <p:nvPr/>
          </p:nvSpPr>
          <p:spPr>
            <a:xfrm>
              <a:off x="3854386" y="1070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AC091E83-4D8D-4DE2-9445-BC3A5166D84F}"/>
                </a:ext>
              </a:extLst>
            </p:cNvPr>
            <p:cNvSpPr/>
            <p:nvPr/>
          </p:nvSpPr>
          <p:spPr>
            <a:xfrm>
              <a:off x="4090464" y="107989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72EDEE35-B052-4201-BBA0-E240F808EE11}"/>
                </a:ext>
              </a:extLst>
            </p:cNvPr>
            <p:cNvSpPr/>
            <p:nvPr/>
          </p:nvSpPr>
          <p:spPr>
            <a:xfrm>
              <a:off x="4090464" y="10615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DCD7E81E-7B48-4EF0-9D57-36D6FE954144}"/>
                </a:ext>
              </a:extLst>
            </p:cNvPr>
            <p:cNvSpPr/>
            <p:nvPr/>
          </p:nvSpPr>
          <p:spPr>
            <a:xfrm>
              <a:off x="4095752" y="10424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656A5987-A8F3-496C-9E3D-DCB17D72334E}"/>
                </a:ext>
              </a:extLst>
            </p:cNvPr>
            <p:cNvSpPr/>
            <p:nvPr/>
          </p:nvSpPr>
          <p:spPr>
            <a:xfrm>
              <a:off x="4088608" y="10240383"/>
              <a:ext cx="3119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78231605-BA51-4BE9-9978-22D5FF19D767}"/>
                </a:ext>
              </a:extLst>
            </p:cNvPr>
            <p:cNvSpPr/>
            <p:nvPr/>
          </p:nvSpPr>
          <p:spPr>
            <a:xfrm>
              <a:off x="4328011" y="10896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44FF8DB9-D31B-4C6E-98C8-289E28986AEC}"/>
                </a:ext>
              </a:extLst>
            </p:cNvPr>
            <p:cNvSpPr/>
            <p:nvPr/>
          </p:nvSpPr>
          <p:spPr>
            <a:xfrm>
              <a:off x="4326156" y="10524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F278BCFF-4E7A-463F-89B1-8A8C8B0E1A21}"/>
                </a:ext>
              </a:extLst>
            </p:cNvPr>
            <p:cNvSpPr/>
            <p:nvPr/>
          </p:nvSpPr>
          <p:spPr>
            <a:xfrm>
              <a:off x="4565636" y="107982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56643F22-2432-4A5A-A252-ED7170B77F9F}"/>
                </a:ext>
              </a:extLst>
            </p:cNvPr>
            <p:cNvSpPr/>
            <p:nvPr/>
          </p:nvSpPr>
          <p:spPr>
            <a:xfrm>
              <a:off x="4561400" y="106191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7413003F-0421-467B-A5BE-FDC46A7CCC89}"/>
                </a:ext>
              </a:extLst>
            </p:cNvPr>
            <p:cNvSpPr/>
            <p:nvPr/>
          </p:nvSpPr>
          <p:spPr>
            <a:xfrm>
              <a:off x="4799780" y="10707949"/>
              <a:ext cx="3114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931EDDD3-F154-4270-B37B-122995C7E2B1}"/>
                </a:ext>
              </a:extLst>
            </p:cNvPr>
            <p:cNvSpPr/>
            <p:nvPr/>
          </p:nvSpPr>
          <p:spPr>
            <a:xfrm>
              <a:off x="5044279" y="109863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0D4C48D-D127-41C5-9471-94298C03B611}"/>
                </a:ext>
              </a:extLst>
            </p:cNvPr>
            <p:cNvSpPr/>
            <p:nvPr/>
          </p:nvSpPr>
          <p:spPr>
            <a:xfrm>
              <a:off x="5040043" y="108048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BA69DFCA-AF88-46D2-BB38-D5259BA891A8}"/>
                </a:ext>
              </a:extLst>
            </p:cNvPr>
            <p:cNvSpPr/>
            <p:nvPr/>
          </p:nvSpPr>
          <p:spPr>
            <a:xfrm>
              <a:off x="5280876" y="110757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8" name="Hexagon 2437">
              <a:extLst>
                <a:ext uri="{FF2B5EF4-FFF2-40B4-BE49-F238E27FC236}">
                  <a16:creationId xmlns:a16="http://schemas.microsoft.com/office/drawing/2014/main" id="{3F68B65A-ABC5-4A95-B2EE-ABEC3DB01D73}"/>
                </a:ext>
              </a:extLst>
            </p:cNvPr>
            <p:cNvSpPr/>
            <p:nvPr/>
          </p:nvSpPr>
          <p:spPr>
            <a:xfrm>
              <a:off x="5275249" y="107075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9" name="Hexagon 2438">
              <a:extLst>
                <a:ext uri="{FF2B5EF4-FFF2-40B4-BE49-F238E27FC236}">
                  <a16:creationId xmlns:a16="http://schemas.microsoft.com/office/drawing/2014/main" id="{19B31F05-2629-4AB6-B901-7CE0227D1750}"/>
                </a:ext>
              </a:extLst>
            </p:cNvPr>
            <p:cNvSpPr/>
            <p:nvPr/>
          </p:nvSpPr>
          <p:spPr>
            <a:xfrm>
              <a:off x="5515085" y="109795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B7A4AFA9-E175-47E2-A692-B45CD9F86BB0}"/>
                </a:ext>
              </a:extLst>
            </p:cNvPr>
            <p:cNvSpPr/>
            <p:nvPr/>
          </p:nvSpPr>
          <p:spPr>
            <a:xfrm>
              <a:off x="5513230" y="107980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BF3EFDF-BAB4-4812-B408-3FFB067482D5}"/>
                </a:ext>
              </a:extLst>
            </p:cNvPr>
            <p:cNvSpPr/>
            <p:nvPr/>
          </p:nvSpPr>
          <p:spPr>
            <a:xfrm>
              <a:off x="5749797" y="108897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A10B4945-1EA0-4742-B1D5-DE56C79F2654}"/>
                </a:ext>
              </a:extLst>
            </p:cNvPr>
            <p:cNvSpPr/>
            <p:nvPr/>
          </p:nvSpPr>
          <p:spPr>
            <a:xfrm>
              <a:off x="5981625" y="10795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4" name="Hexagon 2443">
              <a:extLst>
                <a:ext uri="{FF2B5EF4-FFF2-40B4-BE49-F238E27FC236}">
                  <a16:creationId xmlns:a16="http://schemas.microsoft.com/office/drawing/2014/main" id="{6D3853A5-9F6C-425F-A3EF-54AB98E9073E}"/>
                </a:ext>
              </a:extLst>
            </p:cNvPr>
            <p:cNvSpPr/>
            <p:nvPr/>
          </p:nvSpPr>
          <p:spPr>
            <a:xfrm>
              <a:off x="1251278" y="10287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7709E728-03D6-412C-9483-D15A8DBFE8BF}"/>
                </a:ext>
              </a:extLst>
            </p:cNvPr>
            <p:cNvSpPr/>
            <p:nvPr/>
          </p:nvSpPr>
          <p:spPr>
            <a:xfrm>
              <a:off x="1489009" y="1018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191EF683-C781-4E1F-B951-3E9CBA964470}"/>
                </a:ext>
              </a:extLst>
            </p:cNvPr>
            <p:cNvSpPr/>
            <p:nvPr/>
          </p:nvSpPr>
          <p:spPr>
            <a:xfrm>
              <a:off x="1724851" y="100882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7" name="Hexagon 2446">
              <a:extLst>
                <a:ext uri="{FF2B5EF4-FFF2-40B4-BE49-F238E27FC236}">
                  <a16:creationId xmlns:a16="http://schemas.microsoft.com/office/drawing/2014/main" id="{ABD55B7A-0765-4458-AEF8-28CDBA76A7ED}"/>
                </a:ext>
              </a:extLst>
            </p:cNvPr>
            <p:cNvSpPr/>
            <p:nvPr/>
          </p:nvSpPr>
          <p:spPr>
            <a:xfrm>
              <a:off x="1254536" y="100965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8" name="Hexagon 2447">
              <a:extLst>
                <a:ext uri="{FF2B5EF4-FFF2-40B4-BE49-F238E27FC236}">
                  <a16:creationId xmlns:a16="http://schemas.microsoft.com/office/drawing/2014/main" id="{33C8CE40-7E4D-42CD-ACA4-FAF13CE3EC5C}"/>
                </a:ext>
              </a:extLst>
            </p:cNvPr>
            <p:cNvSpPr/>
            <p:nvPr/>
          </p:nvSpPr>
          <p:spPr>
            <a:xfrm>
              <a:off x="1492267" y="99976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9" name="Hexagon 2448">
              <a:extLst>
                <a:ext uri="{FF2B5EF4-FFF2-40B4-BE49-F238E27FC236}">
                  <a16:creationId xmlns:a16="http://schemas.microsoft.com/office/drawing/2014/main" id="{90F8B37F-C5B5-4543-B500-D8E21BFE5FBD}"/>
                </a:ext>
              </a:extLst>
            </p:cNvPr>
            <p:cNvSpPr/>
            <p:nvPr/>
          </p:nvSpPr>
          <p:spPr>
            <a:xfrm>
              <a:off x="1723346" y="9904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0" name="Hexagon 2449">
              <a:extLst>
                <a:ext uri="{FF2B5EF4-FFF2-40B4-BE49-F238E27FC236}">
                  <a16:creationId xmlns:a16="http://schemas.microsoft.com/office/drawing/2014/main" id="{DB19E115-9D89-4E50-A829-3DC4AA2EBCD0}"/>
                </a:ext>
              </a:extLst>
            </p:cNvPr>
            <p:cNvSpPr/>
            <p:nvPr/>
          </p:nvSpPr>
          <p:spPr>
            <a:xfrm>
              <a:off x="1256041" y="9907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51" name="Hexagon 2450">
              <a:extLst>
                <a:ext uri="{FF2B5EF4-FFF2-40B4-BE49-F238E27FC236}">
                  <a16:creationId xmlns:a16="http://schemas.microsoft.com/office/drawing/2014/main" id="{B8B22610-2DAE-4025-8A41-ECE1CE9F8C7C}"/>
                </a:ext>
              </a:extLst>
            </p:cNvPr>
            <p:cNvSpPr/>
            <p:nvPr/>
          </p:nvSpPr>
          <p:spPr>
            <a:xfrm>
              <a:off x="1493772" y="9808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2" name="Hexagon 2451">
              <a:extLst>
                <a:ext uri="{FF2B5EF4-FFF2-40B4-BE49-F238E27FC236}">
                  <a16:creationId xmlns:a16="http://schemas.microsoft.com/office/drawing/2014/main" id="{94B4B664-C8F4-46ED-A749-DCA2559D4420}"/>
                </a:ext>
              </a:extLst>
            </p:cNvPr>
            <p:cNvSpPr/>
            <p:nvPr/>
          </p:nvSpPr>
          <p:spPr>
            <a:xfrm>
              <a:off x="1724851" y="97175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3" name="Hexagon 2452">
              <a:extLst>
                <a:ext uri="{FF2B5EF4-FFF2-40B4-BE49-F238E27FC236}">
                  <a16:creationId xmlns:a16="http://schemas.microsoft.com/office/drawing/2014/main" id="{97DA42B5-3524-4CB8-A580-1205D1975957}"/>
                </a:ext>
              </a:extLst>
            </p:cNvPr>
            <p:cNvSpPr/>
            <p:nvPr/>
          </p:nvSpPr>
          <p:spPr>
            <a:xfrm>
              <a:off x="1499092" y="9621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4" name="Hexagon 2453">
              <a:extLst>
                <a:ext uri="{FF2B5EF4-FFF2-40B4-BE49-F238E27FC236}">
                  <a16:creationId xmlns:a16="http://schemas.microsoft.com/office/drawing/2014/main" id="{412EE0B1-4434-4065-827A-CDE65B857E69}"/>
                </a:ext>
              </a:extLst>
            </p:cNvPr>
            <p:cNvSpPr/>
            <p:nvPr/>
          </p:nvSpPr>
          <p:spPr>
            <a:xfrm>
              <a:off x="1730171" y="9535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5" name="Hexagon 2454">
              <a:extLst>
                <a:ext uri="{FF2B5EF4-FFF2-40B4-BE49-F238E27FC236}">
                  <a16:creationId xmlns:a16="http://schemas.microsoft.com/office/drawing/2014/main" id="{0D9C5F9E-15DE-428E-BFDA-8D3BB23560C3}"/>
                </a:ext>
              </a:extLst>
            </p:cNvPr>
            <p:cNvSpPr/>
            <p:nvPr/>
          </p:nvSpPr>
          <p:spPr>
            <a:xfrm>
              <a:off x="1732162" y="9350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6" name="Hexagon 2455">
              <a:extLst>
                <a:ext uri="{FF2B5EF4-FFF2-40B4-BE49-F238E27FC236}">
                  <a16:creationId xmlns:a16="http://schemas.microsoft.com/office/drawing/2014/main" id="{9B4B6070-7E36-455D-A8CE-3D7BE7A4708C}"/>
                </a:ext>
              </a:extLst>
            </p:cNvPr>
            <p:cNvSpPr/>
            <p:nvPr/>
          </p:nvSpPr>
          <p:spPr>
            <a:xfrm>
              <a:off x="1963241" y="9256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7" name="Hexagon 2456">
              <a:extLst>
                <a:ext uri="{FF2B5EF4-FFF2-40B4-BE49-F238E27FC236}">
                  <a16:creationId xmlns:a16="http://schemas.microsoft.com/office/drawing/2014/main" id="{D334D0D9-0E4B-44F8-BC7F-410EE8F7E121}"/>
                </a:ext>
              </a:extLst>
            </p:cNvPr>
            <p:cNvSpPr/>
            <p:nvPr/>
          </p:nvSpPr>
          <p:spPr>
            <a:xfrm>
              <a:off x="1966453" y="90716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8" name="Hexagon 2457">
              <a:extLst>
                <a:ext uri="{FF2B5EF4-FFF2-40B4-BE49-F238E27FC236}">
                  <a16:creationId xmlns:a16="http://schemas.microsoft.com/office/drawing/2014/main" id="{D50AE7F8-8A98-4DD0-A7FF-C8226A5D4D4D}"/>
                </a:ext>
              </a:extLst>
            </p:cNvPr>
            <p:cNvSpPr/>
            <p:nvPr/>
          </p:nvSpPr>
          <p:spPr>
            <a:xfrm>
              <a:off x="1967011" y="8882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9" name="Hexagon 2458">
              <a:extLst>
                <a:ext uri="{FF2B5EF4-FFF2-40B4-BE49-F238E27FC236}">
                  <a16:creationId xmlns:a16="http://schemas.microsoft.com/office/drawing/2014/main" id="{E2EC8217-56F4-4CDD-A85C-A221C093E59E}"/>
                </a:ext>
              </a:extLst>
            </p:cNvPr>
            <p:cNvSpPr/>
            <p:nvPr/>
          </p:nvSpPr>
          <p:spPr>
            <a:xfrm>
              <a:off x="1966621" y="8694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0" name="Hexagon 2459">
              <a:extLst>
                <a:ext uri="{FF2B5EF4-FFF2-40B4-BE49-F238E27FC236}">
                  <a16:creationId xmlns:a16="http://schemas.microsoft.com/office/drawing/2014/main" id="{C1DA8E6E-F12C-4189-8420-826CCFBDDAE7}"/>
                </a:ext>
              </a:extLst>
            </p:cNvPr>
            <p:cNvSpPr/>
            <p:nvPr/>
          </p:nvSpPr>
          <p:spPr>
            <a:xfrm>
              <a:off x="1736002" y="87846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1" name="Hexagon 2460">
              <a:extLst>
                <a:ext uri="{FF2B5EF4-FFF2-40B4-BE49-F238E27FC236}">
                  <a16:creationId xmlns:a16="http://schemas.microsoft.com/office/drawing/2014/main" id="{0DA2B5C0-1F26-4691-B563-0D921888ACB0}"/>
                </a:ext>
              </a:extLst>
            </p:cNvPr>
            <p:cNvSpPr/>
            <p:nvPr/>
          </p:nvSpPr>
          <p:spPr>
            <a:xfrm>
              <a:off x="1735612" y="85944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2" name="Hexagon 2461">
              <a:extLst>
                <a:ext uri="{FF2B5EF4-FFF2-40B4-BE49-F238E27FC236}">
                  <a16:creationId xmlns:a16="http://schemas.microsoft.com/office/drawing/2014/main" id="{6800753A-FFD8-4EE1-9FD5-B154047F7BB8}"/>
                </a:ext>
              </a:extLst>
            </p:cNvPr>
            <p:cNvSpPr/>
            <p:nvPr/>
          </p:nvSpPr>
          <p:spPr>
            <a:xfrm>
              <a:off x="1501547" y="8693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3" name="Hexagon 2462">
              <a:extLst>
                <a:ext uri="{FF2B5EF4-FFF2-40B4-BE49-F238E27FC236}">
                  <a16:creationId xmlns:a16="http://schemas.microsoft.com/office/drawing/2014/main" id="{C870BB78-A221-4D66-9179-D57666740F6B}"/>
                </a:ext>
              </a:extLst>
            </p:cNvPr>
            <p:cNvSpPr/>
            <p:nvPr/>
          </p:nvSpPr>
          <p:spPr>
            <a:xfrm>
              <a:off x="1499997" y="85110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4" name="Hexagon 2463">
              <a:extLst>
                <a:ext uri="{FF2B5EF4-FFF2-40B4-BE49-F238E27FC236}">
                  <a16:creationId xmlns:a16="http://schemas.microsoft.com/office/drawing/2014/main" id="{1A7017A0-B6B1-4411-899F-446A4962C20D}"/>
                </a:ext>
              </a:extLst>
            </p:cNvPr>
            <p:cNvSpPr/>
            <p:nvPr/>
          </p:nvSpPr>
          <p:spPr>
            <a:xfrm>
              <a:off x="1498174" y="8326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6" name="Hexagon 2465">
              <a:extLst>
                <a:ext uri="{FF2B5EF4-FFF2-40B4-BE49-F238E27FC236}">
                  <a16:creationId xmlns:a16="http://schemas.microsoft.com/office/drawing/2014/main" id="{7A5FDE99-47A8-4B2C-88D2-D890DE0F7DF7}"/>
                </a:ext>
              </a:extLst>
            </p:cNvPr>
            <p:cNvSpPr/>
            <p:nvPr/>
          </p:nvSpPr>
          <p:spPr>
            <a:xfrm>
              <a:off x="1010661" y="8132591"/>
              <a:ext cx="33485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7" name="Hexagon 2466">
              <a:extLst>
                <a:ext uri="{FF2B5EF4-FFF2-40B4-BE49-F238E27FC236}">
                  <a16:creationId xmlns:a16="http://schemas.microsoft.com/office/drawing/2014/main" id="{CDCF9E7F-A17E-4F4F-A9C4-B1A0F4BECED0}"/>
                </a:ext>
              </a:extLst>
            </p:cNvPr>
            <p:cNvSpPr/>
            <p:nvPr/>
          </p:nvSpPr>
          <p:spPr>
            <a:xfrm>
              <a:off x="1265668" y="80422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8" name="Hexagon 2467">
              <a:extLst>
                <a:ext uri="{FF2B5EF4-FFF2-40B4-BE49-F238E27FC236}">
                  <a16:creationId xmlns:a16="http://schemas.microsoft.com/office/drawing/2014/main" id="{FB1474EB-AD86-4B29-8494-144E82218316}"/>
                </a:ext>
              </a:extLst>
            </p:cNvPr>
            <p:cNvSpPr/>
            <p:nvPr/>
          </p:nvSpPr>
          <p:spPr>
            <a:xfrm>
              <a:off x="574323" y="79483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9" name="Hexagon 2468">
              <a:extLst>
                <a:ext uri="{FF2B5EF4-FFF2-40B4-BE49-F238E27FC236}">
                  <a16:creationId xmlns:a16="http://schemas.microsoft.com/office/drawing/2014/main" id="{6102D94A-AA91-47C1-8046-92F2947D9AE5}"/>
                </a:ext>
              </a:extLst>
            </p:cNvPr>
            <p:cNvSpPr/>
            <p:nvPr/>
          </p:nvSpPr>
          <p:spPr>
            <a:xfrm>
              <a:off x="803548" y="78557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0" name="Hexagon 2469">
              <a:extLst>
                <a:ext uri="{FF2B5EF4-FFF2-40B4-BE49-F238E27FC236}">
                  <a16:creationId xmlns:a16="http://schemas.microsoft.com/office/drawing/2014/main" id="{184E7D41-5876-4E4B-B797-2EB9C5765AC1}"/>
                </a:ext>
              </a:extLst>
            </p:cNvPr>
            <p:cNvSpPr/>
            <p:nvPr/>
          </p:nvSpPr>
          <p:spPr>
            <a:xfrm>
              <a:off x="1037954" y="77610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1" name="Hexagon 2470">
              <a:extLst>
                <a:ext uri="{FF2B5EF4-FFF2-40B4-BE49-F238E27FC236}">
                  <a16:creationId xmlns:a16="http://schemas.microsoft.com/office/drawing/2014/main" id="{799ECC30-253A-47C5-9B6E-26E283F29370}"/>
                </a:ext>
              </a:extLst>
            </p:cNvPr>
            <p:cNvSpPr/>
            <p:nvPr/>
          </p:nvSpPr>
          <p:spPr>
            <a:xfrm>
              <a:off x="802030" y="76670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2" name="Hexagon 2471">
              <a:extLst>
                <a:ext uri="{FF2B5EF4-FFF2-40B4-BE49-F238E27FC236}">
                  <a16:creationId xmlns:a16="http://schemas.microsoft.com/office/drawing/2014/main" id="{6C9454D0-96B6-49F2-8D43-C568559EC211}"/>
                </a:ext>
              </a:extLst>
            </p:cNvPr>
            <p:cNvSpPr/>
            <p:nvPr/>
          </p:nvSpPr>
          <p:spPr>
            <a:xfrm>
              <a:off x="1038047" y="75737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3" name="Hexagon 2472">
              <a:extLst>
                <a:ext uri="{FF2B5EF4-FFF2-40B4-BE49-F238E27FC236}">
                  <a16:creationId xmlns:a16="http://schemas.microsoft.com/office/drawing/2014/main" id="{D5212B1F-8B4D-4DEA-AA8F-E1AC6A3B62FC}"/>
                </a:ext>
              </a:extLst>
            </p:cNvPr>
            <p:cNvSpPr/>
            <p:nvPr/>
          </p:nvSpPr>
          <p:spPr>
            <a:xfrm>
              <a:off x="802123" y="74798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4" name="Hexagon 2473">
              <a:extLst>
                <a:ext uri="{FF2B5EF4-FFF2-40B4-BE49-F238E27FC236}">
                  <a16:creationId xmlns:a16="http://schemas.microsoft.com/office/drawing/2014/main" id="{91FF5E08-9261-493C-A6AD-EC4AE64DAD1A}"/>
                </a:ext>
              </a:extLst>
            </p:cNvPr>
            <p:cNvSpPr/>
            <p:nvPr/>
          </p:nvSpPr>
          <p:spPr>
            <a:xfrm>
              <a:off x="568958" y="73901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5" name="Hexagon 2474">
              <a:extLst>
                <a:ext uri="{FF2B5EF4-FFF2-40B4-BE49-F238E27FC236}">
                  <a16:creationId xmlns:a16="http://schemas.microsoft.com/office/drawing/2014/main" id="{BFCB6678-37A7-40E8-82C8-606316BD0DD8}"/>
                </a:ext>
              </a:extLst>
            </p:cNvPr>
            <p:cNvSpPr/>
            <p:nvPr/>
          </p:nvSpPr>
          <p:spPr>
            <a:xfrm>
              <a:off x="335415" y="73009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8" name="Hexagon 2477">
              <a:extLst>
                <a:ext uri="{FF2B5EF4-FFF2-40B4-BE49-F238E27FC236}">
                  <a16:creationId xmlns:a16="http://schemas.microsoft.com/office/drawing/2014/main" id="{33F9A900-2688-4362-9ADF-4C22ED1A7091}"/>
                </a:ext>
              </a:extLst>
            </p:cNvPr>
            <p:cNvSpPr/>
            <p:nvPr/>
          </p:nvSpPr>
          <p:spPr>
            <a:xfrm>
              <a:off x="332450" y="71184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9" name="Hexagon 2478">
              <a:extLst>
                <a:ext uri="{FF2B5EF4-FFF2-40B4-BE49-F238E27FC236}">
                  <a16:creationId xmlns:a16="http://schemas.microsoft.com/office/drawing/2014/main" id="{CD159093-F107-4936-85AF-B3E42AB555D8}"/>
                </a:ext>
              </a:extLst>
            </p:cNvPr>
            <p:cNvSpPr/>
            <p:nvPr/>
          </p:nvSpPr>
          <p:spPr>
            <a:xfrm>
              <a:off x="564551" y="7018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80" name="Hexagon 2479">
              <a:extLst>
                <a:ext uri="{FF2B5EF4-FFF2-40B4-BE49-F238E27FC236}">
                  <a16:creationId xmlns:a16="http://schemas.microsoft.com/office/drawing/2014/main" id="{1D21639E-7EC6-4521-899E-74876A0ABFB0}"/>
                </a:ext>
              </a:extLst>
            </p:cNvPr>
            <p:cNvSpPr/>
            <p:nvPr/>
          </p:nvSpPr>
          <p:spPr>
            <a:xfrm>
              <a:off x="567025" y="6834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1" name="Hexagon 2480">
              <a:extLst>
                <a:ext uri="{FF2B5EF4-FFF2-40B4-BE49-F238E27FC236}">
                  <a16:creationId xmlns:a16="http://schemas.microsoft.com/office/drawing/2014/main" id="{1E08253E-3ACD-4BE4-8A68-9FD80A50FFCD}"/>
                </a:ext>
              </a:extLst>
            </p:cNvPr>
            <p:cNvSpPr/>
            <p:nvPr/>
          </p:nvSpPr>
          <p:spPr>
            <a:xfrm>
              <a:off x="801474" y="72981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2" name="Hexagon 2481">
              <a:extLst>
                <a:ext uri="{FF2B5EF4-FFF2-40B4-BE49-F238E27FC236}">
                  <a16:creationId xmlns:a16="http://schemas.microsoft.com/office/drawing/2014/main" id="{2C4D4661-8254-47C7-9111-34C4B28599F6}"/>
                </a:ext>
              </a:extLst>
            </p:cNvPr>
            <p:cNvSpPr/>
            <p:nvPr/>
          </p:nvSpPr>
          <p:spPr>
            <a:xfrm>
              <a:off x="799956" y="71094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3" name="Hexagon 2482">
              <a:extLst>
                <a:ext uri="{FF2B5EF4-FFF2-40B4-BE49-F238E27FC236}">
                  <a16:creationId xmlns:a16="http://schemas.microsoft.com/office/drawing/2014/main" id="{E3AFF90C-4C98-4E0B-9E99-864D734CECBD}"/>
                </a:ext>
              </a:extLst>
            </p:cNvPr>
            <p:cNvSpPr/>
            <p:nvPr/>
          </p:nvSpPr>
          <p:spPr>
            <a:xfrm>
              <a:off x="800049" y="69222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4" name="Hexagon 2483">
              <a:extLst>
                <a:ext uri="{FF2B5EF4-FFF2-40B4-BE49-F238E27FC236}">
                  <a16:creationId xmlns:a16="http://schemas.microsoft.com/office/drawing/2014/main" id="{DA8A2B3D-3DD6-4703-A7B5-60878A6049FE}"/>
                </a:ext>
              </a:extLst>
            </p:cNvPr>
            <p:cNvSpPr/>
            <p:nvPr/>
          </p:nvSpPr>
          <p:spPr>
            <a:xfrm>
              <a:off x="797947" y="6739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5" name="Hexagon 2484">
              <a:extLst>
                <a:ext uri="{FF2B5EF4-FFF2-40B4-BE49-F238E27FC236}">
                  <a16:creationId xmlns:a16="http://schemas.microsoft.com/office/drawing/2014/main" id="{98A43077-3977-4EA1-9574-7F9F4097A5EF}"/>
                </a:ext>
              </a:extLst>
            </p:cNvPr>
            <p:cNvSpPr/>
            <p:nvPr/>
          </p:nvSpPr>
          <p:spPr>
            <a:xfrm>
              <a:off x="1035874" y="73867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6" name="Hexagon 2485">
              <a:extLst>
                <a:ext uri="{FF2B5EF4-FFF2-40B4-BE49-F238E27FC236}">
                  <a16:creationId xmlns:a16="http://schemas.microsoft.com/office/drawing/2014/main" id="{2CE29FBE-3A38-4AB4-9C3F-611F594D7323}"/>
                </a:ext>
              </a:extLst>
            </p:cNvPr>
            <p:cNvSpPr/>
            <p:nvPr/>
          </p:nvSpPr>
          <p:spPr>
            <a:xfrm>
              <a:off x="1030463" y="72051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7" name="Hexagon 2486">
              <a:extLst>
                <a:ext uri="{FF2B5EF4-FFF2-40B4-BE49-F238E27FC236}">
                  <a16:creationId xmlns:a16="http://schemas.microsoft.com/office/drawing/2014/main" id="{B162380B-EEF7-441B-BBE7-F12C50EDB175}"/>
                </a:ext>
              </a:extLst>
            </p:cNvPr>
            <p:cNvSpPr/>
            <p:nvPr/>
          </p:nvSpPr>
          <p:spPr>
            <a:xfrm>
              <a:off x="1028945" y="70164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8" name="Hexagon 2487">
              <a:extLst>
                <a:ext uri="{FF2B5EF4-FFF2-40B4-BE49-F238E27FC236}">
                  <a16:creationId xmlns:a16="http://schemas.microsoft.com/office/drawing/2014/main" id="{62BECC6C-BE7D-455B-AE21-C569ACE90B20}"/>
                </a:ext>
              </a:extLst>
            </p:cNvPr>
            <p:cNvSpPr/>
            <p:nvPr/>
          </p:nvSpPr>
          <p:spPr>
            <a:xfrm>
              <a:off x="1029038" y="68292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9" name="Hexagon 2488">
              <a:extLst>
                <a:ext uri="{FF2B5EF4-FFF2-40B4-BE49-F238E27FC236}">
                  <a16:creationId xmlns:a16="http://schemas.microsoft.com/office/drawing/2014/main" id="{A203371D-6006-4BF0-A540-6FBA05A9E88D}"/>
                </a:ext>
              </a:extLst>
            </p:cNvPr>
            <p:cNvSpPr/>
            <p:nvPr/>
          </p:nvSpPr>
          <p:spPr>
            <a:xfrm>
              <a:off x="1026936" y="66469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0" name="Hexagon 2489">
              <a:extLst>
                <a:ext uri="{FF2B5EF4-FFF2-40B4-BE49-F238E27FC236}">
                  <a16:creationId xmlns:a16="http://schemas.microsoft.com/office/drawing/2014/main" id="{900A8878-DAA4-4E38-BA75-F22D959A26BA}"/>
                </a:ext>
              </a:extLst>
            </p:cNvPr>
            <p:cNvSpPr/>
            <p:nvPr/>
          </p:nvSpPr>
          <p:spPr>
            <a:xfrm>
              <a:off x="1024668" y="64686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1" name="Hexagon 2490">
              <a:extLst>
                <a:ext uri="{FF2B5EF4-FFF2-40B4-BE49-F238E27FC236}">
                  <a16:creationId xmlns:a16="http://schemas.microsoft.com/office/drawing/2014/main" id="{01607038-B23A-4316-9E97-DCDEDEFB0E9B}"/>
                </a:ext>
              </a:extLst>
            </p:cNvPr>
            <p:cNvSpPr/>
            <p:nvPr/>
          </p:nvSpPr>
          <p:spPr>
            <a:xfrm>
              <a:off x="1265090" y="67391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2" name="Hexagon 2491">
              <a:extLst>
                <a:ext uri="{FF2B5EF4-FFF2-40B4-BE49-F238E27FC236}">
                  <a16:creationId xmlns:a16="http://schemas.microsoft.com/office/drawing/2014/main" id="{E02627A0-3814-45B7-9B1C-94C9E388E628}"/>
                </a:ext>
              </a:extLst>
            </p:cNvPr>
            <p:cNvSpPr/>
            <p:nvPr/>
          </p:nvSpPr>
          <p:spPr>
            <a:xfrm>
              <a:off x="1262988" y="6556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3" name="Hexagon 2492">
              <a:extLst>
                <a:ext uri="{FF2B5EF4-FFF2-40B4-BE49-F238E27FC236}">
                  <a16:creationId xmlns:a16="http://schemas.microsoft.com/office/drawing/2014/main" id="{C32A1D5E-A493-4E01-B68F-B827F4533C65}"/>
                </a:ext>
              </a:extLst>
            </p:cNvPr>
            <p:cNvSpPr/>
            <p:nvPr/>
          </p:nvSpPr>
          <p:spPr>
            <a:xfrm>
              <a:off x="1260720" y="6378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4" name="Hexagon 2493">
              <a:extLst>
                <a:ext uri="{FF2B5EF4-FFF2-40B4-BE49-F238E27FC236}">
                  <a16:creationId xmlns:a16="http://schemas.microsoft.com/office/drawing/2014/main" id="{05981C5F-7244-4C68-B661-14943E003084}"/>
                </a:ext>
              </a:extLst>
            </p:cNvPr>
            <p:cNvSpPr/>
            <p:nvPr/>
          </p:nvSpPr>
          <p:spPr>
            <a:xfrm>
              <a:off x="1271262" y="73006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5" name="Hexagon 2494">
              <a:extLst>
                <a:ext uri="{FF2B5EF4-FFF2-40B4-BE49-F238E27FC236}">
                  <a16:creationId xmlns:a16="http://schemas.microsoft.com/office/drawing/2014/main" id="{A605AC21-EB64-4869-91B1-1157D9C6D57E}"/>
                </a:ext>
              </a:extLst>
            </p:cNvPr>
            <p:cNvSpPr/>
            <p:nvPr/>
          </p:nvSpPr>
          <p:spPr>
            <a:xfrm>
              <a:off x="1264982" y="71190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6" name="Hexagon 2495">
              <a:extLst>
                <a:ext uri="{FF2B5EF4-FFF2-40B4-BE49-F238E27FC236}">
                  <a16:creationId xmlns:a16="http://schemas.microsoft.com/office/drawing/2014/main" id="{9E4F19C9-7D12-4425-AE9D-03A4EA773A97}"/>
                </a:ext>
              </a:extLst>
            </p:cNvPr>
            <p:cNvSpPr/>
            <p:nvPr/>
          </p:nvSpPr>
          <p:spPr>
            <a:xfrm>
              <a:off x="1504723" y="72125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7" name="Hexagon 2496">
              <a:extLst>
                <a:ext uri="{FF2B5EF4-FFF2-40B4-BE49-F238E27FC236}">
                  <a16:creationId xmlns:a16="http://schemas.microsoft.com/office/drawing/2014/main" id="{D392F436-74C9-43FA-B8B6-582FCBD1927A}"/>
                </a:ext>
              </a:extLst>
            </p:cNvPr>
            <p:cNvSpPr/>
            <p:nvPr/>
          </p:nvSpPr>
          <p:spPr>
            <a:xfrm>
              <a:off x="1501693" y="7026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8" name="Hexagon 2497">
              <a:extLst>
                <a:ext uri="{FF2B5EF4-FFF2-40B4-BE49-F238E27FC236}">
                  <a16:creationId xmlns:a16="http://schemas.microsoft.com/office/drawing/2014/main" id="{942E379E-593B-4D5B-A4A2-68001FB12526}"/>
                </a:ext>
              </a:extLst>
            </p:cNvPr>
            <p:cNvSpPr/>
            <p:nvPr/>
          </p:nvSpPr>
          <p:spPr>
            <a:xfrm>
              <a:off x="1500175" y="68374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9" name="Hexagon 2498">
              <a:extLst>
                <a:ext uri="{FF2B5EF4-FFF2-40B4-BE49-F238E27FC236}">
                  <a16:creationId xmlns:a16="http://schemas.microsoft.com/office/drawing/2014/main" id="{A3F966C9-F35D-492D-BD6F-525F941B5D7E}"/>
                </a:ext>
              </a:extLst>
            </p:cNvPr>
            <p:cNvSpPr/>
            <p:nvPr/>
          </p:nvSpPr>
          <p:spPr>
            <a:xfrm>
              <a:off x="1505030" y="66526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0" name="Hexagon 2499">
              <a:extLst>
                <a:ext uri="{FF2B5EF4-FFF2-40B4-BE49-F238E27FC236}">
                  <a16:creationId xmlns:a16="http://schemas.microsoft.com/office/drawing/2014/main" id="{64E5B6B8-C3BB-49A2-A38B-F7E0927F47EE}"/>
                </a:ext>
              </a:extLst>
            </p:cNvPr>
            <p:cNvSpPr/>
            <p:nvPr/>
          </p:nvSpPr>
          <p:spPr>
            <a:xfrm>
              <a:off x="1498166" y="6467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1" name="Hexagon 2500">
              <a:extLst>
                <a:ext uri="{FF2B5EF4-FFF2-40B4-BE49-F238E27FC236}">
                  <a16:creationId xmlns:a16="http://schemas.microsoft.com/office/drawing/2014/main" id="{92C47D34-E09D-4456-B1DE-B230A2E2E494}"/>
                </a:ext>
              </a:extLst>
            </p:cNvPr>
            <p:cNvSpPr/>
            <p:nvPr/>
          </p:nvSpPr>
          <p:spPr>
            <a:xfrm>
              <a:off x="1495898" y="62872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2" name="Hexagon 2501">
              <a:extLst>
                <a:ext uri="{FF2B5EF4-FFF2-40B4-BE49-F238E27FC236}">
                  <a16:creationId xmlns:a16="http://schemas.microsoft.com/office/drawing/2014/main" id="{8835BBA6-795C-4759-A781-192248337E22}"/>
                </a:ext>
              </a:extLst>
            </p:cNvPr>
            <p:cNvSpPr/>
            <p:nvPr/>
          </p:nvSpPr>
          <p:spPr>
            <a:xfrm>
              <a:off x="1739479" y="6934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3" name="Hexagon 2502">
              <a:extLst>
                <a:ext uri="{FF2B5EF4-FFF2-40B4-BE49-F238E27FC236}">
                  <a16:creationId xmlns:a16="http://schemas.microsoft.com/office/drawing/2014/main" id="{D7052AD3-9D60-466E-9BAE-EC43835DF02F}"/>
                </a:ext>
              </a:extLst>
            </p:cNvPr>
            <p:cNvSpPr/>
            <p:nvPr/>
          </p:nvSpPr>
          <p:spPr>
            <a:xfrm>
              <a:off x="1739758" y="6752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4" name="Hexagon 2503">
              <a:extLst>
                <a:ext uri="{FF2B5EF4-FFF2-40B4-BE49-F238E27FC236}">
                  <a16:creationId xmlns:a16="http://schemas.microsoft.com/office/drawing/2014/main" id="{6197E9A0-3DD2-4FDD-81CA-0B76C4CF68DE}"/>
                </a:ext>
              </a:extLst>
            </p:cNvPr>
            <p:cNvSpPr/>
            <p:nvPr/>
          </p:nvSpPr>
          <p:spPr>
            <a:xfrm>
              <a:off x="1732728" y="6571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5" name="Hexagon 2504">
              <a:extLst>
                <a:ext uri="{FF2B5EF4-FFF2-40B4-BE49-F238E27FC236}">
                  <a16:creationId xmlns:a16="http://schemas.microsoft.com/office/drawing/2014/main" id="{98FA4208-3D33-48FE-A7C3-873410762E74}"/>
                </a:ext>
              </a:extLst>
            </p:cNvPr>
            <p:cNvSpPr/>
            <p:nvPr/>
          </p:nvSpPr>
          <p:spPr>
            <a:xfrm>
              <a:off x="1493517" y="61012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6" name="Hexagon 2505">
              <a:extLst>
                <a:ext uri="{FF2B5EF4-FFF2-40B4-BE49-F238E27FC236}">
                  <a16:creationId xmlns:a16="http://schemas.microsoft.com/office/drawing/2014/main" id="{B4D92050-D7BD-442B-BEB7-36B1B5AA7162}"/>
                </a:ext>
              </a:extLst>
            </p:cNvPr>
            <p:cNvSpPr/>
            <p:nvPr/>
          </p:nvSpPr>
          <p:spPr>
            <a:xfrm>
              <a:off x="1258422" y="60108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7" name="Hexagon 2506">
              <a:extLst>
                <a:ext uri="{FF2B5EF4-FFF2-40B4-BE49-F238E27FC236}">
                  <a16:creationId xmlns:a16="http://schemas.microsoft.com/office/drawing/2014/main" id="{0973ABC4-D0F4-4E50-B249-C17D43A86C4B}"/>
                </a:ext>
              </a:extLst>
            </p:cNvPr>
            <p:cNvSpPr/>
            <p:nvPr/>
          </p:nvSpPr>
          <p:spPr>
            <a:xfrm>
              <a:off x="1022115" y="59198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8" name="Hexagon 2507">
              <a:extLst>
                <a:ext uri="{FF2B5EF4-FFF2-40B4-BE49-F238E27FC236}">
                  <a16:creationId xmlns:a16="http://schemas.microsoft.com/office/drawing/2014/main" id="{974B44A1-B6D1-4AF7-AC8F-2A1D4531A396}"/>
                </a:ext>
              </a:extLst>
            </p:cNvPr>
            <p:cNvSpPr/>
            <p:nvPr/>
          </p:nvSpPr>
          <p:spPr>
            <a:xfrm>
              <a:off x="788331" y="5827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9" name="Hexagon 2508">
              <a:extLst>
                <a:ext uri="{FF2B5EF4-FFF2-40B4-BE49-F238E27FC236}">
                  <a16:creationId xmlns:a16="http://schemas.microsoft.com/office/drawing/2014/main" id="{083F34CA-A348-4E73-AEBC-94CDE5F4ECD3}"/>
                </a:ext>
              </a:extLst>
            </p:cNvPr>
            <p:cNvSpPr/>
            <p:nvPr/>
          </p:nvSpPr>
          <p:spPr>
            <a:xfrm>
              <a:off x="1258422" y="58274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1" name="Hexagon 2510">
              <a:extLst>
                <a:ext uri="{FF2B5EF4-FFF2-40B4-BE49-F238E27FC236}">
                  <a16:creationId xmlns:a16="http://schemas.microsoft.com/office/drawing/2014/main" id="{5634921F-1F24-4DBB-8615-9DAFFB0A1FA2}"/>
                </a:ext>
              </a:extLst>
            </p:cNvPr>
            <p:cNvSpPr/>
            <p:nvPr/>
          </p:nvSpPr>
          <p:spPr>
            <a:xfrm>
              <a:off x="788331" y="56435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2" name="Hexagon 2511">
              <a:extLst>
                <a:ext uri="{FF2B5EF4-FFF2-40B4-BE49-F238E27FC236}">
                  <a16:creationId xmlns:a16="http://schemas.microsoft.com/office/drawing/2014/main" id="{C91FE86B-9D5D-4F24-B73A-6943E68AB696}"/>
                </a:ext>
              </a:extLst>
            </p:cNvPr>
            <p:cNvSpPr/>
            <p:nvPr/>
          </p:nvSpPr>
          <p:spPr>
            <a:xfrm>
              <a:off x="1255172" y="5633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3" name="Hexagon 2512">
              <a:extLst>
                <a:ext uri="{FF2B5EF4-FFF2-40B4-BE49-F238E27FC236}">
                  <a16:creationId xmlns:a16="http://schemas.microsoft.com/office/drawing/2014/main" id="{8C09166B-D4C5-4D11-8820-91DC7CE802F3}"/>
                </a:ext>
              </a:extLst>
            </p:cNvPr>
            <p:cNvSpPr/>
            <p:nvPr/>
          </p:nvSpPr>
          <p:spPr>
            <a:xfrm>
              <a:off x="1016484" y="55429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4" name="Hexagon 2513">
              <a:extLst>
                <a:ext uri="{FF2B5EF4-FFF2-40B4-BE49-F238E27FC236}">
                  <a16:creationId xmlns:a16="http://schemas.microsoft.com/office/drawing/2014/main" id="{DA94D589-B71C-41DD-9E36-50BC47C35116}"/>
                </a:ext>
              </a:extLst>
            </p:cNvPr>
            <p:cNvSpPr/>
            <p:nvPr/>
          </p:nvSpPr>
          <p:spPr>
            <a:xfrm>
              <a:off x="1252575" y="5448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5" name="Hexagon 2514">
              <a:extLst>
                <a:ext uri="{FF2B5EF4-FFF2-40B4-BE49-F238E27FC236}">
                  <a16:creationId xmlns:a16="http://schemas.microsoft.com/office/drawing/2014/main" id="{06004BBF-5D7E-4443-BA4D-F514C2A87636}"/>
                </a:ext>
              </a:extLst>
            </p:cNvPr>
            <p:cNvSpPr/>
            <p:nvPr/>
          </p:nvSpPr>
          <p:spPr>
            <a:xfrm>
              <a:off x="1016268" y="53573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6" name="Hexagon 2515">
              <a:extLst>
                <a:ext uri="{FF2B5EF4-FFF2-40B4-BE49-F238E27FC236}">
                  <a16:creationId xmlns:a16="http://schemas.microsoft.com/office/drawing/2014/main" id="{1362CA5F-418F-4671-AE36-27B6A2ACE02E}"/>
                </a:ext>
              </a:extLst>
            </p:cNvPr>
            <p:cNvSpPr/>
            <p:nvPr/>
          </p:nvSpPr>
          <p:spPr>
            <a:xfrm>
              <a:off x="1248649" y="52644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7" name="Hexagon 2516">
              <a:extLst>
                <a:ext uri="{FF2B5EF4-FFF2-40B4-BE49-F238E27FC236}">
                  <a16:creationId xmlns:a16="http://schemas.microsoft.com/office/drawing/2014/main" id="{C4C3F4FB-4B3C-47DB-BC78-5EFAD71B1E1C}"/>
                </a:ext>
              </a:extLst>
            </p:cNvPr>
            <p:cNvSpPr/>
            <p:nvPr/>
          </p:nvSpPr>
          <p:spPr>
            <a:xfrm>
              <a:off x="1243018" y="50805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8" name="Hexagon 2517">
              <a:extLst>
                <a:ext uri="{FF2B5EF4-FFF2-40B4-BE49-F238E27FC236}">
                  <a16:creationId xmlns:a16="http://schemas.microsoft.com/office/drawing/2014/main" id="{53FF87A5-B550-49DC-94AC-C9599DFF50A2}"/>
                </a:ext>
              </a:extLst>
            </p:cNvPr>
            <p:cNvSpPr/>
            <p:nvPr/>
          </p:nvSpPr>
          <p:spPr>
            <a:xfrm>
              <a:off x="1242802" y="4897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9" name="Hexagon 2518">
              <a:extLst>
                <a:ext uri="{FF2B5EF4-FFF2-40B4-BE49-F238E27FC236}">
                  <a16:creationId xmlns:a16="http://schemas.microsoft.com/office/drawing/2014/main" id="{4471BE18-D123-441F-B68F-B266A86FD971}"/>
                </a:ext>
              </a:extLst>
            </p:cNvPr>
            <p:cNvSpPr/>
            <p:nvPr/>
          </p:nvSpPr>
          <p:spPr>
            <a:xfrm>
              <a:off x="1486063" y="5355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0" name="Hexagon 2519">
              <a:extLst>
                <a:ext uri="{FF2B5EF4-FFF2-40B4-BE49-F238E27FC236}">
                  <a16:creationId xmlns:a16="http://schemas.microsoft.com/office/drawing/2014/main" id="{B5F7A5DC-7E28-4DDD-92C1-ADC3AB7A7E1D}"/>
                </a:ext>
              </a:extLst>
            </p:cNvPr>
            <p:cNvSpPr/>
            <p:nvPr/>
          </p:nvSpPr>
          <p:spPr>
            <a:xfrm>
              <a:off x="1486899" y="51740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1" name="Hexagon 2520">
              <a:extLst>
                <a:ext uri="{FF2B5EF4-FFF2-40B4-BE49-F238E27FC236}">
                  <a16:creationId xmlns:a16="http://schemas.microsoft.com/office/drawing/2014/main" id="{848D3E91-AFB2-4AC5-8C24-8B6405804874}"/>
                </a:ext>
              </a:extLst>
            </p:cNvPr>
            <p:cNvSpPr/>
            <p:nvPr/>
          </p:nvSpPr>
          <p:spPr>
            <a:xfrm>
              <a:off x="1478887" y="49900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2" name="Hexagon 2521">
              <a:extLst>
                <a:ext uri="{FF2B5EF4-FFF2-40B4-BE49-F238E27FC236}">
                  <a16:creationId xmlns:a16="http://schemas.microsoft.com/office/drawing/2014/main" id="{0475F306-B513-480D-96E5-671989580E64}"/>
                </a:ext>
              </a:extLst>
            </p:cNvPr>
            <p:cNvSpPr/>
            <p:nvPr/>
          </p:nvSpPr>
          <p:spPr>
            <a:xfrm>
              <a:off x="1481052" y="48044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3" name="Hexagon 2522">
              <a:extLst>
                <a:ext uri="{FF2B5EF4-FFF2-40B4-BE49-F238E27FC236}">
                  <a16:creationId xmlns:a16="http://schemas.microsoft.com/office/drawing/2014/main" id="{24A2EF6D-899B-4A99-BA45-7C6EE5DD2055}"/>
                </a:ext>
              </a:extLst>
            </p:cNvPr>
            <p:cNvSpPr/>
            <p:nvPr/>
          </p:nvSpPr>
          <p:spPr>
            <a:xfrm>
              <a:off x="1723427" y="52669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4" name="Hexagon 2523">
              <a:extLst>
                <a:ext uri="{FF2B5EF4-FFF2-40B4-BE49-F238E27FC236}">
                  <a16:creationId xmlns:a16="http://schemas.microsoft.com/office/drawing/2014/main" id="{8B571C40-5D0A-4642-B12A-4A599B020396}"/>
                </a:ext>
              </a:extLst>
            </p:cNvPr>
            <p:cNvSpPr/>
            <p:nvPr/>
          </p:nvSpPr>
          <p:spPr>
            <a:xfrm>
              <a:off x="1717120" y="50855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5" name="Hexagon 2524">
              <a:extLst>
                <a:ext uri="{FF2B5EF4-FFF2-40B4-BE49-F238E27FC236}">
                  <a16:creationId xmlns:a16="http://schemas.microsoft.com/office/drawing/2014/main" id="{AE70DA13-FE16-491D-9FC1-20A593015102}"/>
                </a:ext>
              </a:extLst>
            </p:cNvPr>
            <p:cNvSpPr/>
            <p:nvPr/>
          </p:nvSpPr>
          <p:spPr>
            <a:xfrm>
              <a:off x="1714540" y="47136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6" name="Hexagon 2525">
              <a:extLst>
                <a:ext uri="{FF2B5EF4-FFF2-40B4-BE49-F238E27FC236}">
                  <a16:creationId xmlns:a16="http://schemas.microsoft.com/office/drawing/2014/main" id="{B21E33E3-13CA-44F1-AAB5-CB2935255B6C}"/>
                </a:ext>
              </a:extLst>
            </p:cNvPr>
            <p:cNvSpPr/>
            <p:nvPr/>
          </p:nvSpPr>
          <p:spPr>
            <a:xfrm>
              <a:off x="1717757" y="45297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7" name="Hexagon 2526">
              <a:extLst>
                <a:ext uri="{FF2B5EF4-FFF2-40B4-BE49-F238E27FC236}">
                  <a16:creationId xmlns:a16="http://schemas.microsoft.com/office/drawing/2014/main" id="{EC16456D-1B93-4EAA-8592-D3AC35ACAEDB}"/>
                </a:ext>
              </a:extLst>
            </p:cNvPr>
            <p:cNvSpPr/>
            <p:nvPr/>
          </p:nvSpPr>
          <p:spPr>
            <a:xfrm>
              <a:off x="1952281" y="4991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8" name="Hexagon 2527">
              <a:extLst>
                <a:ext uri="{FF2B5EF4-FFF2-40B4-BE49-F238E27FC236}">
                  <a16:creationId xmlns:a16="http://schemas.microsoft.com/office/drawing/2014/main" id="{24044058-7269-474C-AFAD-E1E2000CC9CC}"/>
                </a:ext>
              </a:extLst>
            </p:cNvPr>
            <p:cNvSpPr/>
            <p:nvPr/>
          </p:nvSpPr>
          <p:spPr>
            <a:xfrm>
              <a:off x="1950736" y="48099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9" name="Hexagon 2528">
              <a:extLst>
                <a:ext uri="{FF2B5EF4-FFF2-40B4-BE49-F238E27FC236}">
                  <a16:creationId xmlns:a16="http://schemas.microsoft.com/office/drawing/2014/main" id="{4A8578FB-855E-4B23-94F3-AEDDB9FC8260}"/>
                </a:ext>
              </a:extLst>
            </p:cNvPr>
            <p:cNvSpPr/>
            <p:nvPr/>
          </p:nvSpPr>
          <p:spPr>
            <a:xfrm>
              <a:off x="1949867" y="46236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0" name="Hexagon 2529">
              <a:extLst>
                <a:ext uri="{FF2B5EF4-FFF2-40B4-BE49-F238E27FC236}">
                  <a16:creationId xmlns:a16="http://schemas.microsoft.com/office/drawing/2014/main" id="{A54B36AB-9C33-4883-980F-796EAA65E82A}"/>
                </a:ext>
              </a:extLst>
            </p:cNvPr>
            <p:cNvSpPr/>
            <p:nvPr/>
          </p:nvSpPr>
          <p:spPr>
            <a:xfrm>
              <a:off x="1944889" y="44380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1" name="Hexagon 2530">
              <a:extLst>
                <a:ext uri="{FF2B5EF4-FFF2-40B4-BE49-F238E27FC236}">
                  <a16:creationId xmlns:a16="http://schemas.microsoft.com/office/drawing/2014/main" id="{2393822C-6CCF-4D38-BD32-FE18D96E2E74}"/>
                </a:ext>
              </a:extLst>
            </p:cNvPr>
            <p:cNvSpPr/>
            <p:nvPr/>
          </p:nvSpPr>
          <p:spPr>
            <a:xfrm>
              <a:off x="2185773" y="47147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2" name="Hexagon 2531">
              <a:extLst>
                <a:ext uri="{FF2B5EF4-FFF2-40B4-BE49-F238E27FC236}">
                  <a16:creationId xmlns:a16="http://schemas.microsoft.com/office/drawing/2014/main" id="{4183FDE8-6569-434A-B3F6-093C2AC3064C}"/>
                </a:ext>
              </a:extLst>
            </p:cNvPr>
            <p:cNvSpPr/>
            <p:nvPr/>
          </p:nvSpPr>
          <p:spPr>
            <a:xfrm>
              <a:off x="2181847" y="4533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3" name="Hexagon 2532">
              <a:extLst>
                <a:ext uri="{FF2B5EF4-FFF2-40B4-BE49-F238E27FC236}">
                  <a16:creationId xmlns:a16="http://schemas.microsoft.com/office/drawing/2014/main" id="{EF14C06A-BD89-49E3-9003-8B87DBBC6322}"/>
                </a:ext>
              </a:extLst>
            </p:cNvPr>
            <p:cNvSpPr/>
            <p:nvPr/>
          </p:nvSpPr>
          <p:spPr>
            <a:xfrm>
              <a:off x="2173835" y="43469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4" name="Hexagon 2533">
              <a:extLst>
                <a:ext uri="{FF2B5EF4-FFF2-40B4-BE49-F238E27FC236}">
                  <a16:creationId xmlns:a16="http://schemas.microsoft.com/office/drawing/2014/main" id="{A241BC68-CA3E-42A0-93CC-459567347BF9}"/>
                </a:ext>
              </a:extLst>
            </p:cNvPr>
            <p:cNvSpPr/>
            <p:nvPr/>
          </p:nvSpPr>
          <p:spPr>
            <a:xfrm>
              <a:off x="2173619" y="41636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5" name="Hexagon 2534">
              <a:extLst>
                <a:ext uri="{FF2B5EF4-FFF2-40B4-BE49-F238E27FC236}">
                  <a16:creationId xmlns:a16="http://schemas.microsoft.com/office/drawing/2014/main" id="{736C926A-4E0B-42C5-B2DD-E20F8A23D21F}"/>
                </a:ext>
              </a:extLst>
            </p:cNvPr>
            <p:cNvSpPr/>
            <p:nvPr/>
          </p:nvSpPr>
          <p:spPr>
            <a:xfrm>
              <a:off x="2414535" y="44326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6" name="Hexagon 2535">
              <a:extLst>
                <a:ext uri="{FF2B5EF4-FFF2-40B4-BE49-F238E27FC236}">
                  <a16:creationId xmlns:a16="http://schemas.microsoft.com/office/drawing/2014/main" id="{4D95746C-6040-4720-A501-A431FF9D49FA}"/>
                </a:ext>
              </a:extLst>
            </p:cNvPr>
            <p:cNvSpPr/>
            <p:nvPr/>
          </p:nvSpPr>
          <p:spPr>
            <a:xfrm>
              <a:off x="2412990" y="42536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7" name="Hexagon 2536">
              <a:extLst>
                <a:ext uri="{FF2B5EF4-FFF2-40B4-BE49-F238E27FC236}">
                  <a16:creationId xmlns:a16="http://schemas.microsoft.com/office/drawing/2014/main" id="{0BE5A5E7-6710-444B-A1AC-29F0CF24D79D}"/>
                </a:ext>
              </a:extLst>
            </p:cNvPr>
            <p:cNvSpPr/>
            <p:nvPr/>
          </p:nvSpPr>
          <p:spPr>
            <a:xfrm>
              <a:off x="2409740" y="40720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8" name="Hexagon 2537">
              <a:extLst>
                <a:ext uri="{FF2B5EF4-FFF2-40B4-BE49-F238E27FC236}">
                  <a16:creationId xmlns:a16="http://schemas.microsoft.com/office/drawing/2014/main" id="{7B399B70-F4D3-4797-B61D-BF841E8FD27C}"/>
                </a:ext>
              </a:extLst>
            </p:cNvPr>
            <p:cNvSpPr/>
            <p:nvPr/>
          </p:nvSpPr>
          <p:spPr>
            <a:xfrm>
              <a:off x="2409524" y="3886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9" name="Hexagon 2538">
              <a:extLst>
                <a:ext uri="{FF2B5EF4-FFF2-40B4-BE49-F238E27FC236}">
                  <a16:creationId xmlns:a16="http://schemas.microsoft.com/office/drawing/2014/main" id="{DB3DEB4A-2866-414E-86E1-31FF860ADEF6}"/>
                </a:ext>
              </a:extLst>
            </p:cNvPr>
            <p:cNvSpPr/>
            <p:nvPr/>
          </p:nvSpPr>
          <p:spPr>
            <a:xfrm>
              <a:off x="2172578" y="3978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0" name="Hexagon 2539">
              <a:extLst>
                <a:ext uri="{FF2B5EF4-FFF2-40B4-BE49-F238E27FC236}">
                  <a16:creationId xmlns:a16="http://schemas.microsoft.com/office/drawing/2014/main" id="{629EBF49-59AA-4927-9D27-90F06673BC0E}"/>
                </a:ext>
              </a:extLst>
            </p:cNvPr>
            <p:cNvSpPr/>
            <p:nvPr/>
          </p:nvSpPr>
          <p:spPr>
            <a:xfrm>
              <a:off x="1943215" y="425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1" name="Hexagon 2540">
              <a:extLst>
                <a:ext uri="{FF2B5EF4-FFF2-40B4-BE49-F238E27FC236}">
                  <a16:creationId xmlns:a16="http://schemas.microsoft.com/office/drawing/2014/main" id="{AD83FE85-A56B-4A50-8B56-DB7D64428281}"/>
                </a:ext>
              </a:extLst>
            </p:cNvPr>
            <p:cNvSpPr/>
            <p:nvPr/>
          </p:nvSpPr>
          <p:spPr>
            <a:xfrm>
              <a:off x="1942999" y="40726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2" name="Hexagon 2541">
              <a:extLst>
                <a:ext uri="{FF2B5EF4-FFF2-40B4-BE49-F238E27FC236}">
                  <a16:creationId xmlns:a16="http://schemas.microsoft.com/office/drawing/2014/main" id="{9E11898F-6F61-4D38-9B6F-EA097C02FFE1}"/>
                </a:ext>
              </a:extLst>
            </p:cNvPr>
            <p:cNvSpPr/>
            <p:nvPr/>
          </p:nvSpPr>
          <p:spPr>
            <a:xfrm>
              <a:off x="1941958" y="38902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3" name="Hexagon 2542">
              <a:extLst>
                <a:ext uri="{FF2B5EF4-FFF2-40B4-BE49-F238E27FC236}">
                  <a16:creationId xmlns:a16="http://schemas.microsoft.com/office/drawing/2014/main" id="{799EC592-640E-43EA-97EF-787AA777D609}"/>
                </a:ext>
              </a:extLst>
            </p:cNvPr>
            <p:cNvSpPr/>
            <p:nvPr/>
          </p:nvSpPr>
          <p:spPr>
            <a:xfrm>
              <a:off x="1715715" y="39843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4" name="Hexagon 2543">
              <a:extLst>
                <a:ext uri="{FF2B5EF4-FFF2-40B4-BE49-F238E27FC236}">
                  <a16:creationId xmlns:a16="http://schemas.microsoft.com/office/drawing/2014/main" id="{629EA5CA-5C49-429A-9BBF-098ED530BF31}"/>
                </a:ext>
              </a:extLst>
            </p:cNvPr>
            <p:cNvSpPr/>
            <p:nvPr/>
          </p:nvSpPr>
          <p:spPr>
            <a:xfrm>
              <a:off x="1717055" y="38019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5" name="Hexagon 2544">
              <a:extLst>
                <a:ext uri="{FF2B5EF4-FFF2-40B4-BE49-F238E27FC236}">
                  <a16:creationId xmlns:a16="http://schemas.microsoft.com/office/drawing/2014/main" id="{BF1D37CA-7222-4937-89CC-754C8F010AA3}"/>
                </a:ext>
              </a:extLst>
            </p:cNvPr>
            <p:cNvSpPr/>
            <p:nvPr/>
          </p:nvSpPr>
          <p:spPr>
            <a:xfrm>
              <a:off x="1485396" y="389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6" name="Hexagon 2545">
              <a:extLst>
                <a:ext uri="{FF2B5EF4-FFF2-40B4-BE49-F238E27FC236}">
                  <a16:creationId xmlns:a16="http://schemas.microsoft.com/office/drawing/2014/main" id="{829B290A-C06D-4B7E-83AE-666217ECAEEA}"/>
                </a:ext>
              </a:extLst>
            </p:cNvPr>
            <p:cNvSpPr/>
            <p:nvPr/>
          </p:nvSpPr>
          <p:spPr>
            <a:xfrm>
              <a:off x="1253802" y="3811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7" name="Hexagon 2546">
              <a:extLst>
                <a:ext uri="{FF2B5EF4-FFF2-40B4-BE49-F238E27FC236}">
                  <a16:creationId xmlns:a16="http://schemas.microsoft.com/office/drawing/2014/main" id="{6FCE6F88-F94E-4E9D-9731-EFBF54D7FC46}"/>
                </a:ext>
              </a:extLst>
            </p:cNvPr>
            <p:cNvSpPr/>
            <p:nvPr/>
          </p:nvSpPr>
          <p:spPr>
            <a:xfrm>
              <a:off x="1027559" y="39056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8" name="Hexagon 2547">
              <a:extLst>
                <a:ext uri="{FF2B5EF4-FFF2-40B4-BE49-F238E27FC236}">
                  <a16:creationId xmlns:a16="http://schemas.microsoft.com/office/drawing/2014/main" id="{090586C2-0194-41D5-A9F1-6925F3717E56}"/>
                </a:ext>
              </a:extLst>
            </p:cNvPr>
            <p:cNvSpPr/>
            <p:nvPr/>
          </p:nvSpPr>
          <p:spPr>
            <a:xfrm>
              <a:off x="1024137" y="3718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9" name="Hexagon 2548">
              <a:extLst>
                <a:ext uri="{FF2B5EF4-FFF2-40B4-BE49-F238E27FC236}">
                  <a16:creationId xmlns:a16="http://schemas.microsoft.com/office/drawing/2014/main" id="{704A18B3-AD23-443F-98F2-D909240206C9}"/>
                </a:ext>
              </a:extLst>
            </p:cNvPr>
            <p:cNvSpPr/>
            <p:nvPr/>
          </p:nvSpPr>
          <p:spPr>
            <a:xfrm>
              <a:off x="1016268" y="35316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0" name="Hexagon 2549">
              <a:extLst>
                <a:ext uri="{FF2B5EF4-FFF2-40B4-BE49-F238E27FC236}">
                  <a16:creationId xmlns:a16="http://schemas.microsoft.com/office/drawing/2014/main" id="{38169567-4AAA-4BAC-BDDF-2EAF49212C96}"/>
                </a:ext>
              </a:extLst>
            </p:cNvPr>
            <p:cNvSpPr/>
            <p:nvPr/>
          </p:nvSpPr>
          <p:spPr>
            <a:xfrm>
              <a:off x="1012846" y="33445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1" name="Hexagon 2550">
              <a:extLst>
                <a:ext uri="{FF2B5EF4-FFF2-40B4-BE49-F238E27FC236}">
                  <a16:creationId xmlns:a16="http://schemas.microsoft.com/office/drawing/2014/main" id="{B711F56E-F226-45D5-8108-546BDAB28FA3}"/>
                </a:ext>
              </a:extLst>
            </p:cNvPr>
            <p:cNvSpPr/>
            <p:nvPr/>
          </p:nvSpPr>
          <p:spPr>
            <a:xfrm>
              <a:off x="1008863" y="3162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2" name="Hexagon 2551">
              <a:extLst>
                <a:ext uri="{FF2B5EF4-FFF2-40B4-BE49-F238E27FC236}">
                  <a16:creationId xmlns:a16="http://schemas.microsoft.com/office/drawing/2014/main" id="{F0D0DC4B-2D3B-418C-B6B5-083A7570449B}"/>
                </a:ext>
              </a:extLst>
            </p:cNvPr>
            <p:cNvSpPr/>
            <p:nvPr/>
          </p:nvSpPr>
          <p:spPr>
            <a:xfrm>
              <a:off x="1005441" y="29753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3" name="Hexagon 2552">
              <a:extLst>
                <a:ext uri="{FF2B5EF4-FFF2-40B4-BE49-F238E27FC236}">
                  <a16:creationId xmlns:a16="http://schemas.microsoft.com/office/drawing/2014/main" id="{CF06E44F-1B05-437A-A615-C2A41BB6BA3F}"/>
                </a:ext>
              </a:extLst>
            </p:cNvPr>
            <p:cNvSpPr/>
            <p:nvPr/>
          </p:nvSpPr>
          <p:spPr>
            <a:xfrm>
              <a:off x="776194" y="32494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4" name="Hexagon 2553">
              <a:extLst>
                <a:ext uri="{FF2B5EF4-FFF2-40B4-BE49-F238E27FC236}">
                  <a16:creationId xmlns:a16="http://schemas.microsoft.com/office/drawing/2014/main" id="{9C843ADD-D3C8-4B37-A6F5-01521F7B1666}"/>
                </a:ext>
              </a:extLst>
            </p:cNvPr>
            <p:cNvSpPr/>
            <p:nvPr/>
          </p:nvSpPr>
          <p:spPr>
            <a:xfrm>
              <a:off x="776194" y="28804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5" name="Hexagon 2554">
              <a:extLst>
                <a:ext uri="{FF2B5EF4-FFF2-40B4-BE49-F238E27FC236}">
                  <a16:creationId xmlns:a16="http://schemas.microsoft.com/office/drawing/2014/main" id="{B7A6EDF7-7F55-4385-B4BF-458FCBE1969D}"/>
                </a:ext>
              </a:extLst>
            </p:cNvPr>
            <p:cNvSpPr/>
            <p:nvPr/>
          </p:nvSpPr>
          <p:spPr>
            <a:xfrm>
              <a:off x="542664" y="2974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6" name="Hexagon 2555">
              <a:extLst>
                <a:ext uri="{FF2B5EF4-FFF2-40B4-BE49-F238E27FC236}">
                  <a16:creationId xmlns:a16="http://schemas.microsoft.com/office/drawing/2014/main" id="{5AFE71EF-3490-4830-B4BB-95BA0C0A2E16}"/>
                </a:ext>
              </a:extLst>
            </p:cNvPr>
            <p:cNvSpPr/>
            <p:nvPr/>
          </p:nvSpPr>
          <p:spPr>
            <a:xfrm>
              <a:off x="538681" y="27929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8" name="Hexagon 2667">
              <a:extLst>
                <a:ext uri="{FF2B5EF4-FFF2-40B4-BE49-F238E27FC236}">
                  <a16:creationId xmlns:a16="http://schemas.microsoft.com/office/drawing/2014/main" id="{72073F34-5E7C-48F7-BF71-09511E9AF5C0}"/>
                </a:ext>
              </a:extLst>
            </p:cNvPr>
            <p:cNvSpPr/>
            <p:nvPr/>
          </p:nvSpPr>
          <p:spPr>
            <a:xfrm>
              <a:off x="2911599" y="8137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9" name="Hexagon 2668">
              <a:extLst>
                <a:ext uri="{FF2B5EF4-FFF2-40B4-BE49-F238E27FC236}">
                  <a16:creationId xmlns:a16="http://schemas.microsoft.com/office/drawing/2014/main" id="{0C444063-4536-4E37-96BB-A680192F23B1}"/>
                </a:ext>
              </a:extLst>
            </p:cNvPr>
            <p:cNvSpPr/>
            <p:nvPr/>
          </p:nvSpPr>
          <p:spPr>
            <a:xfrm>
              <a:off x="2909592" y="83206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0" name="Hexagon 2669">
              <a:extLst>
                <a:ext uri="{FF2B5EF4-FFF2-40B4-BE49-F238E27FC236}">
                  <a16:creationId xmlns:a16="http://schemas.microsoft.com/office/drawing/2014/main" id="{1573D871-11C7-4E2A-9442-CD51ED09D0E3}"/>
                </a:ext>
              </a:extLst>
            </p:cNvPr>
            <p:cNvSpPr/>
            <p:nvPr/>
          </p:nvSpPr>
          <p:spPr>
            <a:xfrm>
              <a:off x="2912159" y="84963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1" name="Hexagon 2670">
              <a:extLst>
                <a:ext uri="{FF2B5EF4-FFF2-40B4-BE49-F238E27FC236}">
                  <a16:creationId xmlns:a16="http://schemas.microsoft.com/office/drawing/2014/main" id="{F3F6DD8C-09FB-43AD-AE8C-627D06663CE1}"/>
                </a:ext>
              </a:extLst>
            </p:cNvPr>
            <p:cNvSpPr/>
            <p:nvPr/>
          </p:nvSpPr>
          <p:spPr>
            <a:xfrm>
              <a:off x="2909592" y="86839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2" name="Hexagon 2671">
              <a:extLst>
                <a:ext uri="{FF2B5EF4-FFF2-40B4-BE49-F238E27FC236}">
                  <a16:creationId xmlns:a16="http://schemas.microsoft.com/office/drawing/2014/main" id="{3BF951CF-BB61-444C-A6AA-0350568100A9}"/>
                </a:ext>
              </a:extLst>
            </p:cNvPr>
            <p:cNvSpPr/>
            <p:nvPr/>
          </p:nvSpPr>
          <p:spPr>
            <a:xfrm>
              <a:off x="3134165" y="8787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3" name="Hexagon 2672">
              <a:extLst>
                <a:ext uri="{FF2B5EF4-FFF2-40B4-BE49-F238E27FC236}">
                  <a16:creationId xmlns:a16="http://schemas.microsoft.com/office/drawing/2014/main" id="{6C85EDB9-209A-4417-BF12-0B28D3EAC818}"/>
                </a:ext>
              </a:extLst>
            </p:cNvPr>
            <p:cNvSpPr/>
            <p:nvPr/>
          </p:nvSpPr>
          <p:spPr>
            <a:xfrm>
              <a:off x="3357059" y="88847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4" name="Hexagon 2673">
              <a:extLst>
                <a:ext uri="{FF2B5EF4-FFF2-40B4-BE49-F238E27FC236}">
                  <a16:creationId xmlns:a16="http://schemas.microsoft.com/office/drawing/2014/main" id="{F252B061-C409-4B1E-B9F1-4801CD3A7E8A}"/>
                </a:ext>
              </a:extLst>
            </p:cNvPr>
            <p:cNvSpPr/>
            <p:nvPr/>
          </p:nvSpPr>
          <p:spPr>
            <a:xfrm>
              <a:off x="3366769" y="90747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5" name="Hexagon 2674">
              <a:extLst>
                <a:ext uri="{FF2B5EF4-FFF2-40B4-BE49-F238E27FC236}">
                  <a16:creationId xmlns:a16="http://schemas.microsoft.com/office/drawing/2014/main" id="{E7B865AA-5340-4BC4-B48B-271081B4B417}"/>
                </a:ext>
              </a:extLst>
            </p:cNvPr>
            <p:cNvSpPr/>
            <p:nvPr/>
          </p:nvSpPr>
          <p:spPr>
            <a:xfrm>
              <a:off x="3366583" y="92552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6" name="Hexagon 2675">
              <a:extLst>
                <a:ext uri="{FF2B5EF4-FFF2-40B4-BE49-F238E27FC236}">
                  <a16:creationId xmlns:a16="http://schemas.microsoft.com/office/drawing/2014/main" id="{FA4CC25D-B135-4ED6-8EE6-83B5E8BB9D74}"/>
                </a:ext>
              </a:extLst>
            </p:cNvPr>
            <p:cNvSpPr/>
            <p:nvPr/>
          </p:nvSpPr>
          <p:spPr>
            <a:xfrm>
              <a:off x="3606724" y="9171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7" name="Hexagon 2676">
              <a:extLst>
                <a:ext uri="{FF2B5EF4-FFF2-40B4-BE49-F238E27FC236}">
                  <a16:creationId xmlns:a16="http://schemas.microsoft.com/office/drawing/2014/main" id="{1F5DD932-0DF9-4CD0-B6F5-34F8AFB429B9}"/>
                </a:ext>
              </a:extLst>
            </p:cNvPr>
            <p:cNvSpPr/>
            <p:nvPr/>
          </p:nvSpPr>
          <p:spPr>
            <a:xfrm>
              <a:off x="3604157" y="93524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8" name="Hexagon 2677">
              <a:extLst>
                <a:ext uri="{FF2B5EF4-FFF2-40B4-BE49-F238E27FC236}">
                  <a16:creationId xmlns:a16="http://schemas.microsoft.com/office/drawing/2014/main" id="{CDDFE8FE-8D91-4DD6-B940-7E84B3DEA663}"/>
                </a:ext>
              </a:extLst>
            </p:cNvPr>
            <p:cNvSpPr/>
            <p:nvPr/>
          </p:nvSpPr>
          <p:spPr>
            <a:xfrm>
              <a:off x="3840332" y="9260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9" name="Hexagon 2678">
              <a:extLst>
                <a:ext uri="{FF2B5EF4-FFF2-40B4-BE49-F238E27FC236}">
                  <a16:creationId xmlns:a16="http://schemas.microsoft.com/office/drawing/2014/main" id="{3836D8DF-5BFA-47C6-B903-F12E07B4961B}"/>
                </a:ext>
              </a:extLst>
            </p:cNvPr>
            <p:cNvSpPr/>
            <p:nvPr/>
          </p:nvSpPr>
          <p:spPr>
            <a:xfrm>
              <a:off x="3837765" y="94438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0" name="Hexagon 2679">
              <a:extLst>
                <a:ext uri="{FF2B5EF4-FFF2-40B4-BE49-F238E27FC236}">
                  <a16:creationId xmlns:a16="http://schemas.microsoft.com/office/drawing/2014/main" id="{0BAF76CE-86BC-48B7-B127-854E36F3A930}"/>
                </a:ext>
              </a:extLst>
            </p:cNvPr>
            <p:cNvSpPr/>
            <p:nvPr/>
          </p:nvSpPr>
          <p:spPr>
            <a:xfrm>
              <a:off x="4077317" y="9525341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1" name="Hexagon 2680">
              <a:extLst>
                <a:ext uri="{FF2B5EF4-FFF2-40B4-BE49-F238E27FC236}">
                  <a16:creationId xmlns:a16="http://schemas.microsoft.com/office/drawing/2014/main" id="{977422C9-85E9-4F46-B94D-21B25FE0B721}"/>
                </a:ext>
              </a:extLst>
            </p:cNvPr>
            <p:cNvSpPr/>
            <p:nvPr/>
          </p:nvSpPr>
          <p:spPr>
            <a:xfrm>
              <a:off x="4334443" y="92439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2" name="Hexagon 2681">
              <a:extLst>
                <a:ext uri="{FF2B5EF4-FFF2-40B4-BE49-F238E27FC236}">
                  <a16:creationId xmlns:a16="http://schemas.microsoft.com/office/drawing/2014/main" id="{EC3A40A9-3751-420C-80F5-C94BE9E7D744}"/>
                </a:ext>
              </a:extLst>
            </p:cNvPr>
            <p:cNvSpPr/>
            <p:nvPr/>
          </p:nvSpPr>
          <p:spPr>
            <a:xfrm>
              <a:off x="4325104" y="9426783"/>
              <a:ext cx="32133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3" name="Hexagon 2682">
              <a:extLst>
                <a:ext uri="{FF2B5EF4-FFF2-40B4-BE49-F238E27FC236}">
                  <a16:creationId xmlns:a16="http://schemas.microsoft.com/office/drawing/2014/main" id="{61152D26-7759-4B9A-AA61-C2EB4DDA10D9}"/>
                </a:ext>
              </a:extLst>
            </p:cNvPr>
            <p:cNvSpPr/>
            <p:nvPr/>
          </p:nvSpPr>
          <p:spPr>
            <a:xfrm>
              <a:off x="4318584" y="9607278"/>
              <a:ext cx="33217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4" name="Hexagon 2683">
              <a:extLst>
                <a:ext uri="{FF2B5EF4-FFF2-40B4-BE49-F238E27FC236}">
                  <a16:creationId xmlns:a16="http://schemas.microsoft.com/office/drawing/2014/main" id="{2A5E48EE-5A57-4C56-9CBE-FA7A8C1044C2}"/>
                </a:ext>
              </a:extLst>
            </p:cNvPr>
            <p:cNvSpPr/>
            <p:nvPr/>
          </p:nvSpPr>
          <p:spPr>
            <a:xfrm>
              <a:off x="4563755" y="9345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5" name="Hexagon 2684">
              <a:extLst>
                <a:ext uri="{FF2B5EF4-FFF2-40B4-BE49-F238E27FC236}">
                  <a16:creationId xmlns:a16="http://schemas.microsoft.com/office/drawing/2014/main" id="{D014ED4B-B6AC-4089-9914-7442E54899D4}"/>
                </a:ext>
              </a:extLst>
            </p:cNvPr>
            <p:cNvSpPr/>
            <p:nvPr/>
          </p:nvSpPr>
          <p:spPr>
            <a:xfrm>
              <a:off x="4792567" y="94370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6" name="Hexagon 2685">
              <a:extLst>
                <a:ext uri="{FF2B5EF4-FFF2-40B4-BE49-F238E27FC236}">
                  <a16:creationId xmlns:a16="http://schemas.microsoft.com/office/drawing/2014/main" id="{912FBE37-513F-42EB-851B-D52151F42172}"/>
                </a:ext>
              </a:extLst>
            </p:cNvPr>
            <p:cNvSpPr/>
            <p:nvPr/>
          </p:nvSpPr>
          <p:spPr>
            <a:xfrm>
              <a:off x="5037935" y="934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7" name="Hexagon 2686">
              <a:extLst>
                <a:ext uri="{FF2B5EF4-FFF2-40B4-BE49-F238E27FC236}">
                  <a16:creationId xmlns:a16="http://schemas.microsoft.com/office/drawing/2014/main" id="{F074CC4C-3F0E-40AB-A548-6056791D46B4}"/>
                </a:ext>
              </a:extLst>
            </p:cNvPr>
            <p:cNvSpPr/>
            <p:nvPr/>
          </p:nvSpPr>
          <p:spPr>
            <a:xfrm>
              <a:off x="5268577" y="9442855"/>
              <a:ext cx="31510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8" name="Hexagon 2687">
              <a:extLst>
                <a:ext uri="{FF2B5EF4-FFF2-40B4-BE49-F238E27FC236}">
                  <a16:creationId xmlns:a16="http://schemas.microsoft.com/office/drawing/2014/main" id="{CAB460BA-68B1-4A78-810B-9CBF17B4BD73}"/>
                </a:ext>
              </a:extLst>
            </p:cNvPr>
            <p:cNvSpPr/>
            <p:nvPr/>
          </p:nvSpPr>
          <p:spPr>
            <a:xfrm>
              <a:off x="5510448" y="95310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9" name="Hexagon 2688">
              <a:extLst>
                <a:ext uri="{FF2B5EF4-FFF2-40B4-BE49-F238E27FC236}">
                  <a16:creationId xmlns:a16="http://schemas.microsoft.com/office/drawing/2014/main" id="{5B020709-9F8E-4AD8-85DB-D1F8EE487511}"/>
                </a:ext>
              </a:extLst>
            </p:cNvPr>
            <p:cNvSpPr/>
            <p:nvPr/>
          </p:nvSpPr>
          <p:spPr>
            <a:xfrm>
              <a:off x="5743201" y="9617104"/>
              <a:ext cx="31946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1" name="Hexagon 2690">
              <a:extLst>
                <a:ext uri="{FF2B5EF4-FFF2-40B4-BE49-F238E27FC236}">
                  <a16:creationId xmlns:a16="http://schemas.microsoft.com/office/drawing/2014/main" id="{68DADC35-C06E-4B37-8EE5-F43AC4128BD4}"/>
                </a:ext>
              </a:extLst>
            </p:cNvPr>
            <p:cNvSpPr/>
            <p:nvPr/>
          </p:nvSpPr>
          <p:spPr>
            <a:xfrm>
              <a:off x="5522834" y="98871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2" name="Hexagon 2691">
              <a:extLst>
                <a:ext uri="{FF2B5EF4-FFF2-40B4-BE49-F238E27FC236}">
                  <a16:creationId xmlns:a16="http://schemas.microsoft.com/office/drawing/2014/main" id="{4F0BE577-7B22-4007-920E-B0B9E01C77E7}"/>
                </a:ext>
              </a:extLst>
            </p:cNvPr>
            <p:cNvSpPr/>
            <p:nvPr/>
          </p:nvSpPr>
          <p:spPr>
            <a:xfrm>
              <a:off x="4072522" y="9158532"/>
              <a:ext cx="32493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D991DA7C-E44D-4B9C-9F1B-EBC0604B9F68}"/>
                </a:ext>
              </a:extLst>
            </p:cNvPr>
            <p:cNvSpPr/>
            <p:nvPr/>
          </p:nvSpPr>
          <p:spPr>
            <a:xfrm>
              <a:off x="4325630" y="10712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0" name="Hexagon 2509">
              <a:extLst>
                <a:ext uri="{FF2B5EF4-FFF2-40B4-BE49-F238E27FC236}">
                  <a16:creationId xmlns:a16="http://schemas.microsoft.com/office/drawing/2014/main" id="{80DC0AA0-B087-475E-8063-67F0004E0A6B}"/>
                </a:ext>
              </a:extLst>
            </p:cNvPr>
            <p:cNvSpPr/>
            <p:nvPr/>
          </p:nvSpPr>
          <p:spPr>
            <a:xfrm>
              <a:off x="1022115" y="57364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7" name="Hexagon 2556">
              <a:extLst>
                <a:ext uri="{FF2B5EF4-FFF2-40B4-BE49-F238E27FC236}">
                  <a16:creationId xmlns:a16="http://schemas.microsoft.com/office/drawing/2014/main" id="{DC77D637-A0DB-4833-AA7A-0923039E5D4E}"/>
                </a:ext>
              </a:extLst>
            </p:cNvPr>
            <p:cNvSpPr/>
            <p:nvPr/>
          </p:nvSpPr>
          <p:spPr>
            <a:xfrm>
              <a:off x="1252214" y="36375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2" name="瞭望塔">
            <a:extLst>
              <a:ext uri="{FF2B5EF4-FFF2-40B4-BE49-F238E27FC236}">
                <a16:creationId xmlns:a16="http://schemas.microsoft.com/office/drawing/2014/main" id="{F731CE99-E157-47F7-A900-2792DB08CB89}"/>
              </a:ext>
            </a:extLst>
          </p:cNvPr>
          <p:cNvGrpSpPr/>
          <p:nvPr/>
        </p:nvGrpSpPr>
        <p:grpSpPr>
          <a:xfrm>
            <a:off x="984352" y="2233784"/>
            <a:ext cx="10731399" cy="5885549"/>
            <a:chOff x="984352" y="2233784"/>
            <a:chExt cx="10731399" cy="5885549"/>
          </a:xfrm>
        </p:grpSpPr>
        <p:sp>
          <p:nvSpPr>
            <p:cNvPr id="4017" name="Hexagon 4016">
              <a:extLst>
                <a:ext uri="{FF2B5EF4-FFF2-40B4-BE49-F238E27FC236}">
                  <a16:creationId xmlns:a16="http://schemas.microsoft.com/office/drawing/2014/main" id="{4A9767D7-424F-4786-9C5B-4FF4D140295C}"/>
                </a:ext>
              </a:extLst>
            </p:cNvPr>
            <p:cNvSpPr/>
            <p:nvPr/>
          </p:nvSpPr>
          <p:spPr>
            <a:xfrm>
              <a:off x="984352" y="6188870"/>
              <a:ext cx="334860" cy="18295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1" name="Hexagon 1590">
              <a:extLst>
                <a:ext uri="{FF2B5EF4-FFF2-40B4-BE49-F238E27FC236}">
                  <a16:creationId xmlns:a16="http://schemas.microsoft.com/office/drawing/2014/main" id="{B6D93C61-A768-4FF3-BDD2-5866B1289090}"/>
                </a:ext>
              </a:extLst>
            </p:cNvPr>
            <p:cNvSpPr/>
            <p:nvPr/>
          </p:nvSpPr>
          <p:spPr>
            <a:xfrm>
              <a:off x="2616704" y="2233784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7" name="Hexagon 1586">
              <a:extLst>
                <a:ext uri="{FF2B5EF4-FFF2-40B4-BE49-F238E27FC236}">
                  <a16:creationId xmlns:a16="http://schemas.microsoft.com/office/drawing/2014/main" id="{189BAD26-FC83-492E-8A3A-C3D10A2A25DB}"/>
                </a:ext>
              </a:extLst>
            </p:cNvPr>
            <p:cNvSpPr/>
            <p:nvPr/>
          </p:nvSpPr>
          <p:spPr>
            <a:xfrm>
              <a:off x="9263110" y="7013804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3" name="Hexagon 1592">
              <a:extLst>
                <a:ext uri="{FF2B5EF4-FFF2-40B4-BE49-F238E27FC236}">
                  <a16:creationId xmlns:a16="http://schemas.microsoft.com/office/drawing/2014/main" id="{BFDD011B-7449-4B27-9AEC-735C06F317F0}"/>
                </a:ext>
              </a:extLst>
            </p:cNvPr>
            <p:cNvSpPr/>
            <p:nvPr/>
          </p:nvSpPr>
          <p:spPr>
            <a:xfrm>
              <a:off x="9032903" y="3071777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2" name="Hexagon 1591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11418067" y="3627664"/>
              <a:ext cx="297684" cy="18233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8" name="Hexagon 4017">
              <a:extLst>
                <a:ext uri="{FF2B5EF4-FFF2-40B4-BE49-F238E27FC236}">
                  <a16:creationId xmlns:a16="http://schemas.microsoft.com/office/drawing/2014/main" id="{A7E80F26-3CA5-4716-8574-72EA34D1F7D3}"/>
                </a:ext>
              </a:extLst>
            </p:cNvPr>
            <p:cNvSpPr/>
            <p:nvPr/>
          </p:nvSpPr>
          <p:spPr>
            <a:xfrm>
              <a:off x="5953810" y="7949324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452">
            <a:extLst>
              <a:ext uri="{FF2B5EF4-FFF2-40B4-BE49-F238E27FC236}">
                <a16:creationId xmlns:a16="http://schemas.microsoft.com/office/drawing/2014/main" id="{16D172C2-B808-4D5F-B263-E546CA21BB2E}"/>
              </a:ext>
            </a:extLst>
          </p:cNvPr>
          <p:cNvCxnSpPr>
            <a:cxnSpLocks/>
          </p:cNvCxnSpPr>
          <p:nvPr/>
        </p:nvCxnSpPr>
        <p:spPr>
          <a:xfrm flipV="1">
            <a:off x="669949" y="9506984"/>
            <a:ext cx="1651000" cy="643467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452">
            <a:extLst>
              <a:ext uri="{FF2B5EF4-FFF2-40B4-BE49-F238E27FC236}">
                <a16:creationId xmlns:a16="http://schemas.microsoft.com/office/drawing/2014/main" id="{7F8EC7DE-3D20-4C32-B99B-FBE6E2EE8B44}"/>
              </a:ext>
            </a:extLst>
          </p:cNvPr>
          <p:cNvCxnSpPr>
            <a:cxnSpLocks/>
          </p:cNvCxnSpPr>
          <p:nvPr/>
        </p:nvCxnSpPr>
        <p:spPr>
          <a:xfrm flipH="1">
            <a:off x="2320950" y="9324951"/>
            <a:ext cx="486833" cy="182033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52">
            <a:extLst>
              <a:ext uri="{FF2B5EF4-FFF2-40B4-BE49-F238E27FC236}">
                <a16:creationId xmlns:a16="http://schemas.microsoft.com/office/drawing/2014/main" id="{E5F83B34-6A72-4951-9844-671155F2F898}"/>
              </a:ext>
            </a:extLst>
          </p:cNvPr>
          <p:cNvCxnSpPr>
            <a:cxnSpLocks/>
          </p:cNvCxnSpPr>
          <p:nvPr/>
        </p:nvCxnSpPr>
        <p:spPr>
          <a:xfrm flipH="1">
            <a:off x="2807783" y="8753451"/>
            <a:ext cx="1413933" cy="57150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452">
            <a:extLst>
              <a:ext uri="{FF2B5EF4-FFF2-40B4-BE49-F238E27FC236}">
                <a16:creationId xmlns:a16="http://schemas.microsoft.com/office/drawing/2014/main" id="{8130E43A-AD6D-480D-80F5-18625C54075B}"/>
              </a:ext>
            </a:extLst>
          </p:cNvPr>
          <p:cNvCxnSpPr>
            <a:cxnSpLocks/>
          </p:cNvCxnSpPr>
          <p:nvPr/>
        </p:nvCxnSpPr>
        <p:spPr>
          <a:xfrm flipV="1">
            <a:off x="4221716" y="8571417"/>
            <a:ext cx="0" cy="182034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452">
            <a:extLst>
              <a:ext uri="{FF2B5EF4-FFF2-40B4-BE49-F238E27FC236}">
                <a16:creationId xmlns:a16="http://schemas.microsoft.com/office/drawing/2014/main" id="{7B51B1AD-DEF4-4712-A0A9-1ED416CFDE6A}"/>
              </a:ext>
            </a:extLst>
          </p:cNvPr>
          <p:cNvCxnSpPr>
            <a:cxnSpLocks/>
          </p:cNvCxnSpPr>
          <p:nvPr/>
        </p:nvCxnSpPr>
        <p:spPr>
          <a:xfrm flipH="1" flipV="1">
            <a:off x="3980416" y="7953351"/>
            <a:ext cx="29633" cy="541866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452">
            <a:extLst>
              <a:ext uri="{FF2B5EF4-FFF2-40B4-BE49-F238E27FC236}">
                <a16:creationId xmlns:a16="http://schemas.microsoft.com/office/drawing/2014/main" id="{8C5C5E34-EFCC-4A79-941C-CA85546E7C2C}"/>
              </a:ext>
            </a:extLst>
          </p:cNvPr>
          <p:cNvCxnSpPr>
            <a:cxnSpLocks/>
          </p:cNvCxnSpPr>
          <p:nvPr/>
        </p:nvCxnSpPr>
        <p:spPr>
          <a:xfrm flipH="1" flipV="1">
            <a:off x="4010049" y="8495217"/>
            <a:ext cx="211667" cy="7620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F67263FE-8467-4438-BE51-A7B17387C399}"/>
              </a:ext>
            </a:extLst>
          </p:cNvPr>
          <p:cNvCxnSpPr>
            <a:cxnSpLocks/>
          </p:cNvCxnSpPr>
          <p:nvPr/>
        </p:nvCxnSpPr>
        <p:spPr>
          <a:xfrm flipV="1">
            <a:off x="3980416" y="7580818"/>
            <a:ext cx="1" cy="372533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452">
            <a:extLst>
              <a:ext uri="{FF2B5EF4-FFF2-40B4-BE49-F238E27FC236}">
                <a16:creationId xmlns:a16="http://schemas.microsoft.com/office/drawing/2014/main" id="{CAB85F3E-5BE7-4F14-A320-EE70D5819EAA}"/>
              </a:ext>
            </a:extLst>
          </p:cNvPr>
          <p:cNvCxnSpPr>
            <a:cxnSpLocks/>
          </p:cNvCxnSpPr>
          <p:nvPr/>
        </p:nvCxnSpPr>
        <p:spPr>
          <a:xfrm flipH="1" flipV="1">
            <a:off x="3741153" y="7500588"/>
            <a:ext cx="239262" cy="9716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452">
            <a:extLst>
              <a:ext uri="{FF2B5EF4-FFF2-40B4-BE49-F238E27FC236}">
                <a16:creationId xmlns:a16="http://schemas.microsoft.com/office/drawing/2014/main" id="{09397D70-629D-4F86-9A74-82D0B877D54A}"/>
              </a:ext>
            </a:extLst>
          </p:cNvPr>
          <p:cNvCxnSpPr>
            <a:cxnSpLocks/>
          </p:cNvCxnSpPr>
          <p:nvPr/>
        </p:nvCxnSpPr>
        <p:spPr>
          <a:xfrm flipH="1" flipV="1">
            <a:off x="3741153" y="7309884"/>
            <a:ext cx="1" cy="18210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52">
            <a:extLst>
              <a:ext uri="{FF2B5EF4-FFF2-40B4-BE49-F238E27FC236}">
                <a16:creationId xmlns:a16="http://schemas.microsoft.com/office/drawing/2014/main" id="{7C8AB8E9-4C75-44BD-A269-6220988CF17B}"/>
              </a:ext>
            </a:extLst>
          </p:cNvPr>
          <p:cNvCxnSpPr>
            <a:cxnSpLocks/>
          </p:cNvCxnSpPr>
          <p:nvPr/>
        </p:nvCxnSpPr>
        <p:spPr>
          <a:xfrm flipH="1" flipV="1">
            <a:off x="3514749" y="7214532"/>
            <a:ext cx="226406" cy="987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452">
            <a:extLst>
              <a:ext uri="{FF2B5EF4-FFF2-40B4-BE49-F238E27FC236}">
                <a16:creationId xmlns:a16="http://schemas.microsoft.com/office/drawing/2014/main" id="{09CEE071-8B5E-41C0-BAB6-31F4A15D0BE8}"/>
              </a:ext>
            </a:extLst>
          </p:cNvPr>
          <p:cNvCxnSpPr>
            <a:cxnSpLocks/>
          </p:cNvCxnSpPr>
          <p:nvPr/>
        </p:nvCxnSpPr>
        <p:spPr>
          <a:xfrm flipV="1">
            <a:off x="3514749" y="7039315"/>
            <a:ext cx="0" cy="175219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4C38355A-1F64-40AE-BCAB-C6CA3224A084}"/>
              </a:ext>
            </a:extLst>
          </p:cNvPr>
          <p:cNvCxnSpPr>
            <a:cxnSpLocks/>
          </p:cNvCxnSpPr>
          <p:nvPr/>
        </p:nvCxnSpPr>
        <p:spPr>
          <a:xfrm flipV="1">
            <a:off x="3528762" y="6747552"/>
            <a:ext cx="692954" cy="291763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44EFE598-49E5-4821-BBE5-828D2F48CC31}"/>
              </a:ext>
            </a:extLst>
          </p:cNvPr>
          <p:cNvCxnSpPr>
            <a:cxnSpLocks/>
          </p:cNvCxnSpPr>
          <p:nvPr/>
        </p:nvCxnSpPr>
        <p:spPr>
          <a:xfrm flipV="1">
            <a:off x="4212658" y="6549656"/>
            <a:ext cx="0" cy="19789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E16BA676-1512-41C2-9D49-B179F2C2DC8F}"/>
              </a:ext>
            </a:extLst>
          </p:cNvPr>
          <p:cNvCxnSpPr>
            <a:cxnSpLocks/>
          </p:cNvCxnSpPr>
          <p:nvPr/>
        </p:nvCxnSpPr>
        <p:spPr>
          <a:xfrm flipH="1" flipV="1">
            <a:off x="3514749" y="6294474"/>
            <a:ext cx="706967" cy="29713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52">
            <a:extLst>
              <a:ext uri="{FF2B5EF4-FFF2-40B4-BE49-F238E27FC236}">
                <a16:creationId xmlns:a16="http://schemas.microsoft.com/office/drawing/2014/main" id="{E37E0740-368A-45C4-B8E0-73B52A181E90}"/>
              </a:ext>
            </a:extLst>
          </p:cNvPr>
          <p:cNvCxnSpPr>
            <a:cxnSpLocks/>
          </p:cNvCxnSpPr>
          <p:nvPr/>
        </p:nvCxnSpPr>
        <p:spPr>
          <a:xfrm flipH="1" flipV="1">
            <a:off x="3494567" y="5768163"/>
            <a:ext cx="1" cy="53071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5060E408-FEB3-47B0-955E-6A9CB85F6B78}"/>
              </a:ext>
            </a:extLst>
          </p:cNvPr>
          <p:cNvCxnSpPr>
            <a:cxnSpLocks/>
          </p:cNvCxnSpPr>
          <p:nvPr/>
        </p:nvCxnSpPr>
        <p:spPr>
          <a:xfrm flipV="1">
            <a:off x="3494568" y="5651205"/>
            <a:ext cx="246585" cy="11695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52">
            <a:extLst>
              <a:ext uri="{FF2B5EF4-FFF2-40B4-BE49-F238E27FC236}">
                <a16:creationId xmlns:a16="http://schemas.microsoft.com/office/drawing/2014/main" id="{1E4F0B60-638C-40F9-891F-CBCA9163E18E}"/>
              </a:ext>
            </a:extLst>
          </p:cNvPr>
          <p:cNvCxnSpPr>
            <a:cxnSpLocks/>
          </p:cNvCxnSpPr>
          <p:nvPr/>
        </p:nvCxnSpPr>
        <p:spPr>
          <a:xfrm flipV="1">
            <a:off x="3733830" y="5546786"/>
            <a:ext cx="246585" cy="11695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52">
            <a:extLst>
              <a:ext uri="{FF2B5EF4-FFF2-40B4-BE49-F238E27FC236}">
                <a16:creationId xmlns:a16="http://schemas.microsoft.com/office/drawing/2014/main" id="{FD76EB10-5D62-4C47-BB42-468612999025}"/>
              </a:ext>
            </a:extLst>
          </p:cNvPr>
          <p:cNvCxnSpPr>
            <a:cxnSpLocks/>
          </p:cNvCxnSpPr>
          <p:nvPr/>
        </p:nvCxnSpPr>
        <p:spPr>
          <a:xfrm flipH="1" flipV="1">
            <a:off x="3733830" y="5470586"/>
            <a:ext cx="232243" cy="7856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52">
            <a:extLst>
              <a:ext uri="{FF2B5EF4-FFF2-40B4-BE49-F238E27FC236}">
                <a16:creationId xmlns:a16="http://schemas.microsoft.com/office/drawing/2014/main" id="{2F3F923E-40DF-47FC-B001-576A1D31B485}"/>
              </a:ext>
            </a:extLst>
          </p:cNvPr>
          <p:cNvCxnSpPr>
            <a:cxnSpLocks/>
          </p:cNvCxnSpPr>
          <p:nvPr/>
        </p:nvCxnSpPr>
        <p:spPr>
          <a:xfrm flipH="1" flipV="1">
            <a:off x="3761005" y="5114987"/>
            <a:ext cx="1" cy="36170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3F2DFAC1-985B-4993-A89D-9C2F94A7D8D3}"/>
              </a:ext>
            </a:extLst>
          </p:cNvPr>
          <p:cNvCxnSpPr>
            <a:cxnSpLocks/>
          </p:cNvCxnSpPr>
          <p:nvPr/>
        </p:nvCxnSpPr>
        <p:spPr>
          <a:xfrm flipV="1">
            <a:off x="3763464" y="4645123"/>
            <a:ext cx="231768" cy="465666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452">
            <a:extLst>
              <a:ext uri="{FF2B5EF4-FFF2-40B4-BE49-F238E27FC236}">
                <a16:creationId xmlns:a16="http://schemas.microsoft.com/office/drawing/2014/main" id="{2EEC573E-FDAF-4265-B7CD-09EB70DE2898}"/>
              </a:ext>
            </a:extLst>
          </p:cNvPr>
          <p:cNvCxnSpPr>
            <a:cxnSpLocks/>
          </p:cNvCxnSpPr>
          <p:nvPr/>
        </p:nvCxnSpPr>
        <p:spPr>
          <a:xfrm flipV="1">
            <a:off x="4015840" y="4356100"/>
            <a:ext cx="714910" cy="289023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452">
            <a:extLst>
              <a:ext uri="{FF2B5EF4-FFF2-40B4-BE49-F238E27FC236}">
                <a16:creationId xmlns:a16="http://schemas.microsoft.com/office/drawing/2014/main" id="{DC02E989-0288-4F54-BDF9-9CC2DE75EA08}"/>
              </a:ext>
            </a:extLst>
          </p:cNvPr>
          <p:cNvCxnSpPr>
            <a:cxnSpLocks/>
          </p:cNvCxnSpPr>
          <p:nvPr/>
        </p:nvCxnSpPr>
        <p:spPr>
          <a:xfrm flipV="1">
            <a:off x="4730750" y="3797300"/>
            <a:ext cx="0" cy="55880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D0660F4B-3AAB-440E-A2EF-CC6FA16121BD}"/>
              </a:ext>
            </a:extLst>
          </p:cNvPr>
          <p:cNvCxnSpPr>
            <a:cxnSpLocks/>
          </p:cNvCxnSpPr>
          <p:nvPr/>
        </p:nvCxnSpPr>
        <p:spPr>
          <a:xfrm flipV="1">
            <a:off x="4730750" y="3727450"/>
            <a:ext cx="228600" cy="6985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452">
            <a:extLst>
              <a:ext uri="{FF2B5EF4-FFF2-40B4-BE49-F238E27FC236}">
                <a16:creationId xmlns:a16="http://schemas.microsoft.com/office/drawing/2014/main" id="{168A3DD6-7508-4752-83FB-5A08D087D47D}"/>
              </a:ext>
            </a:extLst>
          </p:cNvPr>
          <p:cNvCxnSpPr>
            <a:cxnSpLocks/>
          </p:cNvCxnSpPr>
          <p:nvPr/>
        </p:nvCxnSpPr>
        <p:spPr>
          <a:xfrm flipV="1">
            <a:off x="4959350" y="3543300"/>
            <a:ext cx="0" cy="18415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452">
            <a:extLst>
              <a:ext uri="{FF2B5EF4-FFF2-40B4-BE49-F238E27FC236}">
                <a16:creationId xmlns:a16="http://schemas.microsoft.com/office/drawing/2014/main" id="{2A0169C4-6C71-4CF5-9EA5-54BF619DA55E}"/>
              </a:ext>
            </a:extLst>
          </p:cNvPr>
          <p:cNvCxnSpPr>
            <a:cxnSpLocks/>
          </p:cNvCxnSpPr>
          <p:nvPr/>
        </p:nvCxnSpPr>
        <p:spPr>
          <a:xfrm flipV="1">
            <a:off x="4959350" y="3263900"/>
            <a:ext cx="698500" cy="27940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452">
            <a:extLst>
              <a:ext uri="{FF2B5EF4-FFF2-40B4-BE49-F238E27FC236}">
                <a16:creationId xmlns:a16="http://schemas.microsoft.com/office/drawing/2014/main" id="{419AD2A9-4B53-444E-BCA1-DA69ABA05395}"/>
              </a:ext>
            </a:extLst>
          </p:cNvPr>
          <p:cNvCxnSpPr>
            <a:cxnSpLocks/>
          </p:cNvCxnSpPr>
          <p:nvPr/>
        </p:nvCxnSpPr>
        <p:spPr>
          <a:xfrm flipV="1">
            <a:off x="5657850" y="3079749"/>
            <a:ext cx="0" cy="18415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452">
            <a:extLst>
              <a:ext uri="{FF2B5EF4-FFF2-40B4-BE49-F238E27FC236}">
                <a16:creationId xmlns:a16="http://schemas.microsoft.com/office/drawing/2014/main" id="{5B2D765E-EDA7-45BF-BA11-80BAC1A48DA9}"/>
              </a:ext>
            </a:extLst>
          </p:cNvPr>
          <p:cNvCxnSpPr>
            <a:cxnSpLocks/>
          </p:cNvCxnSpPr>
          <p:nvPr/>
        </p:nvCxnSpPr>
        <p:spPr>
          <a:xfrm flipH="1" flipV="1">
            <a:off x="4959350" y="2790727"/>
            <a:ext cx="698500" cy="289023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B7F19205-9545-4FE7-B645-4C3433FE3577}"/>
              </a:ext>
            </a:extLst>
          </p:cNvPr>
          <p:cNvCxnSpPr>
            <a:cxnSpLocks/>
          </p:cNvCxnSpPr>
          <p:nvPr/>
        </p:nvCxnSpPr>
        <p:spPr>
          <a:xfrm flipV="1">
            <a:off x="4959350" y="2606576"/>
            <a:ext cx="0" cy="18415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452">
            <a:extLst>
              <a:ext uri="{FF2B5EF4-FFF2-40B4-BE49-F238E27FC236}">
                <a16:creationId xmlns:a16="http://schemas.microsoft.com/office/drawing/2014/main" id="{57893A4E-4A92-4094-8F1F-B4B46450297E}"/>
              </a:ext>
            </a:extLst>
          </p:cNvPr>
          <p:cNvCxnSpPr>
            <a:cxnSpLocks/>
          </p:cNvCxnSpPr>
          <p:nvPr/>
        </p:nvCxnSpPr>
        <p:spPr>
          <a:xfrm flipH="1" flipV="1">
            <a:off x="4679950" y="2514600"/>
            <a:ext cx="279400" cy="9197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452">
            <a:extLst>
              <a:ext uri="{FF2B5EF4-FFF2-40B4-BE49-F238E27FC236}">
                <a16:creationId xmlns:a16="http://schemas.microsoft.com/office/drawing/2014/main" id="{8FE1F590-76F8-4F85-97A2-910C3B8EDEE9}"/>
              </a:ext>
            </a:extLst>
          </p:cNvPr>
          <p:cNvCxnSpPr>
            <a:cxnSpLocks/>
          </p:cNvCxnSpPr>
          <p:nvPr/>
        </p:nvCxnSpPr>
        <p:spPr>
          <a:xfrm flipV="1">
            <a:off x="4679950" y="2330449"/>
            <a:ext cx="0" cy="18415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280C56A1-4872-4AB9-B2D2-07EB616ED8C3}"/>
              </a:ext>
            </a:extLst>
          </p:cNvPr>
          <p:cNvCxnSpPr>
            <a:cxnSpLocks/>
          </p:cNvCxnSpPr>
          <p:nvPr/>
        </p:nvCxnSpPr>
        <p:spPr>
          <a:xfrm flipV="1">
            <a:off x="4679950" y="2238472"/>
            <a:ext cx="279400" cy="12045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452">
            <a:extLst>
              <a:ext uri="{FF2B5EF4-FFF2-40B4-BE49-F238E27FC236}">
                <a16:creationId xmlns:a16="http://schemas.microsoft.com/office/drawing/2014/main" id="{DE7F7831-70ED-4E34-8770-416197CA9805}"/>
              </a:ext>
            </a:extLst>
          </p:cNvPr>
          <p:cNvCxnSpPr>
            <a:cxnSpLocks/>
          </p:cNvCxnSpPr>
          <p:nvPr/>
        </p:nvCxnSpPr>
        <p:spPr>
          <a:xfrm>
            <a:off x="4959350" y="2231928"/>
            <a:ext cx="203200" cy="6677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452">
            <a:extLst>
              <a:ext uri="{FF2B5EF4-FFF2-40B4-BE49-F238E27FC236}">
                <a16:creationId xmlns:a16="http://schemas.microsoft.com/office/drawing/2014/main" id="{18A80CF4-A388-44EE-BB2B-FDDC8D77C317}"/>
              </a:ext>
            </a:extLst>
          </p:cNvPr>
          <p:cNvCxnSpPr>
            <a:cxnSpLocks/>
          </p:cNvCxnSpPr>
          <p:nvPr/>
        </p:nvCxnSpPr>
        <p:spPr>
          <a:xfrm flipV="1">
            <a:off x="5210182" y="1981200"/>
            <a:ext cx="447668" cy="317499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Connector 452">
            <a:extLst>
              <a:ext uri="{FF2B5EF4-FFF2-40B4-BE49-F238E27FC236}">
                <a16:creationId xmlns:a16="http://schemas.microsoft.com/office/drawing/2014/main" id="{DAC4B0F1-CF5D-4541-B0DA-BE0743E28D7D}"/>
              </a:ext>
            </a:extLst>
          </p:cNvPr>
          <p:cNvCxnSpPr>
            <a:cxnSpLocks/>
          </p:cNvCxnSpPr>
          <p:nvPr/>
        </p:nvCxnSpPr>
        <p:spPr>
          <a:xfrm flipV="1">
            <a:off x="5657850" y="1701799"/>
            <a:ext cx="717550" cy="2842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452">
            <a:extLst>
              <a:ext uri="{FF2B5EF4-FFF2-40B4-BE49-F238E27FC236}">
                <a16:creationId xmlns:a16="http://schemas.microsoft.com/office/drawing/2014/main" id="{095EA801-C313-4588-AE4B-CE24919190C3}"/>
              </a:ext>
            </a:extLst>
          </p:cNvPr>
          <p:cNvCxnSpPr>
            <a:cxnSpLocks/>
          </p:cNvCxnSpPr>
          <p:nvPr/>
        </p:nvCxnSpPr>
        <p:spPr>
          <a:xfrm flipV="1">
            <a:off x="6375400" y="1492251"/>
            <a:ext cx="0" cy="209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452">
            <a:extLst>
              <a:ext uri="{FF2B5EF4-FFF2-40B4-BE49-F238E27FC236}">
                <a16:creationId xmlns:a16="http://schemas.microsoft.com/office/drawing/2014/main" id="{D299F830-31B9-4B02-BB21-3A327A4624A9}"/>
              </a:ext>
            </a:extLst>
          </p:cNvPr>
          <p:cNvCxnSpPr>
            <a:cxnSpLocks/>
          </p:cNvCxnSpPr>
          <p:nvPr/>
        </p:nvCxnSpPr>
        <p:spPr>
          <a:xfrm flipH="1" flipV="1">
            <a:off x="5657849" y="1222562"/>
            <a:ext cx="717551" cy="29826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452">
            <a:extLst>
              <a:ext uri="{FF2B5EF4-FFF2-40B4-BE49-F238E27FC236}">
                <a16:creationId xmlns:a16="http://schemas.microsoft.com/office/drawing/2014/main" id="{36553C34-8FD4-4565-95A6-642E4C49545F}"/>
              </a:ext>
            </a:extLst>
          </p:cNvPr>
          <p:cNvCxnSpPr>
            <a:cxnSpLocks/>
          </p:cNvCxnSpPr>
          <p:nvPr/>
        </p:nvCxnSpPr>
        <p:spPr>
          <a:xfrm flipH="1">
            <a:off x="5162550" y="1239981"/>
            <a:ext cx="504826" cy="16663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452">
            <a:extLst>
              <a:ext uri="{FF2B5EF4-FFF2-40B4-BE49-F238E27FC236}">
                <a16:creationId xmlns:a16="http://schemas.microsoft.com/office/drawing/2014/main" id="{9683C7C1-20D2-48A3-8712-0DC8EC1BE32E}"/>
              </a:ext>
            </a:extLst>
          </p:cNvPr>
          <p:cNvCxnSpPr>
            <a:cxnSpLocks/>
          </p:cNvCxnSpPr>
          <p:nvPr/>
        </p:nvCxnSpPr>
        <p:spPr>
          <a:xfrm>
            <a:off x="5147459" y="1205826"/>
            <a:ext cx="0" cy="20079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452">
            <a:extLst>
              <a:ext uri="{FF2B5EF4-FFF2-40B4-BE49-F238E27FC236}">
                <a16:creationId xmlns:a16="http://schemas.microsoft.com/office/drawing/2014/main" id="{EB1C51CD-5D1A-49D1-8B10-0ED1DE174872}"/>
              </a:ext>
            </a:extLst>
          </p:cNvPr>
          <p:cNvCxnSpPr>
            <a:cxnSpLocks/>
          </p:cNvCxnSpPr>
          <p:nvPr/>
        </p:nvCxnSpPr>
        <p:spPr>
          <a:xfrm>
            <a:off x="3741153" y="1406617"/>
            <a:ext cx="274687" cy="10039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452">
            <a:extLst>
              <a:ext uri="{FF2B5EF4-FFF2-40B4-BE49-F238E27FC236}">
                <a16:creationId xmlns:a16="http://schemas.microsoft.com/office/drawing/2014/main" id="{CA61FE06-7029-415C-80D8-7B36828A6273}"/>
              </a:ext>
            </a:extLst>
          </p:cNvPr>
          <p:cNvCxnSpPr>
            <a:cxnSpLocks/>
          </p:cNvCxnSpPr>
          <p:nvPr/>
        </p:nvCxnSpPr>
        <p:spPr>
          <a:xfrm flipV="1">
            <a:off x="4235854" y="1133851"/>
            <a:ext cx="680226" cy="263148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Connector 452">
            <a:extLst>
              <a:ext uri="{FF2B5EF4-FFF2-40B4-BE49-F238E27FC236}">
                <a16:creationId xmlns:a16="http://schemas.microsoft.com/office/drawing/2014/main" id="{AB31386F-95B0-48EF-82A9-72AE4C3CB915}"/>
              </a:ext>
            </a:extLst>
          </p:cNvPr>
          <p:cNvCxnSpPr>
            <a:cxnSpLocks/>
          </p:cNvCxnSpPr>
          <p:nvPr/>
        </p:nvCxnSpPr>
        <p:spPr>
          <a:xfrm flipV="1">
            <a:off x="3225800" y="1421889"/>
            <a:ext cx="552185" cy="18718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452">
            <a:extLst>
              <a:ext uri="{FF2B5EF4-FFF2-40B4-BE49-F238E27FC236}">
                <a16:creationId xmlns:a16="http://schemas.microsoft.com/office/drawing/2014/main" id="{9FF656C7-D549-4DB6-B478-4E0BDB8BF615}"/>
              </a:ext>
            </a:extLst>
          </p:cNvPr>
          <p:cNvCxnSpPr>
            <a:cxnSpLocks/>
          </p:cNvCxnSpPr>
          <p:nvPr/>
        </p:nvCxnSpPr>
        <p:spPr>
          <a:xfrm flipV="1">
            <a:off x="3252659" y="1594853"/>
            <a:ext cx="0" cy="54509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452">
            <a:extLst>
              <a:ext uri="{FF2B5EF4-FFF2-40B4-BE49-F238E27FC236}">
                <a16:creationId xmlns:a16="http://schemas.microsoft.com/office/drawing/2014/main" id="{8D0CB3D3-B246-46CB-A8DD-6A5E7ECBA5FC}"/>
              </a:ext>
            </a:extLst>
          </p:cNvPr>
          <p:cNvCxnSpPr>
            <a:cxnSpLocks/>
          </p:cNvCxnSpPr>
          <p:nvPr/>
        </p:nvCxnSpPr>
        <p:spPr>
          <a:xfrm flipV="1">
            <a:off x="3022600" y="2139949"/>
            <a:ext cx="230059" cy="91979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452">
            <a:extLst>
              <a:ext uri="{FF2B5EF4-FFF2-40B4-BE49-F238E27FC236}">
                <a16:creationId xmlns:a16="http://schemas.microsoft.com/office/drawing/2014/main" id="{043621FF-3AF6-4BAE-BC1E-674ABFC92444}"/>
              </a:ext>
            </a:extLst>
          </p:cNvPr>
          <p:cNvCxnSpPr>
            <a:cxnSpLocks/>
          </p:cNvCxnSpPr>
          <p:nvPr/>
        </p:nvCxnSpPr>
        <p:spPr>
          <a:xfrm flipV="1">
            <a:off x="3022600" y="2231929"/>
            <a:ext cx="0" cy="131137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452">
            <a:extLst>
              <a:ext uri="{FF2B5EF4-FFF2-40B4-BE49-F238E27FC236}">
                <a16:creationId xmlns:a16="http://schemas.microsoft.com/office/drawing/2014/main" id="{B7DA4DA4-5885-4760-A028-C647A6984D39}"/>
              </a:ext>
            </a:extLst>
          </p:cNvPr>
          <p:cNvCxnSpPr>
            <a:cxnSpLocks/>
          </p:cNvCxnSpPr>
          <p:nvPr/>
        </p:nvCxnSpPr>
        <p:spPr>
          <a:xfrm flipV="1">
            <a:off x="2757936" y="3543300"/>
            <a:ext cx="264664" cy="785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452">
            <a:extLst>
              <a:ext uri="{FF2B5EF4-FFF2-40B4-BE49-F238E27FC236}">
                <a16:creationId xmlns:a16="http://schemas.microsoft.com/office/drawing/2014/main" id="{018EC595-995F-4134-9E73-04E4C3F6169A}"/>
              </a:ext>
            </a:extLst>
          </p:cNvPr>
          <p:cNvCxnSpPr>
            <a:cxnSpLocks/>
          </p:cNvCxnSpPr>
          <p:nvPr/>
        </p:nvCxnSpPr>
        <p:spPr>
          <a:xfrm flipH="1">
            <a:off x="3980416" y="7591086"/>
            <a:ext cx="935664" cy="3675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452">
            <a:extLst>
              <a:ext uri="{FF2B5EF4-FFF2-40B4-BE49-F238E27FC236}">
                <a16:creationId xmlns:a16="http://schemas.microsoft.com/office/drawing/2014/main" id="{78CD99F4-0D61-4E03-9D39-790C79EADEC9}"/>
              </a:ext>
            </a:extLst>
          </p:cNvPr>
          <p:cNvCxnSpPr>
            <a:cxnSpLocks/>
          </p:cNvCxnSpPr>
          <p:nvPr/>
        </p:nvCxnSpPr>
        <p:spPr>
          <a:xfrm flipH="1" flipV="1">
            <a:off x="4880944" y="7597054"/>
            <a:ext cx="776905" cy="27694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E97775EF-78B2-43E7-9641-E6641EF9C81E}"/>
              </a:ext>
            </a:extLst>
          </p:cNvPr>
          <p:cNvCxnSpPr>
            <a:cxnSpLocks/>
          </p:cNvCxnSpPr>
          <p:nvPr/>
        </p:nvCxnSpPr>
        <p:spPr>
          <a:xfrm flipV="1">
            <a:off x="5628171" y="7870801"/>
            <a:ext cx="1" cy="161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452">
            <a:extLst>
              <a:ext uri="{FF2B5EF4-FFF2-40B4-BE49-F238E27FC236}">
                <a16:creationId xmlns:a16="http://schemas.microsoft.com/office/drawing/2014/main" id="{B864A5DD-8D27-4DF5-BD81-CC13774624C7}"/>
              </a:ext>
            </a:extLst>
          </p:cNvPr>
          <p:cNvCxnSpPr>
            <a:cxnSpLocks/>
          </p:cNvCxnSpPr>
          <p:nvPr/>
        </p:nvCxnSpPr>
        <p:spPr>
          <a:xfrm flipH="1">
            <a:off x="5628172" y="7767084"/>
            <a:ext cx="747228" cy="29525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452">
            <a:extLst>
              <a:ext uri="{FF2B5EF4-FFF2-40B4-BE49-F238E27FC236}">
                <a16:creationId xmlns:a16="http://schemas.microsoft.com/office/drawing/2014/main" id="{2F889130-C021-4A1A-A3BB-A55BBD94B25E}"/>
              </a:ext>
            </a:extLst>
          </p:cNvPr>
          <p:cNvCxnSpPr>
            <a:cxnSpLocks/>
          </p:cNvCxnSpPr>
          <p:nvPr/>
        </p:nvCxnSpPr>
        <p:spPr>
          <a:xfrm flipH="1" flipV="1">
            <a:off x="6391381" y="7767085"/>
            <a:ext cx="180871" cy="10371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452">
            <a:extLst>
              <a:ext uri="{FF2B5EF4-FFF2-40B4-BE49-F238E27FC236}">
                <a16:creationId xmlns:a16="http://schemas.microsoft.com/office/drawing/2014/main" id="{17702E49-0302-4D8B-BA35-A69D85730379}"/>
              </a:ext>
            </a:extLst>
          </p:cNvPr>
          <p:cNvCxnSpPr>
            <a:cxnSpLocks/>
          </p:cNvCxnSpPr>
          <p:nvPr/>
        </p:nvCxnSpPr>
        <p:spPr>
          <a:xfrm flipH="1">
            <a:off x="6572253" y="7767084"/>
            <a:ext cx="253849" cy="957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452">
            <a:extLst>
              <a:ext uri="{FF2B5EF4-FFF2-40B4-BE49-F238E27FC236}">
                <a16:creationId xmlns:a16="http://schemas.microsoft.com/office/drawing/2014/main" id="{A3B28D90-A4AF-4955-A8BF-397CF4A27164}"/>
              </a:ext>
            </a:extLst>
          </p:cNvPr>
          <p:cNvCxnSpPr>
            <a:cxnSpLocks/>
          </p:cNvCxnSpPr>
          <p:nvPr/>
        </p:nvCxnSpPr>
        <p:spPr>
          <a:xfrm>
            <a:off x="6826102" y="7774852"/>
            <a:ext cx="0" cy="13985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452">
            <a:extLst>
              <a:ext uri="{FF2B5EF4-FFF2-40B4-BE49-F238E27FC236}">
                <a16:creationId xmlns:a16="http://schemas.microsoft.com/office/drawing/2014/main" id="{36B13EB3-F73B-4850-B872-7A32289AF489}"/>
              </a:ext>
            </a:extLst>
          </p:cNvPr>
          <p:cNvCxnSpPr>
            <a:cxnSpLocks/>
          </p:cNvCxnSpPr>
          <p:nvPr/>
        </p:nvCxnSpPr>
        <p:spPr>
          <a:xfrm flipV="1">
            <a:off x="6826101" y="7676708"/>
            <a:ext cx="730104" cy="238002"/>
          </a:xfrm>
          <a:prstGeom prst="line">
            <a:avLst/>
          </a:prstGeom>
          <a:ln w="9525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2" name="Straight Connector 452">
            <a:extLst>
              <a:ext uri="{FF2B5EF4-FFF2-40B4-BE49-F238E27FC236}">
                <a16:creationId xmlns:a16="http://schemas.microsoft.com/office/drawing/2014/main" id="{96EBCDDC-9740-49DD-BFD0-8E8FD5C8D84F}"/>
              </a:ext>
            </a:extLst>
          </p:cNvPr>
          <p:cNvCxnSpPr>
            <a:cxnSpLocks/>
          </p:cNvCxnSpPr>
          <p:nvPr/>
        </p:nvCxnSpPr>
        <p:spPr>
          <a:xfrm flipH="1" flipV="1">
            <a:off x="7556206" y="7660786"/>
            <a:ext cx="450700" cy="18399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452">
            <a:extLst>
              <a:ext uri="{FF2B5EF4-FFF2-40B4-BE49-F238E27FC236}">
                <a16:creationId xmlns:a16="http://schemas.microsoft.com/office/drawing/2014/main" id="{F1814F3E-0E45-4D3E-A938-06FF5980A46B}"/>
              </a:ext>
            </a:extLst>
          </p:cNvPr>
          <p:cNvCxnSpPr>
            <a:cxnSpLocks/>
          </p:cNvCxnSpPr>
          <p:nvPr/>
        </p:nvCxnSpPr>
        <p:spPr>
          <a:xfrm flipV="1">
            <a:off x="8006906" y="7870801"/>
            <a:ext cx="0" cy="3534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452">
            <a:extLst>
              <a:ext uri="{FF2B5EF4-FFF2-40B4-BE49-F238E27FC236}">
                <a16:creationId xmlns:a16="http://schemas.microsoft.com/office/drawing/2014/main" id="{B91037D4-7751-4800-9968-BC137B87A9A8}"/>
              </a:ext>
            </a:extLst>
          </p:cNvPr>
          <p:cNvCxnSpPr>
            <a:cxnSpLocks/>
          </p:cNvCxnSpPr>
          <p:nvPr/>
        </p:nvCxnSpPr>
        <p:spPr>
          <a:xfrm flipH="1" flipV="1">
            <a:off x="8014584" y="8179833"/>
            <a:ext cx="215016" cy="11356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452">
            <a:extLst>
              <a:ext uri="{FF2B5EF4-FFF2-40B4-BE49-F238E27FC236}">
                <a16:creationId xmlns:a16="http://schemas.microsoft.com/office/drawing/2014/main" id="{C300D8AD-B19D-44FB-A2FA-EE59BBAC4F93}"/>
              </a:ext>
            </a:extLst>
          </p:cNvPr>
          <p:cNvCxnSpPr>
            <a:cxnSpLocks/>
          </p:cNvCxnSpPr>
          <p:nvPr/>
        </p:nvCxnSpPr>
        <p:spPr>
          <a:xfrm>
            <a:off x="9905263" y="8028747"/>
            <a:ext cx="4749" cy="5563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452">
            <a:extLst>
              <a:ext uri="{FF2B5EF4-FFF2-40B4-BE49-F238E27FC236}">
                <a16:creationId xmlns:a16="http://schemas.microsoft.com/office/drawing/2014/main" id="{11C9E2EB-8728-4379-8256-1DB3127C1571}"/>
              </a:ext>
            </a:extLst>
          </p:cNvPr>
          <p:cNvCxnSpPr>
            <a:cxnSpLocks/>
          </p:cNvCxnSpPr>
          <p:nvPr/>
        </p:nvCxnSpPr>
        <p:spPr>
          <a:xfrm>
            <a:off x="9638412" y="7951775"/>
            <a:ext cx="257077" cy="7697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452">
            <a:extLst>
              <a:ext uri="{FF2B5EF4-FFF2-40B4-BE49-F238E27FC236}">
                <a16:creationId xmlns:a16="http://schemas.microsoft.com/office/drawing/2014/main" id="{91B833CD-B69B-4E73-9E97-16321793E50B}"/>
              </a:ext>
            </a:extLst>
          </p:cNvPr>
          <p:cNvCxnSpPr>
            <a:cxnSpLocks/>
          </p:cNvCxnSpPr>
          <p:nvPr/>
        </p:nvCxnSpPr>
        <p:spPr>
          <a:xfrm>
            <a:off x="9905263" y="6893433"/>
            <a:ext cx="1" cy="5745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452">
            <a:extLst>
              <a:ext uri="{FF2B5EF4-FFF2-40B4-BE49-F238E27FC236}">
                <a16:creationId xmlns:a16="http://schemas.microsoft.com/office/drawing/2014/main" id="{D07A79DE-BCEC-4DC9-95FC-AC8740D3B325}"/>
              </a:ext>
            </a:extLst>
          </p:cNvPr>
          <p:cNvCxnSpPr>
            <a:cxnSpLocks/>
          </p:cNvCxnSpPr>
          <p:nvPr/>
        </p:nvCxnSpPr>
        <p:spPr>
          <a:xfrm flipH="1">
            <a:off x="9905264" y="6797749"/>
            <a:ext cx="245285" cy="1078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452">
            <a:extLst>
              <a:ext uri="{FF2B5EF4-FFF2-40B4-BE49-F238E27FC236}">
                <a16:creationId xmlns:a16="http://schemas.microsoft.com/office/drawing/2014/main" id="{52395B55-B1A2-4D62-8E20-FD6C0FF0B725}"/>
              </a:ext>
            </a:extLst>
          </p:cNvPr>
          <p:cNvCxnSpPr>
            <a:cxnSpLocks/>
          </p:cNvCxnSpPr>
          <p:nvPr/>
        </p:nvCxnSpPr>
        <p:spPr>
          <a:xfrm>
            <a:off x="10150549" y="6294474"/>
            <a:ext cx="1" cy="50699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452">
            <a:extLst>
              <a:ext uri="{FF2B5EF4-FFF2-40B4-BE49-F238E27FC236}">
                <a16:creationId xmlns:a16="http://schemas.microsoft.com/office/drawing/2014/main" id="{388ED75D-7FF0-41A2-9EB3-4C9B091D1038}"/>
              </a:ext>
            </a:extLst>
          </p:cNvPr>
          <p:cNvCxnSpPr>
            <a:cxnSpLocks/>
          </p:cNvCxnSpPr>
          <p:nvPr/>
        </p:nvCxnSpPr>
        <p:spPr>
          <a:xfrm flipH="1">
            <a:off x="10150549" y="6110177"/>
            <a:ext cx="446567" cy="184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452">
            <a:extLst>
              <a:ext uri="{FF2B5EF4-FFF2-40B4-BE49-F238E27FC236}">
                <a16:creationId xmlns:a16="http://schemas.microsoft.com/office/drawing/2014/main" id="{2D6A641E-C75B-4571-9BE5-3E83FF6C1091}"/>
              </a:ext>
            </a:extLst>
          </p:cNvPr>
          <p:cNvCxnSpPr>
            <a:cxnSpLocks/>
          </p:cNvCxnSpPr>
          <p:nvPr/>
        </p:nvCxnSpPr>
        <p:spPr>
          <a:xfrm flipV="1">
            <a:off x="10593574" y="5709684"/>
            <a:ext cx="244547" cy="400493"/>
          </a:xfrm>
          <a:prstGeom prst="line">
            <a:avLst/>
          </a:prstGeom>
          <a:ln w="9525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Connector 452">
            <a:extLst>
              <a:ext uri="{FF2B5EF4-FFF2-40B4-BE49-F238E27FC236}">
                <a16:creationId xmlns:a16="http://schemas.microsoft.com/office/drawing/2014/main" id="{B4BEDDDA-2BA7-44B9-BB50-B10D2E837884}"/>
              </a:ext>
            </a:extLst>
          </p:cNvPr>
          <p:cNvCxnSpPr>
            <a:cxnSpLocks/>
          </p:cNvCxnSpPr>
          <p:nvPr/>
        </p:nvCxnSpPr>
        <p:spPr>
          <a:xfrm flipH="1">
            <a:off x="10838122" y="5546786"/>
            <a:ext cx="226827" cy="11695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52">
            <a:extLst>
              <a:ext uri="{FF2B5EF4-FFF2-40B4-BE49-F238E27FC236}">
                <a16:creationId xmlns:a16="http://schemas.microsoft.com/office/drawing/2014/main" id="{7771AEFB-A352-4328-AEE8-C39793016BC3}"/>
              </a:ext>
            </a:extLst>
          </p:cNvPr>
          <p:cNvCxnSpPr>
            <a:cxnSpLocks/>
          </p:cNvCxnSpPr>
          <p:nvPr/>
        </p:nvCxnSpPr>
        <p:spPr>
          <a:xfrm flipH="1" flipV="1">
            <a:off x="11064950" y="5529065"/>
            <a:ext cx="715924" cy="30466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452">
            <a:extLst>
              <a:ext uri="{FF2B5EF4-FFF2-40B4-BE49-F238E27FC236}">
                <a16:creationId xmlns:a16="http://schemas.microsoft.com/office/drawing/2014/main" id="{C0C6B8E9-F186-491F-BEE8-6DE376B8E2F9}"/>
              </a:ext>
            </a:extLst>
          </p:cNvPr>
          <p:cNvCxnSpPr>
            <a:cxnSpLocks/>
          </p:cNvCxnSpPr>
          <p:nvPr/>
        </p:nvCxnSpPr>
        <p:spPr>
          <a:xfrm flipV="1">
            <a:off x="11780874" y="5833731"/>
            <a:ext cx="0" cy="7142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452">
            <a:extLst>
              <a:ext uri="{FF2B5EF4-FFF2-40B4-BE49-F238E27FC236}">
                <a16:creationId xmlns:a16="http://schemas.microsoft.com/office/drawing/2014/main" id="{8C2FC8BF-2BDE-4271-AF25-C67937F2A947}"/>
              </a:ext>
            </a:extLst>
          </p:cNvPr>
          <p:cNvCxnSpPr>
            <a:cxnSpLocks/>
          </p:cNvCxnSpPr>
          <p:nvPr/>
        </p:nvCxnSpPr>
        <p:spPr>
          <a:xfrm flipV="1">
            <a:off x="11064949" y="3459126"/>
            <a:ext cx="0" cy="205074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452">
            <a:extLst>
              <a:ext uri="{FF2B5EF4-FFF2-40B4-BE49-F238E27FC236}">
                <a16:creationId xmlns:a16="http://schemas.microsoft.com/office/drawing/2014/main" id="{C7EA6926-1209-4F62-BCE9-1BCF7C0C6E91}"/>
              </a:ext>
            </a:extLst>
          </p:cNvPr>
          <p:cNvCxnSpPr>
            <a:cxnSpLocks/>
          </p:cNvCxnSpPr>
          <p:nvPr/>
        </p:nvCxnSpPr>
        <p:spPr>
          <a:xfrm flipH="1">
            <a:off x="8229600" y="8293395"/>
            <a:ext cx="7677" cy="7458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452">
            <a:extLst>
              <a:ext uri="{FF2B5EF4-FFF2-40B4-BE49-F238E27FC236}">
                <a16:creationId xmlns:a16="http://schemas.microsoft.com/office/drawing/2014/main" id="{489BF7AA-3080-4F38-A577-2825903F8913}"/>
              </a:ext>
            </a:extLst>
          </p:cNvPr>
          <p:cNvCxnSpPr>
            <a:cxnSpLocks/>
          </p:cNvCxnSpPr>
          <p:nvPr/>
        </p:nvCxnSpPr>
        <p:spPr>
          <a:xfrm>
            <a:off x="8244955" y="9039201"/>
            <a:ext cx="207338" cy="11356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452">
            <a:extLst>
              <a:ext uri="{FF2B5EF4-FFF2-40B4-BE49-F238E27FC236}">
                <a16:creationId xmlns:a16="http://schemas.microsoft.com/office/drawing/2014/main" id="{23B66423-8BD4-43EB-8F8F-B57EAF882DB6}"/>
              </a:ext>
            </a:extLst>
          </p:cNvPr>
          <p:cNvCxnSpPr>
            <a:cxnSpLocks/>
          </p:cNvCxnSpPr>
          <p:nvPr/>
        </p:nvCxnSpPr>
        <p:spPr>
          <a:xfrm>
            <a:off x="8452293" y="9138488"/>
            <a:ext cx="7678" cy="14201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452">
            <a:extLst>
              <a:ext uri="{FF2B5EF4-FFF2-40B4-BE49-F238E27FC236}">
                <a16:creationId xmlns:a16="http://schemas.microsoft.com/office/drawing/2014/main" id="{AD699E34-754A-4B70-9990-6D8FEBD2261A}"/>
              </a:ext>
            </a:extLst>
          </p:cNvPr>
          <p:cNvCxnSpPr>
            <a:cxnSpLocks/>
          </p:cNvCxnSpPr>
          <p:nvPr/>
        </p:nvCxnSpPr>
        <p:spPr>
          <a:xfrm flipH="1" flipV="1">
            <a:off x="10373833" y="8765565"/>
            <a:ext cx="464288" cy="372923"/>
          </a:xfrm>
          <a:prstGeom prst="line">
            <a:avLst/>
          </a:prstGeom>
          <a:ln w="9525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3" name="Straight Connector 452">
            <a:extLst>
              <a:ext uri="{FF2B5EF4-FFF2-40B4-BE49-F238E27FC236}">
                <a16:creationId xmlns:a16="http://schemas.microsoft.com/office/drawing/2014/main" id="{2A9A58F1-C2FC-4052-92DF-B2703ABAA45C}"/>
              </a:ext>
            </a:extLst>
          </p:cNvPr>
          <p:cNvCxnSpPr>
            <a:cxnSpLocks/>
          </p:cNvCxnSpPr>
          <p:nvPr/>
        </p:nvCxnSpPr>
        <p:spPr>
          <a:xfrm>
            <a:off x="10838121" y="9196103"/>
            <a:ext cx="0" cy="106077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452">
            <a:extLst>
              <a:ext uri="{FF2B5EF4-FFF2-40B4-BE49-F238E27FC236}">
                <a16:creationId xmlns:a16="http://schemas.microsoft.com/office/drawing/2014/main" id="{A968F24C-EF29-45C9-B00E-E9AFFB913505}"/>
              </a:ext>
            </a:extLst>
          </p:cNvPr>
          <p:cNvCxnSpPr>
            <a:cxnSpLocks/>
          </p:cNvCxnSpPr>
          <p:nvPr/>
        </p:nvCxnSpPr>
        <p:spPr>
          <a:xfrm>
            <a:off x="10838121" y="10256874"/>
            <a:ext cx="226828" cy="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452">
            <a:extLst>
              <a:ext uri="{FF2B5EF4-FFF2-40B4-BE49-F238E27FC236}">
                <a16:creationId xmlns:a16="http://schemas.microsoft.com/office/drawing/2014/main" id="{C222B5FD-ECBB-4C10-8B26-E6F586FED346}"/>
              </a:ext>
            </a:extLst>
          </p:cNvPr>
          <p:cNvCxnSpPr>
            <a:cxnSpLocks/>
          </p:cNvCxnSpPr>
          <p:nvPr/>
        </p:nvCxnSpPr>
        <p:spPr>
          <a:xfrm flipH="1">
            <a:off x="8459971" y="9024975"/>
            <a:ext cx="241155" cy="14201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452">
            <a:extLst>
              <a:ext uri="{FF2B5EF4-FFF2-40B4-BE49-F238E27FC236}">
                <a16:creationId xmlns:a16="http://schemas.microsoft.com/office/drawing/2014/main" id="{16B1D5F2-035A-4C9F-9A8D-21197BACA5F7}"/>
              </a:ext>
            </a:extLst>
          </p:cNvPr>
          <p:cNvCxnSpPr>
            <a:cxnSpLocks/>
          </p:cNvCxnSpPr>
          <p:nvPr/>
        </p:nvCxnSpPr>
        <p:spPr>
          <a:xfrm>
            <a:off x="8711898" y="8855499"/>
            <a:ext cx="1" cy="1675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452">
            <a:extLst>
              <a:ext uri="{FF2B5EF4-FFF2-40B4-BE49-F238E27FC236}">
                <a16:creationId xmlns:a16="http://schemas.microsoft.com/office/drawing/2014/main" id="{D7FB0BC2-5CE9-4958-AD58-1007C356824D}"/>
              </a:ext>
            </a:extLst>
          </p:cNvPr>
          <p:cNvCxnSpPr>
            <a:cxnSpLocks/>
          </p:cNvCxnSpPr>
          <p:nvPr/>
        </p:nvCxnSpPr>
        <p:spPr>
          <a:xfrm flipH="1">
            <a:off x="8722673" y="8753451"/>
            <a:ext cx="230623" cy="837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452">
            <a:extLst>
              <a:ext uri="{FF2B5EF4-FFF2-40B4-BE49-F238E27FC236}">
                <a16:creationId xmlns:a16="http://schemas.microsoft.com/office/drawing/2014/main" id="{E2B61138-7C6C-4AEA-A019-82B43A2ED53A}"/>
              </a:ext>
            </a:extLst>
          </p:cNvPr>
          <p:cNvCxnSpPr>
            <a:cxnSpLocks/>
          </p:cNvCxnSpPr>
          <p:nvPr/>
        </p:nvCxnSpPr>
        <p:spPr>
          <a:xfrm flipH="1" flipV="1">
            <a:off x="8953297" y="8765565"/>
            <a:ext cx="236946" cy="899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452">
            <a:extLst>
              <a:ext uri="{FF2B5EF4-FFF2-40B4-BE49-F238E27FC236}">
                <a16:creationId xmlns:a16="http://schemas.microsoft.com/office/drawing/2014/main" id="{36C13788-49EA-42CD-A4A2-24C4F6EA3BC4}"/>
              </a:ext>
            </a:extLst>
          </p:cNvPr>
          <p:cNvCxnSpPr>
            <a:cxnSpLocks/>
          </p:cNvCxnSpPr>
          <p:nvPr/>
        </p:nvCxnSpPr>
        <p:spPr>
          <a:xfrm flipH="1">
            <a:off x="9186520" y="8571417"/>
            <a:ext cx="708969" cy="29152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11D90FC6-D22D-4F85-BAAE-834D069FCC84}"/>
              </a:ext>
            </a:extLst>
          </p:cNvPr>
          <p:cNvCxnSpPr>
            <a:cxnSpLocks/>
          </p:cNvCxnSpPr>
          <p:nvPr/>
        </p:nvCxnSpPr>
        <p:spPr>
          <a:xfrm flipH="1" flipV="1">
            <a:off x="9884606" y="8585084"/>
            <a:ext cx="485504" cy="16836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452">
            <a:extLst>
              <a:ext uri="{FF2B5EF4-FFF2-40B4-BE49-F238E27FC236}">
                <a16:creationId xmlns:a16="http://schemas.microsoft.com/office/drawing/2014/main" id="{A37B54D2-DCCA-41C2-BE16-287944AE0E76}"/>
              </a:ext>
            </a:extLst>
          </p:cNvPr>
          <p:cNvCxnSpPr>
            <a:cxnSpLocks/>
          </p:cNvCxnSpPr>
          <p:nvPr/>
        </p:nvCxnSpPr>
        <p:spPr>
          <a:xfrm flipH="1">
            <a:off x="9638485" y="7549170"/>
            <a:ext cx="16221" cy="4075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452">
            <a:extLst>
              <a:ext uri="{FF2B5EF4-FFF2-40B4-BE49-F238E27FC236}">
                <a16:creationId xmlns:a16="http://schemas.microsoft.com/office/drawing/2014/main" id="{0DEEB9BD-E34E-4076-9402-B0931063E015}"/>
              </a:ext>
            </a:extLst>
          </p:cNvPr>
          <p:cNvCxnSpPr>
            <a:cxnSpLocks/>
          </p:cNvCxnSpPr>
          <p:nvPr/>
        </p:nvCxnSpPr>
        <p:spPr>
          <a:xfrm flipH="1">
            <a:off x="9655852" y="7491991"/>
            <a:ext cx="228754" cy="547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452">
            <a:extLst>
              <a:ext uri="{FF2B5EF4-FFF2-40B4-BE49-F238E27FC236}">
                <a16:creationId xmlns:a16="http://schemas.microsoft.com/office/drawing/2014/main" id="{67375D0E-9AB9-4D97-AA95-530EF5EF9452}"/>
              </a:ext>
            </a:extLst>
          </p:cNvPr>
          <p:cNvCxnSpPr>
            <a:cxnSpLocks/>
          </p:cNvCxnSpPr>
          <p:nvPr/>
        </p:nvCxnSpPr>
        <p:spPr>
          <a:xfrm>
            <a:off x="8953297" y="4356100"/>
            <a:ext cx="509791" cy="19208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452">
            <a:extLst>
              <a:ext uri="{FF2B5EF4-FFF2-40B4-BE49-F238E27FC236}">
                <a16:creationId xmlns:a16="http://schemas.microsoft.com/office/drawing/2014/main" id="{3EA65973-86BD-4439-913B-7F6FD8655182}"/>
              </a:ext>
            </a:extLst>
          </p:cNvPr>
          <p:cNvCxnSpPr>
            <a:cxnSpLocks/>
          </p:cNvCxnSpPr>
          <p:nvPr/>
        </p:nvCxnSpPr>
        <p:spPr>
          <a:xfrm>
            <a:off x="9463088" y="4548188"/>
            <a:ext cx="0" cy="2120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452">
            <a:extLst>
              <a:ext uri="{FF2B5EF4-FFF2-40B4-BE49-F238E27FC236}">
                <a16:creationId xmlns:a16="http://schemas.microsoft.com/office/drawing/2014/main" id="{367E87B3-658B-40D0-868B-73E6103FB1EF}"/>
              </a:ext>
            </a:extLst>
          </p:cNvPr>
          <p:cNvCxnSpPr>
            <a:cxnSpLocks/>
          </p:cNvCxnSpPr>
          <p:nvPr/>
        </p:nvCxnSpPr>
        <p:spPr>
          <a:xfrm flipH="1" flipV="1">
            <a:off x="8953297" y="4548189"/>
            <a:ext cx="516899" cy="19208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452">
            <a:extLst>
              <a:ext uri="{FF2B5EF4-FFF2-40B4-BE49-F238E27FC236}">
                <a16:creationId xmlns:a16="http://schemas.microsoft.com/office/drawing/2014/main" id="{FFF298C8-DB81-45A5-A3BE-8DC6AF6D72E0}"/>
              </a:ext>
            </a:extLst>
          </p:cNvPr>
          <p:cNvCxnSpPr>
            <a:cxnSpLocks/>
          </p:cNvCxnSpPr>
          <p:nvPr/>
        </p:nvCxnSpPr>
        <p:spPr>
          <a:xfrm>
            <a:off x="8953296" y="4548188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452">
            <a:extLst>
              <a:ext uri="{FF2B5EF4-FFF2-40B4-BE49-F238E27FC236}">
                <a16:creationId xmlns:a16="http://schemas.microsoft.com/office/drawing/2014/main" id="{85ADD088-974A-450B-A309-FC5DCD791A08}"/>
              </a:ext>
            </a:extLst>
          </p:cNvPr>
          <p:cNvCxnSpPr>
            <a:cxnSpLocks/>
          </p:cNvCxnSpPr>
          <p:nvPr/>
        </p:nvCxnSpPr>
        <p:spPr>
          <a:xfrm flipH="1" flipV="1">
            <a:off x="8711898" y="4641056"/>
            <a:ext cx="241398" cy="9286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452">
            <a:extLst>
              <a:ext uri="{FF2B5EF4-FFF2-40B4-BE49-F238E27FC236}">
                <a16:creationId xmlns:a16="http://schemas.microsoft.com/office/drawing/2014/main" id="{A9DF74E3-3563-4C86-8541-2CEF1D1F87FB}"/>
              </a:ext>
            </a:extLst>
          </p:cNvPr>
          <p:cNvCxnSpPr>
            <a:cxnSpLocks/>
          </p:cNvCxnSpPr>
          <p:nvPr/>
        </p:nvCxnSpPr>
        <p:spPr>
          <a:xfrm>
            <a:off x="8730744" y="4452144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452">
            <a:extLst>
              <a:ext uri="{FF2B5EF4-FFF2-40B4-BE49-F238E27FC236}">
                <a16:creationId xmlns:a16="http://schemas.microsoft.com/office/drawing/2014/main" id="{19AC0C74-AB3E-4167-8073-37AE3BDE7287}"/>
              </a:ext>
            </a:extLst>
          </p:cNvPr>
          <p:cNvCxnSpPr>
            <a:cxnSpLocks/>
          </p:cNvCxnSpPr>
          <p:nvPr/>
        </p:nvCxnSpPr>
        <p:spPr>
          <a:xfrm flipV="1">
            <a:off x="8459971" y="4452144"/>
            <a:ext cx="262703" cy="928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452">
            <a:extLst>
              <a:ext uri="{FF2B5EF4-FFF2-40B4-BE49-F238E27FC236}">
                <a16:creationId xmlns:a16="http://schemas.microsoft.com/office/drawing/2014/main" id="{CDA48667-CEFC-47DC-A05A-405B7F0B0674}"/>
              </a:ext>
            </a:extLst>
          </p:cNvPr>
          <p:cNvCxnSpPr>
            <a:cxnSpLocks/>
          </p:cNvCxnSpPr>
          <p:nvPr/>
        </p:nvCxnSpPr>
        <p:spPr>
          <a:xfrm flipH="1" flipV="1">
            <a:off x="7781556" y="4252913"/>
            <a:ext cx="705635" cy="28571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452">
            <a:extLst>
              <a:ext uri="{FF2B5EF4-FFF2-40B4-BE49-F238E27FC236}">
                <a16:creationId xmlns:a16="http://schemas.microsoft.com/office/drawing/2014/main" id="{234C713F-7133-4BEB-9698-09957E276B16}"/>
              </a:ext>
            </a:extLst>
          </p:cNvPr>
          <p:cNvCxnSpPr>
            <a:cxnSpLocks/>
          </p:cNvCxnSpPr>
          <p:nvPr/>
        </p:nvCxnSpPr>
        <p:spPr>
          <a:xfrm>
            <a:off x="7781556" y="4252913"/>
            <a:ext cx="0" cy="3392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452">
            <a:extLst>
              <a:ext uri="{FF2B5EF4-FFF2-40B4-BE49-F238E27FC236}">
                <a16:creationId xmlns:a16="http://schemas.microsoft.com/office/drawing/2014/main" id="{5B5CF367-65AC-4D95-A870-010540F6873C}"/>
              </a:ext>
            </a:extLst>
          </p:cNvPr>
          <p:cNvCxnSpPr>
            <a:cxnSpLocks/>
          </p:cNvCxnSpPr>
          <p:nvPr/>
        </p:nvCxnSpPr>
        <p:spPr>
          <a:xfrm>
            <a:off x="7988422" y="4710318"/>
            <a:ext cx="256533" cy="9980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452">
            <a:extLst>
              <a:ext uri="{FF2B5EF4-FFF2-40B4-BE49-F238E27FC236}">
                <a16:creationId xmlns:a16="http://schemas.microsoft.com/office/drawing/2014/main" id="{73C25C61-AFED-413B-8A1B-A59DB7620DAC}"/>
              </a:ext>
            </a:extLst>
          </p:cNvPr>
          <p:cNvCxnSpPr>
            <a:cxnSpLocks/>
          </p:cNvCxnSpPr>
          <p:nvPr/>
        </p:nvCxnSpPr>
        <p:spPr>
          <a:xfrm>
            <a:off x="8254367" y="4811882"/>
            <a:ext cx="1357" cy="1983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452">
            <a:extLst>
              <a:ext uri="{FF2B5EF4-FFF2-40B4-BE49-F238E27FC236}">
                <a16:creationId xmlns:a16="http://schemas.microsoft.com/office/drawing/2014/main" id="{0B6AD7D4-38B3-4583-92CE-C89557ABB8C0}"/>
              </a:ext>
            </a:extLst>
          </p:cNvPr>
          <p:cNvCxnSpPr>
            <a:cxnSpLocks/>
          </p:cNvCxnSpPr>
          <p:nvPr/>
        </p:nvCxnSpPr>
        <p:spPr>
          <a:xfrm flipH="1">
            <a:off x="7760569" y="5006270"/>
            <a:ext cx="512541" cy="17393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452">
            <a:extLst>
              <a:ext uri="{FF2B5EF4-FFF2-40B4-BE49-F238E27FC236}">
                <a16:creationId xmlns:a16="http://schemas.microsoft.com/office/drawing/2014/main" id="{3D763418-6554-4614-B959-79B7408CA480}"/>
              </a:ext>
            </a:extLst>
          </p:cNvPr>
          <p:cNvCxnSpPr>
            <a:cxnSpLocks/>
          </p:cNvCxnSpPr>
          <p:nvPr/>
        </p:nvCxnSpPr>
        <p:spPr>
          <a:xfrm flipH="1">
            <a:off x="6846853" y="5451759"/>
            <a:ext cx="249850" cy="801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452">
            <a:extLst>
              <a:ext uri="{FF2B5EF4-FFF2-40B4-BE49-F238E27FC236}">
                <a16:creationId xmlns:a16="http://schemas.microsoft.com/office/drawing/2014/main" id="{F61E4F16-4E07-42BB-BEC7-D342BD4FEA77}"/>
              </a:ext>
            </a:extLst>
          </p:cNvPr>
          <p:cNvCxnSpPr>
            <a:cxnSpLocks/>
          </p:cNvCxnSpPr>
          <p:nvPr/>
        </p:nvCxnSpPr>
        <p:spPr>
          <a:xfrm>
            <a:off x="7077193" y="5266021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452">
            <a:extLst>
              <a:ext uri="{FF2B5EF4-FFF2-40B4-BE49-F238E27FC236}">
                <a16:creationId xmlns:a16="http://schemas.microsoft.com/office/drawing/2014/main" id="{B87A0C1B-C60F-43D4-843A-2E08578941B3}"/>
              </a:ext>
            </a:extLst>
          </p:cNvPr>
          <p:cNvCxnSpPr>
            <a:cxnSpLocks/>
          </p:cNvCxnSpPr>
          <p:nvPr/>
        </p:nvCxnSpPr>
        <p:spPr>
          <a:xfrm flipH="1" flipV="1">
            <a:off x="7063123" y="5283026"/>
            <a:ext cx="493082" cy="1782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452">
            <a:extLst>
              <a:ext uri="{FF2B5EF4-FFF2-40B4-BE49-F238E27FC236}">
                <a16:creationId xmlns:a16="http://schemas.microsoft.com/office/drawing/2014/main" id="{64412E66-9087-441B-A432-BC907089ED15}"/>
              </a:ext>
            </a:extLst>
          </p:cNvPr>
          <p:cNvCxnSpPr>
            <a:cxnSpLocks/>
          </p:cNvCxnSpPr>
          <p:nvPr/>
        </p:nvCxnSpPr>
        <p:spPr>
          <a:xfrm>
            <a:off x="7075160" y="4538632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452">
            <a:extLst>
              <a:ext uri="{FF2B5EF4-FFF2-40B4-BE49-F238E27FC236}">
                <a16:creationId xmlns:a16="http://schemas.microsoft.com/office/drawing/2014/main" id="{12AF2071-94EC-4849-9EEF-E67C99831266}"/>
              </a:ext>
            </a:extLst>
          </p:cNvPr>
          <p:cNvCxnSpPr>
            <a:cxnSpLocks/>
          </p:cNvCxnSpPr>
          <p:nvPr/>
        </p:nvCxnSpPr>
        <p:spPr>
          <a:xfrm flipH="1">
            <a:off x="7078478" y="4422377"/>
            <a:ext cx="225350" cy="1226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452">
            <a:extLst>
              <a:ext uri="{FF2B5EF4-FFF2-40B4-BE49-F238E27FC236}">
                <a16:creationId xmlns:a16="http://schemas.microsoft.com/office/drawing/2014/main" id="{58E58427-02E6-4A04-BE8E-BD4B95C095D1}"/>
              </a:ext>
            </a:extLst>
          </p:cNvPr>
          <p:cNvCxnSpPr>
            <a:cxnSpLocks/>
          </p:cNvCxnSpPr>
          <p:nvPr/>
        </p:nvCxnSpPr>
        <p:spPr>
          <a:xfrm>
            <a:off x="7313208" y="4252913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452">
            <a:extLst>
              <a:ext uri="{FF2B5EF4-FFF2-40B4-BE49-F238E27FC236}">
                <a16:creationId xmlns:a16="http://schemas.microsoft.com/office/drawing/2014/main" id="{D60A9FB5-7B2E-4296-8B51-124DC9C95524}"/>
              </a:ext>
            </a:extLst>
          </p:cNvPr>
          <p:cNvCxnSpPr>
            <a:cxnSpLocks/>
          </p:cNvCxnSpPr>
          <p:nvPr/>
        </p:nvCxnSpPr>
        <p:spPr>
          <a:xfrm flipH="1">
            <a:off x="7315450" y="4165706"/>
            <a:ext cx="225350" cy="1226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452">
            <a:extLst>
              <a:ext uri="{FF2B5EF4-FFF2-40B4-BE49-F238E27FC236}">
                <a16:creationId xmlns:a16="http://schemas.microsoft.com/office/drawing/2014/main" id="{8346B020-209C-4C2E-81CF-49F6BE162EB8}"/>
              </a:ext>
            </a:extLst>
          </p:cNvPr>
          <p:cNvCxnSpPr>
            <a:cxnSpLocks/>
          </p:cNvCxnSpPr>
          <p:nvPr/>
        </p:nvCxnSpPr>
        <p:spPr>
          <a:xfrm flipH="1" flipV="1">
            <a:off x="7075160" y="3979969"/>
            <a:ext cx="456842" cy="1723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452">
            <a:extLst>
              <a:ext uri="{FF2B5EF4-FFF2-40B4-BE49-F238E27FC236}">
                <a16:creationId xmlns:a16="http://schemas.microsoft.com/office/drawing/2014/main" id="{2FE4C712-0E3C-4094-8789-A4CA681694BE}"/>
              </a:ext>
            </a:extLst>
          </p:cNvPr>
          <p:cNvCxnSpPr>
            <a:cxnSpLocks/>
          </p:cNvCxnSpPr>
          <p:nvPr/>
        </p:nvCxnSpPr>
        <p:spPr>
          <a:xfrm>
            <a:off x="7075160" y="3995738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452">
            <a:extLst>
              <a:ext uri="{FF2B5EF4-FFF2-40B4-BE49-F238E27FC236}">
                <a16:creationId xmlns:a16="http://schemas.microsoft.com/office/drawing/2014/main" id="{F365133E-ED49-4211-9A49-FD70267BA741}"/>
              </a:ext>
            </a:extLst>
          </p:cNvPr>
          <p:cNvCxnSpPr>
            <a:cxnSpLocks/>
          </p:cNvCxnSpPr>
          <p:nvPr/>
        </p:nvCxnSpPr>
        <p:spPr>
          <a:xfrm flipH="1" flipV="1">
            <a:off x="6842403" y="4071746"/>
            <a:ext cx="238048" cy="76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452">
            <a:extLst>
              <a:ext uri="{FF2B5EF4-FFF2-40B4-BE49-F238E27FC236}">
                <a16:creationId xmlns:a16="http://schemas.microsoft.com/office/drawing/2014/main" id="{A63A5311-0441-475C-8EBE-3B31EB238369}"/>
              </a:ext>
            </a:extLst>
          </p:cNvPr>
          <p:cNvCxnSpPr>
            <a:cxnSpLocks/>
          </p:cNvCxnSpPr>
          <p:nvPr/>
        </p:nvCxnSpPr>
        <p:spPr>
          <a:xfrm>
            <a:off x="6842403" y="4072837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452">
            <a:extLst>
              <a:ext uri="{FF2B5EF4-FFF2-40B4-BE49-F238E27FC236}">
                <a16:creationId xmlns:a16="http://schemas.microsoft.com/office/drawing/2014/main" id="{F80E94D4-3D0F-45AD-881D-68968EF98D5C}"/>
              </a:ext>
            </a:extLst>
          </p:cNvPr>
          <p:cNvCxnSpPr>
            <a:cxnSpLocks/>
          </p:cNvCxnSpPr>
          <p:nvPr/>
        </p:nvCxnSpPr>
        <p:spPr>
          <a:xfrm flipH="1">
            <a:off x="6614812" y="4213178"/>
            <a:ext cx="225350" cy="1226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452">
            <a:extLst>
              <a:ext uri="{FF2B5EF4-FFF2-40B4-BE49-F238E27FC236}">
                <a16:creationId xmlns:a16="http://schemas.microsoft.com/office/drawing/2014/main" id="{47FCEEB7-8340-44A6-9C6B-0631FC97B85A}"/>
              </a:ext>
            </a:extLst>
          </p:cNvPr>
          <p:cNvCxnSpPr>
            <a:cxnSpLocks/>
          </p:cNvCxnSpPr>
          <p:nvPr/>
        </p:nvCxnSpPr>
        <p:spPr>
          <a:xfrm>
            <a:off x="6612820" y="4335813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452">
            <a:extLst>
              <a:ext uri="{FF2B5EF4-FFF2-40B4-BE49-F238E27FC236}">
                <a16:creationId xmlns:a16="http://schemas.microsoft.com/office/drawing/2014/main" id="{8F464EB7-6E15-4893-A5BF-5B9C9D0FEDB7}"/>
              </a:ext>
            </a:extLst>
          </p:cNvPr>
          <p:cNvCxnSpPr>
            <a:cxnSpLocks/>
          </p:cNvCxnSpPr>
          <p:nvPr/>
        </p:nvCxnSpPr>
        <p:spPr>
          <a:xfrm flipH="1" flipV="1">
            <a:off x="6796355" y="4608987"/>
            <a:ext cx="513952" cy="22180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452">
            <a:extLst>
              <a:ext uri="{FF2B5EF4-FFF2-40B4-BE49-F238E27FC236}">
                <a16:creationId xmlns:a16="http://schemas.microsoft.com/office/drawing/2014/main" id="{BE051394-E545-43E8-AD15-93B4C4F04315}"/>
              </a:ext>
            </a:extLst>
          </p:cNvPr>
          <p:cNvCxnSpPr>
            <a:cxnSpLocks/>
          </p:cNvCxnSpPr>
          <p:nvPr/>
        </p:nvCxnSpPr>
        <p:spPr>
          <a:xfrm flipH="1">
            <a:off x="6586502" y="4604203"/>
            <a:ext cx="225350" cy="1226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452">
            <a:extLst>
              <a:ext uri="{FF2B5EF4-FFF2-40B4-BE49-F238E27FC236}">
                <a16:creationId xmlns:a16="http://schemas.microsoft.com/office/drawing/2014/main" id="{D6FBD916-DF3D-4CFB-A27C-4F2D2BAF8430}"/>
              </a:ext>
            </a:extLst>
          </p:cNvPr>
          <p:cNvCxnSpPr>
            <a:cxnSpLocks/>
          </p:cNvCxnSpPr>
          <p:nvPr/>
        </p:nvCxnSpPr>
        <p:spPr>
          <a:xfrm>
            <a:off x="6601002" y="4710724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452">
            <a:extLst>
              <a:ext uri="{FF2B5EF4-FFF2-40B4-BE49-F238E27FC236}">
                <a16:creationId xmlns:a16="http://schemas.microsoft.com/office/drawing/2014/main" id="{04A574D5-BE3C-497D-BF20-BBFB621FC2B3}"/>
              </a:ext>
            </a:extLst>
          </p:cNvPr>
          <p:cNvCxnSpPr>
            <a:cxnSpLocks/>
          </p:cNvCxnSpPr>
          <p:nvPr/>
        </p:nvCxnSpPr>
        <p:spPr>
          <a:xfrm flipH="1" flipV="1">
            <a:off x="6596159" y="4904198"/>
            <a:ext cx="238048" cy="76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452">
            <a:extLst>
              <a:ext uri="{FF2B5EF4-FFF2-40B4-BE49-F238E27FC236}">
                <a16:creationId xmlns:a16="http://schemas.microsoft.com/office/drawing/2014/main" id="{6F6658E0-4077-4B60-82DF-0FE2B789E28C}"/>
              </a:ext>
            </a:extLst>
          </p:cNvPr>
          <p:cNvCxnSpPr>
            <a:cxnSpLocks/>
          </p:cNvCxnSpPr>
          <p:nvPr/>
        </p:nvCxnSpPr>
        <p:spPr>
          <a:xfrm>
            <a:off x="6346649" y="4803592"/>
            <a:ext cx="234571" cy="885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452">
            <a:extLst>
              <a:ext uri="{FF2B5EF4-FFF2-40B4-BE49-F238E27FC236}">
                <a16:creationId xmlns:a16="http://schemas.microsoft.com/office/drawing/2014/main" id="{694552CA-F3E2-4F66-B3F0-76D21B95F96E}"/>
              </a:ext>
            </a:extLst>
          </p:cNvPr>
          <p:cNvCxnSpPr>
            <a:cxnSpLocks/>
          </p:cNvCxnSpPr>
          <p:nvPr/>
        </p:nvCxnSpPr>
        <p:spPr>
          <a:xfrm>
            <a:off x="7303581" y="4818192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452">
            <a:extLst>
              <a:ext uri="{FF2B5EF4-FFF2-40B4-BE49-F238E27FC236}">
                <a16:creationId xmlns:a16="http://schemas.microsoft.com/office/drawing/2014/main" id="{AAA21755-D455-4D6E-BFC1-48F8F37C8639}"/>
              </a:ext>
            </a:extLst>
          </p:cNvPr>
          <p:cNvCxnSpPr>
            <a:cxnSpLocks/>
          </p:cNvCxnSpPr>
          <p:nvPr/>
        </p:nvCxnSpPr>
        <p:spPr>
          <a:xfrm flipH="1" flipV="1">
            <a:off x="5638479" y="4841762"/>
            <a:ext cx="37161" cy="7956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452">
            <a:extLst>
              <a:ext uri="{FF2B5EF4-FFF2-40B4-BE49-F238E27FC236}">
                <a16:creationId xmlns:a16="http://schemas.microsoft.com/office/drawing/2014/main" id="{B12CDF10-EB9D-45FE-B63B-B17EBC55F15F}"/>
              </a:ext>
            </a:extLst>
          </p:cNvPr>
          <p:cNvCxnSpPr>
            <a:cxnSpLocks/>
          </p:cNvCxnSpPr>
          <p:nvPr/>
        </p:nvCxnSpPr>
        <p:spPr>
          <a:xfrm>
            <a:off x="5901397" y="4802603"/>
            <a:ext cx="226278" cy="11701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452">
            <a:extLst>
              <a:ext uri="{FF2B5EF4-FFF2-40B4-BE49-F238E27FC236}">
                <a16:creationId xmlns:a16="http://schemas.microsoft.com/office/drawing/2014/main" id="{C80C8F61-7B11-4387-9A17-3441A1B57697}"/>
              </a:ext>
            </a:extLst>
          </p:cNvPr>
          <p:cNvCxnSpPr>
            <a:cxnSpLocks/>
          </p:cNvCxnSpPr>
          <p:nvPr/>
        </p:nvCxnSpPr>
        <p:spPr>
          <a:xfrm flipH="1" flipV="1">
            <a:off x="6345389" y="4810125"/>
            <a:ext cx="15145" cy="3882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52">
            <a:extLst>
              <a:ext uri="{FF2B5EF4-FFF2-40B4-BE49-F238E27FC236}">
                <a16:creationId xmlns:a16="http://schemas.microsoft.com/office/drawing/2014/main" id="{CF891EA5-7770-4692-ADC0-59E8D8198F40}"/>
              </a:ext>
            </a:extLst>
          </p:cNvPr>
          <p:cNvCxnSpPr>
            <a:cxnSpLocks/>
          </p:cNvCxnSpPr>
          <p:nvPr/>
        </p:nvCxnSpPr>
        <p:spPr>
          <a:xfrm flipH="1" flipV="1">
            <a:off x="6142064" y="5085235"/>
            <a:ext cx="218470" cy="2673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452">
            <a:extLst>
              <a:ext uri="{FF2B5EF4-FFF2-40B4-BE49-F238E27FC236}">
                <a16:creationId xmlns:a16="http://schemas.microsoft.com/office/drawing/2014/main" id="{CFD2D316-3428-48C0-ADA4-DCB25DBA895F}"/>
              </a:ext>
            </a:extLst>
          </p:cNvPr>
          <p:cNvCxnSpPr>
            <a:cxnSpLocks/>
          </p:cNvCxnSpPr>
          <p:nvPr/>
        </p:nvCxnSpPr>
        <p:spPr>
          <a:xfrm>
            <a:off x="6349510" y="5170934"/>
            <a:ext cx="520476" cy="2047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452">
            <a:extLst>
              <a:ext uri="{FF2B5EF4-FFF2-40B4-BE49-F238E27FC236}">
                <a16:creationId xmlns:a16="http://schemas.microsoft.com/office/drawing/2014/main" id="{B93253C8-9517-4DF0-AF4E-3006E8A1FD61}"/>
              </a:ext>
            </a:extLst>
          </p:cNvPr>
          <p:cNvCxnSpPr>
            <a:cxnSpLocks/>
          </p:cNvCxnSpPr>
          <p:nvPr/>
        </p:nvCxnSpPr>
        <p:spPr>
          <a:xfrm flipV="1">
            <a:off x="6129706" y="4891342"/>
            <a:ext cx="1" cy="21875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452">
            <a:extLst>
              <a:ext uri="{FF2B5EF4-FFF2-40B4-BE49-F238E27FC236}">
                <a16:creationId xmlns:a16="http://schemas.microsoft.com/office/drawing/2014/main" id="{9935A92F-25D6-4298-8482-FDDBA8B3321E}"/>
              </a:ext>
            </a:extLst>
          </p:cNvPr>
          <p:cNvCxnSpPr>
            <a:cxnSpLocks/>
          </p:cNvCxnSpPr>
          <p:nvPr/>
        </p:nvCxnSpPr>
        <p:spPr>
          <a:xfrm flipH="1">
            <a:off x="7747697" y="4711790"/>
            <a:ext cx="257314" cy="11107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452">
            <a:extLst>
              <a:ext uri="{FF2B5EF4-FFF2-40B4-BE49-F238E27FC236}">
                <a16:creationId xmlns:a16="http://schemas.microsoft.com/office/drawing/2014/main" id="{3912EDE9-84E8-4893-97AE-9747A0849076}"/>
              </a:ext>
            </a:extLst>
          </p:cNvPr>
          <p:cNvCxnSpPr>
            <a:cxnSpLocks/>
          </p:cNvCxnSpPr>
          <p:nvPr/>
        </p:nvCxnSpPr>
        <p:spPr>
          <a:xfrm flipV="1">
            <a:off x="6114288" y="5359321"/>
            <a:ext cx="246826" cy="954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452">
            <a:extLst>
              <a:ext uri="{FF2B5EF4-FFF2-40B4-BE49-F238E27FC236}">
                <a16:creationId xmlns:a16="http://schemas.microsoft.com/office/drawing/2014/main" id="{B2B661BB-3F84-4029-9DE9-5954F4E39E90}"/>
              </a:ext>
            </a:extLst>
          </p:cNvPr>
          <p:cNvCxnSpPr>
            <a:cxnSpLocks/>
          </p:cNvCxnSpPr>
          <p:nvPr/>
        </p:nvCxnSpPr>
        <p:spPr>
          <a:xfrm flipH="1" flipV="1">
            <a:off x="6135235" y="5445018"/>
            <a:ext cx="6829" cy="19648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452">
            <a:extLst>
              <a:ext uri="{FF2B5EF4-FFF2-40B4-BE49-F238E27FC236}">
                <a16:creationId xmlns:a16="http://schemas.microsoft.com/office/drawing/2014/main" id="{48EAF24E-B62C-4A7A-A65B-346792309DC9}"/>
              </a:ext>
            </a:extLst>
          </p:cNvPr>
          <p:cNvCxnSpPr>
            <a:cxnSpLocks/>
          </p:cNvCxnSpPr>
          <p:nvPr/>
        </p:nvCxnSpPr>
        <p:spPr>
          <a:xfrm flipH="1">
            <a:off x="4687694" y="4810125"/>
            <a:ext cx="949030" cy="5655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452">
            <a:extLst>
              <a:ext uri="{FF2B5EF4-FFF2-40B4-BE49-F238E27FC236}">
                <a16:creationId xmlns:a16="http://schemas.microsoft.com/office/drawing/2014/main" id="{E36B860F-2B24-4FB5-891E-9F1663F26482}"/>
              </a:ext>
            </a:extLst>
          </p:cNvPr>
          <p:cNvCxnSpPr>
            <a:cxnSpLocks/>
          </p:cNvCxnSpPr>
          <p:nvPr/>
        </p:nvCxnSpPr>
        <p:spPr>
          <a:xfrm>
            <a:off x="6134713" y="5638075"/>
            <a:ext cx="263310" cy="9784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452">
            <a:extLst>
              <a:ext uri="{FF2B5EF4-FFF2-40B4-BE49-F238E27FC236}">
                <a16:creationId xmlns:a16="http://schemas.microsoft.com/office/drawing/2014/main" id="{F015FA2A-8A57-4F7F-80E8-D29F88278360}"/>
              </a:ext>
            </a:extLst>
          </p:cNvPr>
          <p:cNvCxnSpPr>
            <a:cxnSpLocks/>
          </p:cNvCxnSpPr>
          <p:nvPr/>
        </p:nvCxnSpPr>
        <p:spPr>
          <a:xfrm flipV="1">
            <a:off x="6385330" y="5619240"/>
            <a:ext cx="244092" cy="124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452">
            <a:extLst>
              <a:ext uri="{FF2B5EF4-FFF2-40B4-BE49-F238E27FC236}">
                <a16:creationId xmlns:a16="http://schemas.microsoft.com/office/drawing/2014/main" id="{03185656-0868-471C-8B3F-6A013EA1C601}"/>
              </a:ext>
            </a:extLst>
          </p:cNvPr>
          <p:cNvCxnSpPr>
            <a:cxnSpLocks/>
          </p:cNvCxnSpPr>
          <p:nvPr/>
        </p:nvCxnSpPr>
        <p:spPr>
          <a:xfrm>
            <a:off x="4686434" y="5380287"/>
            <a:ext cx="760211" cy="54714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452">
            <a:extLst>
              <a:ext uri="{FF2B5EF4-FFF2-40B4-BE49-F238E27FC236}">
                <a16:creationId xmlns:a16="http://schemas.microsoft.com/office/drawing/2014/main" id="{31262AB1-9FD1-4A97-B572-958FB28323E6}"/>
              </a:ext>
            </a:extLst>
          </p:cNvPr>
          <p:cNvCxnSpPr>
            <a:cxnSpLocks/>
          </p:cNvCxnSpPr>
          <p:nvPr/>
        </p:nvCxnSpPr>
        <p:spPr>
          <a:xfrm>
            <a:off x="5660691" y="5622813"/>
            <a:ext cx="504039" cy="22388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452">
            <a:extLst>
              <a:ext uri="{FF2B5EF4-FFF2-40B4-BE49-F238E27FC236}">
                <a16:creationId xmlns:a16="http://schemas.microsoft.com/office/drawing/2014/main" id="{DA987A4B-F9F8-4BCE-87F1-A44D67D77349}"/>
              </a:ext>
            </a:extLst>
          </p:cNvPr>
          <p:cNvCxnSpPr>
            <a:cxnSpLocks/>
          </p:cNvCxnSpPr>
          <p:nvPr/>
        </p:nvCxnSpPr>
        <p:spPr>
          <a:xfrm>
            <a:off x="9693711" y="4818192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452">
            <a:extLst>
              <a:ext uri="{FF2B5EF4-FFF2-40B4-BE49-F238E27FC236}">
                <a16:creationId xmlns:a16="http://schemas.microsoft.com/office/drawing/2014/main" id="{F11AB91E-DD58-41DA-AD9F-7F76AC1035FE}"/>
              </a:ext>
            </a:extLst>
          </p:cNvPr>
          <p:cNvCxnSpPr>
            <a:cxnSpLocks/>
          </p:cNvCxnSpPr>
          <p:nvPr/>
        </p:nvCxnSpPr>
        <p:spPr>
          <a:xfrm flipH="1">
            <a:off x="9426632" y="4989979"/>
            <a:ext cx="267079" cy="1065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452">
            <a:extLst>
              <a:ext uri="{FF2B5EF4-FFF2-40B4-BE49-F238E27FC236}">
                <a16:creationId xmlns:a16="http://schemas.microsoft.com/office/drawing/2014/main" id="{C6A45C92-284C-4CD9-9A6F-28EF52C50157}"/>
              </a:ext>
            </a:extLst>
          </p:cNvPr>
          <p:cNvCxnSpPr>
            <a:cxnSpLocks/>
          </p:cNvCxnSpPr>
          <p:nvPr/>
        </p:nvCxnSpPr>
        <p:spPr>
          <a:xfrm flipH="1" flipV="1">
            <a:off x="9432669" y="5110101"/>
            <a:ext cx="261042" cy="88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452">
            <a:extLst>
              <a:ext uri="{FF2B5EF4-FFF2-40B4-BE49-F238E27FC236}">
                <a16:creationId xmlns:a16="http://schemas.microsoft.com/office/drawing/2014/main" id="{8B734577-7C99-4CF1-B9A9-7CE971E3C45A}"/>
              </a:ext>
            </a:extLst>
          </p:cNvPr>
          <p:cNvCxnSpPr>
            <a:cxnSpLocks/>
          </p:cNvCxnSpPr>
          <p:nvPr/>
        </p:nvCxnSpPr>
        <p:spPr>
          <a:xfrm flipH="1">
            <a:off x="9677402" y="5096565"/>
            <a:ext cx="267079" cy="1065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452">
            <a:extLst>
              <a:ext uri="{FF2B5EF4-FFF2-40B4-BE49-F238E27FC236}">
                <a16:creationId xmlns:a16="http://schemas.microsoft.com/office/drawing/2014/main" id="{CDA1897F-115E-4CDC-A059-6C5659590BA5}"/>
              </a:ext>
            </a:extLst>
          </p:cNvPr>
          <p:cNvCxnSpPr>
            <a:cxnSpLocks/>
          </p:cNvCxnSpPr>
          <p:nvPr/>
        </p:nvCxnSpPr>
        <p:spPr>
          <a:xfrm flipH="1" flipV="1">
            <a:off x="9914822" y="5096565"/>
            <a:ext cx="261042" cy="88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452">
            <a:extLst>
              <a:ext uri="{FF2B5EF4-FFF2-40B4-BE49-F238E27FC236}">
                <a16:creationId xmlns:a16="http://schemas.microsoft.com/office/drawing/2014/main" id="{763A720A-27A7-4C08-AFFC-3EBCCC12F53A}"/>
              </a:ext>
            </a:extLst>
          </p:cNvPr>
          <p:cNvCxnSpPr>
            <a:cxnSpLocks/>
          </p:cNvCxnSpPr>
          <p:nvPr/>
        </p:nvCxnSpPr>
        <p:spPr>
          <a:xfrm flipH="1">
            <a:off x="8225292" y="5173826"/>
            <a:ext cx="1926396" cy="93962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452">
            <a:extLst>
              <a:ext uri="{FF2B5EF4-FFF2-40B4-BE49-F238E27FC236}">
                <a16:creationId xmlns:a16="http://schemas.microsoft.com/office/drawing/2014/main" id="{75EE0F01-B93B-4F9C-B343-2E4F36640FAF}"/>
              </a:ext>
            </a:extLst>
          </p:cNvPr>
          <p:cNvCxnSpPr>
            <a:cxnSpLocks/>
          </p:cNvCxnSpPr>
          <p:nvPr/>
        </p:nvCxnSpPr>
        <p:spPr>
          <a:xfrm flipH="1" flipV="1">
            <a:off x="7989418" y="6003938"/>
            <a:ext cx="261042" cy="88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452">
            <a:extLst>
              <a:ext uri="{FF2B5EF4-FFF2-40B4-BE49-F238E27FC236}">
                <a16:creationId xmlns:a16="http://schemas.microsoft.com/office/drawing/2014/main" id="{BDCEA372-242B-4272-A285-5D4A061F5D6D}"/>
              </a:ext>
            </a:extLst>
          </p:cNvPr>
          <p:cNvCxnSpPr>
            <a:cxnSpLocks/>
          </p:cNvCxnSpPr>
          <p:nvPr/>
        </p:nvCxnSpPr>
        <p:spPr>
          <a:xfrm>
            <a:off x="8016027" y="6003938"/>
            <a:ext cx="0" cy="2263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452">
            <a:extLst>
              <a:ext uri="{FF2B5EF4-FFF2-40B4-BE49-F238E27FC236}">
                <a16:creationId xmlns:a16="http://schemas.microsoft.com/office/drawing/2014/main" id="{C4C59DF4-9B91-4DE6-9DDC-D572DC4835F4}"/>
              </a:ext>
            </a:extLst>
          </p:cNvPr>
          <p:cNvCxnSpPr>
            <a:cxnSpLocks/>
          </p:cNvCxnSpPr>
          <p:nvPr/>
        </p:nvCxnSpPr>
        <p:spPr>
          <a:xfrm flipV="1">
            <a:off x="5414963" y="5829684"/>
            <a:ext cx="234622" cy="10581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452">
            <a:extLst>
              <a:ext uri="{FF2B5EF4-FFF2-40B4-BE49-F238E27FC236}">
                <a16:creationId xmlns:a16="http://schemas.microsoft.com/office/drawing/2014/main" id="{57AF08A7-55D6-4DC3-B90F-52BD553E62C3}"/>
              </a:ext>
            </a:extLst>
          </p:cNvPr>
          <p:cNvCxnSpPr>
            <a:cxnSpLocks/>
          </p:cNvCxnSpPr>
          <p:nvPr/>
        </p:nvCxnSpPr>
        <p:spPr>
          <a:xfrm>
            <a:off x="8009396" y="6212705"/>
            <a:ext cx="255415" cy="861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452">
            <a:extLst>
              <a:ext uri="{FF2B5EF4-FFF2-40B4-BE49-F238E27FC236}">
                <a16:creationId xmlns:a16="http://schemas.microsoft.com/office/drawing/2014/main" id="{7ED5C9EC-5DC3-4547-AF77-B3DA838C2BFF}"/>
              </a:ext>
            </a:extLst>
          </p:cNvPr>
          <p:cNvCxnSpPr>
            <a:cxnSpLocks/>
          </p:cNvCxnSpPr>
          <p:nvPr/>
        </p:nvCxnSpPr>
        <p:spPr>
          <a:xfrm flipH="1" flipV="1">
            <a:off x="8015137" y="5659687"/>
            <a:ext cx="261042" cy="88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452">
            <a:extLst>
              <a:ext uri="{FF2B5EF4-FFF2-40B4-BE49-F238E27FC236}">
                <a16:creationId xmlns:a16="http://schemas.microsoft.com/office/drawing/2014/main" id="{0F25E50B-B388-4A68-AF82-925B0B8561E4}"/>
              </a:ext>
            </a:extLst>
          </p:cNvPr>
          <p:cNvCxnSpPr>
            <a:cxnSpLocks/>
          </p:cNvCxnSpPr>
          <p:nvPr/>
        </p:nvCxnSpPr>
        <p:spPr>
          <a:xfrm flipV="1">
            <a:off x="8273110" y="5537736"/>
            <a:ext cx="0" cy="20404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452">
            <a:extLst>
              <a:ext uri="{FF2B5EF4-FFF2-40B4-BE49-F238E27FC236}">
                <a16:creationId xmlns:a16="http://schemas.microsoft.com/office/drawing/2014/main" id="{98E4B80B-F879-496A-819E-41A283705EF6}"/>
              </a:ext>
            </a:extLst>
          </p:cNvPr>
          <p:cNvCxnSpPr>
            <a:cxnSpLocks/>
          </p:cNvCxnSpPr>
          <p:nvPr/>
        </p:nvCxnSpPr>
        <p:spPr>
          <a:xfrm flipV="1">
            <a:off x="8264811" y="5352955"/>
            <a:ext cx="455227" cy="2096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452">
            <a:extLst>
              <a:ext uri="{FF2B5EF4-FFF2-40B4-BE49-F238E27FC236}">
                <a16:creationId xmlns:a16="http://schemas.microsoft.com/office/drawing/2014/main" id="{FC0A7F1B-6B1A-45BA-9990-B032BB9F9EA5}"/>
              </a:ext>
            </a:extLst>
          </p:cNvPr>
          <p:cNvCxnSpPr>
            <a:cxnSpLocks/>
          </p:cNvCxnSpPr>
          <p:nvPr/>
        </p:nvCxnSpPr>
        <p:spPr>
          <a:xfrm flipV="1">
            <a:off x="8731391" y="5162566"/>
            <a:ext cx="0" cy="20404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452">
            <a:extLst>
              <a:ext uri="{FF2B5EF4-FFF2-40B4-BE49-F238E27FC236}">
                <a16:creationId xmlns:a16="http://schemas.microsoft.com/office/drawing/2014/main" id="{E94E60FD-9B79-4021-8A96-52BFE14BB6FD}"/>
              </a:ext>
            </a:extLst>
          </p:cNvPr>
          <p:cNvCxnSpPr>
            <a:cxnSpLocks/>
          </p:cNvCxnSpPr>
          <p:nvPr/>
        </p:nvCxnSpPr>
        <p:spPr>
          <a:xfrm flipH="1" flipV="1">
            <a:off x="8472397" y="5092043"/>
            <a:ext cx="261042" cy="88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452">
            <a:extLst>
              <a:ext uri="{FF2B5EF4-FFF2-40B4-BE49-F238E27FC236}">
                <a16:creationId xmlns:a16="http://schemas.microsoft.com/office/drawing/2014/main" id="{B9BEA043-0662-49A3-B66A-A4DF7DDC1A44}"/>
              </a:ext>
            </a:extLst>
          </p:cNvPr>
          <p:cNvCxnSpPr>
            <a:cxnSpLocks/>
          </p:cNvCxnSpPr>
          <p:nvPr/>
        </p:nvCxnSpPr>
        <p:spPr>
          <a:xfrm flipV="1">
            <a:off x="8487191" y="5006434"/>
            <a:ext cx="246381" cy="901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452">
            <a:extLst>
              <a:ext uri="{FF2B5EF4-FFF2-40B4-BE49-F238E27FC236}">
                <a16:creationId xmlns:a16="http://schemas.microsoft.com/office/drawing/2014/main" id="{F139AAA4-7F8C-4953-BE33-FBFFD8E08291}"/>
              </a:ext>
            </a:extLst>
          </p:cNvPr>
          <p:cNvCxnSpPr>
            <a:cxnSpLocks/>
          </p:cNvCxnSpPr>
          <p:nvPr/>
        </p:nvCxnSpPr>
        <p:spPr>
          <a:xfrm flipH="1" flipV="1">
            <a:off x="8710480" y="5014816"/>
            <a:ext cx="261042" cy="88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452">
            <a:extLst>
              <a:ext uri="{FF2B5EF4-FFF2-40B4-BE49-F238E27FC236}">
                <a16:creationId xmlns:a16="http://schemas.microsoft.com/office/drawing/2014/main" id="{148FEA44-8024-4D1B-83E8-B867E3D98738}"/>
              </a:ext>
            </a:extLst>
          </p:cNvPr>
          <p:cNvCxnSpPr>
            <a:cxnSpLocks/>
          </p:cNvCxnSpPr>
          <p:nvPr/>
        </p:nvCxnSpPr>
        <p:spPr>
          <a:xfrm flipV="1">
            <a:off x="8970859" y="4830796"/>
            <a:ext cx="722851" cy="2793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452">
            <a:extLst>
              <a:ext uri="{FF2B5EF4-FFF2-40B4-BE49-F238E27FC236}">
                <a16:creationId xmlns:a16="http://schemas.microsoft.com/office/drawing/2014/main" id="{08ECEFAE-C40F-40BD-A425-996A6285A3DB}"/>
              </a:ext>
            </a:extLst>
          </p:cNvPr>
          <p:cNvCxnSpPr>
            <a:cxnSpLocks/>
          </p:cNvCxnSpPr>
          <p:nvPr/>
        </p:nvCxnSpPr>
        <p:spPr>
          <a:xfrm flipV="1">
            <a:off x="6833343" y="5898396"/>
            <a:ext cx="478687" cy="2117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452">
            <a:extLst>
              <a:ext uri="{FF2B5EF4-FFF2-40B4-BE49-F238E27FC236}">
                <a16:creationId xmlns:a16="http://schemas.microsoft.com/office/drawing/2014/main" id="{2F9DEB55-A2C9-4220-88A2-7202DBF5CA0B}"/>
              </a:ext>
            </a:extLst>
          </p:cNvPr>
          <p:cNvCxnSpPr>
            <a:cxnSpLocks/>
          </p:cNvCxnSpPr>
          <p:nvPr/>
        </p:nvCxnSpPr>
        <p:spPr>
          <a:xfrm>
            <a:off x="7312030" y="5703768"/>
            <a:ext cx="0" cy="2263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452">
            <a:extLst>
              <a:ext uri="{FF2B5EF4-FFF2-40B4-BE49-F238E27FC236}">
                <a16:creationId xmlns:a16="http://schemas.microsoft.com/office/drawing/2014/main" id="{3C26AE68-5CFD-40DB-8B84-421BBF856280}"/>
              </a:ext>
            </a:extLst>
          </p:cNvPr>
          <p:cNvCxnSpPr>
            <a:cxnSpLocks/>
          </p:cNvCxnSpPr>
          <p:nvPr/>
        </p:nvCxnSpPr>
        <p:spPr>
          <a:xfrm flipV="1">
            <a:off x="7320330" y="5651205"/>
            <a:ext cx="201856" cy="762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452">
            <a:extLst>
              <a:ext uri="{FF2B5EF4-FFF2-40B4-BE49-F238E27FC236}">
                <a16:creationId xmlns:a16="http://schemas.microsoft.com/office/drawing/2014/main" id="{DAC644C7-36FB-46D8-B5A5-8F14A5ECDE7B}"/>
              </a:ext>
            </a:extLst>
          </p:cNvPr>
          <p:cNvCxnSpPr>
            <a:cxnSpLocks/>
          </p:cNvCxnSpPr>
          <p:nvPr/>
        </p:nvCxnSpPr>
        <p:spPr>
          <a:xfrm>
            <a:off x="7507704" y="5657558"/>
            <a:ext cx="520232" cy="18310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452">
            <a:extLst>
              <a:ext uri="{FF2B5EF4-FFF2-40B4-BE49-F238E27FC236}">
                <a16:creationId xmlns:a16="http://schemas.microsoft.com/office/drawing/2014/main" id="{81B8DA5B-5914-4D95-8B87-B6CC97F94734}"/>
              </a:ext>
            </a:extLst>
          </p:cNvPr>
          <p:cNvCxnSpPr>
            <a:cxnSpLocks/>
          </p:cNvCxnSpPr>
          <p:nvPr/>
        </p:nvCxnSpPr>
        <p:spPr>
          <a:xfrm>
            <a:off x="8014584" y="5634349"/>
            <a:ext cx="0" cy="2263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452">
            <a:extLst>
              <a:ext uri="{FF2B5EF4-FFF2-40B4-BE49-F238E27FC236}">
                <a16:creationId xmlns:a16="http://schemas.microsoft.com/office/drawing/2014/main" id="{9D0460C0-ED95-4019-B688-0906B31580D5}"/>
              </a:ext>
            </a:extLst>
          </p:cNvPr>
          <p:cNvCxnSpPr>
            <a:cxnSpLocks/>
          </p:cNvCxnSpPr>
          <p:nvPr/>
        </p:nvCxnSpPr>
        <p:spPr>
          <a:xfrm flipV="1">
            <a:off x="7990922" y="6288679"/>
            <a:ext cx="246381" cy="901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452">
            <a:extLst>
              <a:ext uri="{FF2B5EF4-FFF2-40B4-BE49-F238E27FC236}">
                <a16:creationId xmlns:a16="http://schemas.microsoft.com/office/drawing/2014/main" id="{AFA4C832-F82E-4DDC-A6DC-BD2E710CC3B6}"/>
              </a:ext>
            </a:extLst>
          </p:cNvPr>
          <p:cNvCxnSpPr>
            <a:cxnSpLocks/>
          </p:cNvCxnSpPr>
          <p:nvPr/>
        </p:nvCxnSpPr>
        <p:spPr>
          <a:xfrm>
            <a:off x="7788938" y="5144767"/>
            <a:ext cx="1357" cy="1983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452">
            <a:extLst>
              <a:ext uri="{FF2B5EF4-FFF2-40B4-BE49-F238E27FC236}">
                <a16:creationId xmlns:a16="http://schemas.microsoft.com/office/drawing/2014/main" id="{EF38D09F-A8A8-4BF8-BD24-1B6F61C9A582}"/>
              </a:ext>
            </a:extLst>
          </p:cNvPr>
          <p:cNvCxnSpPr>
            <a:cxnSpLocks/>
          </p:cNvCxnSpPr>
          <p:nvPr/>
        </p:nvCxnSpPr>
        <p:spPr>
          <a:xfrm flipH="1">
            <a:off x="7538858" y="5352955"/>
            <a:ext cx="267637" cy="10941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452">
            <a:extLst>
              <a:ext uri="{FF2B5EF4-FFF2-40B4-BE49-F238E27FC236}">
                <a16:creationId xmlns:a16="http://schemas.microsoft.com/office/drawing/2014/main" id="{F774A653-7B45-40A9-8D08-E12F385C0985}"/>
              </a:ext>
            </a:extLst>
          </p:cNvPr>
          <p:cNvCxnSpPr>
            <a:cxnSpLocks/>
          </p:cNvCxnSpPr>
          <p:nvPr/>
        </p:nvCxnSpPr>
        <p:spPr>
          <a:xfrm>
            <a:off x="6864544" y="5361939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452">
            <a:extLst>
              <a:ext uri="{FF2B5EF4-FFF2-40B4-BE49-F238E27FC236}">
                <a16:creationId xmlns:a16="http://schemas.microsoft.com/office/drawing/2014/main" id="{4D949F99-8351-43CA-89FF-A2690D399409}"/>
              </a:ext>
            </a:extLst>
          </p:cNvPr>
          <p:cNvCxnSpPr>
            <a:cxnSpLocks/>
          </p:cNvCxnSpPr>
          <p:nvPr/>
        </p:nvCxnSpPr>
        <p:spPr>
          <a:xfrm>
            <a:off x="7555872" y="4733925"/>
            <a:ext cx="195289" cy="9127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452">
            <a:extLst>
              <a:ext uri="{FF2B5EF4-FFF2-40B4-BE49-F238E27FC236}">
                <a16:creationId xmlns:a16="http://schemas.microsoft.com/office/drawing/2014/main" id="{D247AB11-F5F9-4BD4-A204-E1F7EFCC22AC}"/>
              </a:ext>
            </a:extLst>
          </p:cNvPr>
          <p:cNvCxnSpPr>
            <a:cxnSpLocks/>
          </p:cNvCxnSpPr>
          <p:nvPr/>
        </p:nvCxnSpPr>
        <p:spPr>
          <a:xfrm flipH="1">
            <a:off x="7565526" y="4612527"/>
            <a:ext cx="225350" cy="1226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452">
            <a:extLst>
              <a:ext uri="{FF2B5EF4-FFF2-40B4-BE49-F238E27FC236}">
                <a16:creationId xmlns:a16="http://schemas.microsoft.com/office/drawing/2014/main" id="{28CC5BFD-15A1-4162-9563-7F6F235F3F2D}"/>
              </a:ext>
            </a:extLst>
          </p:cNvPr>
          <p:cNvCxnSpPr>
            <a:cxnSpLocks/>
          </p:cNvCxnSpPr>
          <p:nvPr/>
        </p:nvCxnSpPr>
        <p:spPr>
          <a:xfrm flipH="1">
            <a:off x="5901397" y="4485048"/>
            <a:ext cx="729943" cy="32994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452">
            <a:extLst>
              <a:ext uri="{FF2B5EF4-FFF2-40B4-BE49-F238E27FC236}">
                <a16:creationId xmlns:a16="http://schemas.microsoft.com/office/drawing/2014/main" id="{39D6DACB-E05E-454F-BFDC-7EDA74516E39}"/>
              </a:ext>
            </a:extLst>
          </p:cNvPr>
          <p:cNvCxnSpPr>
            <a:cxnSpLocks/>
          </p:cNvCxnSpPr>
          <p:nvPr/>
        </p:nvCxnSpPr>
        <p:spPr>
          <a:xfrm flipV="1">
            <a:off x="6129253" y="5729779"/>
            <a:ext cx="244092" cy="124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452">
            <a:extLst>
              <a:ext uri="{FF2B5EF4-FFF2-40B4-BE49-F238E27FC236}">
                <a16:creationId xmlns:a16="http://schemas.microsoft.com/office/drawing/2014/main" id="{970B45C2-BDCB-4044-BAAC-851225736217}"/>
              </a:ext>
            </a:extLst>
          </p:cNvPr>
          <p:cNvCxnSpPr>
            <a:cxnSpLocks/>
          </p:cNvCxnSpPr>
          <p:nvPr/>
        </p:nvCxnSpPr>
        <p:spPr>
          <a:xfrm flipH="1">
            <a:off x="5649585" y="5816930"/>
            <a:ext cx="2459" cy="37392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452">
            <a:extLst>
              <a:ext uri="{FF2B5EF4-FFF2-40B4-BE49-F238E27FC236}">
                <a16:creationId xmlns:a16="http://schemas.microsoft.com/office/drawing/2014/main" id="{113AAE65-BB80-479A-8517-4D683F40E453}"/>
              </a:ext>
            </a:extLst>
          </p:cNvPr>
          <p:cNvCxnSpPr>
            <a:cxnSpLocks/>
          </p:cNvCxnSpPr>
          <p:nvPr/>
        </p:nvCxnSpPr>
        <p:spPr>
          <a:xfrm>
            <a:off x="5657059" y="6190495"/>
            <a:ext cx="255651" cy="981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452">
            <a:extLst>
              <a:ext uri="{FF2B5EF4-FFF2-40B4-BE49-F238E27FC236}">
                <a16:creationId xmlns:a16="http://schemas.microsoft.com/office/drawing/2014/main" id="{33DF441B-62E0-4C5F-928E-2FCAEC92A869}"/>
              </a:ext>
            </a:extLst>
          </p:cNvPr>
          <p:cNvCxnSpPr>
            <a:cxnSpLocks/>
          </p:cNvCxnSpPr>
          <p:nvPr/>
        </p:nvCxnSpPr>
        <p:spPr>
          <a:xfrm flipV="1">
            <a:off x="5902344" y="6190495"/>
            <a:ext cx="221314" cy="905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452">
            <a:extLst>
              <a:ext uri="{FF2B5EF4-FFF2-40B4-BE49-F238E27FC236}">
                <a16:creationId xmlns:a16="http://schemas.microsoft.com/office/drawing/2014/main" id="{1DF96D2F-0E48-4789-8695-720F00B3C89C}"/>
              </a:ext>
            </a:extLst>
          </p:cNvPr>
          <p:cNvCxnSpPr>
            <a:cxnSpLocks/>
          </p:cNvCxnSpPr>
          <p:nvPr/>
        </p:nvCxnSpPr>
        <p:spPr>
          <a:xfrm>
            <a:off x="6134131" y="5976000"/>
            <a:ext cx="0" cy="2263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452">
            <a:extLst>
              <a:ext uri="{FF2B5EF4-FFF2-40B4-BE49-F238E27FC236}">
                <a16:creationId xmlns:a16="http://schemas.microsoft.com/office/drawing/2014/main" id="{60C3D36E-B635-4D6C-A9F5-DF5DE805B41A}"/>
              </a:ext>
            </a:extLst>
          </p:cNvPr>
          <p:cNvCxnSpPr>
            <a:cxnSpLocks/>
          </p:cNvCxnSpPr>
          <p:nvPr/>
        </p:nvCxnSpPr>
        <p:spPr>
          <a:xfrm>
            <a:off x="6136558" y="5994428"/>
            <a:ext cx="255651" cy="981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452">
            <a:extLst>
              <a:ext uri="{FF2B5EF4-FFF2-40B4-BE49-F238E27FC236}">
                <a16:creationId xmlns:a16="http://schemas.microsoft.com/office/drawing/2014/main" id="{D225C3E3-9A83-4876-B66B-7738B4A671E3}"/>
              </a:ext>
            </a:extLst>
          </p:cNvPr>
          <p:cNvCxnSpPr>
            <a:cxnSpLocks/>
          </p:cNvCxnSpPr>
          <p:nvPr/>
        </p:nvCxnSpPr>
        <p:spPr>
          <a:xfrm flipV="1">
            <a:off x="6384185" y="6005417"/>
            <a:ext cx="221314" cy="905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452">
            <a:extLst>
              <a:ext uri="{FF2B5EF4-FFF2-40B4-BE49-F238E27FC236}">
                <a16:creationId xmlns:a16="http://schemas.microsoft.com/office/drawing/2014/main" id="{83B97923-2965-4254-BC47-82CC9B6782CB}"/>
              </a:ext>
            </a:extLst>
          </p:cNvPr>
          <p:cNvCxnSpPr>
            <a:cxnSpLocks/>
          </p:cNvCxnSpPr>
          <p:nvPr/>
        </p:nvCxnSpPr>
        <p:spPr>
          <a:xfrm>
            <a:off x="6588650" y="6003727"/>
            <a:ext cx="255651" cy="981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452">
            <a:extLst>
              <a:ext uri="{FF2B5EF4-FFF2-40B4-BE49-F238E27FC236}">
                <a16:creationId xmlns:a16="http://schemas.microsoft.com/office/drawing/2014/main" id="{3F959837-2FB5-4547-95BA-B49E35D2CC34}"/>
              </a:ext>
            </a:extLst>
          </p:cNvPr>
          <p:cNvCxnSpPr>
            <a:cxnSpLocks/>
          </p:cNvCxnSpPr>
          <p:nvPr/>
        </p:nvCxnSpPr>
        <p:spPr>
          <a:xfrm>
            <a:off x="7310307" y="6109319"/>
            <a:ext cx="692805" cy="2517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452">
            <a:extLst>
              <a:ext uri="{FF2B5EF4-FFF2-40B4-BE49-F238E27FC236}">
                <a16:creationId xmlns:a16="http://schemas.microsoft.com/office/drawing/2014/main" id="{6F200D1D-E8FA-497E-9617-0B67A01C94C4}"/>
              </a:ext>
            </a:extLst>
          </p:cNvPr>
          <p:cNvCxnSpPr>
            <a:cxnSpLocks/>
          </p:cNvCxnSpPr>
          <p:nvPr/>
        </p:nvCxnSpPr>
        <p:spPr>
          <a:xfrm flipV="1">
            <a:off x="6834207" y="6107763"/>
            <a:ext cx="502068" cy="173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452">
            <a:extLst>
              <a:ext uri="{FF2B5EF4-FFF2-40B4-BE49-F238E27FC236}">
                <a16:creationId xmlns:a16="http://schemas.microsoft.com/office/drawing/2014/main" id="{3605C444-6D63-4CF9-A464-E5148B58B361}"/>
              </a:ext>
            </a:extLst>
          </p:cNvPr>
          <p:cNvCxnSpPr>
            <a:cxnSpLocks/>
          </p:cNvCxnSpPr>
          <p:nvPr/>
        </p:nvCxnSpPr>
        <p:spPr>
          <a:xfrm>
            <a:off x="6586988" y="6184602"/>
            <a:ext cx="255415" cy="861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452">
            <a:extLst>
              <a:ext uri="{FF2B5EF4-FFF2-40B4-BE49-F238E27FC236}">
                <a16:creationId xmlns:a16="http://schemas.microsoft.com/office/drawing/2014/main" id="{D9D12160-0C53-4876-AC17-26791C0B5E70}"/>
              </a:ext>
            </a:extLst>
          </p:cNvPr>
          <p:cNvCxnSpPr>
            <a:cxnSpLocks/>
          </p:cNvCxnSpPr>
          <p:nvPr/>
        </p:nvCxnSpPr>
        <p:spPr>
          <a:xfrm flipV="1">
            <a:off x="5886378" y="6198491"/>
            <a:ext cx="716164" cy="2679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452">
            <a:extLst>
              <a:ext uri="{FF2B5EF4-FFF2-40B4-BE49-F238E27FC236}">
                <a16:creationId xmlns:a16="http://schemas.microsoft.com/office/drawing/2014/main" id="{37A01FDD-64F7-440D-9173-62F05C201C8F}"/>
              </a:ext>
            </a:extLst>
          </p:cNvPr>
          <p:cNvCxnSpPr>
            <a:cxnSpLocks/>
          </p:cNvCxnSpPr>
          <p:nvPr/>
        </p:nvCxnSpPr>
        <p:spPr>
          <a:xfrm>
            <a:off x="5886378" y="6434808"/>
            <a:ext cx="0" cy="2263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452">
            <a:extLst>
              <a:ext uri="{FF2B5EF4-FFF2-40B4-BE49-F238E27FC236}">
                <a16:creationId xmlns:a16="http://schemas.microsoft.com/office/drawing/2014/main" id="{8ED453EA-1FAC-4C93-81BE-5D209A7F7393}"/>
              </a:ext>
            </a:extLst>
          </p:cNvPr>
          <p:cNvCxnSpPr>
            <a:cxnSpLocks/>
          </p:cNvCxnSpPr>
          <p:nvPr/>
        </p:nvCxnSpPr>
        <p:spPr>
          <a:xfrm>
            <a:off x="5883234" y="6640470"/>
            <a:ext cx="500951" cy="19050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452">
            <a:extLst>
              <a:ext uri="{FF2B5EF4-FFF2-40B4-BE49-F238E27FC236}">
                <a16:creationId xmlns:a16="http://schemas.microsoft.com/office/drawing/2014/main" id="{15070D37-18E2-4BCC-B579-7E64925131C3}"/>
              </a:ext>
            </a:extLst>
          </p:cNvPr>
          <p:cNvCxnSpPr>
            <a:cxnSpLocks/>
          </p:cNvCxnSpPr>
          <p:nvPr/>
        </p:nvCxnSpPr>
        <p:spPr>
          <a:xfrm flipH="1">
            <a:off x="6369462" y="6728927"/>
            <a:ext cx="240286" cy="11339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452">
            <a:extLst>
              <a:ext uri="{FF2B5EF4-FFF2-40B4-BE49-F238E27FC236}">
                <a16:creationId xmlns:a16="http://schemas.microsoft.com/office/drawing/2014/main" id="{ACE60F69-ABD0-43DA-B7CF-FA11AA944545}"/>
              </a:ext>
            </a:extLst>
          </p:cNvPr>
          <p:cNvCxnSpPr>
            <a:cxnSpLocks/>
          </p:cNvCxnSpPr>
          <p:nvPr/>
        </p:nvCxnSpPr>
        <p:spPr>
          <a:xfrm flipV="1">
            <a:off x="6598827" y="6743214"/>
            <a:ext cx="7430" cy="19820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452">
            <a:extLst>
              <a:ext uri="{FF2B5EF4-FFF2-40B4-BE49-F238E27FC236}">
                <a16:creationId xmlns:a16="http://schemas.microsoft.com/office/drawing/2014/main" id="{217282CB-BC71-4F05-8545-32B6AF317A89}"/>
              </a:ext>
            </a:extLst>
          </p:cNvPr>
          <p:cNvCxnSpPr>
            <a:cxnSpLocks/>
          </p:cNvCxnSpPr>
          <p:nvPr/>
        </p:nvCxnSpPr>
        <p:spPr>
          <a:xfrm>
            <a:off x="6607507" y="6932734"/>
            <a:ext cx="255415" cy="861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452">
            <a:extLst>
              <a:ext uri="{FF2B5EF4-FFF2-40B4-BE49-F238E27FC236}">
                <a16:creationId xmlns:a16="http://schemas.microsoft.com/office/drawing/2014/main" id="{3D6B6E09-3068-4196-93EA-8A3EF736EBC5}"/>
              </a:ext>
            </a:extLst>
          </p:cNvPr>
          <p:cNvCxnSpPr>
            <a:cxnSpLocks/>
          </p:cNvCxnSpPr>
          <p:nvPr/>
        </p:nvCxnSpPr>
        <p:spPr>
          <a:xfrm flipH="1">
            <a:off x="6851635" y="6928383"/>
            <a:ext cx="240286" cy="11339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452">
            <a:extLst>
              <a:ext uri="{FF2B5EF4-FFF2-40B4-BE49-F238E27FC236}">
                <a16:creationId xmlns:a16="http://schemas.microsoft.com/office/drawing/2014/main" id="{3668A1EE-4EA2-4464-8869-F8B7A16E12A5}"/>
              </a:ext>
            </a:extLst>
          </p:cNvPr>
          <p:cNvCxnSpPr>
            <a:cxnSpLocks/>
          </p:cNvCxnSpPr>
          <p:nvPr/>
        </p:nvCxnSpPr>
        <p:spPr>
          <a:xfrm flipV="1">
            <a:off x="7076425" y="6756679"/>
            <a:ext cx="11782" cy="1982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452">
            <a:extLst>
              <a:ext uri="{FF2B5EF4-FFF2-40B4-BE49-F238E27FC236}">
                <a16:creationId xmlns:a16="http://schemas.microsoft.com/office/drawing/2014/main" id="{1EDD3370-D04B-46ED-8CAE-0335CBE9DC7F}"/>
              </a:ext>
            </a:extLst>
          </p:cNvPr>
          <p:cNvCxnSpPr>
            <a:cxnSpLocks/>
          </p:cNvCxnSpPr>
          <p:nvPr/>
        </p:nvCxnSpPr>
        <p:spPr>
          <a:xfrm flipV="1">
            <a:off x="7078478" y="6647366"/>
            <a:ext cx="241852" cy="1181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452">
            <a:extLst>
              <a:ext uri="{FF2B5EF4-FFF2-40B4-BE49-F238E27FC236}">
                <a16:creationId xmlns:a16="http://schemas.microsoft.com/office/drawing/2014/main" id="{6B00E2B3-F018-4191-A7BA-61FB5D03B96D}"/>
              </a:ext>
            </a:extLst>
          </p:cNvPr>
          <p:cNvCxnSpPr>
            <a:cxnSpLocks/>
          </p:cNvCxnSpPr>
          <p:nvPr/>
        </p:nvCxnSpPr>
        <p:spPr>
          <a:xfrm flipV="1">
            <a:off x="7304416" y="6632762"/>
            <a:ext cx="11782" cy="1982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452">
            <a:extLst>
              <a:ext uri="{FF2B5EF4-FFF2-40B4-BE49-F238E27FC236}">
                <a16:creationId xmlns:a16="http://schemas.microsoft.com/office/drawing/2014/main" id="{2A734867-3D0B-4E70-8361-24CFE14278AB}"/>
              </a:ext>
            </a:extLst>
          </p:cNvPr>
          <p:cNvCxnSpPr>
            <a:cxnSpLocks/>
          </p:cNvCxnSpPr>
          <p:nvPr/>
        </p:nvCxnSpPr>
        <p:spPr>
          <a:xfrm>
            <a:off x="7311464" y="6830972"/>
            <a:ext cx="255415" cy="861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452">
            <a:extLst>
              <a:ext uri="{FF2B5EF4-FFF2-40B4-BE49-F238E27FC236}">
                <a16:creationId xmlns:a16="http://schemas.microsoft.com/office/drawing/2014/main" id="{8034B546-BFE2-46FF-8C29-B58F4AA1B683}"/>
              </a:ext>
            </a:extLst>
          </p:cNvPr>
          <p:cNvCxnSpPr>
            <a:cxnSpLocks/>
          </p:cNvCxnSpPr>
          <p:nvPr/>
        </p:nvCxnSpPr>
        <p:spPr>
          <a:xfrm flipH="1">
            <a:off x="7538248" y="6728927"/>
            <a:ext cx="499064" cy="1994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452">
            <a:extLst>
              <a:ext uri="{FF2B5EF4-FFF2-40B4-BE49-F238E27FC236}">
                <a16:creationId xmlns:a16="http://schemas.microsoft.com/office/drawing/2014/main" id="{541A5440-52EB-427B-8244-8839F7A7FF87}"/>
              </a:ext>
            </a:extLst>
          </p:cNvPr>
          <p:cNvCxnSpPr>
            <a:cxnSpLocks/>
          </p:cNvCxnSpPr>
          <p:nvPr/>
        </p:nvCxnSpPr>
        <p:spPr>
          <a:xfrm flipV="1">
            <a:off x="8027936" y="6547970"/>
            <a:ext cx="0" cy="1838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452">
            <a:extLst>
              <a:ext uri="{FF2B5EF4-FFF2-40B4-BE49-F238E27FC236}">
                <a16:creationId xmlns:a16="http://schemas.microsoft.com/office/drawing/2014/main" id="{1642FCCE-98A7-412C-A050-413346652C42}"/>
              </a:ext>
            </a:extLst>
          </p:cNvPr>
          <p:cNvCxnSpPr>
            <a:cxnSpLocks/>
          </p:cNvCxnSpPr>
          <p:nvPr/>
        </p:nvCxnSpPr>
        <p:spPr>
          <a:xfrm>
            <a:off x="7788938" y="6455838"/>
            <a:ext cx="255415" cy="861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452">
            <a:extLst>
              <a:ext uri="{FF2B5EF4-FFF2-40B4-BE49-F238E27FC236}">
                <a16:creationId xmlns:a16="http://schemas.microsoft.com/office/drawing/2014/main" id="{B64E7C2B-66AC-468C-BDB6-907DD467E9E0}"/>
              </a:ext>
            </a:extLst>
          </p:cNvPr>
          <p:cNvCxnSpPr>
            <a:cxnSpLocks/>
          </p:cNvCxnSpPr>
          <p:nvPr/>
        </p:nvCxnSpPr>
        <p:spPr>
          <a:xfrm flipV="1">
            <a:off x="7549637" y="6452624"/>
            <a:ext cx="241852" cy="1181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452">
            <a:extLst>
              <a:ext uri="{FF2B5EF4-FFF2-40B4-BE49-F238E27FC236}">
                <a16:creationId xmlns:a16="http://schemas.microsoft.com/office/drawing/2014/main" id="{4320304E-FD26-4433-8732-13B1326F8F61}"/>
              </a:ext>
            </a:extLst>
          </p:cNvPr>
          <p:cNvCxnSpPr>
            <a:cxnSpLocks/>
          </p:cNvCxnSpPr>
          <p:nvPr/>
        </p:nvCxnSpPr>
        <p:spPr>
          <a:xfrm flipV="1">
            <a:off x="7566879" y="6378314"/>
            <a:ext cx="0" cy="2004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452">
            <a:extLst>
              <a:ext uri="{FF2B5EF4-FFF2-40B4-BE49-F238E27FC236}">
                <a16:creationId xmlns:a16="http://schemas.microsoft.com/office/drawing/2014/main" id="{B5F3D28F-97EA-4F3A-B80C-91AADD181048}"/>
              </a:ext>
            </a:extLst>
          </p:cNvPr>
          <p:cNvCxnSpPr>
            <a:cxnSpLocks/>
          </p:cNvCxnSpPr>
          <p:nvPr/>
        </p:nvCxnSpPr>
        <p:spPr>
          <a:xfrm>
            <a:off x="7313804" y="6278852"/>
            <a:ext cx="255415" cy="861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452">
            <a:extLst>
              <a:ext uri="{FF2B5EF4-FFF2-40B4-BE49-F238E27FC236}">
                <a16:creationId xmlns:a16="http://schemas.microsoft.com/office/drawing/2014/main" id="{38F7C599-BBB2-4926-97B3-E60D8D2F4F40}"/>
              </a:ext>
            </a:extLst>
          </p:cNvPr>
          <p:cNvCxnSpPr>
            <a:cxnSpLocks/>
          </p:cNvCxnSpPr>
          <p:nvPr/>
        </p:nvCxnSpPr>
        <p:spPr>
          <a:xfrm flipV="1">
            <a:off x="6596159" y="6274678"/>
            <a:ext cx="742396" cy="3029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452">
            <a:extLst>
              <a:ext uri="{FF2B5EF4-FFF2-40B4-BE49-F238E27FC236}">
                <a16:creationId xmlns:a16="http://schemas.microsoft.com/office/drawing/2014/main" id="{3086AD15-94F8-4769-B5E5-A93887FCCAC8}"/>
              </a:ext>
            </a:extLst>
          </p:cNvPr>
          <p:cNvCxnSpPr>
            <a:cxnSpLocks/>
          </p:cNvCxnSpPr>
          <p:nvPr/>
        </p:nvCxnSpPr>
        <p:spPr>
          <a:xfrm>
            <a:off x="6352092" y="6483554"/>
            <a:ext cx="255415" cy="861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452">
            <a:extLst>
              <a:ext uri="{FF2B5EF4-FFF2-40B4-BE49-F238E27FC236}">
                <a16:creationId xmlns:a16="http://schemas.microsoft.com/office/drawing/2014/main" id="{BB7F44B7-21EC-47F9-A25F-17CBDB500B1F}"/>
              </a:ext>
            </a:extLst>
          </p:cNvPr>
          <p:cNvCxnSpPr>
            <a:cxnSpLocks/>
          </p:cNvCxnSpPr>
          <p:nvPr/>
        </p:nvCxnSpPr>
        <p:spPr>
          <a:xfrm flipV="1">
            <a:off x="6365495" y="6387064"/>
            <a:ext cx="235248" cy="9161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Arrow: Right 302">
            <a:extLst>
              <a:ext uri="{FF2B5EF4-FFF2-40B4-BE49-F238E27FC236}">
                <a16:creationId xmlns:a16="http://schemas.microsoft.com/office/drawing/2014/main" id="{7A940BED-27DE-4DFB-824F-30B5FCE49171}"/>
              </a:ext>
            </a:extLst>
          </p:cNvPr>
          <p:cNvSpPr/>
          <p:nvPr/>
        </p:nvSpPr>
        <p:spPr>
          <a:xfrm rot="4708719">
            <a:off x="3419086" y="6590730"/>
            <a:ext cx="552235" cy="190822"/>
          </a:xfrm>
          <a:prstGeom prst="rightArrow">
            <a:avLst>
              <a:gd name="adj1" fmla="val 35154"/>
              <a:gd name="adj2" fmla="val 93288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Arrow: Right 303">
            <a:extLst>
              <a:ext uri="{FF2B5EF4-FFF2-40B4-BE49-F238E27FC236}">
                <a16:creationId xmlns:a16="http://schemas.microsoft.com/office/drawing/2014/main" id="{91B2A709-4EAD-421E-975C-310F6EDBF650}"/>
              </a:ext>
            </a:extLst>
          </p:cNvPr>
          <p:cNvSpPr/>
          <p:nvPr/>
        </p:nvSpPr>
        <p:spPr>
          <a:xfrm rot="4708719">
            <a:off x="3929310" y="7551682"/>
            <a:ext cx="495915" cy="157459"/>
          </a:xfrm>
          <a:prstGeom prst="rightArrow">
            <a:avLst>
              <a:gd name="adj1" fmla="val 35154"/>
              <a:gd name="adj2" fmla="val 9328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Arrow: Right 304">
            <a:extLst>
              <a:ext uri="{FF2B5EF4-FFF2-40B4-BE49-F238E27FC236}">
                <a16:creationId xmlns:a16="http://schemas.microsoft.com/office/drawing/2014/main" id="{58EFE70B-BCAA-4334-A343-2F8F7EC5558C}"/>
              </a:ext>
            </a:extLst>
          </p:cNvPr>
          <p:cNvSpPr/>
          <p:nvPr/>
        </p:nvSpPr>
        <p:spPr>
          <a:xfrm rot="4708719">
            <a:off x="1291582" y="9443695"/>
            <a:ext cx="552235" cy="190822"/>
          </a:xfrm>
          <a:prstGeom prst="rightArrow">
            <a:avLst>
              <a:gd name="adj1" fmla="val 35154"/>
              <a:gd name="adj2" fmla="val 93288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2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452">
            <a:extLst>
              <a:ext uri="{FF2B5EF4-FFF2-40B4-BE49-F238E27FC236}">
                <a16:creationId xmlns:a16="http://schemas.microsoft.com/office/drawing/2014/main" id="{16D172C2-B808-4D5F-B263-E546CA21BB2E}"/>
              </a:ext>
            </a:extLst>
          </p:cNvPr>
          <p:cNvCxnSpPr>
            <a:cxnSpLocks/>
          </p:cNvCxnSpPr>
          <p:nvPr/>
        </p:nvCxnSpPr>
        <p:spPr>
          <a:xfrm flipV="1">
            <a:off x="669949" y="9506984"/>
            <a:ext cx="1651000" cy="643467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452">
            <a:extLst>
              <a:ext uri="{FF2B5EF4-FFF2-40B4-BE49-F238E27FC236}">
                <a16:creationId xmlns:a16="http://schemas.microsoft.com/office/drawing/2014/main" id="{7F8EC7DE-3D20-4C32-B99B-FBE6E2EE8B44}"/>
              </a:ext>
            </a:extLst>
          </p:cNvPr>
          <p:cNvCxnSpPr>
            <a:cxnSpLocks/>
          </p:cNvCxnSpPr>
          <p:nvPr/>
        </p:nvCxnSpPr>
        <p:spPr>
          <a:xfrm flipH="1">
            <a:off x="2320950" y="9324951"/>
            <a:ext cx="486833" cy="182033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52">
            <a:extLst>
              <a:ext uri="{FF2B5EF4-FFF2-40B4-BE49-F238E27FC236}">
                <a16:creationId xmlns:a16="http://schemas.microsoft.com/office/drawing/2014/main" id="{E5F83B34-6A72-4951-9844-671155F2F898}"/>
              </a:ext>
            </a:extLst>
          </p:cNvPr>
          <p:cNvCxnSpPr>
            <a:cxnSpLocks/>
          </p:cNvCxnSpPr>
          <p:nvPr/>
        </p:nvCxnSpPr>
        <p:spPr>
          <a:xfrm flipH="1">
            <a:off x="2807783" y="8753451"/>
            <a:ext cx="1413933" cy="57150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452">
            <a:extLst>
              <a:ext uri="{FF2B5EF4-FFF2-40B4-BE49-F238E27FC236}">
                <a16:creationId xmlns:a16="http://schemas.microsoft.com/office/drawing/2014/main" id="{8130E43A-AD6D-480D-80F5-18625C54075B}"/>
              </a:ext>
            </a:extLst>
          </p:cNvPr>
          <p:cNvCxnSpPr>
            <a:cxnSpLocks/>
          </p:cNvCxnSpPr>
          <p:nvPr/>
        </p:nvCxnSpPr>
        <p:spPr>
          <a:xfrm flipV="1">
            <a:off x="4221716" y="8571417"/>
            <a:ext cx="0" cy="182034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452">
            <a:extLst>
              <a:ext uri="{FF2B5EF4-FFF2-40B4-BE49-F238E27FC236}">
                <a16:creationId xmlns:a16="http://schemas.microsoft.com/office/drawing/2014/main" id="{7B51B1AD-DEF4-4712-A0A9-1ED416CFDE6A}"/>
              </a:ext>
            </a:extLst>
          </p:cNvPr>
          <p:cNvCxnSpPr>
            <a:cxnSpLocks/>
          </p:cNvCxnSpPr>
          <p:nvPr/>
        </p:nvCxnSpPr>
        <p:spPr>
          <a:xfrm flipH="1" flipV="1">
            <a:off x="3980416" y="7953351"/>
            <a:ext cx="29633" cy="541866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452">
            <a:extLst>
              <a:ext uri="{FF2B5EF4-FFF2-40B4-BE49-F238E27FC236}">
                <a16:creationId xmlns:a16="http://schemas.microsoft.com/office/drawing/2014/main" id="{8C5C5E34-EFCC-4A79-941C-CA85546E7C2C}"/>
              </a:ext>
            </a:extLst>
          </p:cNvPr>
          <p:cNvCxnSpPr>
            <a:cxnSpLocks/>
          </p:cNvCxnSpPr>
          <p:nvPr/>
        </p:nvCxnSpPr>
        <p:spPr>
          <a:xfrm flipH="1" flipV="1">
            <a:off x="4010049" y="8495217"/>
            <a:ext cx="211667" cy="7620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F67263FE-8467-4438-BE51-A7B17387C399}"/>
              </a:ext>
            </a:extLst>
          </p:cNvPr>
          <p:cNvCxnSpPr>
            <a:cxnSpLocks/>
          </p:cNvCxnSpPr>
          <p:nvPr/>
        </p:nvCxnSpPr>
        <p:spPr>
          <a:xfrm flipV="1">
            <a:off x="3980416" y="7580818"/>
            <a:ext cx="1" cy="372533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452">
            <a:extLst>
              <a:ext uri="{FF2B5EF4-FFF2-40B4-BE49-F238E27FC236}">
                <a16:creationId xmlns:a16="http://schemas.microsoft.com/office/drawing/2014/main" id="{CAB85F3E-5BE7-4F14-A320-EE70D5819EAA}"/>
              </a:ext>
            </a:extLst>
          </p:cNvPr>
          <p:cNvCxnSpPr>
            <a:cxnSpLocks/>
          </p:cNvCxnSpPr>
          <p:nvPr/>
        </p:nvCxnSpPr>
        <p:spPr>
          <a:xfrm flipH="1" flipV="1">
            <a:off x="3741153" y="7500588"/>
            <a:ext cx="239262" cy="97164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452">
            <a:extLst>
              <a:ext uri="{FF2B5EF4-FFF2-40B4-BE49-F238E27FC236}">
                <a16:creationId xmlns:a16="http://schemas.microsoft.com/office/drawing/2014/main" id="{09397D70-629D-4F86-9A74-82D0B877D54A}"/>
              </a:ext>
            </a:extLst>
          </p:cNvPr>
          <p:cNvCxnSpPr>
            <a:cxnSpLocks/>
          </p:cNvCxnSpPr>
          <p:nvPr/>
        </p:nvCxnSpPr>
        <p:spPr>
          <a:xfrm flipH="1" flipV="1">
            <a:off x="3741153" y="7309884"/>
            <a:ext cx="1" cy="18210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52">
            <a:extLst>
              <a:ext uri="{FF2B5EF4-FFF2-40B4-BE49-F238E27FC236}">
                <a16:creationId xmlns:a16="http://schemas.microsoft.com/office/drawing/2014/main" id="{7C8AB8E9-4C75-44BD-A269-6220988CF17B}"/>
              </a:ext>
            </a:extLst>
          </p:cNvPr>
          <p:cNvCxnSpPr>
            <a:cxnSpLocks/>
          </p:cNvCxnSpPr>
          <p:nvPr/>
        </p:nvCxnSpPr>
        <p:spPr>
          <a:xfrm flipH="1" flipV="1">
            <a:off x="3514749" y="7214532"/>
            <a:ext cx="226406" cy="9878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452">
            <a:extLst>
              <a:ext uri="{FF2B5EF4-FFF2-40B4-BE49-F238E27FC236}">
                <a16:creationId xmlns:a16="http://schemas.microsoft.com/office/drawing/2014/main" id="{09CEE071-8B5E-41C0-BAB6-31F4A15D0BE8}"/>
              </a:ext>
            </a:extLst>
          </p:cNvPr>
          <p:cNvCxnSpPr>
            <a:cxnSpLocks/>
          </p:cNvCxnSpPr>
          <p:nvPr/>
        </p:nvCxnSpPr>
        <p:spPr>
          <a:xfrm flipV="1">
            <a:off x="3514749" y="7039315"/>
            <a:ext cx="0" cy="175219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4C38355A-1F64-40AE-BCAB-C6CA3224A084}"/>
              </a:ext>
            </a:extLst>
          </p:cNvPr>
          <p:cNvCxnSpPr>
            <a:cxnSpLocks/>
          </p:cNvCxnSpPr>
          <p:nvPr/>
        </p:nvCxnSpPr>
        <p:spPr>
          <a:xfrm flipV="1">
            <a:off x="3528762" y="6747552"/>
            <a:ext cx="692954" cy="291763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44EFE598-49E5-4821-BBE5-828D2F48CC31}"/>
              </a:ext>
            </a:extLst>
          </p:cNvPr>
          <p:cNvCxnSpPr>
            <a:cxnSpLocks/>
          </p:cNvCxnSpPr>
          <p:nvPr/>
        </p:nvCxnSpPr>
        <p:spPr>
          <a:xfrm flipV="1">
            <a:off x="4212658" y="6549656"/>
            <a:ext cx="0" cy="19789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E16BA676-1512-41C2-9D49-B179F2C2DC8F}"/>
              </a:ext>
            </a:extLst>
          </p:cNvPr>
          <p:cNvCxnSpPr>
            <a:cxnSpLocks/>
          </p:cNvCxnSpPr>
          <p:nvPr/>
        </p:nvCxnSpPr>
        <p:spPr>
          <a:xfrm flipH="1" flipV="1">
            <a:off x="3514749" y="6294474"/>
            <a:ext cx="706967" cy="29713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52">
            <a:extLst>
              <a:ext uri="{FF2B5EF4-FFF2-40B4-BE49-F238E27FC236}">
                <a16:creationId xmlns:a16="http://schemas.microsoft.com/office/drawing/2014/main" id="{E37E0740-368A-45C4-B8E0-73B52A181E90}"/>
              </a:ext>
            </a:extLst>
          </p:cNvPr>
          <p:cNvCxnSpPr>
            <a:cxnSpLocks/>
          </p:cNvCxnSpPr>
          <p:nvPr/>
        </p:nvCxnSpPr>
        <p:spPr>
          <a:xfrm flipH="1" flipV="1">
            <a:off x="3494567" y="5768163"/>
            <a:ext cx="1" cy="53071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5060E408-FEB3-47B0-955E-6A9CB85F6B78}"/>
              </a:ext>
            </a:extLst>
          </p:cNvPr>
          <p:cNvCxnSpPr>
            <a:cxnSpLocks/>
          </p:cNvCxnSpPr>
          <p:nvPr/>
        </p:nvCxnSpPr>
        <p:spPr>
          <a:xfrm flipV="1">
            <a:off x="3494568" y="5651205"/>
            <a:ext cx="246585" cy="11695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52">
            <a:extLst>
              <a:ext uri="{FF2B5EF4-FFF2-40B4-BE49-F238E27FC236}">
                <a16:creationId xmlns:a16="http://schemas.microsoft.com/office/drawing/2014/main" id="{1E4F0B60-638C-40F9-891F-CBCA9163E18E}"/>
              </a:ext>
            </a:extLst>
          </p:cNvPr>
          <p:cNvCxnSpPr>
            <a:cxnSpLocks/>
          </p:cNvCxnSpPr>
          <p:nvPr/>
        </p:nvCxnSpPr>
        <p:spPr>
          <a:xfrm flipV="1">
            <a:off x="3733830" y="5546786"/>
            <a:ext cx="246585" cy="11695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52">
            <a:extLst>
              <a:ext uri="{FF2B5EF4-FFF2-40B4-BE49-F238E27FC236}">
                <a16:creationId xmlns:a16="http://schemas.microsoft.com/office/drawing/2014/main" id="{FD76EB10-5D62-4C47-BB42-468612999025}"/>
              </a:ext>
            </a:extLst>
          </p:cNvPr>
          <p:cNvCxnSpPr>
            <a:cxnSpLocks/>
          </p:cNvCxnSpPr>
          <p:nvPr/>
        </p:nvCxnSpPr>
        <p:spPr>
          <a:xfrm flipH="1" flipV="1">
            <a:off x="3733830" y="5470586"/>
            <a:ext cx="232243" cy="7856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52">
            <a:extLst>
              <a:ext uri="{FF2B5EF4-FFF2-40B4-BE49-F238E27FC236}">
                <a16:creationId xmlns:a16="http://schemas.microsoft.com/office/drawing/2014/main" id="{2F3F923E-40DF-47FC-B001-576A1D31B485}"/>
              </a:ext>
            </a:extLst>
          </p:cNvPr>
          <p:cNvCxnSpPr>
            <a:cxnSpLocks/>
          </p:cNvCxnSpPr>
          <p:nvPr/>
        </p:nvCxnSpPr>
        <p:spPr>
          <a:xfrm flipH="1" flipV="1">
            <a:off x="3761005" y="5114987"/>
            <a:ext cx="1" cy="36170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3F2DFAC1-985B-4993-A89D-9C2F94A7D8D3}"/>
              </a:ext>
            </a:extLst>
          </p:cNvPr>
          <p:cNvCxnSpPr>
            <a:cxnSpLocks/>
          </p:cNvCxnSpPr>
          <p:nvPr/>
        </p:nvCxnSpPr>
        <p:spPr>
          <a:xfrm flipV="1">
            <a:off x="3763464" y="4645123"/>
            <a:ext cx="231768" cy="465666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452">
            <a:extLst>
              <a:ext uri="{FF2B5EF4-FFF2-40B4-BE49-F238E27FC236}">
                <a16:creationId xmlns:a16="http://schemas.microsoft.com/office/drawing/2014/main" id="{2EEC573E-FDAF-4265-B7CD-09EB70DE2898}"/>
              </a:ext>
            </a:extLst>
          </p:cNvPr>
          <p:cNvCxnSpPr>
            <a:cxnSpLocks/>
          </p:cNvCxnSpPr>
          <p:nvPr/>
        </p:nvCxnSpPr>
        <p:spPr>
          <a:xfrm flipV="1">
            <a:off x="4015840" y="4356100"/>
            <a:ext cx="714910" cy="289023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452">
            <a:extLst>
              <a:ext uri="{FF2B5EF4-FFF2-40B4-BE49-F238E27FC236}">
                <a16:creationId xmlns:a16="http://schemas.microsoft.com/office/drawing/2014/main" id="{DC02E989-0288-4F54-BDF9-9CC2DE75EA08}"/>
              </a:ext>
            </a:extLst>
          </p:cNvPr>
          <p:cNvCxnSpPr>
            <a:cxnSpLocks/>
          </p:cNvCxnSpPr>
          <p:nvPr/>
        </p:nvCxnSpPr>
        <p:spPr>
          <a:xfrm flipV="1">
            <a:off x="4730750" y="3797300"/>
            <a:ext cx="0" cy="55880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D0660F4B-3AAB-440E-A2EF-CC6FA16121BD}"/>
              </a:ext>
            </a:extLst>
          </p:cNvPr>
          <p:cNvCxnSpPr>
            <a:cxnSpLocks/>
          </p:cNvCxnSpPr>
          <p:nvPr/>
        </p:nvCxnSpPr>
        <p:spPr>
          <a:xfrm flipV="1">
            <a:off x="4730750" y="3727450"/>
            <a:ext cx="228600" cy="6985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452">
            <a:extLst>
              <a:ext uri="{FF2B5EF4-FFF2-40B4-BE49-F238E27FC236}">
                <a16:creationId xmlns:a16="http://schemas.microsoft.com/office/drawing/2014/main" id="{168A3DD6-7508-4752-83FB-5A08D087D47D}"/>
              </a:ext>
            </a:extLst>
          </p:cNvPr>
          <p:cNvCxnSpPr>
            <a:cxnSpLocks/>
          </p:cNvCxnSpPr>
          <p:nvPr/>
        </p:nvCxnSpPr>
        <p:spPr>
          <a:xfrm flipV="1">
            <a:off x="4959350" y="3543300"/>
            <a:ext cx="0" cy="18415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452">
            <a:extLst>
              <a:ext uri="{FF2B5EF4-FFF2-40B4-BE49-F238E27FC236}">
                <a16:creationId xmlns:a16="http://schemas.microsoft.com/office/drawing/2014/main" id="{2A0169C4-6C71-4CF5-9EA5-54BF619DA55E}"/>
              </a:ext>
            </a:extLst>
          </p:cNvPr>
          <p:cNvCxnSpPr>
            <a:cxnSpLocks/>
          </p:cNvCxnSpPr>
          <p:nvPr/>
        </p:nvCxnSpPr>
        <p:spPr>
          <a:xfrm flipV="1">
            <a:off x="4959350" y="3263900"/>
            <a:ext cx="698500" cy="27940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452">
            <a:extLst>
              <a:ext uri="{FF2B5EF4-FFF2-40B4-BE49-F238E27FC236}">
                <a16:creationId xmlns:a16="http://schemas.microsoft.com/office/drawing/2014/main" id="{419AD2A9-4B53-444E-BCA1-DA69ABA05395}"/>
              </a:ext>
            </a:extLst>
          </p:cNvPr>
          <p:cNvCxnSpPr>
            <a:cxnSpLocks/>
          </p:cNvCxnSpPr>
          <p:nvPr/>
        </p:nvCxnSpPr>
        <p:spPr>
          <a:xfrm flipV="1">
            <a:off x="5657850" y="3079749"/>
            <a:ext cx="0" cy="18415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452">
            <a:extLst>
              <a:ext uri="{FF2B5EF4-FFF2-40B4-BE49-F238E27FC236}">
                <a16:creationId xmlns:a16="http://schemas.microsoft.com/office/drawing/2014/main" id="{5B2D765E-EDA7-45BF-BA11-80BAC1A48DA9}"/>
              </a:ext>
            </a:extLst>
          </p:cNvPr>
          <p:cNvCxnSpPr>
            <a:cxnSpLocks/>
          </p:cNvCxnSpPr>
          <p:nvPr/>
        </p:nvCxnSpPr>
        <p:spPr>
          <a:xfrm flipH="1" flipV="1">
            <a:off x="4959350" y="2790727"/>
            <a:ext cx="698500" cy="289023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B7F19205-9545-4FE7-B645-4C3433FE3577}"/>
              </a:ext>
            </a:extLst>
          </p:cNvPr>
          <p:cNvCxnSpPr>
            <a:cxnSpLocks/>
          </p:cNvCxnSpPr>
          <p:nvPr/>
        </p:nvCxnSpPr>
        <p:spPr>
          <a:xfrm flipV="1">
            <a:off x="4959350" y="2606576"/>
            <a:ext cx="0" cy="18415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452">
            <a:extLst>
              <a:ext uri="{FF2B5EF4-FFF2-40B4-BE49-F238E27FC236}">
                <a16:creationId xmlns:a16="http://schemas.microsoft.com/office/drawing/2014/main" id="{57893A4E-4A92-4094-8F1F-B4B46450297E}"/>
              </a:ext>
            </a:extLst>
          </p:cNvPr>
          <p:cNvCxnSpPr>
            <a:cxnSpLocks/>
          </p:cNvCxnSpPr>
          <p:nvPr/>
        </p:nvCxnSpPr>
        <p:spPr>
          <a:xfrm flipH="1" flipV="1">
            <a:off x="4679950" y="2514600"/>
            <a:ext cx="279400" cy="91977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452">
            <a:extLst>
              <a:ext uri="{FF2B5EF4-FFF2-40B4-BE49-F238E27FC236}">
                <a16:creationId xmlns:a16="http://schemas.microsoft.com/office/drawing/2014/main" id="{8FE1F590-76F8-4F85-97A2-910C3B8EDEE9}"/>
              </a:ext>
            </a:extLst>
          </p:cNvPr>
          <p:cNvCxnSpPr>
            <a:cxnSpLocks/>
          </p:cNvCxnSpPr>
          <p:nvPr/>
        </p:nvCxnSpPr>
        <p:spPr>
          <a:xfrm flipV="1">
            <a:off x="4679950" y="2330449"/>
            <a:ext cx="0" cy="18415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280C56A1-4872-4AB9-B2D2-07EB616ED8C3}"/>
              </a:ext>
            </a:extLst>
          </p:cNvPr>
          <p:cNvCxnSpPr>
            <a:cxnSpLocks/>
          </p:cNvCxnSpPr>
          <p:nvPr/>
        </p:nvCxnSpPr>
        <p:spPr>
          <a:xfrm flipV="1">
            <a:off x="4679950" y="2238472"/>
            <a:ext cx="279400" cy="12045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452">
            <a:extLst>
              <a:ext uri="{FF2B5EF4-FFF2-40B4-BE49-F238E27FC236}">
                <a16:creationId xmlns:a16="http://schemas.microsoft.com/office/drawing/2014/main" id="{DE7F7831-70ED-4E34-8770-416197CA9805}"/>
              </a:ext>
            </a:extLst>
          </p:cNvPr>
          <p:cNvCxnSpPr>
            <a:cxnSpLocks/>
          </p:cNvCxnSpPr>
          <p:nvPr/>
        </p:nvCxnSpPr>
        <p:spPr>
          <a:xfrm>
            <a:off x="4959350" y="2231928"/>
            <a:ext cx="203200" cy="6677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452">
            <a:extLst>
              <a:ext uri="{FF2B5EF4-FFF2-40B4-BE49-F238E27FC236}">
                <a16:creationId xmlns:a16="http://schemas.microsoft.com/office/drawing/2014/main" id="{18A80CF4-A388-44EE-BB2B-FDDC8D77C317}"/>
              </a:ext>
            </a:extLst>
          </p:cNvPr>
          <p:cNvCxnSpPr>
            <a:cxnSpLocks/>
          </p:cNvCxnSpPr>
          <p:nvPr/>
        </p:nvCxnSpPr>
        <p:spPr>
          <a:xfrm flipV="1">
            <a:off x="5210182" y="1981200"/>
            <a:ext cx="447668" cy="317499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Connector 452">
            <a:extLst>
              <a:ext uri="{FF2B5EF4-FFF2-40B4-BE49-F238E27FC236}">
                <a16:creationId xmlns:a16="http://schemas.microsoft.com/office/drawing/2014/main" id="{DAC4B0F1-CF5D-4541-B0DA-BE0743E28D7D}"/>
              </a:ext>
            </a:extLst>
          </p:cNvPr>
          <p:cNvCxnSpPr>
            <a:cxnSpLocks/>
          </p:cNvCxnSpPr>
          <p:nvPr/>
        </p:nvCxnSpPr>
        <p:spPr>
          <a:xfrm flipV="1">
            <a:off x="5657850" y="1701799"/>
            <a:ext cx="717550" cy="284212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452">
            <a:extLst>
              <a:ext uri="{FF2B5EF4-FFF2-40B4-BE49-F238E27FC236}">
                <a16:creationId xmlns:a16="http://schemas.microsoft.com/office/drawing/2014/main" id="{095EA801-C313-4588-AE4B-CE24919190C3}"/>
              </a:ext>
            </a:extLst>
          </p:cNvPr>
          <p:cNvCxnSpPr>
            <a:cxnSpLocks/>
          </p:cNvCxnSpPr>
          <p:nvPr/>
        </p:nvCxnSpPr>
        <p:spPr>
          <a:xfrm flipV="1">
            <a:off x="6375400" y="1492251"/>
            <a:ext cx="0" cy="20954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452">
            <a:extLst>
              <a:ext uri="{FF2B5EF4-FFF2-40B4-BE49-F238E27FC236}">
                <a16:creationId xmlns:a16="http://schemas.microsoft.com/office/drawing/2014/main" id="{D299F830-31B9-4B02-BB21-3A327A4624A9}"/>
              </a:ext>
            </a:extLst>
          </p:cNvPr>
          <p:cNvCxnSpPr>
            <a:cxnSpLocks/>
          </p:cNvCxnSpPr>
          <p:nvPr/>
        </p:nvCxnSpPr>
        <p:spPr>
          <a:xfrm flipH="1" flipV="1">
            <a:off x="5657849" y="1222562"/>
            <a:ext cx="717551" cy="29826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452">
            <a:extLst>
              <a:ext uri="{FF2B5EF4-FFF2-40B4-BE49-F238E27FC236}">
                <a16:creationId xmlns:a16="http://schemas.microsoft.com/office/drawing/2014/main" id="{36553C34-8FD4-4565-95A6-642E4C49545F}"/>
              </a:ext>
            </a:extLst>
          </p:cNvPr>
          <p:cNvCxnSpPr>
            <a:cxnSpLocks/>
          </p:cNvCxnSpPr>
          <p:nvPr/>
        </p:nvCxnSpPr>
        <p:spPr>
          <a:xfrm flipH="1">
            <a:off x="5162550" y="1239981"/>
            <a:ext cx="504826" cy="16663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452">
            <a:extLst>
              <a:ext uri="{FF2B5EF4-FFF2-40B4-BE49-F238E27FC236}">
                <a16:creationId xmlns:a16="http://schemas.microsoft.com/office/drawing/2014/main" id="{9683C7C1-20D2-48A3-8712-0DC8EC1BE32E}"/>
              </a:ext>
            </a:extLst>
          </p:cNvPr>
          <p:cNvCxnSpPr>
            <a:cxnSpLocks/>
          </p:cNvCxnSpPr>
          <p:nvPr/>
        </p:nvCxnSpPr>
        <p:spPr>
          <a:xfrm>
            <a:off x="5147459" y="1205826"/>
            <a:ext cx="0" cy="20079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452">
            <a:extLst>
              <a:ext uri="{FF2B5EF4-FFF2-40B4-BE49-F238E27FC236}">
                <a16:creationId xmlns:a16="http://schemas.microsoft.com/office/drawing/2014/main" id="{EB1C51CD-5D1A-49D1-8B10-0ED1DE174872}"/>
              </a:ext>
            </a:extLst>
          </p:cNvPr>
          <p:cNvCxnSpPr>
            <a:cxnSpLocks/>
          </p:cNvCxnSpPr>
          <p:nvPr/>
        </p:nvCxnSpPr>
        <p:spPr>
          <a:xfrm>
            <a:off x="3741153" y="1406617"/>
            <a:ext cx="274687" cy="100395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452">
            <a:extLst>
              <a:ext uri="{FF2B5EF4-FFF2-40B4-BE49-F238E27FC236}">
                <a16:creationId xmlns:a16="http://schemas.microsoft.com/office/drawing/2014/main" id="{CA61FE06-7029-415C-80D8-7B36828A6273}"/>
              </a:ext>
            </a:extLst>
          </p:cNvPr>
          <p:cNvCxnSpPr>
            <a:cxnSpLocks/>
          </p:cNvCxnSpPr>
          <p:nvPr/>
        </p:nvCxnSpPr>
        <p:spPr>
          <a:xfrm flipV="1">
            <a:off x="4235854" y="1133851"/>
            <a:ext cx="680226" cy="263148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Connector 452">
            <a:extLst>
              <a:ext uri="{FF2B5EF4-FFF2-40B4-BE49-F238E27FC236}">
                <a16:creationId xmlns:a16="http://schemas.microsoft.com/office/drawing/2014/main" id="{AB31386F-95B0-48EF-82A9-72AE4C3CB915}"/>
              </a:ext>
            </a:extLst>
          </p:cNvPr>
          <p:cNvCxnSpPr>
            <a:cxnSpLocks/>
          </p:cNvCxnSpPr>
          <p:nvPr/>
        </p:nvCxnSpPr>
        <p:spPr>
          <a:xfrm flipV="1">
            <a:off x="3225800" y="1421889"/>
            <a:ext cx="552185" cy="18718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452">
            <a:extLst>
              <a:ext uri="{FF2B5EF4-FFF2-40B4-BE49-F238E27FC236}">
                <a16:creationId xmlns:a16="http://schemas.microsoft.com/office/drawing/2014/main" id="{9FF656C7-D549-4DB6-B478-4E0BDB8BF615}"/>
              </a:ext>
            </a:extLst>
          </p:cNvPr>
          <p:cNvCxnSpPr>
            <a:cxnSpLocks/>
          </p:cNvCxnSpPr>
          <p:nvPr/>
        </p:nvCxnSpPr>
        <p:spPr>
          <a:xfrm flipV="1">
            <a:off x="3252659" y="1594853"/>
            <a:ext cx="0" cy="545096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452">
            <a:extLst>
              <a:ext uri="{FF2B5EF4-FFF2-40B4-BE49-F238E27FC236}">
                <a16:creationId xmlns:a16="http://schemas.microsoft.com/office/drawing/2014/main" id="{8D0CB3D3-B246-46CB-A8DD-6A5E7ECBA5FC}"/>
              </a:ext>
            </a:extLst>
          </p:cNvPr>
          <p:cNvCxnSpPr>
            <a:cxnSpLocks/>
          </p:cNvCxnSpPr>
          <p:nvPr/>
        </p:nvCxnSpPr>
        <p:spPr>
          <a:xfrm flipV="1">
            <a:off x="3022600" y="2139949"/>
            <a:ext cx="230059" cy="91979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452">
            <a:extLst>
              <a:ext uri="{FF2B5EF4-FFF2-40B4-BE49-F238E27FC236}">
                <a16:creationId xmlns:a16="http://schemas.microsoft.com/office/drawing/2014/main" id="{043621FF-3AF6-4BAE-BC1E-674ABFC92444}"/>
              </a:ext>
            </a:extLst>
          </p:cNvPr>
          <p:cNvCxnSpPr>
            <a:cxnSpLocks/>
          </p:cNvCxnSpPr>
          <p:nvPr/>
        </p:nvCxnSpPr>
        <p:spPr>
          <a:xfrm flipV="1">
            <a:off x="3022600" y="2231929"/>
            <a:ext cx="0" cy="1311371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452">
            <a:extLst>
              <a:ext uri="{FF2B5EF4-FFF2-40B4-BE49-F238E27FC236}">
                <a16:creationId xmlns:a16="http://schemas.microsoft.com/office/drawing/2014/main" id="{B7DA4DA4-5885-4760-A028-C647A6984D39}"/>
              </a:ext>
            </a:extLst>
          </p:cNvPr>
          <p:cNvCxnSpPr>
            <a:cxnSpLocks/>
          </p:cNvCxnSpPr>
          <p:nvPr/>
        </p:nvCxnSpPr>
        <p:spPr>
          <a:xfrm flipV="1">
            <a:off x="2757936" y="3543300"/>
            <a:ext cx="264664" cy="78568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452">
            <a:extLst>
              <a:ext uri="{FF2B5EF4-FFF2-40B4-BE49-F238E27FC236}">
                <a16:creationId xmlns:a16="http://schemas.microsoft.com/office/drawing/2014/main" id="{018EC595-995F-4134-9E73-04E4C3F6169A}"/>
              </a:ext>
            </a:extLst>
          </p:cNvPr>
          <p:cNvCxnSpPr>
            <a:cxnSpLocks/>
          </p:cNvCxnSpPr>
          <p:nvPr/>
        </p:nvCxnSpPr>
        <p:spPr>
          <a:xfrm flipH="1">
            <a:off x="3980416" y="7591086"/>
            <a:ext cx="935664" cy="3675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452">
            <a:extLst>
              <a:ext uri="{FF2B5EF4-FFF2-40B4-BE49-F238E27FC236}">
                <a16:creationId xmlns:a16="http://schemas.microsoft.com/office/drawing/2014/main" id="{78CD99F4-0D61-4E03-9D39-790C79EADEC9}"/>
              </a:ext>
            </a:extLst>
          </p:cNvPr>
          <p:cNvCxnSpPr>
            <a:cxnSpLocks/>
          </p:cNvCxnSpPr>
          <p:nvPr/>
        </p:nvCxnSpPr>
        <p:spPr>
          <a:xfrm flipH="1" flipV="1">
            <a:off x="4880944" y="7597054"/>
            <a:ext cx="776905" cy="27694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E97775EF-78B2-43E7-9641-E6641EF9C81E}"/>
              </a:ext>
            </a:extLst>
          </p:cNvPr>
          <p:cNvCxnSpPr>
            <a:cxnSpLocks/>
          </p:cNvCxnSpPr>
          <p:nvPr/>
        </p:nvCxnSpPr>
        <p:spPr>
          <a:xfrm flipV="1">
            <a:off x="5628171" y="7870801"/>
            <a:ext cx="1" cy="161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452">
            <a:extLst>
              <a:ext uri="{FF2B5EF4-FFF2-40B4-BE49-F238E27FC236}">
                <a16:creationId xmlns:a16="http://schemas.microsoft.com/office/drawing/2014/main" id="{B864A5DD-8D27-4DF5-BD81-CC13774624C7}"/>
              </a:ext>
            </a:extLst>
          </p:cNvPr>
          <p:cNvCxnSpPr>
            <a:cxnSpLocks/>
          </p:cNvCxnSpPr>
          <p:nvPr/>
        </p:nvCxnSpPr>
        <p:spPr>
          <a:xfrm flipH="1">
            <a:off x="5628172" y="7767084"/>
            <a:ext cx="747228" cy="29525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452">
            <a:extLst>
              <a:ext uri="{FF2B5EF4-FFF2-40B4-BE49-F238E27FC236}">
                <a16:creationId xmlns:a16="http://schemas.microsoft.com/office/drawing/2014/main" id="{2F889130-C021-4A1A-A3BB-A55BBD94B25E}"/>
              </a:ext>
            </a:extLst>
          </p:cNvPr>
          <p:cNvCxnSpPr>
            <a:cxnSpLocks/>
          </p:cNvCxnSpPr>
          <p:nvPr/>
        </p:nvCxnSpPr>
        <p:spPr>
          <a:xfrm flipH="1" flipV="1">
            <a:off x="6391381" y="7767085"/>
            <a:ext cx="180871" cy="10371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452">
            <a:extLst>
              <a:ext uri="{FF2B5EF4-FFF2-40B4-BE49-F238E27FC236}">
                <a16:creationId xmlns:a16="http://schemas.microsoft.com/office/drawing/2014/main" id="{17702E49-0302-4D8B-BA35-A69D85730379}"/>
              </a:ext>
            </a:extLst>
          </p:cNvPr>
          <p:cNvCxnSpPr>
            <a:cxnSpLocks/>
          </p:cNvCxnSpPr>
          <p:nvPr/>
        </p:nvCxnSpPr>
        <p:spPr>
          <a:xfrm flipH="1">
            <a:off x="6572253" y="7767084"/>
            <a:ext cx="253849" cy="957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452">
            <a:extLst>
              <a:ext uri="{FF2B5EF4-FFF2-40B4-BE49-F238E27FC236}">
                <a16:creationId xmlns:a16="http://schemas.microsoft.com/office/drawing/2014/main" id="{A3B28D90-A4AF-4955-A8BF-397CF4A27164}"/>
              </a:ext>
            </a:extLst>
          </p:cNvPr>
          <p:cNvCxnSpPr>
            <a:cxnSpLocks/>
          </p:cNvCxnSpPr>
          <p:nvPr/>
        </p:nvCxnSpPr>
        <p:spPr>
          <a:xfrm>
            <a:off x="6826102" y="7774852"/>
            <a:ext cx="0" cy="13985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452">
            <a:extLst>
              <a:ext uri="{FF2B5EF4-FFF2-40B4-BE49-F238E27FC236}">
                <a16:creationId xmlns:a16="http://schemas.microsoft.com/office/drawing/2014/main" id="{36B13EB3-F73B-4850-B872-7A32289AF489}"/>
              </a:ext>
            </a:extLst>
          </p:cNvPr>
          <p:cNvCxnSpPr>
            <a:cxnSpLocks/>
          </p:cNvCxnSpPr>
          <p:nvPr/>
        </p:nvCxnSpPr>
        <p:spPr>
          <a:xfrm flipV="1">
            <a:off x="6826101" y="7676708"/>
            <a:ext cx="730104" cy="238002"/>
          </a:xfrm>
          <a:prstGeom prst="line">
            <a:avLst/>
          </a:prstGeom>
          <a:ln w="9525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2" name="Straight Connector 452">
            <a:extLst>
              <a:ext uri="{FF2B5EF4-FFF2-40B4-BE49-F238E27FC236}">
                <a16:creationId xmlns:a16="http://schemas.microsoft.com/office/drawing/2014/main" id="{96EBCDDC-9740-49DD-BFD0-8E8FD5C8D84F}"/>
              </a:ext>
            </a:extLst>
          </p:cNvPr>
          <p:cNvCxnSpPr>
            <a:cxnSpLocks/>
          </p:cNvCxnSpPr>
          <p:nvPr/>
        </p:nvCxnSpPr>
        <p:spPr>
          <a:xfrm flipH="1" flipV="1">
            <a:off x="7556206" y="7660786"/>
            <a:ext cx="450700" cy="18399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452">
            <a:extLst>
              <a:ext uri="{FF2B5EF4-FFF2-40B4-BE49-F238E27FC236}">
                <a16:creationId xmlns:a16="http://schemas.microsoft.com/office/drawing/2014/main" id="{F1814F3E-0E45-4D3E-A938-06FF5980A46B}"/>
              </a:ext>
            </a:extLst>
          </p:cNvPr>
          <p:cNvCxnSpPr>
            <a:cxnSpLocks/>
          </p:cNvCxnSpPr>
          <p:nvPr/>
        </p:nvCxnSpPr>
        <p:spPr>
          <a:xfrm flipV="1">
            <a:off x="8006906" y="7870801"/>
            <a:ext cx="0" cy="3534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452">
            <a:extLst>
              <a:ext uri="{FF2B5EF4-FFF2-40B4-BE49-F238E27FC236}">
                <a16:creationId xmlns:a16="http://schemas.microsoft.com/office/drawing/2014/main" id="{B91037D4-7751-4800-9968-BC137B87A9A8}"/>
              </a:ext>
            </a:extLst>
          </p:cNvPr>
          <p:cNvCxnSpPr>
            <a:cxnSpLocks/>
          </p:cNvCxnSpPr>
          <p:nvPr/>
        </p:nvCxnSpPr>
        <p:spPr>
          <a:xfrm flipH="1" flipV="1">
            <a:off x="8014584" y="8179833"/>
            <a:ext cx="215016" cy="11356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452">
            <a:extLst>
              <a:ext uri="{FF2B5EF4-FFF2-40B4-BE49-F238E27FC236}">
                <a16:creationId xmlns:a16="http://schemas.microsoft.com/office/drawing/2014/main" id="{C300D8AD-B19D-44FB-A2FA-EE59BBAC4F93}"/>
              </a:ext>
            </a:extLst>
          </p:cNvPr>
          <p:cNvCxnSpPr>
            <a:cxnSpLocks/>
          </p:cNvCxnSpPr>
          <p:nvPr/>
        </p:nvCxnSpPr>
        <p:spPr>
          <a:xfrm>
            <a:off x="9905263" y="8028747"/>
            <a:ext cx="4749" cy="5563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452">
            <a:extLst>
              <a:ext uri="{FF2B5EF4-FFF2-40B4-BE49-F238E27FC236}">
                <a16:creationId xmlns:a16="http://schemas.microsoft.com/office/drawing/2014/main" id="{11C9E2EB-8728-4379-8256-1DB3127C1571}"/>
              </a:ext>
            </a:extLst>
          </p:cNvPr>
          <p:cNvCxnSpPr>
            <a:cxnSpLocks/>
          </p:cNvCxnSpPr>
          <p:nvPr/>
        </p:nvCxnSpPr>
        <p:spPr>
          <a:xfrm>
            <a:off x="9638412" y="7951775"/>
            <a:ext cx="257077" cy="7697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452">
            <a:extLst>
              <a:ext uri="{FF2B5EF4-FFF2-40B4-BE49-F238E27FC236}">
                <a16:creationId xmlns:a16="http://schemas.microsoft.com/office/drawing/2014/main" id="{91B833CD-B69B-4E73-9E97-16321793E50B}"/>
              </a:ext>
            </a:extLst>
          </p:cNvPr>
          <p:cNvCxnSpPr>
            <a:cxnSpLocks/>
          </p:cNvCxnSpPr>
          <p:nvPr/>
        </p:nvCxnSpPr>
        <p:spPr>
          <a:xfrm>
            <a:off x="9905263" y="6893433"/>
            <a:ext cx="1" cy="5745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452">
            <a:extLst>
              <a:ext uri="{FF2B5EF4-FFF2-40B4-BE49-F238E27FC236}">
                <a16:creationId xmlns:a16="http://schemas.microsoft.com/office/drawing/2014/main" id="{D07A79DE-BCEC-4DC9-95FC-AC8740D3B325}"/>
              </a:ext>
            </a:extLst>
          </p:cNvPr>
          <p:cNvCxnSpPr>
            <a:cxnSpLocks/>
          </p:cNvCxnSpPr>
          <p:nvPr/>
        </p:nvCxnSpPr>
        <p:spPr>
          <a:xfrm flipH="1">
            <a:off x="9905264" y="6797749"/>
            <a:ext cx="245285" cy="1078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452">
            <a:extLst>
              <a:ext uri="{FF2B5EF4-FFF2-40B4-BE49-F238E27FC236}">
                <a16:creationId xmlns:a16="http://schemas.microsoft.com/office/drawing/2014/main" id="{52395B55-B1A2-4D62-8E20-FD6C0FF0B725}"/>
              </a:ext>
            </a:extLst>
          </p:cNvPr>
          <p:cNvCxnSpPr>
            <a:cxnSpLocks/>
          </p:cNvCxnSpPr>
          <p:nvPr/>
        </p:nvCxnSpPr>
        <p:spPr>
          <a:xfrm>
            <a:off x="10150549" y="6294474"/>
            <a:ext cx="1" cy="50699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452">
            <a:extLst>
              <a:ext uri="{FF2B5EF4-FFF2-40B4-BE49-F238E27FC236}">
                <a16:creationId xmlns:a16="http://schemas.microsoft.com/office/drawing/2014/main" id="{388ED75D-7FF0-41A2-9EB3-4C9B091D1038}"/>
              </a:ext>
            </a:extLst>
          </p:cNvPr>
          <p:cNvCxnSpPr>
            <a:cxnSpLocks/>
          </p:cNvCxnSpPr>
          <p:nvPr/>
        </p:nvCxnSpPr>
        <p:spPr>
          <a:xfrm flipH="1">
            <a:off x="10150549" y="6110177"/>
            <a:ext cx="446567" cy="184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452">
            <a:extLst>
              <a:ext uri="{FF2B5EF4-FFF2-40B4-BE49-F238E27FC236}">
                <a16:creationId xmlns:a16="http://schemas.microsoft.com/office/drawing/2014/main" id="{2D6A641E-C75B-4571-9BE5-3E83FF6C1091}"/>
              </a:ext>
            </a:extLst>
          </p:cNvPr>
          <p:cNvCxnSpPr>
            <a:cxnSpLocks/>
          </p:cNvCxnSpPr>
          <p:nvPr/>
        </p:nvCxnSpPr>
        <p:spPr>
          <a:xfrm flipV="1">
            <a:off x="10593574" y="5709684"/>
            <a:ext cx="244547" cy="400493"/>
          </a:xfrm>
          <a:prstGeom prst="line">
            <a:avLst/>
          </a:prstGeom>
          <a:ln w="9525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Connector 452">
            <a:extLst>
              <a:ext uri="{FF2B5EF4-FFF2-40B4-BE49-F238E27FC236}">
                <a16:creationId xmlns:a16="http://schemas.microsoft.com/office/drawing/2014/main" id="{B4BEDDDA-2BA7-44B9-BB50-B10D2E837884}"/>
              </a:ext>
            </a:extLst>
          </p:cNvPr>
          <p:cNvCxnSpPr>
            <a:cxnSpLocks/>
          </p:cNvCxnSpPr>
          <p:nvPr/>
        </p:nvCxnSpPr>
        <p:spPr>
          <a:xfrm flipH="1">
            <a:off x="10838122" y="5546786"/>
            <a:ext cx="226827" cy="11695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52">
            <a:extLst>
              <a:ext uri="{FF2B5EF4-FFF2-40B4-BE49-F238E27FC236}">
                <a16:creationId xmlns:a16="http://schemas.microsoft.com/office/drawing/2014/main" id="{7771AEFB-A352-4328-AEE8-C39793016BC3}"/>
              </a:ext>
            </a:extLst>
          </p:cNvPr>
          <p:cNvCxnSpPr>
            <a:cxnSpLocks/>
          </p:cNvCxnSpPr>
          <p:nvPr/>
        </p:nvCxnSpPr>
        <p:spPr>
          <a:xfrm flipH="1" flipV="1">
            <a:off x="11064950" y="5529065"/>
            <a:ext cx="715924" cy="30466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452">
            <a:extLst>
              <a:ext uri="{FF2B5EF4-FFF2-40B4-BE49-F238E27FC236}">
                <a16:creationId xmlns:a16="http://schemas.microsoft.com/office/drawing/2014/main" id="{C0C6B8E9-F186-491F-BEE8-6DE376B8E2F9}"/>
              </a:ext>
            </a:extLst>
          </p:cNvPr>
          <p:cNvCxnSpPr>
            <a:cxnSpLocks/>
          </p:cNvCxnSpPr>
          <p:nvPr/>
        </p:nvCxnSpPr>
        <p:spPr>
          <a:xfrm flipV="1">
            <a:off x="11780874" y="5833731"/>
            <a:ext cx="0" cy="7142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452">
            <a:extLst>
              <a:ext uri="{FF2B5EF4-FFF2-40B4-BE49-F238E27FC236}">
                <a16:creationId xmlns:a16="http://schemas.microsoft.com/office/drawing/2014/main" id="{8C2FC8BF-2BDE-4271-AF25-C67937F2A947}"/>
              </a:ext>
            </a:extLst>
          </p:cNvPr>
          <p:cNvCxnSpPr>
            <a:cxnSpLocks/>
          </p:cNvCxnSpPr>
          <p:nvPr/>
        </p:nvCxnSpPr>
        <p:spPr>
          <a:xfrm flipV="1">
            <a:off x="11064949" y="3459126"/>
            <a:ext cx="0" cy="205074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452">
            <a:extLst>
              <a:ext uri="{FF2B5EF4-FFF2-40B4-BE49-F238E27FC236}">
                <a16:creationId xmlns:a16="http://schemas.microsoft.com/office/drawing/2014/main" id="{C7EA6926-1209-4F62-BCE9-1BCF7C0C6E91}"/>
              </a:ext>
            </a:extLst>
          </p:cNvPr>
          <p:cNvCxnSpPr>
            <a:cxnSpLocks/>
          </p:cNvCxnSpPr>
          <p:nvPr/>
        </p:nvCxnSpPr>
        <p:spPr>
          <a:xfrm flipH="1">
            <a:off x="8229600" y="8293395"/>
            <a:ext cx="7677" cy="7458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452">
            <a:extLst>
              <a:ext uri="{FF2B5EF4-FFF2-40B4-BE49-F238E27FC236}">
                <a16:creationId xmlns:a16="http://schemas.microsoft.com/office/drawing/2014/main" id="{489BF7AA-3080-4F38-A577-2825903F8913}"/>
              </a:ext>
            </a:extLst>
          </p:cNvPr>
          <p:cNvCxnSpPr>
            <a:cxnSpLocks/>
          </p:cNvCxnSpPr>
          <p:nvPr/>
        </p:nvCxnSpPr>
        <p:spPr>
          <a:xfrm>
            <a:off x="8244955" y="9039201"/>
            <a:ext cx="207338" cy="11356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452">
            <a:extLst>
              <a:ext uri="{FF2B5EF4-FFF2-40B4-BE49-F238E27FC236}">
                <a16:creationId xmlns:a16="http://schemas.microsoft.com/office/drawing/2014/main" id="{23B66423-8BD4-43EB-8F8F-B57EAF882DB6}"/>
              </a:ext>
            </a:extLst>
          </p:cNvPr>
          <p:cNvCxnSpPr>
            <a:cxnSpLocks/>
          </p:cNvCxnSpPr>
          <p:nvPr/>
        </p:nvCxnSpPr>
        <p:spPr>
          <a:xfrm>
            <a:off x="8452293" y="9138488"/>
            <a:ext cx="7678" cy="14201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452">
            <a:extLst>
              <a:ext uri="{FF2B5EF4-FFF2-40B4-BE49-F238E27FC236}">
                <a16:creationId xmlns:a16="http://schemas.microsoft.com/office/drawing/2014/main" id="{AD699E34-754A-4B70-9990-6D8FEBD2261A}"/>
              </a:ext>
            </a:extLst>
          </p:cNvPr>
          <p:cNvCxnSpPr>
            <a:cxnSpLocks/>
          </p:cNvCxnSpPr>
          <p:nvPr/>
        </p:nvCxnSpPr>
        <p:spPr>
          <a:xfrm flipH="1" flipV="1">
            <a:off x="10373833" y="8765565"/>
            <a:ext cx="464288" cy="372923"/>
          </a:xfrm>
          <a:prstGeom prst="line">
            <a:avLst/>
          </a:prstGeom>
          <a:ln w="9525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3" name="Straight Connector 452">
            <a:extLst>
              <a:ext uri="{FF2B5EF4-FFF2-40B4-BE49-F238E27FC236}">
                <a16:creationId xmlns:a16="http://schemas.microsoft.com/office/drawing/2014/main" id="{2A9A58F1-C2FC-4052-92DF-B2703ABAA45C}"/>
              </a:ext>
            </a:extLst>
          </p:cNvPr>
          <p:cNvCxnSpPr>
            <a:cxnSpLocks/>
          </p:cNvCxnSpPr>
          <p:nvPr/>
        </p:nvCxnSpPr>
        <p:spPr>
          <a:xfrm>
            <a:off x="10838121" y="9196103"/>
            <a:ext cx="0" cy="106077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452">
            <a:extLst>
              <a:ext uri="{FF2B5EF4-FFF2-40B4-BE49-F238E27FC236}">
                <a16:creationId xmlns:a16="http://schemas.microsoft.com/office/drawing/2014/main" id="{A968F24C-EF29-45C9-B00E-E9AFFB913505}"/>
              </a:ext>
            </a:extLst>
          </p:cNvPr>
          <p:cNvCxnSpPr>
            <a:cxnSpLocks/>
          </p:cNvCxnSpPr>
          <p:nvPr/>
        </p:nvCxnSpPr>
        <p:spPr>
          <a:xfrm>
            <a:off x="10838121" y="10256874"/>
            <a:ext cx="226828" cy="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452">
            <a:extLst>
              <a:ext uri="{FF2B5EF4-FFF2-40B4-BE49-F238E27FC236}">
                <a16:creationId xmlns:a16="http://schemas.microsoft.com/office/drawing/2014/main" id="{C222B5FD-ECBB-4C10-8B26-E6F586FED346}"/>
              </a:ext>
            </a:extLst>
          </p:cNvPr>
          <p:cNvCxnSpPr>
            <a:cxnSpLocks/>
          </p:cNvCxnSpPr>
          <p:nvPr/>
        </p:nvCxnSpPr>
        <p:spPr>
          <a:xfrm flipH="1">
            <a:off x="8459971" y="9024975"/>
            <a:ext cx="241155" cy="14201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452">
            <a:extLst>
              <a:ext uri="{FF2B5EF4-FFF2-40B4-BE49-F238E27FC236}">
                <a16:creationId xmlns:a16="http://schemas.microsoft.com/office/drawing/2014/main" id="{16B1D5F2-035A-4C9F-9A8D-21197BACA5F7}"/>
              </a:ext>
            </a:extLst>
          </p:cNvPr>
          <p:cNvCxnSpPr>
            <a:cxnSpLocks/>
          </p:cNvCxnSpPr>
          <p:nvPr/>
        </p:nvCxnSpPr>
        <p:spPr>
          <a:xfrm>
            <a:off x="8711898" y="8855499"/>
            <a:ext cx="1" cy="1675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452">
            <a:extLst>
              <a:ext uri="{FF2B5EF4-FFF2-40B4-BE49-F238E27FC236}">
                <a16:creationId xmlns:a16="http://schemas.microsoft.com/office/drawing/2014/main" id="{D7FB0BC2-5CE9-4958-AD58-1007C356824D}"/>
              </a:ext>
            </a:extLst>
          </p:cNvPr>
          <p:cNvCxnSpPr>
            <a:cxnSpLocks/>
          </p:cNvCxnSpPr>
          <p:nvPr/>
        </p:nvCxnSpPr>
        <p:spPr>
          <a:xfrm flipH="1">
            <a:off x="8722673" y="8753451"/>
            <a:ext cx="230623" cy="837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452">
            <a:extLst>
              <a:ext uri="{FF2B5EF4-FFF2-40B4-BE49-F238E27FC236}">
                <a16:creationId xmlns:a16="http://schemas.microsoft.com/office/drawing/2014/main" id="{E2B61138-7C6C-4AEA-A019-82B43A2ED53A}"/>
              </a:ext>
            </a:extLst>
          </p:cNvPr>
          <p:cNvCxnSpPr>
            <a:cxnSpLocks/>
          </p:cNvCxnSpPr>
          <p:nvPr/>
        </p:nvCxnSpPr>
        <p:spPr>
          <a:xfrm flipH="1" flipV="1">
            <a:off x="8953297" y="8765565"/>
            <a:ext cx="236946" cy="899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452">
            <a:extLst>
              <a:ext uri="{FF2B5EF4-FFF2-40B4-BE49-F238E27FC236}">
                <a16:creationId xmlns:a16="http://schemas.microsoft.com/office/drawing/2014/main" id="{36C13788-49EA-42CD-A4A2-24C4F6EA3BC4}"/>
              </a:ext>
            </a:extLst>
          </p:cNvPr>
          <p:cNvCxnSpPr>
            <a:cxnSpLocks/>
          </p:cNvCxnSpPr>
          <p:nvPr/>
        </p:nvCxnSpPr>
        <p:spPr>
          <a:xfrm flipH="1">
            <a:off x="9186520" y="8571417"/>
            <a:ext cx="708969" cy="29152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11D90FC6-D22D-4F85-BAAE-834D069FCC84}"/>
              </a:ext>
            </a:extLst>
          </p:cNvPr>
          <p:cNvCxnSpPr>
            <a:cxnSpLocks/>
          </p:cNvCxnSpPr>
          <p:nvPr/>
        </p:nvCxnSpPr>
        <p:spPr>
          <a:xfrm flipH="1" flipV="1">
            <a:off x="9884606" y="8585084"/>
            <a:ext cx="485504" cy="16836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452">
            <a:extLst>
              <a:ext uri="{FF2B5EF4-FFF2-40B4-BE49-F238E27FC236}">
                <a16:creationId xmlns:a16="http://schemas.microsoft.com/office/drawing/2014/main" id="{A37B54D2-DCCA-41C2-BE16-287944AE0E76}"/>
              </a:ext>
            </a:extLst>
          </p:cNvPr>
          <p:cNvCxnSpPr>
            <a:cxnSpLocks/>
          </p:cNvCxnSpPr>
          <p:nvPr/>
        </p:nvCxnSpPr>
        <p:spPr>
          <a:xfrm flipH="1">
            <a:off x="9638485" y="7549170"/>
            <a:ext cx="16221" cy="4075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452">
            <a:extLst>
              <a:ext uri="{FF2B5EF4-FFF2-40B4-BE49-F238E27FC236}">
                <a16:creationId xmlns:a16="http://schemas.microsoft.com/office/drawing/2014/main" id="{0DEEB9BD-E34E-4076-9402-B0931063E015}"/>
              </a:ext>
            </a:extLst>
          </p:cNvPr>
          <p:cNvCxnSpPr>
            <a:cxnSpLocks/>
          </p:cNvCxnSpPr>
          <p:nvPr/>
        </p:nvCxnSpPr>
        <p:spPr>
          <a:xfrm flipH="1">
            <a:off x="9655852" y="7491991"/>
            <a:ext cx="228754" cy="547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452">
            <a:extLst>
              <a:ext uri="{FF2B5EF4-FFF2-40B4-BE49-F238E27FC236}">
                <a16:creationId xmlns:a16="http://schemas.microsoft.com/office/drawing/2014/main" id="{3EA65973-86BD-4439-913B-7F6FD8655182}"/>
              </a:ext>
            </a:extLst>
          </p:cNvPr>
          <p:cNvCxnSpPr>
            <a:cxnSpLocks/>
          </p:cNvCxnSpPr>
          <p:nvPr/>
        </p:nvCxnSpPr>
        <p:spPr>
          <a:xfrm>
            <a:off x="9235315" y="4425848"/>
            <a:ext cx="0" cy="2120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452">
            <a:extLst>
              <a:ext uri="{FF2B5EF4-FFF2-40B4-BE49-F238E27FC236}">
                <a16:creationId xmlns:a16="http://schemas.microsoft.com/office/drawing/2014/main" id="{367E87B3-658B-40D0-868B-73E6103FB1EF}"/>
              </a:ext>
            </a:extLst>
          </p:cNvPr>
          <p:cNvCxnSpPr>
            <a:cxnSpLocks/>
          </p:cNvCxnSpPr>
          <p:nvPr/>
        </p:nvCxnSpPr>
        <p:spPr>
          <a:xfrm flipH="1">
            <a:off x="8949462" y="4636096"/>
            <a:ext cx="285853" cy="8379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452">
            <a:extLst>
              <a:ext uri="{FF2B5EF4-FFF2-40B4-BE49-F238E27FC236}">
                <a16:creationId xmlns:a16="http://schemas.microsoft.com/office/drawing/2014/main" id="{FFF298C8-DB81-45A5-A3BE-8DC6AF6D72E0}"/>
              </a:ext>
            </a:extLst>
          </p:cNvPr>
          <p:cNvCxnSpPr>
            <a:cxnSpLocks/>
          </p:cNvCxnSpPr>
          <p:nvPr/>
        </p:nvCxnSpPr>
        <p:spPr>
          <a:xfrm>
            <a:off x="8953296" y="4356100"/>
            <a:ext cx="0" cy="3778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452">
            <a:extLst>
              <a:ext uri="{FF2B5EF4-FFF2-40B4-BE49-F238E27FC236}">
                <a16:creationId xmlns:a16="http://schemas.microsoft.com/office/drawing/2014/main" id="{A9DF74E3-3563-4C86-8541-2CEF1D1F87FB}"/>
              </a:ext>
            </a:extLst>
          </p:cNvPr>
          <p:cNvCxnSpPr>
            <a:cxnSpLocks/>
          </p:cNvCxnSpPr>
          <p:nvPr/>
        </p:nvCxnSpPr>
        <p:spPr>
          <a:xfrm>
            <a:off x="8730744" y="4452144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452">
            <a:extLst>
              <a:ext uri="{FF2B5EF4-FFF2-40B4-BE49-F238E27FC236}">
                <a16:creationId xmlns:a16="http://schemas.microsoft.com/office/drawing/2014/main" id="{19AC0C74-AB3E-4167-8073-37AE3BDE7287}"/>
              </a:ext>
            </a:extLst>
          </p:cNvPr>
          <p:cNvCxnSpPr>
            <a:cxnSpLocks/>
          </p:cNvCxnSpPr>
          <p:nvPr/>
        </p:nvCxnSpPr>
        <p:spPr>
          <a:xfrm flipV="1">
            <a:off x="8459971" y="4452144"/>
            <a:ext cx="262703" cy="928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452">
            <a:extLst>
              <a:ext uri="{FF2B5EF4-FFF2-40B4-BE49-F238E27FC236}">
                <a16:creationId xmlns:a16="http://schemas.microsoft.com/office/drawing/2014/main" id="{CDA48667-CEFC-47DC-A05A-405B7F0B0674}"/>
              </a:ext>
            </a:extLst>
          </p:cNvPr>
          <p:cNvCxnSpPr>
            <a:cxnSpLocks/>
          </p:cNvCxnSpPr>
          <p:nvPr/>
        </p:nvCxnSpPr>
        <p:spPr>
          <a:xfrm flipH="1" flipV="1">
            <a:off x="7781556" y="4252913"/>
            <a:ext cx="705635" cy="28571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452">
            <a:extLst>
              <a:ext uri="{FF2B5EF4-FFF2-40B4-BE49-F238E27FC236}">
                <a16:creationId xmlns:a16="http://schemas.microsoft.com/office/drawing/2014/main" id="{234C713F-7133-4BEB-9698-09957E276B16}"/>
              </a:ext>
            </a:extLst>
          </p:cNvPr>
          <p:cNvCxnSpPr>
            <a:cxnSpLocks/>
          </p:cNvCxnSpPr>
          <p:nvPr/>
        </p:nvCxnSpPr>
        <p:spPr>
          <a:xfrm>
            <a:off x="7781556" y="4252913"/>
            <a:ext cx="0" cy="3392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452">
            <a:extLst>
              <a:ext uri="{FF2B5EF4-FFF2-40B4-BE49-F238E27FC236}">
                <a16:creationId xmlns:a16="http://schemas.microsoft.com/office/drawing/2014/main" id="{5B5CF367-65AC-4D95-A870-010540F6873C}"/>
              </a:ext>
            </a:extLst>
          </p:cNvPr>
          <p:cNvCxnSpPr>
            <a:cxnSpLocks/>
          </p:cNvCxnSpPr>
          <p:nvPr/>
        </p:nvCxnSpPr>
        <p:spPr>
          <a:xfrm>
            <a:off x="8205985" y="4996742"/>
            <a:ext cx="256533" cy="9980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452">
            <a:extLst>
              <a:ext uri="{FF2B5EF4-FFF2-40B4-BE49-F238E27FC236}">
                <a16:creationId xmlns:a16="http://schemas.microsoft.com/office/drawing/2014/main" id="{0B6AD7D4-38B3-4583-92CE-C89557ABB8C0}"/>
              </a:ext>
            </a:extLst>
          </p:cNvPr>
          <p:cNvCxnSpPr>
            <a:cxnSpLocks/>
          </p:cNvCxnSpPr>
          <p:nvPr/>
        </p:nvCxnSpPr>
        <p:spPr>
          <a:xfrm flipH="1">
            <a:off x="7760569" y="5006270"/>
            <a:ext cx="512541" cy="17393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452">
            <a:extLst>
              <a:ext uri="{FF2B5EF4-FFF2-40B4-BE49-F238E27FC236}">
                <a16:creationId xmlns:a16="http://schemas.microsoft.com/office/drawing/2014/main" id="{3D763418-6554-4614-B959-79B7408CA480}"/>
              </a:ext>
            </a:extLst>
          </p:cNvPr>
          <p:cNvCxnSpPr>
            <a:cxnSpLocks/>
          </p:cNvCxnSpPr>
          <p:nvPr/>
        </p:nvCxnSpPr>
        <p:spPr>
          <a:xfrm flipH="1">
            <a:off x="6846853" y="5451759"/>
            <a:ext cx="249850" cy="801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452">
            <a:extLst>
              <a:ext uri="{FF2B5EF4-FFF2-40B4-BE49-F238E27FC236}">
                <a16:creationId xmlns:a16="http://schemas.microsoft.com/office/drawing/2014/main" id="{F61E4F16-4E07-42BB-BEC7-D342BD4FEA77}"/>
              </a:ext>
            </a:extLst>
          </p:cNvPr>
          <p:cNvCxnSpPr>
            <a:cxnSpLocks/>
          </p:cNvCxnSpPr>
          <p:nvPr/>
        </p:nvCxnSpPr>
        <p:spPr>
          <a:xfrm>
            <a:off x="7077193" y="5266021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452">
            <a:extLst>
              <a:ext uri="{FF2B5EF4-FFF2-40B4-BE49-F238E27FC236}">
                <a16:creationId xmlns:a16="http://schemas.microsoft.com/office/drawing/2014/main" id="{B87A0C1B-C60F-43D4-843A-2E08578941B3}"/>
              </a:ext>
            </a:extLst>
          </p:cNvPr>
          <p:cNvCxnSpPr>
            <a:cxnSpLocks/>
          </p:cNvCxnSpPr>
          <p:nvPr/>
        </p:nvCxnSpPr>
        <p:spPr>
          <a:xfrm>
            <a:off x="7537358" y="5449773"/>
            <a:ext cx="4972" cy="19951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452">
            <a:extLst>
              <a:ext uri="{FF2B5EF4-FFF2-40B4-BE49-F238E27FC236}">
                <a16:creationId xmlns:a16="http://schemas.microsoft.com/office/drawing/2014/main" id="{64412E66-9087-441B-A432-BC907089ED15}"/>
              </a:ext>
            </a:extLst>
          </p:cNvPr>
          <p:cNvCxnSpPr>
            <a:cxnSpLocks/>
          </p:cNvCxnSpPr>
          <p:nvPr/>
        </p:nvCxnSpPr>
        <p:spPr>
          <a:xfrm>
            <a:off x="7075160" y="4538632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452">
            <a:extLst>
              <a:ext uri="{FF2B5EF4-FFF2-40B4-BE49-F238E27FC236}">
                <a16:creationId xmlns:a16="http://schemas.microsoft.com/office/drawing/2014/main" id="{12AF2071-94EC-4849-9EEF-E67C99831266}"/>
              </a:ext>
            </a:extLst>
          </p:cNvPr>
          <p:cNvCxnSpPr>
            <a:cxnSpLocks/>
          </p:cNvCxnSpPr>
          <p:nvPr/>
        </p:nvCxnSpPr>
        <p:spPr>
          <a:xfrm flipH="1">
            <a:off x="7078478" y="4422377"/>
            <a:ext cx="225350" cy="1226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452">
            <a:extLst>
              <a:ext uri="{FF2B5EF4-FFF2-40B4-BE49-F238E27FC236}">
                <a16:creationId xmlns:a16="http://schemas.microsoft.com/office/drawing/2014/main" id="{58E58427-02E6-4A04-BE8E-BD4B95C095D1}"/>
              </a:ext>
            </a:extLst>
          </p:cNvPr>
          <p:cNvCxnSpPr>
            <a:cxnSpLocks/>
          </p:cNvCxnSpPr>
          <p:nvPr/>
        </p:nvCxnSpPr>
        <p:spPr>
          <a:xfrm>
            <a:off x="7313208" y="4252913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452">
            <a:extLst>
              <a:ext uri="{FF2B5EF4-FFF2-40B4-BE49-F238E27FC236}">
                <a16:creationId xmlns:a16="http://schemas.microsoft.com/office/drawing/2014/main" id="{D60A9FB5-7B2E-4296-8B51-124DC9C95524}"/>
              </a:ext>
            </a:extLst>
          </p:cNvPr>
          <p:cNvCxnSpPr>
            <a:cxnSpLocks/>
          </p:cNvCxnSpPr>
          <p:nvPr/>
        </p:nvCxnSpPr>
        <p:spPr>
          <a:xfrm flipH="1">
            <a:off x="7315450" y="4165706"/>
            <a:ext cx="225350" cy="1226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452">
            <a:extLst>
              <a:ext uri="{FF2B5EF4-FFF2-40B4-BE49-F238E27FC236}">
                <a16:creationId xmlns:a16="http://schemas.microsoft.com/office/drawing/2014/main" id="{8346B020-209C-4C2E-81CF-49F6BE162EB8}"/>
              </a:ext>
            </a:extLst>
          </p:cNvPr>
          <p:cNvCxnSpPr>
            <a:cxnSpLocks/>
          </p:cNvCxnSpPr>
          <p:nvPr/>
        </p:nvCxnSpPr>
        <p:spPr>
          <a:xfrm flipH="1" flipV="1">
            <a:off x="7075160" y="3979969"/>
            <a:ext cx="456842" cy="17233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452">
            <a:extLst>
              <a:ext uri="{FF2B5EF4-FFF2-40B4-BE49-F238E27FC236}">
                <a16:creationId xmlns:a16="http://schemas.microsoft.com/office/drawing/2014/main" id="{2FE4C712-0E3C-4094-8789-A4CA681694BE}"/>
              </a:ext>
            </a:extLst>
          </p:cNvPr>
          <p:cNvCxnSpPr>
            <a:cxnSpLocks/>
          </p:cNvCxnSpPr>
          <p:nvPr/>
        </p:nvCxnSpPr>
        <p:spPr>
          <a:xfrm>
            <a:off x="7075160" y="3995738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452">
            <a:extLst>
              <a:ext uri="{FF2B5EF4-FFF2-40B4-BE49-F238E27FC236}">
                <a16:creationId xmlns:a16="http://schemas.microsoft.com/office/drawing/2014/main" id="{F365133E-ED49-4211-9A49-FD70267BA741}"/>
              </a:ext>
            </a:extLst>
          </p:cNvPr>
          <p:cNvCxnSpPr>
            <a:cxnSpLocks/>
          </p:cNvCxnSpPr>
          <p:nvPr/>
        </p:nvCxnSpPr>
        <p:spPr>
          <a:xfrm flipH="1" flipV="1">
            <a:off x="6842403" y="4071746"/>
            <a:ext cx="238048" cy="76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452">
            <a:extLst>
              <a:ext uri="{FF2B5EF4-FFF2-40B4-BE49-F238E27FC236}">
                <a16:creationId xmlns:a16="http://schemas.microsoft.com/office/drawing/2014/main" id="{A63A5311-0441-475C-8EBE-3B31EB238369}"/>
              </a:ext>
            </a:extLst>
          </p:cNvPr>
          <p:cNvCxnSpPr>
            <a:cxnSpLocks/>
          </p:cNvCxnSpPr>
          <p:nvPr/>
        </p:nvCxnSpPr>
        <p:spPr>
          <a:xfrm>
            <a:off x="6842403" y="4072837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452">
            <a:extLst>
              <a:ext uri="{FF2B5EF4-FFF2-40B4-BE49-F238E27FC236}">
                <a16:creationId xmlns:a16="http://schemas.microsoft.com/office/drawing/2014/main" id="{F80E94D4-3D0F-45AD-881D-68968EF98D5C}"/>
              </a:ext>
            </a:extLst>
          </p:cNvPr>
          <p:cNvCxnSpPr>
            <a:cxnSpLocks/>
          </p:cNvCxnSpPr>
          <p:nvPr/>
        </p:nvCxnSpPr>
        <p:spPr>
          <a:xfrm flipH="1">
            <a:off x="6614812" y="4213178"/>
            <a:ext cx="225350" cy="1226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452">
            <a:extLst>
              <a:ext uri="{FF2B5EF4-FFF2-40B4-BE49-F238E27FC236}">
                <a16:creationId xmlns:a16="http://schemas.microsoft.com/office/drawing/2014/main" id="{47FCEEB7-8340-44A6-9C6B-0631FC97B85A}"/>
              </a:ext>
            </a:extLst>
          </p:cNvPr>
          <p:cNvCxnSpPr>
            <a:cxnSpLocks/>
          </p:cNvCxnSpPr>
          <p:nvPr/>
        </p:nvCxnSpPr>
        <p:spPr>
          <a:xfrm>
            <a:off x="6612820" y="4335813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452">
            <a:extLst>
              <a:ext uri="{FF2B5EF4-FFF2-40B4-BE49-F238E27FC236}">
                <a16:creationId xmlns:a16="http://schemas.microsoft.com/office/drawing/2014/main" id="{8F464EB7-6E15-4893-A5BF-5B9C9D0FEDB7}"/>
              </a:ext>
            </a:extLst>
          </p:cNvPr>
          <p:cNvCxnSpPr>
            <a:cxnSpLocks/>
          </p:cNvCxnSpPr>
          <p:nvPr/>
        </p:nvCxnSpPr>
        <p:spPr>
          <a:xfrm flipH="1" flipV="1">
            <a:off x="6796355" y="4608987"/>
            <a:ext cx="513952" cy="22180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452">
            <a:extLst>
              <a:ext uri="{FF2B5EF4-FFF2-40B4-BE49-F238E27FC236}">
                <a16:creationId xmlns:a16="http://schemas.microsoft.com/office/drawing/2014/main" id="{BE051394-E545-43E8-AD15-93B4C4F04315}"/>
              </a:ext>
            </a:extLst>
          </p:cNvPr>
          <p:cNvCxnSpPr>
            <a:cxnSpLocks/>
          </p:cNvCxnSpPr>
          <p:nvPr/>
        </p:nvCxnSpPr>
        <p:spPr>
          <a:xfrm flipH="1">
            <a:off x="6586502" y="4604203"/>
            <a:ext cx="225350" cy="1226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452">
            <a:extLst>
              <a:ext uri="{FF2B5EF4-FFF2-40B4-BE49-F238E27FC236}">
                <a16:creationId xmlns:a16="http://schemas.microsoft.com/office/drawing/2014/main" id="{D6FBD916-DF3D-4CFB-A27C-4F2D2BAF8430}"/>
              </a:ext>
            </a:extLst>
          </p:cNvPr>
          <p:cNvCxnSpPr>
            <a:cxnSpLocks/>
          </p:cNvCxnSpPr>
          <p:nvPr/>
        </p:nvCxnSpPr>
        <p:spPr>
          <a:xfrm>
            <a:off x="6601002" y="4710724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452">
            <a:extLst>
              <a:ext uri="{FF2B5EF4-FFF2-40B4-BE49-F238E27FC236}">
                <a16:creationId xmlns:a16="http://schemas.microsoft.com/office/drawing/2014/main" id="{04A574D5-BE3C-497D-BF20-BBFB621FC2B3}"/>
              </a:ext>
            </a:extLst>
          </p:cNvPr>
          <p:cNvCxnSpPr>
            <a:cxnSpLocks/>
          </p:cNvCxnSpPr>
          <p:nvPr/>
        </p:nvCxnSpPr>
        <p:spPr>
          <a:xfrm flipH="1" flipV="1">
            <a:off x="6596159" y="4904198"/>
            <a:ext cx="238048" cy="76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452">
            <a:extLst>
              <a:ext uri="{FF2B5EF4-FFF2-40B4-BE49-F238E27FC236}">
                <a16:creationId xmlns:a16="http://schemas.microsoft.com/office/drawing/2014/main" id="{6F6658E0-4077-4B60-82DF-0FE2B789E28C}"/>
              </a:ext>
            </a:extLst>
          </p:cNvPr>
          <p:cNvCxnSpPr>
            <a:cxnSpLocks/>
          </p:cNvCxnSpPr>
          <p:nvPr/>
        </p:nvCxnSpPr>
        <p:spPr>
          <a:xfrm>
            <a:off x="6346649" y="4803592"/>
            <a:ext cx="234571" cy="885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452">
            <a:extLst>
              <a:ext uri="{FF2B5EF4-FFF2-40B4-BE49-F238E27FC236}">
                <a16:creationId xmlns:a16="http://schemas.microsoft.com/office/drawing/2014/main" id="{694552CA-F3E2-4F66-B3F0-76D21B95F96E}"/>
              </a:ext>
            </a:extLst>
          </p:cNvPr>
          <p:cNvCxnSpPr>
            <a:cxnSpLocks/>
          </p:cNvCxnSpPr>
          <p:nvPr/>
        </p:nvCxnSpPr>
        <p:spPr>
          <a:xfrm>
            <a:off x="7303581" y="4818192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452">
            <a:extLst>
              <a:ext uri="{FF2B5EF4-FFF2-40B4-BE49-F238E27FC236}">
                <a16:creationId xmlns:a16="http://schemas.microsoft.com/office/drawing/2014/main" id="{AAA21755-D455-4D6E-BFC1-48F8F37C8639}"/>
              </a:ext>
            </a:extLst>
          </p:cNvPr>
          <p:cNvCxnSpPr>
            <a:cxnSpLocks/>
          </p:cNvCxnSpPr>
          <p:nvPr/>
        </p:nvCxnSpPr>
        <p:spPr>
          <a:xfrm flipH="1" flipV="1">
            <a:off x="5638479" y="4841762"/>
            <a:ext cx="37161" cy="7956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452">
            <a:extLst>
              <a:ext uri="{FF2B5EF4-FFF2-40B4-BE49-F238E27FC236}">
                <a16:creationId xmlns:a16="http://schemas.microsoft.com/office/drawing/2014/main" id="{B12CDF10-EB9D-45FE-B63B-B17EBC55F15F}"/>
              </a:ext>
            </a:extLst>
          </p:cNvPr>
          <p:cNvCxnSpPr>
            <a:cxnSpLocks/>
          </p:cNvCxnSpPr>
          <p:nvPr/>
        </p:nvCxnSpPr>
        <p:spPr>
          <a:xfrm>
            <a:off x="5901397" y="4802603"/>
            <a:ext cx="226278" cy="11701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452">
            <a:extLst>
              <a:ext uri="{FF2B5EF4-FFF2-40B4-BE49-F238E27FC236}">
                <a16:creationId xmlns:a16="http://schemas.microsoft.com/office/drawing/2014/main" id="{C80C8F61-7B11-4387-9A17-3441A1B57697}"/>
              </a:ext>
            </a:extLst>
          </p:cNvPr>
          <p:cNvCxnSpPr>
            <a:cxnSpLocks/>
          </p:cNvCxnSpPr>
          <p:nvPr/>
        </p:nvCxnSpPr>
        <p:spPr>
          <a:xfrm flipH="1" flipV="1">
            <a:off x="6345389" y="4810125"/>
            <a:ext cx="15145" cy="3882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52">
            <a:extLst>
              <a:ext uri="{FF2B5EF4-FFF2-40B4-BE49-F238E27FC236}">
                <a16:creationId xmlns:a16="http://schemas.microsoft.com/office/drawing/2014/main" id="{CF891EA5-7770-4692-ADC0-59E8D8198F40}"/>
              </a:ext>
            </a:extLst>
          </p:cNvPr>
          <p:cNvCxnSpPr>
            <a:cxnSpLocks/>
          </p:cNvCxnSpPr>
          <p:nvPr/>
        </p:nvCxnSpPr>
        <p:spPr>
          <a:xfrm flipH="1" flipV="1">
            <a:off x="6142064" y="5085235"/>
            <a:ext cx="218470" cy="2673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452">
            <a:extLst>
              <a:ext uri="{FF2B5EF4-FFF2-40B4-BE49-F238E27FC236}">
                <a16:creationId xmlns:a16="http://schemas.microsoft.com/office/drawing/2014/main" id="{CFD2D316-3428-48C0-ADA4-DCB25DBA895F}"/>
              </a:ext>
            </a:extLst>
          </p:cNvPr>
          <p:cNvCxnSpPr>
            <a:cxnSpLocks/>
          </p:cNvCxnSpPr>
          <p:nvPr/>
        </p:nvCxnSpPr>
        <p:spPr>
          <a:xfrm>
            <a:off x="6349510" y="5170934"/>
            <a:ext cx="520476" cy="2047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452">
            <a:extLst>
              <a:ext uri="{FF2B5EF4-FFF2-40B4-BE49-F238E27FC236}">
                <a16:creationId xmlns:a16="http://schemas.microsoft.com/office/drawing/2014/main" id="{B93253C8-9517-4DF0-AF4E-3006E8A1FD61}"/>
              </a:ext>
            </a:extLst>
          </p:cNvPr>
          <p:cNvCxnSpPr>
            <a:cxnSpLocks/>
          </p:cNvCxnSpPr>
          <p:nvPr/>
        </p:nvCxnSpPr>
        <p:spPr>
          <a:xfrm flipV="1">
            <a:off x="6129706" y="4891342"/>
            <a:ext cx="1" cy="21875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452">
            <a:extLst>
              <a:ext uri="{FF2B5EF4-FFF2-40B4-BE49-F238E27FC236}">
                <a16:creationId xmlns:a16="http://schemas.microsoft.com/office/drawing/2014/main" id="{9935A92F-25D6-4298-8482-FDDBA8B3321E}"/>
              </a:ext>
            </a:extLst>
          </p:cNvPr>
          <p:cNvCxnSpPr>
            <a:cxnSpLocks/>
          </p:cNvCxnSpPr>
          <p:nvPr/>
        </p:nvCxnSpPr>
        <p:spPr>
          <a:xfrm flipH="1">
            <a:off x="7747697" y="4711790"/>
            <a:ext cx="257314" cy="11107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452">
            <a:extLst>
              <a:ext uri="{FF2B5EF4-FFF2-40B4-BE49-F238E27FC236}">
                <a16:creationId xmlns:a16="http://schemas.microsoft.com/office/drawing/2014/main" id="{3912EDE9-84E8-4893-97AE-9747A0849076}"/>
              </a:ext>
            </a:extLst>
          </p:cNvPr>
          <p:cNvCxnSpPr>
            <a:cxnSpLocks/>
          </p:cNvCxnSpPr>
          <p:nvPr/>
        </p:nvCxnSpPr>
        <p:spPr>
          <a:xfrm flipV="1">
            <a:off x="6114288" y="5359321"/>
            <a:ext cx="246826" cy="954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452">
            <a:extLst>
              <a:ext uri="{FF2B5EF4-FFF2-40B4-BE49-F238E27FC236}">
                <a16:creationId xmlns:a16="http://schemas.microsoft.com/office/drawing/2014/main" id="{B2B661BB-3F84-4029-9DE9-5954F4E39E90}"/>
              </a:ext>
            </a:extLst>
          </p:cNvPr>
          <p:cNvCxnSpPr>
            <a:cxnSpLocks/>
          </p:cNvCxnSpPr>
          <p:nvPr/>
        </p:nvCxnSpPr>
        <p:spPr>
          <a:xfrm flipH="1" flipV="1">
            <a:off x="6135235" y="5445018"/>
            <a:ext cx="6829" cy="19648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452">
            <a:extLst>
              <a:ext uri="{FF2B5EF4-FFF2-40B4-BE49-F238E27FC236}">
                <a16:creationId xmlns:a16="http://schemas.microsoft.com/office/drawing/2014/main" id="{48EAF24E-B62C-4A7A-A65B-346792309DC9}"/>
              </a:ext>
            </a:extLst>
          </p:cNvPr>
          <p:cNvCxnSpPr>
            <a:cxnSpLocks/>
          </p:cNvCxnSpPr>
          <p:nvPr/>
        </p:nvCxnSpPr>
        <p:spPr>
          <a:xfrm flipH="1">
            <a:off x="4687694" y="4810125"/>
            <a:ext cx="949030" cy="5655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452">
            <a:extLst>
              <a:ext uri="{FF2B5EF4-FFF2-40B4-BE49-F238E27FC236}">
                <a16:creationId xmlns:a16="http://schemas.microsoft.com/office/drawing/2014/main" id="{E36B860F-2B24-4FB5-891E-9F1663F26482}"/>
              </a:ext>
            </a:extLst>
          </p:cNvPr>
          <p:cNvCxnSpPr>
            <a:cxnSpLocks/>
          </p:cNvCxnSpPr>
          <p:nvPr/>
        </p:nvCxnSpPr>
        <p:spPr>
          <a:xfrm>
            <a:off x="6134713" y="5638075"/>
            <a:ext cx="263310" cy="9784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452">
            <a:extLst>
              <a:ext uri="{FF2B5EF4-FFF2-40B4-BE49-F238E27FC236}">
                <a16:creationId xmlns:a16="http://schemas.microsoft.com/office/drawing/2014/main" id="{F015FA2A-8A57-4F7F-80E8-D29F88278360}"/>
              </a:ext>
            </a:extLst>
          </p:cNvPr>
          <p:cNvCxnSpPr>
            <a:cxnSpLocks/>
          </p:cNvCxnSpPr>
          <p:nvPr/>
        </p:nvCxnSpPr>
        <p:spPr>
          <a:xfrm flipV="1">
            <a:off x="6385330" y="5619240"/>
            <a:ext cx="244092" cy="124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452">
            <a:extLst>
              <a:ext uri="{FF2B5EF4-FFF2-40B4-BE49-F238E27FC236}">
                <a16:creationId xmlns:a16="http://schemas.microsoft.com/office/drawing/2014/main" id="{03185656-0868-471C-8B3F-6A013EA1C601}"/>
              </a:ext>
            </a:extLst>
          </p:cNvPr>
          <p:cNvCxnSpPr>
            <a:cxnSpLocks/>
          </p:cNvCxnSpPr>
          <p:nvPr/>
        </p:nvCxnSpPr>
        <p:spPr>
          <a:xfrm>
            <a:off x="4686434" y="5380287"/>
            <a:ext cx="760211" cy="54714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452">
            <a:extLst>
              <a:ext uri="{FF2B5EF4-FFF2-40B4-BE49-F238E27FC236}">
                <a16:creationId xmlns:a16="http://schemas.microsoft.com/office/drawing/2014/main" id="{31262AB1-9FD1-4A97-B572-958FB28323E6}"/>
              </a:ext>
            </a:extLst>
          </p:cNvPr>
          <p:cNvCxnSpPr>
            <a:cxnSpLocks/>
          </p:cNvCxnSpPr>
          <p:nvPr/>
        </p:nvCxnSpPr>
        <p:spPr>
          <a:xfrm>
            <a:off x="5660691" y="5622813"/>
            <a:ext cx="504039" cy="22388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452">
            <a:extLst>
              <a:ext uri="{FF2B5EF4-FFF2-40B4-BE49-F238E27FC236}">
                <a16:creationId xmlns:a16="http://schemas.microsoft.com/office/drawing/2014/main" id="{F11AB91E-DD58-41DA-AD9F-7F76AC1035FE}"/>
              </a:ext>
            </a:extLst>
          </p:cNvPr>
          <p:cNvCxnSpPr>
            <a:cxnSpLocks/>
          </p:cNvCxnSpPr>
          <p:nvPr/>
        </p:nvCxnSpPr>
        <p:spPr>
          <a:xfrm flipH="1">
            <a:off x="9421079" y="4988752"/>
            <a:ext cx="267079" cy="1065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452">
            <a:extLst>
              <a:ext uri="{FF2B5EF4-FFF2-40B4-BE49-F238E27FC236}">
                <a16:creationId xmlns:a16="http://schemas.microsoft.com/office/drawing/2014/main" id="{C6A45C92-284C-4CD9-9A6F-28EF52C50157}"/>
              </a:ext>
            </a:extLst>
          </p:cNvPr>
          <p:cNvCxnSpPr>
            <a:cxnSpLocks/>
          </p:cNvCxnSpPr>
          <p:nvPr/>
        </p:nvCxnSpPr>
        <p:spPr>
          <a:xfrm flipH="1" flipV="1">
            <a:off x="9197415" y="4987525"/>
            <a:ext cx="261042" cy="88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452">
            <a:extLst>
              <a:ext uri="{FF2B5EF4-FFF2-40B4-BE49-F238E27FC236}">
                <a16:creationId xmlns:a16="http://schemas.microsoft.com/office/drawing/2014/main" id="{8B734577-7C99-4CF1-B9A9-7CE971E3C45A}"/>
              </a:ext>
            </a:extLst>
          </p:cNvPr>
          <p:cNvCxnSpPr>
            <a:cxnSpLocks/>
          </p:cNvCxnSpPr>
          <p:nvPr/>
        </p:nvCxnSpPr>
        <p:spPr>
          <a:xfrm flipH="1" flipV="1">
            <a:off x="9642779" y="5171372"/>
            <a:ext cx="289233" cy="12446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452">
            <a:extLst>
              <a:ext uri="{FF2B5EF4-FFF2-40B4-BE49-F238E27FC236}">
                <a16:creationId xmlns:a16="http://schemas.microsoft.com/office/drawing/2014/main" id="{CDA1897F-115E-4CDC-A059-6C5659590BA5}"/>
              </a:ext>
            </a:extLst>
          </p:cNvPr>
          <p:cNvCxnSpPr>
            <a:cxnSpLocks/>
          </p:cNvCxnSpPr>
          <p:nvPr/>
        </p:nvCxnSpPr>
        <p:spPr>
          <a:xfrm flipH="1" flipV="1">
            <a:off x="9688158" y="4997309"/>
            <a:ext cx="487706" cy="1874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452">
            <a:extLst>
              <a:ext uri="{FF2B5EF4-FFF2-40B4-BE49-F238E27FC236}">
                <a16:creationId xmlns:a16="http://schemas.microsoft.com/office/drawing/2014/main" id="{763A720A-27A7-4C08-AFFC-3EBCCC12F53A}"/>
              </a:ext>
            </a:extLst>
          </p:cNvPr>
          <p:cNvCxnSpPr>
            <a:cxnSpLocks/>
          </p:cNvCxnSpPr>
          <p:nvPr/>
        </p:nvCxnSpPr>
        <p:spPr>
          <a:xfrm flipH="1">
            <a:off x="9941016" y="5173826"/>
            <a:ext cx="210672" cy="1134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452">
            <a:extLst>
              <a:ext uri="{FF2B5EF4-FFF2-40B4-BE49-F238E27FC236}">
                <a16:creationId xmlns:a16="http://schemas.microsoft.com/office/drawing/2014/main" id="{75EE0F01-B93B-4F9C-B343-2E4F36640FAF}"/>
              </a:ext>
            </a:extLst>
          </p:cNvPr>
          <p:cNvCxnSpPr>
            <a:cxnSpLocks/>
          </p:cNvCxnSpPr>
          <p:nvPr/>
        </p:nvCxnSpPr>
        <p:spPr>
          <a:xfrm flipH="1" flipV="1">
            <a:off x="7989418" y="6003938"/>
            <a:ext cx="261042" cy="88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452">
            <a:extLst>
              <a:ext uri="{FF2B5EF4-FFF2-40B4-BE49-F238E27FC236}">
                <a16:creationId xmlns:a16="http://schemas.microsoft.com/office/drawing/2014/main" id="{C4C59DF4-9B91-4DE6-9DDC-D572DC4835F4}"/>
              </a:ext>
            </a:extLst>
          </p:cNvPr>
          <p:cNvCxnSpPr>
            <a:cxnSpLocks/>
          </p:cNvCxnSpPr>
          <p:nvPr/>
        </p:nvCxnSpPr>
        <p:spPr>
          <a:xfrm flipV="1">
            <a:off x="5414963" y="5829684"/>
            <a:ext cx="234622" cy="10581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452">
            <a:extLst>
              <a:ext uri="{FF2B5EF4-FFF2-40B4-BE49-F238E27FC236}">
                <a16:creationId xmlns:a16="http://schemas.microsoft.com/office/drawing/2014/main" id="{57AF08A7-55D6-4DC3-B90F-52BD553E62C3}"/>
              </a:ext>
            </a:extLst>
          </p:cNvPr>
          <p:cNvCxnSpPr>
            <a:cxnSpLocks/>
          </p:cNvCxnSpPr>
          <p:nvPr/>
        </p:nvCxnSpPr>
        <p:spPr>
          <a:xfrm>
            <a:off x="8009396" y="6212705"/>
            <a:ext cx="255415" cy="861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452">
            <a:extLst>
              <a:ext uri="{FF2B5EF4-FFF2-40B4-BE49-F238E27FC236}">
                <a16:creationId xmlns:a16="http://schemas.microsoft.com/office/drawing/2014/main" id="{7ED5C9EC-5DC3-4547-AF77-B3DA838C2BFF}"/>
              </a:ext>
            </a:extLst>
          </p:cNvPr>
          <p:cNvCxnSpPr>
            <a:cxnSpLocks/>
          </p:cNvCxnSpPr>
          <p:nvPr/>
        </p:nvCxnSpPr>
        <p:spPr>
          <a:xfrm flipH="1" flipV="1">
            <a:off x="8015137" y="5659687"/>
            <a:ext cx="261042" cy="88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452">
            <a:extLst>
              <a:ext uri="{FF2B5EF4-FFF2-40B4-BE49-F238E27FC236}">
                <a16:creationId xmlns:a16="http://schemas.microsoft.com/office/drawing/2014/main" id="{0F25E50B-B388-4A68-AF82-925B0B8561E4}"/>
              </a:ext>
            </a:extLst>
          </p:cNvPr>
          <p:cNvCxnSpPr>
            <a:cxnSpLocks/>
          </p:cNvCxnSpPr>
          <p:nvPr/>
        </p:nvCxnSpPr>
        <p:spPr>
          <a:xfrm flipV="1">
            <a:off x="8273110" y="5537736"/>
            <a:ext cx="0" cy="20404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452">
            <a:extLst>
              <a:ext uri="{FF2B5EF4-FFF2-40B4-BE49-F238E27FC236}">
                <a16:creationId xmlns:a16="http://schemas.microsoft.com/office/drawing/2014/main" id="{98E4B80B-F879-496A-819E-41A283705EF6}"/>
              </a:ext>
            </a:extLst>
          </p:cNvPr>
          <p:cNvCxnSpPr>
            <a:cxnSpLocks/>
          </p:cNvCxnSpPr>
          <p:nvPr/>
        </p:nvCxnSpPr>
        <p:spPr>
          <a:xfrm flipV="1">
            <a:off x="8264811" y="5352955"/>
            <a:ext cx="455227" cy="2096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452">
            <a:extLst>
              <a:ext uri="{FF2B5EF4-FFF2-40B4-BE49-F238E27FC236}">
                <a16:creationId xmlns:a16="http://schemas.microsoft.com/office/drawing/2014/main" id="{FC0A7F1B-6B1A-45BA-9990-B032BB9F9EA5}"/>
              </a:ext>
            </a:extLst>
          </p:cNvPr>
          <p:cNvCxnSpPr>
            <a:cxnSpLocks/>
          </p:cNvCxnSpPr>
          <p:nvPr/>
        </p:nvCxnSpPr>
        <p:spPr>
          <a:xfrm flipV="1">
            <a:off x="8731391" y="5162566"/>
            <a:ext cx="0" cy="20404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452">
            <a:extLst>
              <a:ext uri="{FF2B5EF4-FFF2-40B4-BE49-F238E27FC236}">
                <a16:creationId xmlns:a16="http://schemas.microsoft.com/office/drawing/2014/main" id="{E94E60FD-9B79-4021-8A96-52BFE14BB6FD}"/>
              </a:ext>
            </a:extLst>
          </p:cNvPr>
          <p:cNvCxnSpPr>
            <a:cxnSpLocks/>
          </p:cNvCxnSpPr>
          <p:nvPr/>
        </p:nvCxnSpPr>
        <p:spPr>
          <a:xfrm flipH="1">
            <a:off x="8472397" y="5014816"/>
            <a:ext cx="243946" cy="7722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452">
            <a:extLst>
              <a:ext uri="{FF2B5EF4-FFF2-40B4-BE49-F238E27FC236}">
                <a16:creationId xmlns:a16="http://schemas.microsoft.com/office/drawing/2014/main" id="{B9BEA043-0662-49A3-B66A-A4DF7DDC1A44}"/>
              </a:ext>
            </a:extLst>
          </p:cNvPr>
          <p:cNvCxnSpPr>
            <a:cxnSpLocks/>
          </p:cNvCxnSpPr>
          <p:nvPr/>
        </p:nvCxnSpPr>
        <p:spPr>
          <a:xfrm flipV="1">
            <a:off x="8716343" y="5107276"/>
            <a:ext cx="246381" cy="901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452">
            <a:extLst>
              <a:ext uri="{FF2B5EF4-FFF2-40B4-BE49-F238E27FC236}">
                <a16:creationId xmlns:a16="http://schemas.microsoft.com/office/drawing/2014/main" id="{F139AAA4-7F8C-4953-BE33-FBFFD8E08291}"/>
              </a:ext>
            </a:extLst>
          </p:cNvPr>
          <p:cNvCxnSpPr>
            <a:cxnSpLocks/>
          </p:cNvCxnSpPr>
          <p:nvPr/>
        </p:nvCxnSpPr>
        <p:spPr>
          <a:xfrm flipH="1" flipV="1">
            <a:off x="8710480" y="5014816"/>
            <a:ext cx="261042" cy="881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452">
            <a:extLst>
              <a:ext uri="{FF2B5EF4-FFF2-40B4-BE49-F238E27FC236}">
                <a16:creationId xmlns:a16="http://schemas.microsoft.com/office/drawing/2014/main" id="{148FEA44-8024-4D1B-83E8-B867E3D98738}"/>
              </a:ext>
            </a:extLst>
          </p:cNvPr>
          <p:cNvCxnSpPr>
            <a:cxnSpLocks/>
          </p:cNvCxnSpPr>
          <p:nvPr/>
        </p:nvCxnSpPr>
        <p:spPr>
          <a:xfrm flipV="1">
            <a:off x="9216255" y="4830796"/>
            <a:ext cx="477455" cy="16755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452">
            <a:extLst>
              <a:ext uri="{FF2B5EF4-FFF2-40B4-BE49-F238E27FC236}">
                <a16:creationId xmlns:a16="http://schemas.microsoft.com/office/drawing/2014/main" id="{2F9DEB55-A2C9-4220-88A2-7202DBF5CA0B}"/>
              </a:ext>
            </a:extLst>
          </p:cNvPr>
          <p:cNvCxnSpPr>
            <a:cxnSpLocks/>
          </p:cNvCxnSpPr>
          <p:nvPr/>
        </p:nvCxnSpPr>
        <p:spPr>
          <a:xfrm>
            <a:off x="7312030" y="5703768"/>
            <a:ext cx="0" cy="40399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452">
            <a:extLst>
              <a:ext uri="{FF2B5EF4-FFF2-40B4-BE49-F238E27FC236}">
                <a16:creationId xmlns:a16="http://schemas.microsoft.com/office/drawing/2014/main" id="{3C26AE68-5CFD-40DB-8B84-421BBF856280}"/>
              </a:ext>
            </a:extLst>
          </p:cNvPr>
          <p:cNvCxnSpPr>
            <a:cxnSpLocks/>
          </p:cNvCxnSpPr>
          <p:nvPr/>
        </p:nvCxnSpPr>
        <p:spPr>
          <a:xfrm flipV="1">
            <a:off x="7320330" y="5651205"/>
            <a:ext cx="201856" cy="7628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452">
            <a:extLst>
              <a:ext uri="{FF2B5EF4-FFF2-40B4-BE49-F238E27FC236}">
                <a16:creationId xmlns:a16="http://schemas.microsoft.com/office/drawing/2014/main" id="{DAC644C7-36FB-46D8-B5A5-8F14A5ECDE7B}"/>
              </a:ext>
            </a:extLst>
          </p:cNvPr>
          <p:cNvCxnSpPr>
            <a:cxnSpLocks/>
          </p:cNvCxnSpPr>
          <p:nvPr/>
        </p:nvCxnSpPr>
        <p:spPr>
          <a:xfrm>
            <a:off x="7801257" y="5754314"/>
            <a:ext cx="241161" cy="9076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452">
            <a:extLst>
              <a:ext uri="{FF2B5EF4-FFF2-40B4-BE49-F238E27FC236}">
                <a16:creationId xmlns:a16="http://schemas.microsoft.com/office/drawing/2014/main" id="{81B8DA5B-5914-4D95-8B87-B6CC97F94734}"/>
              </a:ext>
            </a:extLst>
          </p:cNvPr>
          <p:cNvCxnSpPr>
            <a:cxnSpLocks/>
          </p:cNvCxnSpPr>
          <p:nvPr/>
        </p:nvCxnSpPr>
        <p:spPr>
          <a:xfrm>
            <a:off x="8014584" y="5829684"/>
            <a:ext cx="0" cy="17665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452">
            <a:extLst>
              <a:ext uri="{FF2B5EF4-FFF2-40B4-BE49-F238E27FC236}">
                <a16:creationId xmlns:a16="http://schemas.microsoft.com/office/drawing/2014/main" id="{9D0460C0-ED95-4019-B688-0906B31580D5}"/>
              </a:ext>
            </a:extLst>
          </p:cNvPr>
          <p:cNvCxnSpPr>
            <a:cxnSpLocks/>
          </p:cNvCxnSpPr>
          <p:nvPr/>
        </p:nvCxnSpPr>
        <p:spPr>
          <a:xfrm flipV="1">
            <a:off x="7776328" y="6288680"/>
            <a:ext cx="460975" cy="17709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452">
            <a:extLst>
              <a:ext uri="{FF2B5EF4-FFF2-40B4-BE49-F238E27FC236}">
                <a16:creationId xmlns:a16="http://schemas.microsoft.com/office/drawing/2014/main" id="{AFA4C832-F82E-4DDC-A6DC-BD2E710CC3B6}"/>
              </a:ext>
            </a:extLst>
          </p:cNvPr>
          <p:cNvCxnSpPr>
            <a:cxnSpLocks/>
          </p:cNvCxnSpPr>
          <p:nvPr/>
        </p:nvCxnSpPr>
        <p:spPr>
          <a:xfrm>
            <a:off x="7788938" y="5144767"/>
            <a:ext cx="1357" cy="1983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452">
            <a:extLst>
              <a:ext uri="{FF2B5EF4-FFF2-40B4-BE49-F238E27FC236}">
                <a16:creationId xmlns:a16="http://schemas.microsoft.com/office/drawing/2014/main" id="{EF38D09F-A8A8-4BF8-BD24-1B6F61C9A582}"/>
              </a:ext>
            </a:extLst>
          </p:cNvPr>
          <p:cNvCxnSpPr>
            <a:cxnSpLocks/>
          </p:cNvCxnSpPr>
          <p:nvPr/>
        </p:nvCxnSpPr>
        <p:spPr>
          <a:xfrm flipH="1">
            <a:off x="7538858" y="5352955"/>
            <a:ext cx="267637" cy="10941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452">
            <a:extLst>
              <a:ext uri="{FF2B5EF4-FFF2-40B4-BE49-F238E27FC236}">
                <a16:creationId xmlns:a16="http://schemas.microsoft.com/office/drawing/2014/main" id="{F774A653-7B45-40A9-8D08-E12F385C0985}"/>
              </a:ext>
            </a:extLst>
          </p:cNvPr>
          <p:cNvCxnSpPr>
            <a:cxnSpLocks/>
          </p:cNvCxnSpPr>
          <p:nvPr/>
        </p:nvCxnSpPr>
        <p:spPr>
          <a:xfrm>
            <a:off x="6864544" y="5361939"/>
            <a:ext cx="0" cy="1857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452">
            <a:extLst>
              <a:ext uri="{FF2B5EF4-FFF2-40B4-BE49-F238E27FC236}">
                <a16:creationId xmlns:a16="http://schemas.microsoft.com/office/drawing/2014/main" id="{4D949F99-8351-43CA-89FF-A2690D399409}"/>
              </a:ext>
            </a:extLst>
          </p:cNvPr>
          <p:cNvCxnSpPr>
            <a:cxnSpLocks/>
          </p:cNvCxnSpPr>
          <p:nvPr/>
        </p:nvCxnSpPr>
        <p:spPr>
          <a:xfrm>
            <a:off x="7555872" y="4733925"/>
            <a:ext cx="195289" cy="9127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452">
            <a:extLst>
              <a:ext uri="{FF2B5EF4-FFF2-40B4-BE49-F238E27FC236}">
                <a16:creationId xmlns:a16="http://schemas.microsoft.com/office/drawing/2014/main" id="{D247AB11-F5F9-4BD4-A204-E1F7EFCC22AC}"/>
              </a:ext>
            </a:extLst>
          </p:cNvPr>
          <p:cNvCxnSpPr>
            <a:cxnSpLocks/>
          </p:cNvCxnSpPr>
          <p:nvPr/>
        </p:nvCxnSpPr>
        <p:spPr>
          <a:xfrm flipH="1">
            <a:off x="7565526" y="4612527"/>
            <a:ext cx="225350" cy="1226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452">
            <a:extLst>
              <a:ext uri="{FF2B5EF4-FFF2-40B4-BE49-F238E27FC236}">
                <a16:creationId xmlns:a16="http://schemas.microsoft.com/office/drawing/2014/main" id="{28CC5BFD-15A1-4162-9563-7F6F235F3F2D}"/>
              </a:ext>
            </a:extLst>
          </p:cNvPr>
          <p:cNvCxnSpPr>
            <a:cxnSpLocks/>
          </p:cNvCxnSpPr>
          <p:nvPr/>
        </p:nvCxnSpPr>
        <p:spPr>
          <a:xfrm flipH="1">
            <a:off x="5901397" y="4485048"/>
            <a:ext cx="729943" cy="32994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452">
            <a:extLst>
              <a:ext uri="{FF2B5EF4-FFF2-40B4-BE49-F238E27FC236}">
                <a16:creationId xmlns:a16="http://schemas.microsoft.com/office/drawing/2014/main" id="{39D6DACB-E05E-454F-BFDC-7EDA74516E39}"/>
              </a:ext>
            </a:extLst>
          </p:cNvPr>
          <p:cNvCxnSpPr>
            <a:cxnSpLocks/>
          </p:cNvCxnSpPr>
          <p:nvPr/>
        </p:nvCxnSpPr>
        <p:spPr>
          <a:xfrm flipV="1">
            <a:off x="6129253" y="5729779"/>
            <a:ext cx="244092" cy="124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452">
            <a:extLst>
              <a:ext uri="{FF2B5EF4-FFF2-40B4-BE49-F238E27FC236}">
                <a16:creationId xmlns:a16="http://schemas.microsoft.com/office/drawing/2014/main" id="{970B45C2-BDCB-4044-BAAC-851225736217}"/>
              </a:ext>
            </a:extLst>
          </p:cNvPr>
          <p:cNvCxnSpPr>
            <a:cxnSpLocks/>
          </p:cNvCxnSpPr>
          <p:nvPr/>
        </p:nvCxnSpPr>
        <p:spPr>
          <a:xfrm flipH="1">
            <a:off x="5649585" y="5816930"/>
            <a:ext cx="2459" cy="37392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452">
            <a:extLst>
              <a:ext uri="{FF2B5EF4-FFF2-40B4-BE49-F238E27FC236}">
                <a16:creationId xmlns:a16="http://schemas.microsoft.com/office/drawing/2014/main" id="{113AAE65-BB80-479A-8517-4D683F40E453}"/>
              </a:ext>
            </a:extLst>
          </p:cNvPr>
          <p:cNvCxnSpPr>
            <a:cxnSpLocks/>
          </p:cNvCxnSpPr>
          <p:nvPr/>
        </p:nvCxnSpPr>
        <p:spPr>
          <a:xfrm>
            <a:off x="5657059" y="6190495"/>
            <a:ext cx="255651" cy="981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452">
            <a:extLst>
              <a:ext uri="{FF2B5EF4-FFF2-40B4-BE49-F238E27FC236}">
                <a16:creationId xmlns:a16="http://schemas.microsoft.com/office/drawing/2014/main" id="{33DF441B-62E0-4C5F-928E-2FCAEC92A869}"/>
              </a:ext>
            </a:extLst>
          </p:cNvPr>
          <p:cNvCxnSpPr>
            <a:cxnSpLocks/>
          </p:cNvCxnSpPr>
          <p:nvPr/>
        </p:nvCxnSpPr>
        <p:spPr>
          <a:xfrm flipH="1">
            <a:off x="6132720" y="6298873"/>
            <a:ext cx="259004" cy="9204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452">
            <a:extLst>
              <a:ext uri="{FF2B5EF4-FFF2-40B4-BE49-F238E27FC236}">
                <a16:creationId xmlns:a16="http://schemas.microsoft.com/office/drawing/2014/main" id="{1DF96D2F-0E48-4789-8695-720F00B3C89C}"/>
              </a:ext>
            </a:extLst>
          </p:cNvPr>
          <p:cNvCxnSpPr>
            <a:cxnSpLocks/>
          </p:cNvCxnSpPr>
          <p:nvPr/>
        </p:nvCxnSpPr>
        <p:spPr>
          <a:xfrm>
            <a:off x="6134131" y="5976000"/>
            <a:ext cx="0" cy="4436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452">
            <a:extLst>
              <a:ext uri="{FF2B5EF4-FFF2-40B4-BE49-F238E27FC236}">
                <a16:creationId xmlns:a16="http://schemas.microsoft.com/office/drawing/2014/main" id="{60C3D36E-B635-4D6C-A9F5-DF5DE805B41A}"/>
              </a:ext>
            </a:extLst>
          </p:cNvPr>
          <p:cNvCxnSpPr>
            <a:cxnSpLocks/>
          </p:cNvCxnSpPr>
          <p:nvPr/>
        </p:nvCxnSpPr>
        <p:spPr>
          <a:xfrm>
            <a:off x="6136558" y="5994428"/>
            <a:ext cx="255651" cy="981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452">
            <a:extLst>
              <a:ext uri="{FF2B5EF4-FFF2-40B4-BE49-F238E27FC236}">
                <a16:creationId xmlns:a16="http://schemas.microsoft.com/office/drawing/2014/main" id="{D225C3E3-9A83-4876-B66B-7738B4A671E3}"/>
              </a:ext>
            </a:extLst>
          </p:cNvPr>
          <p:cNvCxnSpPr>
            <a:cxnSpLocks/>
          </p:cNvCxnSpPr>
          <p:nvPr/>
        </p:nvCxnSpPr>
        <p:spPr>
          <a:xfrm flipV="1">
            <a:off x="6384185" y="6005417"/>
            <a:ext cx="221314" cy="905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452">
            <a:extLst>
              <a:ext uri="{FF2B5EF4-FFF2-40B4-BE49-F238E27FC236}">
                <a16:creationId xmlns:a16="http://schemas.microsoft.com/office/drawing/2014/main" id="{83B97923-2965-4254-BC47-82CC9B6782CB}"/>
              </a:ext>
            </a:extLst>
          </p:cNvPr>
          <p:cNvCxnSpPr>
            <a:cxnSpLocks/>
          </p:cNvCxnSpPr>
          <p:nvPr/>
        </p:nvCxnSpPr>
        <p:spPr>
          <a:xfrm flipH="1" flipV="1">
            <a:off x="6844301" y="6101911"/>
            <a:ext cx="8802" cy="3722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452">
            <a:extLst>
              <a:ext uri="{FF2B5EF4-FFF2-40B4-BE49-F238E27FC236}">
                <a16:creationId xmlns:a16="http://schemas.microsoft.com/office/drawing/2014/main" id="{3F959837-2FB5-4547-95BA-B49E35D2CC34}"/>
              </a:ext>
            </a:extLst>
          </p:cNvPr>
          <p:cNvCxnSpPr>
            <a:cxnSpLocks/>
          </p:cNvCxnSpPr>
          <p:nvPr/>
        </p:nvCxnSpPr>
        <p:spPr>
          <a:xfrm>
            <a:off x="7310307" y="6109319"/>
            <a:ext cx="489641" cy="1966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452">
            <a:extLst>
              <a:ext uri="{FF2B5EF4-FFF2-40B4-BE49-F238E27FC236}">
                <a16:creationId xmlns:a16="http://schemas.microsoft.com/office/drawing/2014/main" id="{3605C444-6D63-4CF9-A464-E5148B58B361}"/>
              </a:ext>
            </a:extLst>
          </p:cNvPr>
          <p:cNvCxnSpPr>
            <a:cxnSpLocks/>
          </p:cNvCxnSpPr>
          <p:nvPr/>
        </p:nvCxnSpPr>
        <p:spPr>
          <a:xfrm>
            <a:off x="6598088" y="6376600"/>
            <a:ext cx="255415" cy="861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452">
            <a:extLst>
              <a:ext uri="{FF2B5EF4-FFF2-40B4-BE49-F238E27FC236}">
                <a16:creationId xmlns:a16="http://schemas.microsoft.com/office/drawing/2014/main" id="{D9D12160-0C53-4876-AC17-26791C0B5E70}"/>
              </a:ext>
            </a:extLst>
          </p:cNvPr>
          <p:cNvCxnSpPr>
            <a:cxnSpLocks/>
          </p:cNvCxnSpPr>
          <p:nvPr/>
        </p:nvCxnSpPr>
        <p:spPr>
          <a:xfrm flipH="1">
            <a:off x="6606682" y="5976000"/>
            <a:ext cx="3014" cy="40883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452">
            <a:extLst>
              <a:ext uri="{FF2B5EF4-FFF2-40B4-BE49-F238E27FC236}">
                <a16:creationId xmlns:a16="http://schemas.microsoft.com/office/drawing/2014/main" id="{37A01FDD-64F7-440D-9173-62F05C201C8F}"/>
              </a:ext>
            </a:extLst>
          </p:cNvPr>
          <p:cNvCxnSpPr>
            <a:cxnSpLocks/>
          </p:cNvCxnSpPr>
          <p:nvPr/>
        </p:nvCxnSpPr>
        <p:spPr>
          <a:xfrm flipH="1">
            <a:off x="5886378" y="6274679"/>
            <a:ext cx="15019" cy="3864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452">
            <a:extLst>
              <a:ext uri="{FF2B5EF4-FFF2-40B4-BE49-F238E27FC236}">
                <a16:creationId xmlns:a16="http://schemas.microsoft.com/office/drawing/2014/main" id="{8ED453EA-1FAC-4C93-81BE-5D209A7F7393}"/>
              </a:ext>
            </a:extLst>
          </p:cNvPr>
          <p:cNvCxnSpPr>
            <a:cxnSpLocks/>
          </p:cNvCxnSpPr>
          <p:nvPr/>
        </p:nvCxnSpPr>
        <p:spPr>
          <a:xfrm>
            <a:off x="5883234" y="6640470"/>
            <a:ext cx="500951" cy="19050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452">
            <a:extLst>
              <a:ext uri="{FF2B5EF4-FFF2-40B4-BE49-F238E27FC236}">
                <a16:creationId xmlns:a16="http://schemas.microsoft.com/office/drawing/2014/main" id="{15070D37-18E2-4BCC-B579-7E64925131C3}"/>
              </a:ext>
            </a:extLst>
          </p:cNvPr>
          <p:cNvCxnSpPr>
            <a:cxnSpLocks/>
          </p:cNvCxnSpPr>
          <p:nvPr/>
        </p:nvCxnSpPr>
        <p:spPr>
          <a:xfrm flipH="1" flipV="1">
            <a:off x="6369462" y="6842319"/>
            <a:ext cx="239628" cy="983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452">
            <a:extLst>
              <a:ext uri="{FF2B5EF4-FFF2-40B4-BE49-F238E27FC236}">
                <a16:creationId xmlns:a16="http://schemas.microsoft.com/office/drawing/2014/main" id="{ACE60F69-ABD0-43DA-B7CF-FA11AA944545}"/>
              </a:ext>
            </a:extLst>
          </p:cNvPr>
          <p:cNvCxnSpPr>
            <a:cxnSpLocks/>
          </p:cNvCxnSpPr>
          <p:nvPr/>
        </p:nvCxnSpPr>
        <p:spPr>
          <a:xfrm flipV="1">
            <a:off x="6598827" y="6558018"/>
            <a:ext cx="20744" cy="38340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452">
            <a:extLst>
              <a:ext uri="{FF2B5EF4-FFF2-40B4-BE49-F238E27FC236}">
                <a16:creationId xmlns:a16="http://schemas.microsoft.com/office/drawing/2014/main" id="{3668A1EE-4EA2-4464-8869-F8B7A16E12A5}"/>
              </a:ext>
            </a:extLst>
          </p:cNvPr>
          <p:cNvCxnSpPr>
            <a:cxnSpLocks/>
          </p:cNvCxnSpPr>
          <p:nvPr/>
        </p:nvCxnSpPr>
        <p:spPr>
          <a:xfrm flipV="1">
            <a:off x="7076425" y="6756679"/>
            <a:ext cx="11782" cy="1982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452">
            <a:extLst>
              <a:ext uri="{FF2B5EF4-FFF2-40B4-BE49-F238E27FC236}">
                <a16:creationId xmlns:a16="http://schemas.microsoft.com/office/drawing/2014/main" id="{1EDD3370-D04B-46ED-8CAE-0335CBE9DC7F}"/>
              </a:ext>
            </a:extLst>
          </p:cNvPr>
          <p:cNvCxnSpPr>
            <a:cxnSpLocks/>
          </p:cNvCxnSpPr>
          <p:nvPr/>
        </p:nvCxnSpPr>
        <p:spPr>
          <a:xfrm flipV="1">
            <a:off x="7059131" y="6817433"/>
            <a:ext cx="241852" cy="1181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452">
            <a:extLst>
              <a:ext uri="{FF2B5EF4-FFF2-40B4-BE49-F238E27FC236}">
                <a16:creationId xmlns:a16="http://schemas.microsoft.com/office/drawing/2014/main" id="{6B00E2B3-F018-4191-A7BA-61FB5D03B96D}"/>
              </a:ext>
            </a:extLst>
          </p:cNvPr>
          <p:cNvCxnSpPr>
            <a:cxnSpLocks/>
          </p:cNvCxnSpPr>
          <p:nvPr/>
        </p:nvCxnSpPr>
        <p:spPr>
          <a:xfrm flipV="1">
            <a:off x="7093735" y="6542006"/>
            <a:ext cx="488887" cy="2317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452">
            <a:extLst>
              <a:ext uri="{FF2B5EF4-FFF2-40B4-BE49-F238E27FC236}">
                <a16:creationId xmlns:a16="http://schemas.microsoft.com/office/drawing/2014/main" id="{2A734867-3D0B-4E70-8361-24CFE14278AB}"/>
              </a:ext>
            </a:extLst>
          </p:cNvPr>
          <p:cNvCxnSpPr>
            <a:cxnSpLocks/>
          </p:cNvCxnSpPr>
          <p:nvPr/>
        </p:nvCxnSpPr>
        <p:spPr>
          <a:xfrm>
            <a:off x="7311464" y="6830972"/>
            <a:ext cx="255415" cy="861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452">
            <a:extLst>
              <a:ext uri="{FF2B5EF4-FFF2-40B4-BE49-F238E27FC236}">
                <a16:creationId xmlns:a16="http://schemas.microsoft.com/office/drawing/2014/main" id="{8034B546-BFE2-46FF-8C29-B58F4AA1B683}"/>
              </a:ext>
            </a:extLst>
          </p:cNvPr>
          <p:cNvCxnSpPr>
            <a:cxnSpLocks/>
          </p:cNvCxnSpPr>
          <p:nvPr/>
        </p:nvCxnSpPr>
        <p:spPr>
          <a:xfrm flipH="1">
            <a:off x="7538248" y="6728927"/>
            <a:ext cx="499064" cy="19945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452">
            <a:extLst>
              <a:ext uri="{FF2B5EF4-FFF2-40B4-BE49-F238E27FC236}">
                <a16:creationId xmlns:a16="http://schemas.microsoft.com/office/drawing/2014/main" id="{541A5440-52EB-427B-8244-8839F7A7FF87}"/>
              </a:ext>
            </a:extLst>
          </p:cNvPr>
          <p:cNvCxnSpPr>
            <a:cxnSpLocks/>
          </p:cNvCxnSpPr>
          <p:nvPr/>
        </p:nvCxnSpPr>
        <p:spPr>
          <a:xfrm flipV="1">
            <a:off x="8027936" y="6547970"/>
            <a:ext cx="0" cy="1838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452">
            <a:extLst>
              <a:ext uri="{FF2B5EF4-FFF2-40B4-BE49-F238E27FC236}">
                <a16:creationId xmlns:a16="http://schemas.microsoft.com/office/drawing/2014/main" id="{1642FCCE-98A7-412C-A050-413346652C42}"/>
              </a:ext>
            </a:extLst>
          </p:cNvPr>
          <p:cNvCxnSpPr>
            <a:cxnSpLocks/>
          </p:cNvCxnSpPr>
          <p:nvPr/>
        </p:nvCxnSpPr>
        <p:spPr>
          <a:xfrm>
            <a:off x="7788938" y="6455838"/>
            <a:ext cx="255415" cy="861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452">
            <a:extLst>
              <a:ext uri="{FF2B5EF4-FFF2-40B4-BE49-F238E27FC236}">
                <a16:creationId xmlns:a16="http://schemas.microsoft.com/office/drawing/2014/main" id="{4320304E-FD26-4433-8732-13B1326F8F61}"/>
              </a:ext>
            </a:extLst>
          </p:cNvPr>
          <p:cNvCxnSpPr>
            <a:cxnSpLocks/>
          </p:cNvCxnSpPr>
          <p:nvPr/>
        </p:nvCxnSpPr>
        <p:spPr>
          <a:xfrm flipV="1">
            <a:off x="7566879" y="6378314"/>
            <a:ext cx="0" cy="2004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452">
            <a:extLst>
              <a:ext uri="{FF2B5EF4-FFF2-40B4-BE49-F238E27FC236}">
                <a16:creationId xmlns:a16="http://schemas.microsoft.com/office/drawing/2014/main" id="{B5F3D28F-97EA-4F3A-B80C-91AADD181048}"/>
              </a:ext>
            </a:extLst>
          </p:cNvPr>
          <p:cNvCxnSpPr>
            <a:cxnSpLocks/>
          </p:cNvCxnSpPr>
          <p:nvPr/>
        </p:nvCxnSpPr>
        <p:spPr>
          <a:xfrm>
            <a:off x="7313804" y="6278852"/>
            <a:ext cx="255415" cy="861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452">
            <a:extLst>
              <a:ext uri="{FF2B5EF4-FFF2-40B4-BE49-F238E27FC236}">
                <a16:creationId xmlns:a16="http://schemas.microsoft.com/office/drawing/2014/main" id="{38F7C599-BBB2-4926-97B3-E60D8D2F4F40}"/>
              </a:ext>
            </a:extLst>
          </p:cNvPr>
          <p:cNvCxnSpPr>
            <a:cxnSpLocks/>
          </p:cNvCxnSpPr>
          <p:nvPr/>
        </p:nvCxnSpPr>
        <p:spPr>
          <a:xfrm flipV="1">
            <a:off x="7059131" y="6274679"/>
            <a:ext cx="279424" cy="9860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452">
            <a:extLst>
              <a:ext uri="{FF2B5EF4-FFF2-40B4-BE49-F238E27FC236}">
                <a16:creationId xmlns:a16="http://schemas.microsoft.com/office/drawing/2014/main" id="{3086AD15-94F8-4769-B5E5-A93887FCCAC8}"/>
              </a:ext>
            </a:extLst>
          </p:cNvPr>
          <p:cNvCxnSpPr>
            <a:cxnSpLocks/>
          </p:cNvCxnSpPr>
          <p:nvPr/>
        </p:nvCxnSpPr>
        <p:spPr>
          <a:xfrm flipH="1">
            <a:off x="7088709" y="6009519"/>
            <a:ext cx="7759" cy="3698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452">
            <a:extLst>
              <a:ext uri="{FF2B5EF4-FFF2-40B4-BE49-F238E27FC236}">
                <a16:creationId xmlns:a16="http://schemas.microsoft.com/office/drawing/2014/main" id="{BB7F44B7-21EC-47F9-A25F-17CBDB500B1F}"/>
              </a:ext>
            </a:extLst>
          </p:cNvPr>
          <p:cNvCxnSpPr>
            <a:cxnSpLocks/>
          </p:cNvCxnSpPr>
          <p:nvPr/>
        </p:nvCxnSpPr>
        <p:spPr>
          <a:xfrm flipV="1">
            <a:off x="6841177" y="6025190"/>
            <a:ext cx="235248" cy="9161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452">
            <a:extLst>
              <a:ext uri="{FF2B5EF4-FFF2-40B4-BE49-F238E27FC236}">
                <a16:creationId xmlns:a16="http://schemas.microsoft.com/office/drawing/2014/main" id="{3D55098A-2817-4622-A250-B8C805B2968A}"/>
              </a:ext>
            </a:extLst>
          </p:cNvPr>
          <p:cNvCxnSpPr>
            <a:cxnSpLocks/>
          </p:cNvCxnSpPr>
          <p:nvPr/>
        </p:nvCxnSpPr>
        <p:spPr>
          <a:xfrm flipH="1" flipV="1">
            <a:off x="9226174" y="4442974"/>
            <a:ext cx="206495" cy="10203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452">
            <a:extLst>
              <a:ext uri="{FF2B5EF4-FFF2-40B4-BE49-F238E27FC236}">
                <a16:creationId xmlns:a16="http://schemas.microsoft.com/office/drawing/2014/main" id="{2E3A112F-D17C-43B2-BBF2-7026F0806922}"/>
              </a:ext>
            </a:extLst>
          </p:cNvPr>
          <p:cNvCxnSpPr>
            <a:cxnSpLocks/>
          </p:cNvCxnSpPr>
          <p:nvPr/>
        </p:nvCxnSpPr>
        <p:spPr>
          <a:xfrm flipV="1">
            <a:off x="9441810" y="4531864"/>
            <a:ext cx="1" cy="1961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452">
            <a:extLst>
              <a:ext uri="{FF2B5EF4-FFF2-40B4-BE49-F238E27FC236}">
                <a16:creationId xmlns:a16="http://schemas.microsoft.com/office/drawing/2014/main" id="{7B5E5AA0-3490-41FD-9BB5-CBD62EEF5770}"/>
              </a:ext>
            </a:extLst>
          </p:cNvPr>
          <p:cNvCxnSpPr>
            <a:cxnSpLocks/>
          </p:cNvCxnSpPr>
          <p:nvPr/>
        </p:nvCxnSpPr>
        <p:spPr>
          <a:xfrm flipH="1" flipV="1">
            <a:off x="9430796" y="4728757"/>
            <a:ext cx="206495" cy="10203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452">
            <a:extLst>
              <a:ext uri="{FF2B5EF4-FFF2-40B4-BE49-F238E27FC236}">
                <a16:creationId xmlns:a16="http://schemas.microsoft.com/office/drawing/2014/main" id="{04A859CC-0023-4560-A950-AF6CDA2FE5E1}"/>
              </a:ext>
            </a:extLst>
          </p:cNvPr>
          <p:cNvCxnSpPr>
            <a:cxnSpLocks/>
          </p:cNvCxnSpPr>
          <p:nvPr/>
        </p:nvCxnSpPr>
        <p:spPr>
          <a:xfrm flipV="1">
            <a:off x="9671794" y="5179525"/>
            <a:ext cx="1" cy="1961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452">
            <a:extLst>
              <a:ext uri="{FF2B5EF4-FFF2-40B4-BE49-F238E27FC236}">
                <a16:creationId xmlns:a16="http://schemas.microsoft.com/office/drawing/2014/main" id="{6025874D-A950-4E83-A0BB-83D66F7DA495}"/>
              </a:ext>
            </a:extLst>
          </p:cNvPr>
          <p:cNvCxnSpPr>
            <a:cxnSpLocks/>
          </p:cNvCxnSpPr>
          <p:nvPr/>
        </p:nvCxnSpPr>
        <p:spPr>
          <a:xfrm flipH="1">
            <a:off x="9435437" y="5344659"/>
            <a:ext cx="267079" cy="1065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452">
            <a:extLst>
              <a:ext uri="{FF2B5EF4-FFF2-40B4-BE49-F238E27FC236}">
                <a16:creationId xmlns:a16="http://schemas.microsoft.com/office/drawing/2014/main" id="{626B6A60-3754-4685-9C39-70A3F8763DAF}"/>
              </a:ext>
            </a:extLst>
          </p:cNvPr>
          <p:cNvCxnSpPr>
            <a:cxnSpLocks/>
          </p:cNvCxnSpPr>
          <p:nvPr/>
        </p:nvCxnSpPr>
        <p:spPr>
          <a:xfrm flipV="1">
            <a:off x="9458457" y="5439668"/>
            <a:ext cx="1" cy="1961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452">
            <a:extLst>
              <a:ext uri="{FF2B5EF4-FFF2-40B4-BE49-F238E27FC236}">
                <a16:creationId xmlns:a16="http://schemas.microsoft.com/office/drawing/2014/main" id="{6292F1AF-C60E-47A9-8618-8182E87B540E}"/>
              </a:ext>
            </a:extLst>
          </p:cNvPr>
          <p:cNvCxnSpPr>
            <a:cxnSpLocks/>
          </p:cNvCxnSpPr>
          <p:nvPr/>
        </p:nvCxnSpPr>
        <p:spPr>
          <a:xfrm flipH="1">
            <a:off x="9181731" y="5624226"/>
            <a:ext cx="267079" cy="1065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452">
            <a:extLst>
              <a:ext uri="{FF2B5EF4-FFF2-40B4-BE49-F238E27FC236}">
                <a16:creationId xmlns:a16="http://schemas.microsoft.com/office/drawing/2014/main" id="{158408E0-A791-49C3-8E16-15C787AAA6F4}"/>
              </a:ext>
            </a:extLst>
          </p:cNvPr>
          <p:cNvCxnSpPr>
            <a:cxnSpLocks/>
          </p:cNvCxnSpPr>
          <p:nvPr/>
        </p:nvCxnSpPr>
        <p:spPr>
          <a:xfrm flipV="1">
            <a:off x="9197415" y="5713795"/>
            <a:ext cx="1" cy="1961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452">
            <a:extLst>
              <a:ext uri="{FF2B5EF4-FFF2-40B4-BE49-F238E27FC236}">
                <a16:creationId xmlns:a16="http://schemas.microsoft.com/office/drawing/2014/main" id="{B9AE991C-7271-438F-A57B-AE40E0C929B5}"/>
              </a:ext>
            </a:extLst>
          </p:cNvPr>
          <p:cNvCxnSpPr>
            <a:cxnSpLocks/>
          </p:cNvCxnSpPr>
          <p:nvPr/>
        </p:nvCxnSpPr>
        <p:spPr>
          <a:xfrm flipH="1">
            <a:off x="8927848" y="5915673"/>
            <a:ext cx="267079" cy="10658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452">
            <a:extLst>
              <a:ext uri="{FF2B5EF4-FFF2-40B4-BE49-F238E27FC236}">
                <a16:creationId xmlns:a16="http://schemas.microsoft.com/office/drawing/2014/main" id="{BF45234E-DAF4-4904-9407-604A4114C193}"/>
              </a:ext>
            </a:extLst>
          </p:cNvPr>
          <p:cNvCxnSpPr>
            <a:cxnSpLocks/>
          </p:cNvCxnSpPr>
          <p:nvPr/>
        </p:nvCxnSpPr>
        <p:spPr>
          <a:xfrm flipH="1" flipV="1">
            <a:off x="8664321" y="5893180"/>
            <a:ext cx="289233" cy="12446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452">
            <a:extLst>
              <a:ext uri="{FF2B5EF4-FFF2-40B4-BE49-F238E27FC236}">
                <a16:creationId xmlns:a16="http://schemas.microsoft.com/office/drawing/2014/main" id="{93D0670B-D1F0-4A40-8001-E079989415E6}"/>
              </a:ext>
            </a:extLst>
          </p:cNvPr>
          <p:cNvCxnSpPr>
            <a:cxnSpLocks/>
          </p:cNvCxnSpPr>
          <p:nvPr/>
        </p:nvCxnSpPr>
        <p:spPr>
          <a:xfrm flipH="1">
            <a:off x="8264811" y="5914573"/>
            <a:ext cx="441525" cy="2023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452">
            <a:extLst>
              <a:ext uri="{FF2B5EF4-FFF2-40B4-BE49-F238E27FC236}">
                <a16:creationId xmlns:a16="http://schemas.microsoft.com/office/drawing/2014/main" id="{0EED9206-D712-4814-B2AA-99183524D741}"/>
              </a:ext>
            </a:extLst>
          </p:cNvPr>
          <p:cNvCxnSpPr>
            <a:cxnSpLocks/>
          </p:cNvCxnSpPr>
          <p:nvPr/>
        </p:nvCxnSpPr>
        <p:spPr>
          <a:xfrm flipH="1">
            <a:off x="7818800" y="5659572"/>
            <a:ext cx="213188" cy="993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452">
            <a:extLst>
              <a:ext uri="{FF2B5EF4-FFF2-40B4-BE49-F238E27FC236}">
                <a16:creationId xmlns:a16="http://schemas.microsoft.com/office/drawing/2014/main" id="{C72B0843-8954-4B73-AE22-DBC8B3DEC486}"/>
              </a:ext>
            </a:extLst>
          </p:cNvPr>
          <p:cNvCxnSpPr>
            <a:cxnSpLocks/>
          </p:cNvCxnSpPr>
          <p:nvPr/>
        </p:nvCxnSpPr>
        <p:spPr>
          <a:xfrm flipV="1">
            <a:off x="7793454" y="6218750"/>
            <a:ext cx="246381" cy="901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452">
            <a:extLst>
              <a:ext uri="{FF2B5EF4-FFF2-40B4-BE49-F238E27FC236}">
                <a16:creationId xmlns:a16="http://schemas.microsoft.com/office/drawing/2014/main" id="{7FBA985B-C067-46E5-858E-14AD1C8A7C75}"/>
              </a:ext>
            </a:extLst>
          </p:cNvPr>
          <p:cNvCxnSpPr>
            <a:cxnSpLocks/>
          </p:cNvCxnSpPr>
          <p:nvPr/>
        </p:nvCxnSpPr>
        <p:spPr>
          <a:xfrm>
            <a:off x="6373066" y="6263815"/>
            <a:ext cx="0" cy="2263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452">
            <a:extLst>
              <a:ext uri="{FF2B5EF4-FFF2-40B4-BE49-F238E27FC236}">
                <a16:creationId xmlns:a16="http://schemas.microsoft.com/office/drawing/2014/main" id="{DC17596B-63B5-448A-B497-8A1CFD4D3524}"/>
              </a:ext>
            </a:extLst>
          </p:cNvPr>
          <p:cNvCxnSpPr>
            <a:cxnSpLocks/>
          </p:cNvCxnSpPr>
          <p:nvPr/>
        </p:nvCxnSpPr>
        <p:spPr>
          <a:xfrm flipH="1" flipV="1">
            <a:off x="6379104" y="6476348"/>
            <a:ext cx="268065" cy="10837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08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BCEE61-5CE6-40B0-952E-C73AB3390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63" y="835590"/>
            <a:ext cx="12616123" cy="10389093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2073EB28-8F04-4A1A-9000-8C30A4909452}"/>
              </a:ext>
            </a:extLst>
          </p:cNvPr>
          <p:cNvSpPr/>
          <p:nvPr/>
        </p:nvSpPr>
        <p:spPr>
          <a:xfrm rot="6916246">
            <a:off x="8781522" y="5325260"/>
            <a:ext cx="552235" cy="190822"/>
          </a:xfrm>
          <a:prstGeom prst="rightArrow">
            <a:avLst>
              <a:gd name="adj1" fmla="val 35154"/>
              <a:gd name="adj2" fmla="val 93288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EA8FB85-5825-42AE-91C1-22628E6E7BDD}"/>
              </a:ext>
            </a:extLst>
          </p:cNvPr>
          <p:cNvSpPr/>
          <p:nvPr/>
        </p:nvSpPr>
        <p:spPr>
          <a:xfrm rot="7068742">
            <a:off x="12075444" y="3232866"/>
            <a:ext cx="495915" cy="157459"/>
          </a:xfrm>
          <a:prstGeom prst="rightArrow">
            <a:avLst>
              <a:gd name="adj1" fmla="val 35154"/>
              <a:gd name="adj2" fmla="val 9328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3451926-FA69-4DC6-A98F-0A46093BF9CE}"/>
              </a:ext>
            </a:extLst>
          </p:cNvPr>
          <p:cNvSpPr/>
          <p:nvPr/>
        </p:nvSpPr>
        <p:spPr>
          <a:xfrm rot="4708719">
            <a:off x="1209032" y="9996144"/>
            <a:ext cx="552235" cy="190822"/>
          </a:xfrm>
          <a:prstGeom prst="rightArrow">
            <a:avLst>
              <a:gd name="adj1" fmla="val 35154"/>
              <a:gd name="adj2" fmla="val 93288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D30B5-D5C0-4B86-8D1D-73BC9768CAA5}"/>
              </a:ext>
            </a:extLst>
          </p:cNvPr>
          <p:cNvSpPr txBox="1"/>
          <p:nvPr/>
        </p:nvSpPr>
        <p:spPr>
          <a:xfrm>
            <a:off x="3879850" y="21907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8D96A4-DC9E-4BB9-A9E9-3E39328112CE}"/>
              </a:ext>
            </a:extLst>
          </p:cNvPr>
          <p:cNvSpPr txBox="1"/>
          <p:nvPr/>
        </p:nvSpPr>
        <p:spPr>
          <a:xfrm>
            <a:off x="9099550" y="41465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EC07BC-9C4B-4CFE-8771-FF667AC88D65}"/>
              </a:ext>
            </a:extLst>
          </p:cNvPr>
          <p:cNvSpPr txBox="1"/>
          <p:nvPr/>
        </p:nvSpPr>
        <p:spPr>
          <a:xfrm>
            <a:off x="8610600" y="4146550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10CF2D-4E04-49C9-B842-28579F11BE38}"/>
              </a:ext>
            </a:extLst>
          </p:cNvPr>
          <p:cNvSpPr txBox="1"/>
          <p:nvPr/>
        </p:nvSpPr>
        <p:spPr>
          <a:xfrm>
            <a:off x="5346700" y="2266950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BD17C-195C-4AB5-BE03-54DF47F1EECD}"/>
              </a:ext>
            </a:extLst>
          </p:cNvPr>
          <p:cNvSpPr txBox="1"/>
          <p:nvPr/>
        </p:nvSpPr>
        <p:spPr>
          <a:xfrm>
            <a:off x="4133850" y="4660900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380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8289A8-8639-46D4-B3E4-48898A66FA27}"/>
              </a:ext>
            </a:extLst>
          </p:cNvPr>
          <p:cNvSpPr txBox="1"/>
          <p:nvPr/>
        </p:nvSpPr>
        <p:spPr>
          <a:xfrm>
            <a:off x="11499850" y="40838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75B754-D8FC-4C79-9549-6D09BB14566F}"/>
              </a:ext>
            </a:extLst>
          </p:cNvPr>
          <p:cNvSpPr txBox="1"/>
          <p:nvPr/>
        </p:nvSpPr>
        <p:spPr>
          <a:xfrm>
            <a:off x="11499850" y="943261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9DC2A-E843-4835-9196-BE0E8C8A1121}"/>
              </a:ext>
            </a:extLst>
          </p:cNvPr>
          <p:cNvSpPr txBox="1"/>
          <p:nvPr/>
        </p:nvSpPr>
        <p:spPr>
          <a:xfrm>
            <a:off x="6096000" y="805258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315</a:t>
            </a:r>
          </a:p>
        </p:txBody>
      </p:sp>
    </p:spTree>
    <p:extLst>
      <p:ext uri="{BB962C8B-B14F-4D97-AF65-F5344CB8AC3E}">
        <p14:creationId xmlns:p14="http://schemas.microsoft.com/office/powerpoint/2010/main" val="1942416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9421</TotalTime>
  <Words>231</Words>
  <Application>Microsoft Office PowerPoint</Application>
  <PresentationFormat>Custom</PresentationFormat>
  <Paragraphs>68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170</cp:revision>
  <cp:lastPrinted>2021-06-18T15:01:19Z</cp:lastPrinted>
  <dcterms:created xsi:type="dcterms:W3CDTF">2021-03-25T22:26:05Z</dcterms:created>
  <dcterms:modified xsi:type="dcterms:W3CDTF">2021-06-20T17:56:35Z</dcterms:modified>
</cp:coreProperties>
</file>