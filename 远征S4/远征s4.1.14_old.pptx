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6"/>
  </p:notesMasterIdLst>
  <p:sldIdLst>
    <p:sldId id="257" r:id="rId2"/>
    <p:sldId id="259" r:id="rId3"/>
    <p:sldId id="261" r:id="rId4"/>
    <p:sldId id="260" r:id="rId5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0000"/>
    <a:srgbClr val="666699"/>
    <a:srgbClr val="99FFCC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94374" autoAdjust="0"/>
  </p:normalViewPr>
  <p:slideViewPr>
    <p:cSldViewPr snapToGrid="0">
      <p:cViewPr>
        <p:scale>
          <a:sx n="200" d="100"/>
          <a:sy n="200" d="100"/>
        </p:scale>
        <p:origin x="-1925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978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82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6/20/2021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A picture containing plant, flower, poplar, goldenrod&#10;&#10;Description automatically generated">
            <a:extLst>
              <a:ext uri="{FF2B5EF4-FFF2-40B4-BE49-F238E27FC236}">
                <a16:creationId xmlns:a16="http://schemas.microsoft.com/office/drawing/2014/main" id="{ED3A3F74-2221-433E-891E-0E299C81CF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7292" y="359837"/>
            <a:ext cx="13669796" cy="10642022"/>
          </a:xfrm>
          <a:prstGeom prst="rect">
            <a:avLst/>
          </a:prstGeom>
        </p:spPr>
      </p:pic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542278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0.25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0.26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r>
                        <a:rPr lang="en-US" altLang="zh-CN" sz="1600" u="none" strike="noStrike" dirty="0">
                          <a:effectLst/>
                        </a:rPr>
                        <a:t>260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0.33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r>
                        <a:rPr lang="en-US" altLang="zh-CN" sz="1600" u="none" strike="noStrike" dirty="0">
                          <a:effectLst/>
                        </a:rPr>
                        <a:t>217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0.29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0.37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r>
                        <a:rPr lang="en-US" altLang="zh-CN" sz="1600" u="none" strike="noStrike" dirty="0">
                          <a:effectLst/>
                        </a:rPr>
                        <a:t>174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0.30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>
                          <a:effectLst/>
                        </a:rPr>
                        <a:t>0.40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portal" hidden="1">
            <a:extLst>
              <a:ext uri="{FF2B5EF4-FFF2-40B4-BE49-F238E27FC236}">
                <a16:creationId xmlns:a16="http://schemas.microsoft.com/office/drawing/2014/main" id="{4A4B817E-DC5F-4EAF-A2F4-10BCBD5557FF}"/>
              </a:ext>
            </a:extLst>
          </p:cNvPr>
          <p:cNvGrpSpPr/>
          <p:nvPr/>
        </p:nvGrpSpPr>
        <p:grpSpPr>
          <a:xfrm>
            <a:off x="3597572" y="1045300"/>
            <a:ext cx="7396447" cy="8178468"/>
            <a:chOff x="3631026" y="2784634"/>
            <a:chExt cx="7396447" cy="8178468"/>
          </a:xfrm>
        </p:grpSpPr>
        <p:sp>
          <p:nvSpPr>
            <p:cNvPr id="2948" name="Hexagon 2947">
              <a:extLst>
                <a:ext uri="{FF2B5EF4-FFF2-40B4-BE49-F238E27FC236}">
                  <a16:creationId xmlns:a16="http://schemas.microsoft.com/office/drawing/2014/main" id="{E6A5F7A2-1958-4E24-924F-0EFF7079880B}"/>
                </a:ext>
              </a:extLst>
            </p:cNvPr>
            <p:cNvSpPr/>
            <p:nvPr/>
          </p:nvSpPr>
          <p:spPr>
            <a:xfrm>
              <a:off x="3872942" y="10147847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49" name="Hexagon 2948">
              <a:extLst>
                <a:ext uri="{FF2B5EF4-FFF2-40B4-BE49-F238E27FC236}">
                  <a16:creationId xmlns:a16="http://schemas.microsoft.com/office/drawing/2014/main" id="{A2B89744-7E8E-443A-8C28-67BB57F1B886}"/>
                </a:ext>
              </a:extLst>
            </p:cNvPr>
            <p:cNvSpPr/>
            <p:nvPr/>
          </p:nvSpPr>
          <p:spPr>
            <a:xfrm>
              <a:off x="3853132" y="96043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0" name="Hexagon 2949">
              <a:extLst>
                <a:ext uri="{FF2B5EF4-FFF2-40B4-BE49-F238E27FC236}">
                  <a16:creationId xmlns:a16="http://schemas.microsoft.com/office/drawing/2014/main" id="{0A6B95B2-9CB8-4C67-A449-F2FC6E958D5D}"/>
                </a:ext>
              </a:extLst>
            </p:cNvPr>
            <p:cNvSpPr/>
            <p:nvPr/>
          </p:nvSpPr>
          <p:spPr>
            <a:xfrm>
              <a:off x="5513709" y="361556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1" name="Hexagon 2950">
              <a:extLst>
                <a:ext uri="{FF2B5EF4-FFF2-40B4-BE49-F238E27FC236}">
                  <a16:creationId xmlns:a16="http://schemas.microsoft.com/office/drawing/2014/main" id="{1B37AF3D-AE61-4FCD-BC0E-E3B1BEA60475}"/>
                </a:ext>
              </a:extLst>
            </p:cNvPr>
            <p:cNvSpPr/>
            <p:nvPr/>
          </p:nvSpPr>
          <p:spPr>
            <a:xfrm>
              <a:off x="5073474" y="3969979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6">
                    <a:lumMod val="20000"/>
                    <a:lumOff val="80000"/>
                  </a:schemeClr>
                </a:gs>
                <a:gs pos="55000">
                  <a:schemeClr val="accent6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2" name="Hexagon 2951">
              <a:extLst>
                <a:ext uri="{FF2B5EF4-FFF2-40B4-BE49-F238E27FC236}">
                  <a16:creationId xmlns:a16="http://schemas.microsoft.com/office/drawing/2014/main" id="{65CB1021-FEAF-49EE-B9A6-D6E60968B05F}"/>
                </a:ext>
              </a:extLst>
            </p:cNvPr>
            <p:cNvSpPr/>
            <p:nvPr/>
          </p:nvSpPr>
          <p:spPr>
            <a:xfrm>
              <a:off x="7424771" y="930950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3" name="Hexagon 2952">
              <a:extLst>
                <a:ext uri="{FF2B5EF4-FFF2-40B4-BE49-F238E27FC236}">
                  <a16:creationId xmlns:a16="http://schemas.microsoft.com/office/drawing/2014/main" id="{CA126DCD-5C72-4C05-83C0-72B161278562}"/>
                </a:ext>
              </a:extLst>
            </p:cNvPr>
            <p:cNvSpPr/>
            <p:nvPr/>
          </p:nvSpPr>
          <p:spPr>
            <a:xfrm>
              <a:off x="6714541" y="959162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4" name="Hexagon 2953">
              <a:extLst>
                <a:ext uri="{FF2B5EF4-FFF2-40B4-BE49-F238E27FC236}">
                  <a16:creationId xmlns:a16="http://schemas.microsoft.com/office/drawing/2014/main" id="{E2235315-9E42-4708-8895-F3DA9E9E51EE}"/>
                </a:ext>
              </a:extLst>
            </p:cNvPr>
            <p:cNvSpPr/>
            <p:nvPr/>
          </p:nvSpPr>
          <p:spPr>
            <a:xfrm>
              <a:off x="3878532" y="62739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55" name="Hexagon 2954">
              <a:extLst>
                <a:ext uri="{FF2B5EF4-FFF2-40B4-BE49-F238E27FC236}">
                  <a16:creationId xmlns:a16="http://schemas.microsoft.com/office/drawing/2014/main" id="{A2096ABB-51F2-4C05-8091-1470C602ACF8}"/>
                </a:ext>
              </a:extLst>
            </p:cNvPr>
            <p:cNvSpPr/>
            <p:nvPr/>
          </p:nvSpPr>
          <p:spPr>
            <a:xfrm>
              <a:off x="3631026" y="673166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2" name="Hexagon 2241">
              <a:extLst>
                <a:ext uri="{FF2B5EF4-FFF2-40B4-BE49-F238E27FC236}">
                  <a16:creationId xmlns:a16="http://schemas.microsoft.com/office/drawing/2014/main" id="{E4D3FD1C-B4E7-49F3-AAEE-0F1F8DB86F47}"/>
                </a:ext>
              </a:extLst>
            </p:cNvPr>
            <p:cNvSpPr/>
            <p:nvPr/>
          </p:nvSpPr>
          <p:spPr>
            <a:xfrm>
              <a:off x="10253442" y="10422942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3" name="Hexagon 2242">
              <a:extLst>
                <a:ext uri="{FF2B5EF4-FFF2-40B4-BE49-F238E27FC236}">
                  <a16:creationId xmlns:a16="http://schemas.microsoft.com/office/drawing/2014/main" id="{064B39FF-AF7D-40A9-947D-4FBFCCEB7437}"/>
                </a:ext>
              </a:extLst>
            </p:cNvPr>
            <p:cNvSpPr/>
            <p:nvPr/>
          </p:nvSpPr>
          <p:spPr>
            <a:xfrm>
              <a:off x="10726517" y="10784150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4" name="Hexagon 2243">
              <a:extLst>
                <a:ext uri="{FF2B5EF4-FFF2-40B4-BE49-F238E27FC236}">
                  <a16:creationId xmlns:a16="http://schemas.microsoft.com/office/drawing/2014/main" id="{FB0AB6A9-C38B-442A-AE90-A66372D09D7E}"/>
                </a:ext>
              </a:extLst>
            </p:cNvPr>
            <p:cNvSpPr/>
            <p:nvPr/>
          </p:nvSpPr>
          <p:spPr>
            <a:xfrm>
              <a:off x="10506189" y="773952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5" name="Hexagon 2244">
              <a:extLst>
                <a:ext uri="{FF2B5EF4-FFF2-40B4-BE49-F238E27FC236}">
                  <a16:creationId xmlns:a16="http://schemas.microsoft.com/office/drawing/2014/main" id="{6CA99AC9-29B3-4570-8027-DB834ACDF16A}"/>
                </a:ext>
              </a:extLst>
            </p:cNvPr>
            <p:cNvSpPr/>
            <p:nvPr/>
          </p:nvSpPr>
          <p:spPr>
            <a:xfrm>
              <a:off x="10720167" y="730120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6" name="Hexagon 2245">
              <a:extLst>
                <a:ext uri="{FF2B5EF4-FFF2-40B4-BE49-F238E27FC236}">
                  <a16:creationId xmlns:a16="http://schemas.microsoft.com/office/drawing/2014/main" id="{ACF64C87-E42E-4E32-A740-AE093C165483}"/>
                </a:ext>
              </a:extLst>
            </p:cNvPr>
            <p:cNvSpPr/>
            <p:nvPr/>
          </p:nvSpPr>
          <p:spPr>
            <a:xfrm>
              <a:off x="9077676" y="554435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7" name="Hexagon 2246">
              <a:extLst>
                <a:ext uri="{FF2B5EF4-FFF2-40B4-BE49-F238E27FC236}">
                  <a16:creationId xmlns:a16="http://schemas.microsoft.com/office/drawing/2014/main" id="{7AEC6ECC-EC81-4D7A-AD59-1CE713484B8F}"/>
                </a:ext>
              </a:extLst>
            </p:cNvPr>
            <p:cNvSpPr/>
            <p:nvPr/>
          </p:nvSpPr>
          <p:spPr>
            <a:xfrm>
              <a:off x="8834964" y="6003157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8" name="Hexagon 2247">
              <a:extLst>
                <a:ext uri="{FF2B5EF4-FFF2-40B4-BE49-F238E27FC236}">
                  <a16:creationId xmlns:a16="http://schemas.microsoft.com/office/drawing/2014/main" id="{A8825B10-D4CA-40CF-A609-C97F123F12CD}"/>
                </a:ext>
              </a:extLst>
            </p:cNvPr>
            <p:cNvSpPr/>
            <p:nvPr/>
          </p:nvSpPr>
          <p:spPr>
            <a:xfrm>
              <a:off x="4116825" y="3052120"/>
              <a:ext cx="307941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49" name="Hexagon 2248">
              <a:extLst>
                <a:ext uri="{FF2B5EF4-FFF2-40B4-BE49-F238E27FC236}">
                  <a16:creationId xmlns:a16="http://schemas.microsoft.com/office/drawing/2014/main" id="{F690B066-7789-452E-A8D9-58C689CD2AAC}"/>
                </a:ext>
              </a:extLst>
            </p:cNvPr>
            <p:cNvSpPr/>
            <p:nvPr/>
          </p:nvSpPr>
          <p:spPr>
            <a:xfrm>
              <a:off x="4810709" y="2784634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2" name="Hexagon 2251">
              <a:extLst>
                <a:ext uri="{FF2B5EF4-FFF2-40B4-BE49-F238E27FC236}">
                  <a16:creationId xmlns:a16="http://schemas.microsoft.com/office/drawing/2014/main" id="{1EFCB089-D42D-4BCB-9438-867D59977F3E}"/>
                </a:ext>
              </a:extLst>
            </p:cNvPr>
            <p:cNvSpPr/>
            <p:nvPr/>
          </p:nvSpPr>
          <p:spPr>
            <a:xfrm>
              <a:off x="8612703" y="352392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53" name="Hexagon 2252">
              <a:extLst>
                <a:ext uri="{FF2B5EF4-FFF2-40B4-BE49-F238E27FC236}">
                  <a16:creationId xmlns:a16="http://schemas.microsoft.com/office/drawing/2014/main" id="{955FEBB0-CF28-4827-B590-87ABE895990F}"/>
                </a:ext>
              </a:extLst>
            </p:cNvPr>
            <p:cNvSpPr/>
            <p:nvPr/>
          </p:nvSpPr>
          <p:spPr>
            <a:xfrm>
              <a:off x="9306883" y="3251132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51" name="2" hidden="1">
            <a:extLst>
              <a:ext uri="{FF2B5EF4-FFF2-40B4-BE49-F238E27FC236}">
                <a16:creationId xmlns:a16="http://schemas.microsoft.com/office/drawing/2014/main" id="{A7A84757-976F-456C-B803-36D019255D80}"/>
              </a:ext>
            </a:extLst>
          </p:cNvPr>
          <p:cNvGrpSpPr/>
          <p:nvPr/>
        </p:nvGrpSpPr>
        <p:grpSpPr>
          <a:xfrm>
            <a:off x="306140" y="1032190"/>
            <a:ext cx="5950927" cy="8465693"/>
            <a:chOff x="332450" y="2792957"/>
            <a:chExt cx="5950927" cy="8465693"/>
          </a:xfrm>
        </p:grpSpPr>
        <p:sp>
          <p:nvSpPr>
            <p:cNvPr id="728" name="Hexagon 727">
              <a:extLst>
                <a:ext uri="{FF2B5EF4-FFF2-40B4-BE49-F238E27FC236}">
                  <a16:creationId xmlns:a16="http://schemas.microsoft.com/office/drawing/2014/main" id="{B159AB28-B2B7-4BA5-A3BA-0AE0C7F7FE31}"/>
                </a:ext>
              </a:extLst>
            </p:cNvPr>
            <p:cNvSpPr/>
            <p:nvPr/>
          </p:nvSpPr>
          <p:spPr>
            <a:xfrm>
              <a:off x="1256142" y="11006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2" name="Hexagon 2381">
              <a:extLst>
                <a:ext uri="{FF2B5EF4-FFF2-40B4-BE49-F238E27FC236}">
                  <a16:creationId xmlns:a16="http://schemas.microsoft.com/office/drawing/2014/main" id="{C912F30B-9AF7-429C-8D32-3381E6681565}"/>
                </a:ext>
              </a:extLst>
            </p:cNvPr>
            <p:cNvSpPr/>
            <p:nvPr/>
          </p:nvSpPr>
          <p:spPr>
            <a:xfrm>
              <a:off x="1254098" y="10834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3" name="Hexagon 2382">
              <a:extLst>
                <a:ext uri="{FF2B5EF4-FFF2-40B4-BE49-F238E27FC236}">
                  <a16:creationId xmlns:a16="http://schemas.microsoft.com/office/drawing/2014/main" id="{C3B2B38C-2BB0-4880-A5E8-38538344C91E}"/>
                </a:ext>
              </a:extLst>
            </p:cNvPr>
            <p:cNvSpPr/>
            <p:nvPr/>
          </p:nvSpPr>
          <p:spPr>
            <a:xfrm>
              <a:off x="1260819" y="10659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5" name="Hexagon 2384">
              <a:extLst>
                <a:ext uri="{FF2B5EF4-FFF2-40B4-BE49-F238E27FC236}">
                  <a16:creationId xmlns:a16="http://schemas.microsoft.com/office/drawing/2014/main" id="{DF5864ED-CE79-4317-AFED-A7FAE6EA59A7}"/>
                </a:ext>
              </a:extLst>
            </p:cNvPr>
            <p:cNvSpPr/>
            <p:nvPr/>
          </p:nvSpPr>
          <p:spPr>
            <a:xfrm>
              <a:off x="1494997" y="107446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6" name="Hexagon 2385">
              <a:extLst>
                <a:ext uri="{FF2B5EF4-FFF2-40B4-BE49-F238E27FC236}">
                  <a16:creationId xmlns:a16="http://schemas.microsoft.com/office/drawing/2014/main" id="{08BBBE51-DEB2-4988-B0DB-D2DC66261417}"/>
                </a:ext>
              </a:extLst>
            </p:cNvPr>
            <p:cNvSpPr/>
            <p:nvPr/>
          </p:nvSpPr>
          <p:spPr>
            <a:xfrm>
              <a:off x="1496168" y="105634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7" name="Hexagon 2386">
              <a:extLst>
                <a:ext uri="{FF2B5EF4-FFF2-40B4-BE49-F238E27FC236}">
                  <a16:creationId xmlns:a16="http://schemas.microsoft.com/office/drawing/2014/main" id="{2E230FAC-D4FC-4621-9EE9-736EEC2F6852}"/>
                </a:ext>
              </a:extLst>
            </p:cNvPr>
            <p:cNvSpPr/>
            <p:nvPr/>
          </p:nvSpPr>
          <p:spPr>
            <a:xfrm>
              <a:off x="1491405" y="10379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8" name="Hexagon 2387">
              <a:extLst>
                <a:ext uri="{FF2B5EF4-FFF2-40B4-BE49-F238E27FC236}">
                  <a16:creationId xmlns:a16="http://schemas.microsoft.com/office/drawing/2014/main" id="{B8AC44DF-E9AE-40D8-9001-FAFA297DE6CA}"/>
                </a:ext>
              </a:extLst>
            </p:cNvPr>
            <p:cNvSpPr/>
            <p:nvPr/>
          </p:nvSpPr>
          <p:spPr>
            <a:xfrm>
              <a:off x="1734235" y="108319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9" name="Hexagon 2388">
              <a:extLst>
                <a:ext uri="{FF2B5EF4-FFF2-40B4-BE49-F238E27FC236}">
                  <a16:creationId xmlns:a16="http://schemas.microsoft.com/office/drawing/2014/main" id="{5E140DA1-DB16-4D68-BAC4-F64548AAB90C}"/>
                </a:ext>
              </a:extLst>
            </p:cNvPr>
            <p:cNvSpPr/>
            <p:nvPr/>
          </p:nvSpPr>
          <p:spPr>
            <a:xfrm>
              <a:off x="1731517" y="106501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0" name="Hexagon 2389">
              <a:extLst>
                <a:ext uri="{FF2B5EF4-FFF2-40B4-BE49-F238E27FC236}">
                  <a16:creationId xmlns:a16="http://schemas.microsoft.com/office/drawing/2014/main" id="{FBAD98D5-A8CF-40C6-9406-98213EB2148C}"/>
                </a:ext>
              </a:extLst>
            </p:cNvPr>
            <p:cNvSpPr/>
            <p:nvPr/>
          </p:nvSpPr>
          <p:spPr>
            <a:xfrm>
              <a:off x="1731517" y="10464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1" name="Hexagon 2390">
              <a:extLst>
                <a:ext uri="{FF2B5EF4-FFF2-40B4-BE49-F238E27FC236}">
                  <a16:creationId xmlns:a16="http://schemas.microsoft.com/office/drawing/2014/main" id="{09FD7A1C-71E6-430E-9D6B-596521055B2D}"/>
                </a:ext>
              </a:extLst>
            </p:cNvPr>
            <p:cNvSpPr/>
            <p:nvPr/>
          </p:nvSpPr>
          <p:spPr>
            <a:xfrm>
              <a:off x="1741715" y="11017202"/>
              <a:ext cx="301752" cy="170041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2" name="Hexagon 2391">
              <a:extLst>
                <a:ext uri="{FF2B5EF4-FFF2-40B4-BE49-F238E27FC236}">
                  <a16:creationId xmlns:a16="http://schemas.microsoft.com/office/drawing/2014/main" id="{D6EAA68B-419D-452B-9E2E-14D53D2E9B86}"/>
                </a:ext>
              </a:extLst>
            </p:cNvPr>
            <p:cNvSpPr/>
            <p:nvPr/>
          </p:nvSpPr>
          <p:spPr>
            <a:xfrm>
              <a:off x="1972804" y="109153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3" name="Hexagon 2392">
              <a:extLst>
                <a:ext uri="{FF2B5EF4-FFF2-40B4-BE49-F238E27FC236}">
                  <a16:creationId xmlns:a16="http://schemas.microsoft.com/office/drawing/2014/main" id="{80912DA7-481C-406F-8A72-D6DC92719251}"/>
                </a:ext>
              </a:extLst>
            </p:cNvPr>
            <p:cNvSpPr/>
            <p:nvPr/>
          </p:nvSpPr>
          <p:spPr>
            <a:xfrm>
              <a:off x="1969213" y="10736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4" name="Hexagon 2393">
              <a:extLst>
                <a:ext uri="{FF2B5EF4-FFF2-40B4-BE49-F238E27FC236}">
                  <a16:creationId xmlns:a16="http://schemas.microsoft.com/office/drawing/2014/main" id="{C8271301-4E78-4FBE-BD57-B2AC447794B6}"/>
                </a:ext>
              </a:extLst>
            </p:cNvPr>
            <p:cNvSpPr/>
            <p:nvPr/>
          </p:nvSpPr>
          <p:spPr>
            <a:xfrm>
              <a:off x="1966832" y="105504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5" name="Hexagon 2394">
              <a:extLst>
                <a:ext uri="{FF2B5EF4-FFF2-40B4-BE49-F238E27FC236}">
                  <a16:creationId xmlns:a16="http://schemas.microsoft.com/office/drawing/2014/main" id="{7909AC87-AFF1-40DE-AB41-8C568F529E0F}"/>
                </a:ext>
              </a:extLst>
            </p:cNvPr>
            <p:cNvSpPr/>
            <p:nvPr/>
          </p:nvSpPr>
          <p:spPr>
            <a:xfrm>
              <a:off x="1957834" y="10361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6" name="Hexagon 2395">
              <a:extLst>
                <a:ext uri="{FF2B5EF4-FFF2-40B4-BE49-F238E27FC236}">
                  <a16:creationId xmlns:a16="http://schemas.microsoft.com/office/drawing/2014/main" id="{F667E2E8-A63C-44F5-A1C1-936F82031CEB}"/>
                </a:ext>
              </a:extLst>
            </p:cNvPr>
            <p:cNvSpPr/>
            <p:nvPr/>
          </p:nvSpPr>
          <p:spPr>
            <a:xfrm>
              <a:off x="1955453" y="10175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7" name="Hexagon 2396">
              <a:extLst>
                <a:ext uri="{FF2B5EF4-FFF2-40B4-BE49-F238E27FC236}">
                  <a16:creationId xmlns:a16="http://schemas.microsoft.com/office/drawing/2014/main" id="{D1AD53C1-C257-44E6-B0CF-D3C6E5341CD9}"/>
                </a:ext>
              </a:extLst>
            </p:cNvPr>
            <p:cNvSpPr/>
            <p:nvPr/>
          </p:nvSpPr>
          <p:spPr>
            <a:xfrm>
              <a:off x="2207280" y="108195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8" name="Hexagon 2397">
              <a:extLst>
                <a:ext uri="{FF2B5EF4-FFF2-40B4-BE49-F238E27FC236}">
                  <a16:creationId xmlns:a16="http://schemas.microsoft.com/office/drawing/2014/main" id="{D40A62A7-A3EF-4760-9977-7C64806BF600}"/>
                </a:ext>
              </a:extLst>
            </p:cNvPr>
            <p:cNvSpPr/>
            <p:nvPr/>
          </p:nvSpPr>
          <p:spPr>
            <a:xfrm>
              <a:off x="2204899" y="10635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99" name="Hexagon 2398">
              <a:extLst>
                <a:ext uri="{FF2B5EF4-FFF2-40B4-BE49-F238E27FC236}">
                  <a16:creationId xmlns:a16="http://schemas.microsoft.com/office/drawing/2014/main" id="{D69BFE48-1368-46E2-9E00-60D16E2A730A}"/>
                </a:ext>
              </a:extLst>
            </p:cNvPr>
            <p:cNvSpPr/>
            <p:nvPr/>
          </p:nvSpPr>
          <p:spPr>
            <a:xfrm>
              <a:off x="2195901" y="104448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0" name="Hexagon 2399">
              <a:extLst>
                <a:ext uri="{FF2B5EF4-FFF2-40B4-BE49-F238E27FC236}">
                  <a16:creationId xmlns:a16="http://schemas.microsoft.com/office/drawing/2014/main" id="{0B094759-03ED-4121-8592-E1BCAD31E0E6}"/>
                </a:ext>
              </a:extLst>
            </p:cNvPr>
            <p:cNvSpPr/>
            <p:nvPr/>
          </p:nvSpPr>
          <p:spPr>
            <a:xfrm>
              <a:off x="2193520" y="102586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1" name="Hexagon 2400">
              <a:extLst>
                <a:ext uri="{FF2B5EF4-FFF2-40B4-BE49-F238E27FC236}">
                  <a16:creationId xmlns:a16="http://schemas.microsoft.com/office/drawing/2014/main" id="{22CFC853-4A0C-46EF-8ED6-A23977E88F82}"/>
                </a:ext>
              </a:extLst>
            </p:cNvPr>
            <p:cNvSpPr/>
            <p:nvPr/>
          </p:nvSpPr>
          <p:spPr>
            <a:xfrm>
              <a:off x="2427842" y="101623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5" name="Hexagon 2404">
              <a:extLst>
                <a:ext uri="{FF2B5EF4-FFF2-40B4-BE49-F238E27FC236}">
                  <a16:creationId xmlns:a16="http://schemas.microsoft.com/office/drawing/2014/main" id="{433FD573-BC09-4C4E-90FE-6BAE277D7032}"/>
                </a:ext>
              </a:extLst>
            </p:cNvPr>
            <p:cNvSpPr/>
            <p:nvPr/>
          </p:nvSpPr>
          <p:spPr>
            <a:xfrm>
              <a:off x="2443046" y="10905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6" name="Hexagon 2405">
              <a:extLst>
                <a:ext uri="{FF2B5EF4-FFF2-40B4-BE49-F238E27FC236}">
                  <a16:creationId xmlns:a16="http://schemas.microsoft.com/office/drawing/2014/main" id="{1BD1AA71-6BD8-465D-8F99-8E58C0F4480C}"/>
                </a:ext>
              </a:extLst>
            </p:cNvPr>
            <p:cNvSpPr/>
            <p:nvPr/>
          </p:nvSpPr>
          <p:spPr>
            <a:xfrm>
              <a:off x="2440665" y="107165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7" name="Hexagon 2406">
              <a:extLst>
                <a:ext uri="{FF2B5EF4-FFF2-40B4-BE49-F238E27FC236}">
                  <a16:creationId xmlns:a16="http://schemas.microsoft.com/office/drawing/2014/main" id="{0C91D949-E148-4606-9B2C-DE81EE7F643A}"/>
                </a:ext>
              </a:extLst>
            </p:cNvPr>
            <p:cNvSpPr/>
            <p:nvPr/>
          </p:nvSpPr>
          <p:spPr>
            <a:xfrm>
              <a:off x="2431667" y="105278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8" name="Hexagon 2407">
              <a:extLst>
                <a:ext uri="{FF2B5EF4-FFF2-40B4-BE49-F238E27FC236}">
                  <a16:creationId xmlns:a16="http://schemas.microsoft.com/office/drawing/2014/main" id="{D816B4B4-8018-410B-A7BE-838B8C46BB64}"/>
                </a:ext>
              </a:extLst>
            </p:cNvPr>
            <p:cNvSpPr/>
            <p:nvPr/>
          </p:nvSpPr>
          <p:spPr>
            <a:xfrm>
              <a:off x="2671848" y="1061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09" name="Hexagon 2408">
              <a:extLst>
                <a:ext uri="{FF2B5EF4-FFF2-40B4-BE49-F238E27FC236}">
                  <a16:creationId xmlns:a16="http://schemas.microsoft.com/office/drawing/2014/main" id="{81B3C73F-2539-4C60-9F59-50304992BD82}"/>
                </a:ext>
              </a:extLst>
            </p:cNvPr>
            <p:cNvSpPr/>
            <p:nvPr/>
          </p:nvSpPr>
          <p:spPr>
            <a:xfrm>
              <a:off x="2670261" y="104350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0" name="Hexagon 2409">
              <a:extLst>
                <a:ext uri="{FF2B5EF4-FFF2-40B4-BE49-F238E27FC236}">
                  <a16:creationId xmlns:a16="http://schemas.microsoft.com/office/drawing/2014/main" id="{432C38D6-716C-4DEB-926B-594D1F8FDA47}"/>
                </a:ext>
              </a:extLst>
            </p:cNvPr>
            <p:cNvSpPr/>
            <p:nvPr/>
          </p:nvSpPr>
          <p:spPr>
            <a:xfrm>
              <a:off x="2663644" y="10251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1" name="Hexagon 2410">
              <a:extLst>
                <a:ext uri="{FF2B5EF4-FFF2-40B4-BE49-F238E27FC236}">
                  <a16:creationId xmlns:a16="http://schemas.microsoft.com/office/drawing/2014/main" id="{6D90B811-489D-4B6B-A127-C25B19D93B1A}"/>
                </a:ext>
              </a:extLst>
            </p:cNvPr>
            <p:cNvSpPr/>
            <p:nvPr/>
          </p:nvSpPr>
          <p:spPr>
            <a:xfrm>
              <a:off x="2674608" y="109925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2" name="Hexagon 2411">
              <a:extLst>
                <a:ext uri="{FF2B5EF4-FFF2-40B4-BE49-F238E27FC236}">
                  <a16:creationId xmlns:a16="http://schemas.microsoft.com/office/drawing/2014/main" id="{2A0D29B0-50F8-4D7C-9DD0-BA6A2FE6864C}"/>
                </a:ext>
              </a:extLst>
            </p:cNvPr>
            <p:cNvSpPr/>
            <p:nvPr/>
          </p:nvSpPr>
          <p:spPr>
            <a:xfrm>
              <a:off x="2911594" y="10899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3" name="Hexagon 2412">
              <a:extLst>
                <a:ext uri="{FF2B5EF4-FFF2-40B4-BE49-F238E27FC236}">
                  <a16:creationId xmlns:a16="http://schemas.microsoft.com/office/drawing/2014/main" id="{A959B6D3-5AC4-4BF0-B942-10CF9D6BB42F}"/>
                </a:ext>
              </a:extLst>
            </p:cNvPr>
            <p:cNvSpPr/>
            <p:nvPr/>
          </p:nvSpPr>
          <p:spPr>
            <a:xfrm>
              <a:off x="2907626" y="10710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4" name="Hexagon 2413">
              <a:extLst>
                <a:ext uri="{FF2B5EF4-FFF2-40B4-BE49-F238E27FC236}">
                  <a16:creationId xmlns:a16="http://schemas.microsoft.com/office/drawing/2014/main" id="{DB3AC226-0628-437B-A2E9-DB99721762BA}"/>
                </a:ext>
              </a:extLst>
            </p:cNvPr>
            <p:cNvSpPr/>
            <p:nvPr/>
          </p:nvSpPr>
          <p:spPr>
            <a:xfrm>
              <a:off x="2905771" y="10526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5" name="Hexagon 2414">
              <a:extLst>
                <a:ext uri="{FF2B5EF4-FFF2-40B4-BE49-F238E27FC236}">
                  <a16:creationId xmlns:a16="http://schemas.microsoft.com/office/drawing/2014/main" id="{49B7C40B-8AF1-4ABF-9676-26569DCFD74C}"/>
                </a:ext>
              </a:extLst>
            </p:cNvPr>
            <p:cNvSpPr/>
            <p:nvPr/>
          </p:nvSpPr>
          <p:spPr>
            <a:xfrm>
              <a:off x="3145547" y="10798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6" name="Hexagon 2415">
              <a:extLst>
                <a:ext uri="{FF2B5EF4-FFF2-40B4-BE49-F238E27FC236}">
                  <a16:creationId xmlns:a16="http://schemas.microsoft.com/office/drawing/2014/main" id="{EB97D762-2C81-403F-9D70-2F30D8C34A61}"/>
                </a:ext>
              </a:extLst>
            </p:cNvPr>
            <p:cNvSpPr/>
            <p:nvPr/>
          </p:nvSpPr>
          <p:spPr>
            <a:xfrm>
              <a:off x="3141311" y="106141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7" name="Hexagon 2416">
              <a:extLst>
                <a:ext uri="{FF2B5EF4-FFF2-40B4-BE49-F238E27FC236}">
                  <a16:creationId xmlns:a16="http://schemas.microsoft.com/office/drawing/2014/main" id="{728A05C9-CB48-4A6A-93FE-074E641A08FB}"/>
                </a:ext>
              </a:extLst>
            </p:cNvPr>
            <p:cNvSpPr/>
            <p:nvPr/>
          </p:nvSpPr>
          <p:spPr>
            <a:xfrm>
              <a:off x="3385461" y="10892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8" name="Hexagon 2417">
              <a:extLst>
                <a:ext uri="{FF2B5EF4-FFF2-40B4-BE49-F238E27FC236}">
                  <a16:creationId xmlns:a16="http://schemas.microsoft.com/office/drawing/2014/main" id="{0CABA060-AE47-42F1-ABE0-11019196B0E8}"/>
                </a:ext>
              </a:extLst>
            </p:cNvPr>
            <p:cNvSpPr/>
            <p:nvPr/>
          </p:nvSpPr>
          <p:spPr>
            <a:xfrm>
              <a:off x="3381493" y="107043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19" name="Hexagon 2418">
              <a:extLst>
                <a:ext uri="{FF2B5EF4-FFF2-40B4-BE49-F238E27FC236}">
                  <a16:creationId xmlns:a16="http://schemas.microsoft.com/office/drawing/2014/main" id="{71BD6F40-C07B-490B-8847-08EB0AA037EC}"/>
                </a:ext>
              </a:extLst>
            </p:cNvPr>
            <p:cNvSpPr/>
            <p:nvPr/>
          </p:nvSpPr>
          <p:spPr>
            <a:xfrm>
              <a:off x="3379638" y="105204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0" name="Hexagon 2419">
              <a:extLst>
                <a:ext uri="{FF2B5EF4-FFF2-40B4-BE49-F238E27FC236}">
                  <a16:creationId xmlns:a16="http://schemas.microsoft.com/office/drawing/2014/main" id="{99712691-88C9-495D-8BC6-5BE504961457}"/>
                </a:ext>
              </a:extLst>
            </p:cNvPr>
            <p:cNvSpPr/>
            <p:nvPr/>
          </p:nvSpPr>
          <p:spPr>
            <a:xfrm>
              <a:off x="3621098" y="10984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1" name="Hexagon 2420">
              <a:extLst>
                <a:ext uri="{FF2B5EF4-FFF2-40B4-BE49-F238E27FC236}">
                  <a16:creationId xmlns:a16="http://schemas.microsoft.com/office/drawing/2014/main" id="{A4861EBB-A1B5-4C67-95C0-C2D8AF0CA717}"/>
                </a:ext>
              </a:extLst>
            </p:cNvPr>
            <p:cNvSpPr/>
            <p:nvPr/>
          </p:nvSpPr>
          <p:spPr>
            <a:xfrm>
              <a:off x="3621892" y="10796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2" name="Hexagon 2421">
              <a:extLst>
                <a:ext uri="{FF2B5EF4-FFF2-40B4-BE49-F238E27FC236}">
                  <a16:creationId xmlns:a16="http://schemas.microsoft.com/office/drawing/2014/main" id="{F7B970DC-EDC2-46B3-AD52-D65981E4AD2D}"/>
                </a:ext>
              </a:extLst>
            </p:cNvPr>
            <p:cNvSpPr/>
            <p:nvPr/>
          </p:nvSpPr>
          <p:spPr>
            <a:xfrm>
              <a:off x="3617917" y="104224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3" name="Hexagon 2422">
              <a:extLst>
                <a:ext uri="{FF2B5EF4-FFF2-40B4-BE49-F238E27FC236}">
                  <a16:creationId xmlns:a16="http://schemas.microsoft.com/office/drawing/2014/main" id="{E7D24E37-4B67-4327-891E-29B27FC5EDA5}"/>
                </a:ext>
              </a:extLst>
            </p:cNvPr>
            <p:cNvSpPr/>
            <p:nvPr/>
          </p:nvSpPr>
          <p:spPr>
            <a:xfrm>
              <a:off x="3853554" y="105121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4" name="Hexagon 2423">
              <a:extLst>
                <a:ext uri="{FF2B5EF4-FFF2-40B4-BE49-F238E27FC236}">
                  <a16:creationId xmlns:a16="http://schemas.microsoft.com/office/drawing/2014/main" id="{E46DA1C2-EA68-47B6-A234-C2908E052FE7}"/>
                </a:ext>
              </a:extLst>
            </p:cNvPr>
            <p:cNvSpPr/>
            <p:nvPr/>
          </p:nvSpPr>
          <p:spPr>
            <a:xfrm>
              <a:off x="3854386" y="1070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5" name="Hexagon 2424">
              <a:extLst>
                <a:ext uri="{FF2B5EF4-FFF2-40B4-BE49-F238E27FC236}">
                  <a16:creationId xmlns:a16="http://schemas.microsoft.com/office/drawing/2014/main" id="{AC091E83-4D8D-4DE2-9445-BC3A5166D84F}"/>
                </a:ext>
              </a:extLst>
            </p:cNvPr>
            <p:cNvSpPr/>
            <p:nvPr/>
          </p:nvSpPr>
          <p:spPr>
            <a:xfrm>
              <a:off x="4090464" y="107989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6" name="Hexagon 2425">
              <a:extLst>
                <a:ext uri="{FF2B5EF4-FFF2-40B4-BE49-F238E27FC236}">
                  <a16:creationId xmlns:a16="http://schemas.microsoft.com/office/drawing/2014/main" id="{72EDEE35-B052-4201-BBA0-E240F808EE11}"/>
                </a:ext>
              </a:extLst>
            </p:cNvPr>
            <p:cNvSpPr/>
            <p:nvPr/>
          </p:nvSpPr>
          <p:spPr>
            <a:xfrm>
              <a:off x="4090464" y="10615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7" name="Hexagon 2426">
              <a:extLst>
                <a:ext uri="{FF2B5EF4-FFF2-40B4-BE49-F238E27FC236}">
                  <a16:creationId xmlns:a16="http://schemas.microsoft.com/office/drawing/2014/main" id="{DCD7E81E-7B48-4EF0-9D57-36D6FE954144}"/>
                </a:ext>
              </a:extLst>
            </p:cNvPr>
            <p:cNvSpPr/>
            <p:nvPr/>
          </p:nvSpPr>
          <p:spPr>
            <a:xfrm>
              <a:off x="4095752" y="10424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8" name="Hexagon 2427">
              <a:extLst>
                <a:ext uri="{FF2B5EF4-FFF2-40B4-BE49-F238E27FC236}">
                  <a16:creationId xmlns:a16="http://schemas.microsoft.com/office/drawing/2014/main" id="{656A5987-A8F3-496C-9E3D-DCB17D72334E}"/>
                </a:ext>
              </a:extLst>
            </p:cNvPr>
            <p:cNvSpPr/>
            <p:nvPr/>
          </p:nvSpPr>
          <p:spPr>
            <a:xfrm>
              <a:off x="4088608" y="10240383"/>
              <a:ext cx="3119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29" name="Hexagon 2428">
              <a:extLst>
                <a:ext uri="{FF2B5EF4-FFF2-40B4-BE49-F238E27FC236}">
                  <a16:creationId xmlns:a16="http://schemas.microsoft.com/office/drawing/2014/main" id="{78231605-BA51-4BE9-9978-22D5FF19D767}"/>
                </a:ext>
              </a:extLst>
            </p:cNvPr>
            <p:cNvSpPr/>
            <p:nvPr/>
          </p:nvSpPr>
          <p:spPr>
            <a:xfrm>
              <a:off x="4328011" y="10896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0" name="Hexagon 2429">
              <a:extLst>
                <a:ext uri="{FF2B5EF4-FFF2-40B4-BE49-F238E27FC236}">
                  <a16:creationId xmlns:a16="http://schemas.microsoft.com/office/drawing/2014/main" id="{D991DA7C-E44D-4B9C-9F1B-EBC0604B9F68}"/>
                </a:ext>
              </a:extLst>
            </p:cNvPr>
            <p:cNvSpPr/>
            <p:nvPr/>
          </p:nvSpPr>
          <p:spPr>
            <a:xfrm>
              <a:off x="4325630" y="10712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1" name="Hexagon 2430">
              <a:extLst>
                <a:ext uri="{FF2B5EF4-FFF2-40B4-BE49-F238E27FC236}">
                  <a16:creationId xmlns:a16="http://schemas.microsoft.com/office/drawing/2014/main" id="{44FF8DB9-D31B-4C6E-98C8-289E28986AEC}"/>
                </a:ext>
              </a:extLst>
            </p:cNvPr>
            <p:cNvSpPr/>
            <p:nvPr/>
          </p:nvSpPr>
          <p:spPr>
            <a:xfrm>
              <a:off x="4326156" y="10524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2" name="Hexagon 2431">
              <a:extLst>
                <a:ext uri="{FF2B5EF4-FFF2-40B4-BE49-F238E27FC236}">
                  <a16:creationId xmlns:a16="http://schemas.microsoft.com/office/drawing/2014/main" id="{F278BCFF-4E7A-463F-89B1-8A8C8B0E1A21}"/>
                </a:ext>
              </a:extLst>
            </p:cNvPr>
            <p:cNvSpPr/>
            <p:nvPr/>
          </p:nvSpPr>
          <p:spPr>
            <a:xfrm>
              <a:off x="4565636" y="107982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3" name="Hexagon 2432">
              <a:extLst>
                <a:ext uri="{FF2B5EF4-FFF2-40B4-BE49-F238E27FC236}">
                  <a16:creationId xmlns:a16="http://schemas.microsoft.com/office/drawing/2014/main" id="{56643F22-2432-4A5A-A252-ED7170B77F9F}"/>
                </a:ext>
              </a:extLst>
            </p:cNvPr>
            <p:cNvSpPr/>
            <p:nvPr/>
          </p:nvSpPr>
          <p:spPr>
            <a:xfrm>
              <a:off x="4561400" y="106191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4" name="Hexagon 2433">
              <a:extLst>
                <a:ext uri="{FF2B5EF4-FFF2-40B4-BE49-F238E27FC236}">
                  <a16:creationId xmlns:a16="http://schemas.microsoft.com/office/drawing/2014/main" id="{7413003F-0421-467B-A5BE-FDC46A7CCC89}"/>
                </a:ext>
              </a:extLst>
            </p:cNvPr>
            <p:cNvSpPr/>
            <p:nvPr/>
          </p:nvSpPr>
          <p:spPr>
            <a:xfrm>
              <a:off x="4799780" y="10707949"/>
              <a:ext cx="3114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5" name="Hexagon 2434">
              <a:extLst>
                <a:ext uri="{FF2B5EF4-FFF2-40B4-BE49-F238E27FC236}">
                  <a16:creationId xmlns:a16="http://schemas.microsoft.com/office/drawing/2014/main" id="{931EDDD3-F154-4270-B37B-122995C7E2B1}"/>
                </a:ext>
              </a:extLst>
            </p:cNvPr>
            <p:cNvSpPr/>
            <p:nvPr/>
          </p:nvSpPr>
          <p:spPr>
            <a:xfrm>
              <a:off x="5044279" y="109863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6" name="Hexagon 2435">
              <a:extLst>
                <a:ext uri="{FF2B5EF4-FFF2-40B4-BE49-F238E27FC236}">
                  <a16:creationId xmlns:a16="http://schemas.microsoft.com/office/drawing/2014/main" id="{E0D4C48D-D127-41C5-9471-94298C03B611}"/>
                </a:ext>
              </a:extLst>
            </p:cNvPr>
            <p:cNvSpPr/>
            <p:nvPr/>
          </p:nvSpPr>
          <p:spPr>
            <a:xfrm>
              <a:off x="5040043" y="108048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7" name="Hexagon 2436">
              <a:extLst>
                <a:ext uri="{FF2B5EF4-FFF2-40B4-BE49-F238E27FC236}">
                  <a16:creationId xmlns:a16="http://schemas.microsoft.com/office/drawing/2014/main" id="{BA69DFCA-AF88-46D2-BB38-D5259BA891A8}"/>
                </a:ext>
              </a:extLst>
            </p:cNvPr>
            <p:cNvSpPr/>
            <p:nvPr/>
          </p:nvSpPr>
          <p:spPr>
            <a:xfrm>
              <a:off x="5280876" y="110757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8" name="Hexagon 2437">
              <a:extLst>
                <a:ext uri="{FF2B5EF4-FFF2-40B4-BE49-F238E27FC236}">
                  <a16:creationId xmlns:a16="http://schemas.microsoft.com/office/drawing/2014/main" id="{3F68B65A-ABC5-4A95-B2EE-ABEC3DB01D73}"/>
                </a:ext>
              </a:extLst>
            </p:cNvPr>
            <p:cNvSpPr/>
            <p:nvPr/>
          </p:nvSpPr>
          <p:spPr>
            <a:xfrm>
              <a:off x="5275249" y="107075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39" name="Hexagon 2438">
              <a:extLst>
                <a:ext uri="{FF2B5EF4-FFF2-40B4-BE49-F238E27FC236}">
                  <a16:creationId xmlns:a16="http://schemas.microsoft.com/office/drawing/2014/main" id="{19B31F05-2629-4AB6-B901-7CE0227D1750}"/>
                </a:ext>
              </a:extLst>
            </p:cNvPr>
            <p:cNvSpPr/>
            <p:nvPr/>
          </p:nvSpPr>
          <p:spPr>
            <a:xfrm>
              <a:off x="5515085" y="109795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0" name="Hexagon 2439">
              <a:extLst>
                <a:ext uri="{FF2B5EF4-FFF2-40B4-BE49-F238E27FC236}">
                  <a16:creationId xmlns:a16="http://schemas.microsoft.com/office/drawing/2014/main" id="{B7A4AFA9-E175-47E2-A692-B45CD9F86BB0}"/>
                </a:ext>
              </a:extLst>
            </p:cNvPr>
            <p:cNvSpPr/>
            <p:nvPr/>
          </p:nvSpPr>
          <p:spPr>
            <a:xfrm>
              <a:off x="5513230" y="107980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1" name="Hexagon 2440">
              <a:extLst>
                <a:ext uri="{FF2B5EF4-FFF2-40B4-BE49-F238E27FC236}">
                  <a16:creationId xmlns:a16="http://schemas.microsoft.com/office/drawing/2014/main" id="{8BF3EFDF-BAB4-4812-B408-3FFB067482D5}"/>
                </a:ext>
              </a:extLst>
            </p:cNvPr>
            <p:cNvSpPr/>
            <p:nvPr/>
          </p:nvSpPr>
          <p:spPr>
            <a:xfrm>
              <a:off x="5749797" y="108897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2" name="Hexagon 2441">
              <a:extLst>
                <a:ext uri="{FF2B5EF4-FFF2-40B4-BE49-F238E27FC236}">
                  <a16:creationId xmlns:a16="http://schemas.microsoft.com/office/drawing/2014/main" id="{A10B4945-1EA0-4742-B1D5-DE56C79F2654}"/>
                </a:ext>
              </a:extLst>
            </p:cNvPr>
            <p:cNvSpPr/>
            <p:nvPr/>
          </p:nvSpPr>
          <p:spPr>
            <a:xfrm>
              <a:off x="5981625" y="10795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4" name="Hexagon 2443">
              <a:extLst>
                <a:ext uri="{FF2B5EF4-FFF2-40B4-BE49-F238E27FC236}">
                  <a16:creationId xmlns:a16="http://schemas.microsoft.com/office/drawing/2014/main" id="{6D3853A5-9F6C-425F-A3EF-54AB98E9073E}"/>
                </a:ext>
              </a:extLst>
            </p:cNvPr>
            <p:cNvSpPr/>
            <p:nvPr/>
          </p:nvSpPr>
          <p:spPr>
            <a:xfrm>
              <a:off x="1251278" y="10287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5" name="Hexagon 2444">
              <a:extLst>
                <a:ext uri="{FF2B5EF4-FFF2-40B4-BE49-F238E27FC236}">
                  <a16:creationId xmlns:a16="http://schemas.microsoft.com/office/drawing/2014/main" id="{7709E728-03D6-412C-9483-D15A8DBFE8BF}"/>
                </a:ext>
              </a:extLst>
            </p:cNvPr>
            <p:cNvSpPr/>
            <p:nvPr/>
          </p:nvSpPr>
          <p:spPr>
            <a:xfrm>
              <a:off x="1489009" y="1018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6" name="Hexagon 2445">
              <a:extLst>
                <a:ext uri="{FF2B5EF4-FFF2-40B4-BE49-F238E27FC236}">
                  <a16:creationId xmlns:a16="http://schemas.microsoft.com/office/drawing/2014/main" id="{191EF683-C781-4E1F-B951-3E9CBA964470}"/>
                </a:ext>
              </a:extLst>
            </p:cNvPr>
            <p:cNvSpPr/>
            <p:nvPr/>
          </p:nvSpPr>
          <p:spPr>
            <a:xfrm>
              <a:off x="1724851" y="100882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7" name="Hexagon 2446">
              <a:extLst>
                <a:ext uri="{FF2B5EF4-FFF2-40B4-BE49-F238E27FC236}">
                  <a16:creationId xmlns:a16="http://schemas.microsoft.com/office/drawing/2014/main" id="{ABD55B7A-0765-4458-AEF8-28CDBA76A7ED}"/>
                </a:ext>
              </a:extLst>
            </p:cNvPr>
            <p:cNvSpPr/>
            <p:nvPr/>
          </p:nvSpPr>
          <p:spPr>
            <a:xfrm>
              <a:off x="1254536" y="100965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8" name="Hexagon 2447">
              <a:extLst>
                <a:ext uri="{FF2B5EF4-FFF2-40B4-BE49-F238E27FC236}">
                  <a16:creationId xmlns:a16="http://schemas.microsoft.com/office/drawing/2014/main" id="{33C8CE40-7E4D-42CD-ACA4-FAF13CE3EC5C}"/>
                </a:ext>
              </a:extLst>
            </p:cNvPr>
            <p:cNvSpPr/>
            <p:nvPr/>
          </p:nvSpPr>
          <p:spPr>
            <a:xfrm>
              <a:off x="1492267" y="99976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9" name="Hexagon 2448">
              <a:extLst>
                <a:ext uri="{FF2B5EF4-FFF2-40B4-BE49-F238E27FC236}">
                  <a16:creationId xmlns:a16="http://schemas.microsoft.com/office/drawing/2014/main" id="{90F8B37F-C5B5-4543-B500-D8E21BFE5FBD}"/>
                </a:ext>
              </a:extLst>
            </p:cNvPr>
            <p:cNvSpPr/>
            <p:nvPr/>
          </p:nvSpPr>
          <p:spPr>
            <a:xfrm>
              <a:off x="1723346" y="9904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0" name="Hexagon 2449">
              <a:extLst>
                <a:ext uri="{FF2B5EF4-FFF2-40B4-BE49-F238E27FC236}">
                  <a16:creationId xmlns:a16="http://schemas.microsoft.com/office/drawing/2014/main" id="{DB19E115-9D89-4E50-A829-3DC4AA2EBCD0}"/>
                </a:ext>
              </a:extLst>
            </p:cNvPr>
            <p:cNvSpPr/>
            <p:nvPr/>
          </p:nvSpPr>
          <p:spPr>
            <a:xfrm>
              <a:off x="1256041" y="9907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51" name="Hexagon 2450">
              <a:extLst>
                <a:ext uri="{FF2B5EF4-FFF2-40B4-BE49-F238E27FC236}">
                  <a16:creationId xmlns:a16="http://schemas.microsoft.com/office/drawing/2014/main" id="{B8B22610-2DAE-4025-8A41-ECE1CE9F8C7C}"/>
                </a:ext>
              </a:extLst>
            </p:cNvPr>
            <p:cNvSpPr/>
            <p:nvPr/>
          </p:nvSpPr>
          <p:spPr>
            <a:xfrm>
              <a:off x="1493772" y="98084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2" name="Hexagon 2451">
              <a:extLst>
                <a:ext uri="{FF2B5EF4-FFF2-40B4-BE49-F238E27FC236}">
                  <a16:creationId xmlns:a16="http://schemas.microsoft.com/office/drawing/2014/main" id="{94B4B664-C8F4-46ED-A749-DCA2559D4420}"/>
                </a:ext>
              </a:extLst>
            </p:cNvPr>
            <p:cNvSpPr/>
            <p:nvPr/>
          </p:nvSpPr>
          <p:spPr>
            <a:xfrm>
              <a:off x="1724851" y="97175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3" name="Hexagon 2452">
              <a:extLst>
                <a:ext uri="{FF2B5EF4-FFF2-40B4-BE49-F238E27FC236}">
                  <a16:creationId xmlns:a16="http://schemas.microsoft.com/office/drawing/2014/main" id="{97DA42B5-3524-4CB8-A580-1205D1975957}"/>
                </a:ext>
              </a:extLst>
            </p:cNvPr>
            <p:cNvSpPr/>
            <p:nvPr/>
          </p:nvSpPr>
          <p:spPr>
            <a:xfrm>
              <a:off x="1499092" y="9621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4" name="Hexagon 2453">
              <a:extLst>
                <a:ext uri="{FF2B5EF4-FFF2-40B4-BE49-F238E27FC236}">
                  <a16:creationId xmlns:a16="http://schemas.microsoft.com/office/drawing/2014/main" id="{412EE0B1-4434-4065-827A-CDE65B857E69}"/>
                </a:ext>
              </a:extLst>
            </p:cNvPr>
            <p:cNvSpPr/>
            <p:nvPr/>
          </p:nvSpPr>
          <p:spPr>
            <a:xfrm>
              <a:off x="1730171" y="9535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5" name="Hexagon 2454">
              <a:extLst>
                <a:ext uri="{FF2B5EF4-FFF2-40B4-BE49-F238E27FC236}">
                  <a16:creationId xmlns:a16="http://schemas.microsoft.com/office/drawing/2014/main" id="{0D9C5F9E-15DE-428E-BFDA-8D3BB23560C3}"/>
                </a:ext>
              </a:extLst>
            </p:cNvPr>
            <p:cNvSpPr/>
            <p:nvPr/>
          </p:nvSpPr>
          <p:spPr>
            <a:xfrm>
              <a:off x="1732162" y="9350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6" name="Hexagon 2455">
              <a:extLst>
                <a:ext uri="{FF2B5EF4-FFF2-40B4-BE49-F238E27FC236}">
                  <a16:creationId xmlns:a16="http://schemas.microsoft.com/office/drawing/2014/main" id="{9B4B6070-7E36-455D-A8CE-3D7BE7A4708C}"/>
                </a:ext>
              </a:extLst>
            </p:cNvPr>
            <p:cNvSpPr/>
            <p:nvPr/>
          </p:nvSpPr>
          <p:spPr>
            <a:xfrm>
              <a:off x="1963241" y="9256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7" name="Hexagon 2456">
              <a:extLst>
                <a:ext uri="{FF2B5EF4-FFF2-40B4-BE49-F238E27FC236}">
                  <a16:creationId xmlns:a16="http://schemas.microsoft.com/office/drawing/2014/main" id="{D334D0D9-0E4B-44F8-BC7F-410EE8F7E121}"/>
                </a:ext>
              </a:extLst>
            </p:cNvPr>
            <p:cNvSpPr/>
            <p:nvPr/>
          </p:nvSpPr>
          <p:spPr>
            <a:xfrm>
              <a:off x="1966453" y="90716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8" name="Hexagon 2457">
              <a:extLst>
                <a:ext uri="{FF2B5EF4-FFF2-40B4-BE49-F238E27FC236}">
                  <a16:creationId xmlns:a16="http://schemas.microsoft.com/office/drawing/2014/main" id="{D50AE7F8-8A98-4DD0-A7FF-C8226A5D4D4D}"/>
                </a:ext>
              </a:extLst>
            </p:cNvPr>
            <p:cNvSpPr/>
            <p:nvPr/>
          </p:nvSpPr>
          <p:spPr>
            <a:xfrm>
              <a:off x="1967011" y="8882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59" name="Hexagon 2458">
              <a:extLst>
                <a:ext uri="{FF2B5EF4-FFF2-40B4-BE49-F238E27FC236}">
                  <a16:creationId xmlns:a16="http://schemas.microsoft.com/office/drawing/2014/main" id="{E2EC8217-56F4-4CDD-A85C-A221C093E59E}"/>
                </a:ext>
              </a:extLst>
            </p:cNvPr>
            <p:cNvSpPr/>
            <p:nvPr/>
          </p:nvSpPr>
          <p:spPr>
            <a:xfrm>
              <a:off x="1966621" y="8694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0" name="Hexagon 2459">
              <a:extLst>
                <a:ext uri="{FF2B5EF4-FFF2-40B4-BE49-F238E27FC236}">
                  <a16:creationId xmlns:a16="http://schemas.microsoft.com/office/drawing/2014/main" id="{C1DA8E6E-F12C-4189-8420-826CCFBDDAE7}"/>
                </a:ext>
              </a:extLst>
            </p:cNvPr>
            <p:cNvSpPr/>
            <p:nvPr/>
          </p:nvSpPr>
          <p:spPr>
            <a:xfrm>
              <a:off x="1736002" y="87846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1" name="Hexagon 2460">
              <a:extLst>
                <a:ext uri="{FF2B5EF4-FFF2-40B4-BE49-F238E27FC236}">
                  <a16:creationId xmlns:a16="http://schemas.microsoft.com/office/drawing/2014/main" id="{0DA2B5C0-1F26-4691-B563-0D921888ACB0}"/>
                </a:ext>
              </a:extLst>
            </p:cNvPr>
            <p:cNvSpPr/>
            <p:nvPr/>
          </p:nvSpPr>
          <p:spPr>
            <a:xfrm>
              <a:off x="1735612" y="85944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2" name="Hexagon 2461">
              <a:extLst>
                <a:ext uri="{FF2B5EF4-FFF2-40B4-BE49-F238E27FC236}">
                  <a16:creationId xmlns:a16="http://schemas.microsoft.com/office/drawing/2014/main" id="{6800753A-FFD8-4EE1-9FD5-B154047F7BB8}"/>
                </a:ext>
              </a:extLst>
            </p:cNvPr>
            <p:cNvSpPr/>
            <p:nvPr/>
          </p:nvSpPr>
          <p:spPr>
            <a:xfrm>
              <a:off x="1501547" y="8693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3" name="Hexagon 2462">
              <a:extLst>
                <a:ext uri="{FF2B5EF4-FFF2-40B4-BE49-F238E27FC236}">
                  <a16:creationId xmlns:a16="http://schemas.microsoft.com/office/drawing/2014/main" id="{C870BB78-A221-4D66-9179-D57666740F6B}"/>
                </a:ext>
              </a:extLst>
            </p:cNvPr>
            <p:cNvSpPr/>
            <p:nvPr/>
          </p:nvSpPr>
          <p:spPr>
            <a:xfrm>
              <a:off x="1499997" y="85110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4" name="Hexagon 2463">
              <a:extLst>
                <a:ext uri="{FF2B5EF4-FFF2-40B4-BE49-F238E27FC236}">
                  <a16:creationId xmlns:a16="http://schemas.microsoft.com/office/drawing/2014/main" id="{1A7017A0-B6B1-4411-899F-446A4962C20D}"/>
                </a:ext>
              </a:extLst>
            </p:cNvPr>
            <p:cNvSpPr/>
            <p:nvPr/>
          </p:nvSpPr>
          <p:spPr>
            <a:xfrm>
              <a:off x="1498174" y="8326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6" name="Hexagon 2465">
              <a:extLst>
                <a:ext uri="{FF2B5EF4-FFF2-40B4-BE49-F238E27FC236}">
                  <a16:creationId xmlns:a16="http://schemas.microsoft.com/office/drawing/2014/main" id="{7A5FDE99-47A8-4B2C-88D2-D890DE0F7DF7}"/>
                </a:ext>
              </a:extLst>
            </p:cNvPr>
            <p:cNvSpPr/>
            <p:nvPr/>
          </p:nvSpPr>
          <p:spPr>
            <a:xfrm>
              <a:off x="1010661" y="8132591"/>
              <a:ext cx="33485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7" name="Hexagon 2466">
              <a:extLst>
                <a:ext uri="{FF2B5EF4-FFF2-40B4-BE49-F238E27FC236}">
                  <a16:creationId xmlns:a16="http://schemas.microsoft.com/office/drawing/2014/main" id="{CDCF9E7F-A17E-4F4F-A9C4-B1A0F4BECED0}"/>
                </a:ext>
              </a:extLst>
            </p:cNvPr>
            <p:cNvSpPr/>
            <p:nvPr/>
          </p:nvSpPr>
          <p:spPr>
            <a:xfrm>
              <a:off x="1265668" y="80422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8" name="Hexagon 2467">
              <a:extLst>
                <a:ext uri="{FF2B5EF4-FFF2-40B4-BE49-F238E27FC236}">
                  <a16:creationId xmlns:a16="http://schemas.microsoft.com/office/drawing/2014/main" id="{FB1474EB-AD86-4B29-8494-144E82218316}"/>
                </a:ext>
              </a:extLst>
            </p:cNvPr>
            <p:cNvSpPr/>
            <p:nvPr/>
          </p:nvSpPr>
          <p:spPr>
            <a:xfrm>
              <a:off x="574323" y="79483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69" name="Hexagon 2468">
              <a:extLst>
                <a:ext uri="{FF2B5EF4-FFF2-40B4-BE49-F238E27FC236}">
                  <a16:creationId xmlns:a16="http://schemas.microsoft.com/office/drawing/2014/main" id="{6102D94A-AA91-47C1-8046-92F2947D9AE5}"/>
                </a:ext>
              </a:extLst>
            </p:cNvPr>
            <p:cNvSpPr/>
            <p:nvPr/>
          </p:nvSpPr>
          <p:spPr>
            <a:xfrm>
              <a:off x="803548" y="78557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0" name="Hexagon 2469">
              <a:extLst>
                <a:ext uri="{FF2B5EF4-FFF2-40B4-BE49-F238E27FC236}">
                  <a16:creationId xmlns:a16="http://schemas.microsoft.com/office/drawing/2014/main" id="{184E7D41-5876-4E4B-B797-2EB9C5765AC1}"/>
                </a:ext>
              </a:extLst>
            </p:cNvPr>
            <p:cNvSpPr/>
            <p:nvPr/>
          </p:nvSpPr>
          <p:spPr>
            <a:xfrm>
              <a:off x="1037954" y="77610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1" name="Hexagon 2470">
              <a:extLst>
                <a:ext uri="{FF2B5EF4-FFF2-40B4-BE49-F238E27FC236}">
                  <a16:creationId xmlns:a16="http://schemas.microsoft.com/office/drawing/2014/main" id="{799ECC30-253A-47C5-9B6E-26E283F29370}"/>
                </a:ext>
              </a:extLst>
            </p:cNvPr>
            <p:cNvSpPr/>
            <p:nvPr/>
          </p:nvSpPr>
          <p:spPr>
            <a:xfrm>
              <a:off x="802030" y="76670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2" name="Hexagon 2471">
              <a:extLst>
                <a:ext uri="{FF2B5EF4-FFF2-40B4-BE49-F238E27FC236}">
                  <a16:creationId xmlns:a16="http://schemas.microsoft.com/office/drawing/2014/main" id="{6C9454D0-96B6-49F2-8D43-C568559EC211}"/>
                </a:ext>
              </a:extLst>
            </p:cNvPr>
            <p:cNvSpPr/>
            <p:nvPr/>
          </p:nvSpPr>
          <p:spPr>
            <a:xfrm>
              <a:off x="1038047" y="75737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3" name="Hexagon 2472">
              <a:extLst>
                <a:ext uri="{FF2B5EF4-FFF2-40B4-BE49-F238E27FC236}">
                  <a16:creationId xmlns:a16="http://schemas.microsoft.com/office/drawing/2014/main" id="{D5212B1F-8B4D-4DEA-AA8F-E1AC6A3B62FC}"/>
                </a:ext>
              </a:extLst>
            </p:cNvPr>
            <p:cNvSpPr/>
            <p:nvPr/>
          </p:nvSpPr>
          <p:spPr>
            <a:xfrm>
              <a:off x="802123" y="74798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4" name="Hexagon 2473">
              <a:extLst>
                <a:ext uri="{FF2B5EF4-FFF2-40B4-BE49-F238E27FC236}">
                  <a16:creationId xmlns:a16="http://schemas.microsoft.com/office/drawing/2014/main" id="{91FF5E08-9261-493C-A6AD-EC4AE64DAD1A}"/>
                </a:ext>
              </a:extLst>
            </p:cNvPr>
            <p:cNvSpPr/>
            <p:nvPr/>
          </p:nvSpPr>
          <p:spPr>
            <a:xfrm>
              <a:off x="568958" y="73901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75" name="Hexagon 2474">
              <a:extLst>
                <a:ext uri="{FF2B5EF4-FFF2-40B4-BE49-F238E27FC236}">
                  <a16:creationId xmlns:a16="http://schemas.microsoft.com/office/drawing/2014/main" id="{BFCB6678-37A7-40E8-82C8-606316BD0DD8}"/>
                </a:ext>
              </a:extLst>
            </p:cNvPr>
            <p:cNvSpPr/>
            <p:nvPr/>
          </p:nvSpPr>
          <p:spPr>
            <a:xfrm>
              <a:off x="335415" y="73009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8" name="Hexagon 2477">
              <a:extLst>
                <a:ext uri="{FF2B5EF4-FFF2-40B4-BE49-F238E27FC236}">
                  <a16:creationId xmlns:a16="http://schemas.microsoft.com/office/drawing/2014/main" id="{33F9A900-2688-4362-9ADF-4C22ED1A7091}"/>
                </a:ext>
              </a:extLst>
            </p:cNvPr>
            <p:cNvSpPr/>
            <p:nvPr/>
          </p:nvSpPr>
          <p:spPr>
            <a:xfrm>
              <a:off x="332450" y="71184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79" name="Hexagon 2478">
              <a:extLst>
                <a:ext uri="{FF2B5EF4-FFF2-40B4-BE49-F238E27FC236}">
                  <a16:creationId xmlns:a16="http://schemas.microsoft.com/office/drawing/2014/main" id="{CD159093-F107-4936-85AF-B3E42AB555D8}"/>
                </a:ext>
              </a:extLst>
            </p:cNvPr>
            <p:cNvSpPr/>
            <p:nvPr/>
          </p:nvSpPr>
          <p:spPr>
            <a:xfrm>
              <a:off x="564551" y="7018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2480" name="Hexagon 2479">
              <a:extLst>
                <a:ext uri="{FF2B5EF4-FFF2-40B4-BE49-F238E27FC236}">
                  <a16:creationId xmlns:a16="http://schemas.microsoft.com/office/drawing/2014/main" id="{1D21639E-7EC6-4521-899E-74876A0ABFB0}"/>
                </a:ext>
              </a:extLst>
            </p:cNvPr>
            <p:cNvSpPr/>
            <p:nvPr/>
          </p:nvSpPr>
          <p:spPr>
            <a:xfrm>
              <a:off x="567025" y="6834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1" name="Hexagon 2480">
              <a:extLst>
                <a:ext uri="{FF2B5EF4-FFF2-40B4-BE49-F238E27FC236}">
                  <a16:creationId xmlns:a16="http://schemas.microsoft.com/office/drawing/2014/main" id="{1E08253E-3ACD-4BE4-8A68-9FD80A50FFCD}"/>
                </a:ext>
              </a:extLst>
            </p:cNvPr>
            <p:cNvSpPr/>
            <p:nvPr/>
          </p:nvSpPr>
          <p:spPr>
            <a:xfrm>
              <a:off x="801474" y="72981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2" name="Hexagon 2481">
              <a:extLst>
                <a:ext uri="{FF2B5EF4-FFF2-40B4-BE49-F238E27FC236}">
                  <a16:creationId xmlns:a16="http://schemas.microsoft.com/office/drawing/2014/main" id="{2C4D4661-8254-47C7-9111-34C4B28599F6}"/>
                </a:ext>
              </a:extLst>
            </p:cNvPr>
            <p:cNvSpPr/>
            <p:nvPr/>
          </p:nvSpPr>
          <p:spPr>
            <a:xfrm>
              <a:off x="799956" y="71094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3" name="Hexagon 2482">
              <a:extLst>
                <a:ext uri="{FF2B5EF4-FFF2-40B4-BE49-F238E27FC236}">
                  <a16:creationId xmlns:a16="http://schemas.microsoft.com/office/drawing/2014/main" id="{E3AFF90C-4C98-4E0B-9E99-864D734CECBD}"/>
                </a:ext>
              </a:extLst>
            </p:cNvPr>
            <p:cNvSpPr/>
            <p:nvPr/>
          </p:nvSpPr>
          <p:spPr>
            <a:xfrm>
              <a:off x="800049" y="69222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4" name="Hexagon 2483">
              <a:extLst>
                <a:ext uri="{FF2B5EF4-FFF2-40B4-BE49-F238E27FC236}">
                  <a16:creationId xmlns:a16="http://schemas.microsoft.com/office/drawing/2014/main" id="{DA8A2B3D-3DD6-4703-A7B5-60878A6049FE}"/>
                </a:ext>
              </a:extLst>
            </p:cNvPr>
            <p:cNvSpPr/>
            <p:nvPr/>
          </p:nvSpPr>
          <p:spPr>
            <a:xfrm>
              <a:off x="797947" y="67399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5" name="Hexagon 2484">
              <a:extLst>
                <a:ext uri="{FF2B5EF4-FFF2-40B4-BE49-F238E27FC236}">
                  <a16:creationId xmlns:a16="http://schemas.microsoft.com/office/drawing/2014/main" id="{98A43077-3977-4EA1-9574-7F9F4097A5EF}"/>
                </a:ext>
              </a:extLst>
            </p:cNvPr>
            <p:cNvSpPr/>
            <p:nvPr/>
          </p:nvSpPr>
          <p:spPr>
            <a:xfrm>
              <a:off x="1035874" y="73867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6" name="Hexagon 2485">
              <a:extLst>
                <a:ext uri="{FF2B5EF4-FFF2-40B4-BE49-F238E27FC236}">
                  <a16:creationId xmlns:a16="http://schemas.microsoft.com/office/drawing/2014/main" id="{2CE29FBE-3A38-4AB4-9C3F-611F594D7323}"/>
                </a:ext>
              </a:extLst>
            </p:cNvPr>
            <p:cNvSpPr/>
            <p:nvPr/>
          </p:nvSpPr>
          <p:spPr>
            <a:xfrm>
              <a:off x="1030463" y="72051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7" name="Hexagon 2486">
              <a:extLst>
                <a:ext uri="{FF2B5EF4-FFF2-40B4-BE49-F238E27FC236}">
                  <a16:creationId xmlns:a16="http://schemas.microsoft.com/office/drawing/2014/main" id="{B162380B-EEF7-441B-BBE7-F12C50EDB175}"/>
                </a:ext>
              </a:extLst>
            </p:cNvPr>
            <p:cNvSpPr/>
            <p:nvPr/>
          </p:nvSpPr>
          <p:spPr>
            <a:xfrm>
              <a:off x="1028945" y="70164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8" name="Hexagon 2487">
              <a:extLst>
                <a:ext uri="{FF2B5EF4-FFF2-40B4-BE49-F238E27FC236}">
                  <a16:creationId xmlns:a16="http://schemas.microsoft.com/office/drawing/2014/main" id="{62BECC6C-BE7D-455B-AE21-C569ACE90B20}"/>
                </a:ext>
              </a:extLst>
            </p:cNvPr>
            <p:cNvSpPr/>
            <p:nvPr/>
          </p:nvSpPr>
          <p:spPr>
            <a:xfrm>
              <a:off x="1029038" y="68292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89" name="Hexagon 2488">
              <a:extLst>
                <a:ext uri="{FF2B5EF4-FFF2-40B4-BE49-F238E27FC236}">
                  <a16:creationId xmlns:a16="http://schemas.microsoft.com/office/drawing/2014/main" id="{A203371D-6006-4BF0-A540-6FBA05A9E88D}"/>
                </a:ext>
              </a:extLst>
            </p:cNvPr>
            <p:cNvSpPr/>
            <p:nvPr/>
          </p:nvSpPr>
          <p:spPr>
            <a:xfrm>
              <a:off x="1026936" y="66469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0" name="Hexagon 2489">
              <a:extLst>
                <a:ext uri="{FF2B5EF4-FFF2-40B4-BE49-F238E27FC236}">
                  <a16:creationId xmlns:a16="http://schemas.microsoft.com/office/drawing/2014/main" id="{900A8878-DAA4-4E38-BA75-F22D959A26BA}"/>
                </a:ext>
              </a:extLst>
            </p:cNvPr>
            <p:cNvSpPr/>
            <p:nvPr/>
          </p:nvSpPr>
          <p:spPr>
            <a:xfrm>
              <a:off x="1024668" y="64686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1" name="Hexagon 2490">
              <a:extLst>
                <a:ext uri="{FF2B5EF4-FFF2-40B4-BE49-F238E27FC236}">
                  <a16:creationId xmlns:a16="http://schemas.microsoft.com/office/drawing/2014/main" id="{01607038-B23A-4316-9E97-DCDEDEFB0E9B}"/>
                </a:ext>
              </a:extLst>
            </p:cNvPr>
            <p:cNvSpPr/>
            <p:nvPr/>
          </p:nvSpPr>
          <p:spPr>
            <a:xfrm>
              <a:off x="1265090" y="67391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2" name="Hexagon 2491">
              <a:extLst>
                <a:ext uri="{FF2B5EF4-FFF2-40B4-BE49-F238E27FC236}">
                  <a16:creationId xmlns:a16="http://schemas.microsoft.com/office/drawing/2014/main" id="{E02627A0-3814-45B7-9B1C-94C9E388E628}"/>
                </a:ext>
              </a:extLst>
            </p:cNvPr>
            <p:cNvSpPr/>
            <p:nvPr/>
          </p:nvSpPr>
          <p:spPr>
            <a:xfrm>
              <a:off x="1262988" y="6556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3" name="Hexagon 2492">
              <a:extLst>
                <a:ext uri="{FF2B5EF4-FFF2-40B4-BE49-F238E27FC236}">
                  <a16:creationId xmlns:a16="http://schemas.microsoft.com/office/drawing/2014/main" id="{C32A1D5E-A493-4E01-B68F-B827F4533C65}"/>
                </a:ext>
              </a:extLst>
            </p:cNvPr>
            <p:cNvSpPr/>
            <p:nvPr/>
          </p:nvSpPr>
          <p:spPr>
            <a:xfrm>
              <a:off x="1260720" y="6378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4" name="Hexagon 2493">
              <a:extLst>
                <a:ext uri="{FF2B5EF4-FFF2-40B4-BE49-F238E27FC236}">
                  <a16:creationId xmlns:a16="http://schemas.microsoft.com/office/drawing/2014/main" id="{05981C5F-7244-4C68-B661-14943E003084}"/>
                </a:ext>
              </a:extLst>
            </p:cNvPr>
            <p:cNvSpPr/>
            <p:nvPr/>
          </p:nvSpPr>
          <p:spPr>
            <a:xfrm>
              <a:off x="1271262" y="73006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5" name="Hexagon 2494">
              <a:extLst>
                <a:ext uri="{FF2B5EF4-FFF2-40B4-BE49-F238E27FC236}">
                  <a16:creationId xmlns:a16="http://schemas.microsoft.com/office/drawing/2014/main" id="{A605AC21-EB64-4869-91B1-1157D9C6D57E}"/>
                </a:ext>
              </a:extLst>
            </p:cNvPr>
            <p:cNvSpPr/>
            <p:nvPr/>
          </p:nvSpPr>
          <p:spPr>
            <a:xfrm>
              <a:off x="1264982" y="71190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6" name="Hexagon 2495">
              <a:extLst>
                <a:ext uri="{FF2B5EF4-FFF2-40B4-BE49-F238E27FC236}">
                  <a16:creationId xmlns:a16="http://schemas.microsoft.com/office/drawing/2014/main" id="{9E4F19C9-7D12-4425-AE9D-03A4EA773A97}"/>
                </a:ext>
              </a:extLst>
            </p:cNvPr>
            <p:cNvSpPr/>
            <p:nvPr/>
          </p:nvSpPr>
          <p:spPr>
            <a:xfrm>
              <a:off x="1504723" y="72125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7" name="Hexagon 2496">
              <a:extLst>
                <a:ext uri="{FF2B5EF4-FFF2-40B4-BE49-F238E27FC236}">
                  <a16:creationId xmlns:a16="http://schemas.microsoft.com/office/drawing/2014/main" id="{D392F436-74C9-43FA-B8B6-582FCBD1927A}"/>
                </a:ext>
              </a:extLst>
            </p:cNvPr>
            <p:cNvSpPr/>
            <p:nvPr/>
          </p:nvSpPr>
          <p:spPr>
            <a:xfrm>
              <a:off x="1501693" y="7026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8" name="Hexagon 2497">
              <a:extLst>
                <a:ext uri="{FF2B5EF4-FFF2-40B4-BE49-F238E27FC236}">
                  <a16:creationId xmlns:a16="http://schemas.microsoft.com/office/drawing/2014/main" id="{942E379E-593B-4D5B-A4A2-68001FB12526}"/>
                </a:ext>
              </a:extLst>
            </p:cNvPr>
            <p:cNvSpPr/>
            <p:nvPr/>
          </p:nvSpPr>
          <p:spPr>
            <a:xfrm>
              <a:off x="1500175" y="68374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99" name="Hexagon 2498">
              <a:extLst>
                <a:ext uri="{FF2B5EF4-FFF2-40B4-BE49-F238E27FC236}">
                  <a16:creationId xmlns:a16="http://schemas.microsoft.com/office/drawing/2014/main" id="{A3F966C9-F35D-492D-BD6F-525F941B5D7E}"/>
                </a:ext>
              </a:extLst>
            </p:cNvPr>
            <p:cNvSpPr/>
            <p:nvPr/>
          </p:nvSpPr>
          <p:spPr>
            <a:xfrm>
              <a:off x="1505030" y="66526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0" name="Hexagon 2499">
              <a:extLst>
                <a:ext uri="{FF2B5EF4-FFF2-40B4-BE49-F238E27FC236}">
                  <a16:creationId xmlns:a16="http://schemas.microsoft.com/office/drawing/2014/main" id="{64E5B6B8-C3BB-49A2-A38B-F7E0927F47EE}"/>
                </a:ext>
              </a:extLst>
            </p:cNvPr>
            <p:cNvSpPr/>
            <p:nvPr/>
          </p:nvSpPr>
          <p:spPr>
            <a:xfrm>
              <a:off x="1498166" y="6467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1" name="Hexagon 2500">
              <a:extLst>
                <a:ext uri="{FF2B5EF4-FFF2-40B4-BE49-F238E27FC236}">
                  <a16:creationId xmlns:a16="http://schemas.microsoft.com/office/drawing/2014/main" id="{92C47D34-E09D-4456-B1DE-B230A2E2E494}"/>
                </a:ext>
              </a:extLst>
            </p:cNvPr>
            <p:cNvSpPr/>
            <p:nvPr/>
          </p:nvSpPr>
          <p:spPr>
            <a:xfrm>
              <a:off x="1495898" y="62872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2" name="Hexagon 2501">
              <a:extLst>
                <a:ext uri="{FF2B5EF4-FFF2-40B4-BE49-F238E27FC236}">
                  <a16:creationId xmlns:a16="http://schemas.microsoft.com/office/drawing/2014/main" id="{8835BBA6-795C-4759-A781-192248337E22}"/>
                </a:ext>
              </a:extLst>
            </p:cNvPr>
            <p:cNvSpPr/>
            <p:nvPr/>
          </p:nvSpPr>
          <p:spPr>
            <a:xfrm>
              <a:off x="1739479" y="6934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3" name="Hexagon 2502">
              <a:extLst>
                <a:ext uri="{FF2B5EF4-FFF2-40B4-BE49-F238E27FC236}">
                  <a16:creationId xmlns:a16="http://schemas.microsoft.com/office/drawing/2014/main" id="{D7052AD3-9D60-466E-9BAE-EC43835DF02F}"/>
                </a:ext>
              </a:extLst>
            </p:cNvPr>
            <p:cNvSpPr/>
            <p:nvPr/>
          </p:nvSpPr>
          <p:spPr>
            <a:xfrm>
              <a:off x="1739758" y="6752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4" name="Hexagon 2503">
              <a:extLst>
                <a:ext uri="{FF2B5EF4-FFF2-40B4-BE49-F238E27FC236}">
                  <a16:creationId xmlns:a16="http://schemas.microsoft.com/office/drawing/2014/main" id="{6197E9A0-3DD2-4FDD-81CA-0B76C4CF68DE}"/>
                </a:ext>
              </a:extLst>
            </p:cNvPr>
            <p:cNvSpPr/>
            <p:nvPr/>
          </p:nvSpPr>
          <p:spPr>
            <a:xfrm>
              <a:off x="1732728" y="6571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5" name="Hexagon 2504">
              <a:extLst>
                <a:ext uri="{FF2B5EF4-FFF2-40B4-BE49-F238E27FC236}">
                  <a16:creationId xmlns:a16="http://schemas.microsoft.com/office/drawing/2014/main" id="{98FA4208-3D33-48FE-A7C3-873410762E74}"/>
                </a:ext>
              </a:extLst>
            </p:cNvPr>
            <p:cNvSpPr/>
            <p:nvPr/>
          </p:nvSpPr>
          <p:spPr>
            <a:xfrm>
              <a:off x="1493517" y="61012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6" name="Hexagon 2505">
              <a:extLst>
                <a:ext uri="{FF2B5EF4-FFF2-40B4-BE49-F238E27FC236}">
                  <a16:creationId xmlns:a16="http://schemas.microsoft.com/office/drawing/2014/main" id="{B4D92050-D7BD-442B-BEB7-36B1B5AA7162}"/>
                </a:ext>
              </a:extLst>
            </p:cNvPr>
            <p:cNvSpPr/>
            <p:nvPr/>
          </p:nvSpPr>
          <p:spPr>
            <a:xfrm>
              <a:off x="1258422" y="60108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7" name="Hexagon 2506">
              <a:extLst>
                <a:ext uri="{FF2B5EF4-FFF2-40B4-BE49-F238E27FC236}">
                  <a16:creationId xmlns:a16="http://schemas.microsoft.com/office/drawing/2014/main" id="{0973ABC4-D0F4-4E50-B249-C17D43A86C4B}"/>
                </a:ext>
              </a:extLst>
            </p:cNvPr>
            <p:cNvSpPr/>
            <p:nvPr/>
          </p:nvSpPr>
          <p:spPr>
            <a:xfrm>
              <a:off x="1022115" y="59198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8" name="Hexagon 2507">
              <a:extLst>
                <a:ext uri="{FF2B5EF4-FFF2-40B4-BE49-F238E27FC236}">
                  <a16:creationId xmlns:a16="http://schemas.microsoft.com/office/drawing/2014/main" id="{974B44A1-B6D1-4AF7-AC8F-2A1D4531A396}"/>
                </a:ext>
              </a:extLst>
            </p:cNvPr>
            <p:cNvSpPr/>
            <p:nvPr/>
          </p:nvSpPr>
          <p:spPr>
            <a:xfrm>
              <a:off x="788331" y="58270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09" name="Hexagon 2508">
              <a:extLst>
                <a:ext uri="{FF2B5EF4-FFF2-40B4-BE49-F238E27FC236}">
                  <a16:creationId xmlns:a16="http://schemas.microsoft.com/office/drawing/2014/main" id="{083F34CA-A348-4E73-AEBC-94CDE5F4ECD3}"/>
                </a:ext>
              </a:extLst>
            </p:cNvPr>
            <p:cNvSpPr/>
            <p:nvPr/>
          </p:nvSpPr>
          <p:spPr>
            <a:xfrm>
              <a:off x="1258422" y="58274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0" name="Hexagon 2509">
              <a:extLst>
                <a:ext uri="{FF2B5EF4-FFF2-40B4-BE49-F238E27FC236}">
                  <a16:creationId xmlns:a16="http://schemas.microsoft.com/office/drawing/2014/main" id="{80DC0AA0-B087-475E-8063-67F0004E0A6B}"/>
                </a:ext>
              </a:extLst>
            </p:cNvPr>
            <p:cNvSpPr/>
            <p:nvPr/>
          </p:nvSpPr>
          <p:spPr>
            <a:xfrm>
              <a:off x="1022115" y="57364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1" name="Hexagon 2510">
              <a:extLst>
                <a:ext uri="{FF2B5EF4-FFF2-40B4-BE49-F238E27FC236}">
                  <a16:creationId xmlns:a16="http://schemas.microsoft.com/office/drawing/2014/main" id="{5634921F-1F24-4DBB-8615-9DAFFB0A1FA2}"/>
                </a:ext>
              </a:extLst>
            </p:cNvPr>
            <p:cNvSpPr/>
            <p:nvPr/>
          </p:nvSpPr>
          <p:spPr>
            <a:xfrm>
              <a:off x="788331" y="56435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2" name="Hexagon 2511">
              <a:extLst>
                <a:ext uri="{FF2B5EF4-FFF2-40B4-BE49-F238E27FC236}">
                  <a16:creationId xmlns:a16="http://schemas.microsoft.com/office/drawing/2014/main" id="{C91FE86B-9D5D-4F24-B73A-6943E68AB696}"/>
                </a:ext>
              </a:extLst>
            </p:cNvPr>
            <p:cNvSpPr/>
            <p:nvPr/>
          </p:nvSpPr>
          <p:spPr>
            <a:xfrm>
              <a:off x="1255172" y="5633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3" name="Hexagon 2512">
              <a:extLst>
                <a:ext uri="{FF2B5EF4-FFF2-40B4-BE49-F238E27FC236}">
                  <a16:creationId xmlns:a16="http://schemas.microsoft.com/office/drawing/2014/main" id="{8C09166B-D4C5-4D11-8820-91DC7CE802F3}"/>
                </a:ext>
              </a:extLst>
            </p:cNvPr>
            <p:cNvSpPr/>
            <p:nvPr/>
          </p:nvSpPr>
          <p:spPr>
            <a:xfrm>
              <a:off x="1016484" y="55429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4" name="Hexagon 2513">
              <a:extLst>
                <a:ext uri="{FF2B5EF4-FFF2-40B4-BE49-F238E27FC236}">
                  <a16:creationId xmlns:a16="http://schemas.microsoft.com/office/drawing/2014/main" id="{DA94D589-B71C-41DD-9E36-50BC47C35116}"/>
                </a:ext>
              </a:extLst>
            </p:cNvPr>
            <p:cNvSpPr/>
            <p:nvPr/>
          </p:nvSpPr>
          <p:spPr>
            <a:xfrm>
              <a:off x="1252575" y="5448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5" name="Hexagon 2514">
              <a:extLst>
                <a:ext uri="{FF2B5EF4-FFF2-40B4-BE49-F238E27FC236}">
                  <a16:creationId xmlns:a16="http://schemas.microsoft.com/office/drawing/2014/main" id="{06004BBF-5D7E-4443-BA4D-F514C2A87636}"/>
                </a:ext>
              </a:extLst>
            </p:cNvPr>
            <p:cNvSpPr/>
            <p:nvPr/>
          </p:nvSpPr>
          <p:spPr>
            <a:xfrm>
              <a:off x="1016268" y="53573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6" name="Hexagon 2515">
              <a:extLst>
                <a:ext uri="{FF2B5EF4-FFF2-40B4-BE49-F238E27FC236}">
                  <a16:creationId xmlns:a16="http://schemas.microsoft.com/office/drawing/2014/main" id="{1362CA5F-418F-4671-AE36-27B6A2ACE02E}"/>
                </a:ext>
              </a:extLst>
            </p:cNvPr>
            <p:cNvSpPr/>
            <p:nvPr/>
          </p:nvSpPr>
          <p:spPr>
            <a:xfrm>
              <a:off x="1248649" y="52644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7" name="Hexagon 2516">
              <a:extLst>
                <a:ext uri="{FF2B5EF4-FFF2-40B4-BE49-F238E27FC236}">
                  <a16:creationId xmlns:a16="http://schemas.microsoft.com/office/drawing/2014/main" id="{C4C3F4FB-4B3C-47DB-BC78-5EFAD71B1E1C}"/>
                </a:ext>
              </a:extLst>
            </p:cNvPr>
            <p:cNvSpPr/>
            <p:nvPr/>
          </p:nvSpPr>
          <p:spPr>
            <a:xfrm>
              <a:off x="1243018" y="50805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8" name="Hexagon 2517">
              <a:extLst>
                <a:ext uri="{FF2B5EF4-FFF2-40B4-BE49-F238E27FC236}">
                  <a16:creationId xmlns:a16="http://schemas.microsoft.com/office/drawing/2014/main" id="{53FF87A5-B550-49DC-94AC-C9599DFF50A2}"/>
                </a:ext>
              </a:extLst>
            </p:cNvPr>
            <p:cNvSpPr/>
            <p:nvPr/>
          </p:nvSpPr>
          <p:spPr>
            <a:xfrm>
              <a:off x="1242802" y="4897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19" name="Hexagon 2518">
              <a:extLst>
                <a:ext uri="{FF2B5EF4-FFF2-40B4-BE49-F238E27FC236}">
                  <a16:creationId xmlns:a16="http://schemas.microsoft.com/office/drawing/2014/main" id="{4471BE18-D123-441F-B68F-B266A86FD971}"/>
                </a:ext>
              </a:extLst>
            </p:cNvPr>
            <p:cNvSpPr/>
            <p:nvPr/>
          </p:nvSpPr>
          <p:spPr>
            <a:xfrm>
              <a:off x="1486063" y="5355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0" name="Hexagon 2519">
              <a:extLst>
                <a:ext uri="{FF2B5EF4-FFF2-40B4-BE49-F238E27FC236}">
                  <a16:creationId xmlns:a16="http://schemas.microsoft.com/office/drawing/2014/main" id="{B5F7A5DC-7E28-4DDD-92C1-ADC3AB7A7E1D}"/>
                </a:ext>
              </a:extLst>
            </p:cNvPr>
            <p:cNvSpPr/>
            <p:nvPr/>
          </p:nvSpPr>
          <p:spPr>
            <a:xfrm>
              <a:off x="1486899" y="51740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1" name="Hexagon 2520">
              <a:extLst>
                <a:ext uri="{FF2B5EF4-FFF2-40B4-BE49-F238E27FC236}">
                  <a16:creationId xmlns:a16="http://schemas.microsoft.com/office/drawing/2014/main" id="{848D3E91-AFB2-4AC5-8C24-8B6405804874}"/>
                </a:ext>
              </a:extLst>
            </p:cNvPr>
            <p:cNvSpPr/>
            <p:nvPr/>
          </p:nvSpPr>
          <p:spPr>
            <a:xfrm>
              <a:off x="1478887" y="49900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2" name="Hexagon 2521">
              <a:extLst>
                <a:ext uri="{FF2B5EF4-FFF2-40B4-BE49-F238E27FC236}">
                  <a16:creationId xmlns:a16="http://schemas.microsoft.com/office/drawing/2014/main" id="{0475F306-B513-480D-96E5-671989580E64}"/>
                </a:ext>
              </a:extLst>
            </p:cNvPr>
            <p:cNvSpPr/>
            <p:nvPr/>
          </p:nvSpPr>
          <p:spPr>
            <a:xfrm>
              <a:off x="1481052" y="48044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3" name="Hexagon 2522">
              <a:extLst>
                <a:ext uri="{FF2B5EF4-FFF2-40B4-BE49-F238E27FC236}">
                  <a16:creationId xmlns:a16="http://schemas.microsoft.com/office/drawing/2014/main" id="{24A2EF6D-899B-4A99-BA45-7C6EE5DD2055}"/>
                </a:ext>
              </a:extLst>
            </p:cNvPr>
            <p:cNvSpPr/>
            <p:nvPr/>
          </p:nvSpPr>
          <p:spPr>
            <a:xfrm>
              <a:off x="1723427" y="52669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4" name="Hexagon 2523">
              <a:extLst>
                <a:ext uri="{FF2B5EF4-FFF2-40B4-BE49-F238E27FC236}">
                  <a16:creationId xmlns:a16="http://schemas.microsoft.com/office/drawing/2014/main" id="{8B571C40-5D0A-4642-B12A-4A599B020396}"/>
                </a:ext>
              </a:extLst>
            </p:cNvPr>
            <p:cNvSpPr/>
            <p:nvPr/>
          </p:nvSpPr>
          <p:spPr>
            <a:xfrm>
              <a:off x="1717120" y="50855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5" name="Hexagon 2524">
              <a:extLst>
                <a:ext uri="{FF2B5EF4-FFF2-40B4-BE49-F238E27FC236}">
                  <a16:creationId xmlns:a16="http://schemas.microsoft.com/office/drawing/2014/main" id="{AE70DA13-FE16-491D-9FC1-20A593015102}"/>
                </a:ext>
              </a:extLst>
            </p:cNvPr>
            <p:cNvSpPr/>
            <p:nvPr/>
          </p:nvSpPr>
          <p:spPr>
            <a:xfrm>
              <a:off x="1714540" y="47136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6" name="Hexagon 2525">
              <a:extLst>
                <a:ext uri="{FF2B5EF4-FFF2-40B4-BE49-F238E27FC236}">
                  <a16:creationId xmlns:a16="http://schemas.microsoft.com/office/drawing/2014/main" id="{B21E33E3-13CA-44F1-AAB5-CB2935255B6C}"/>
                </a:ext>
              </a:extLst>
            </p:cNvPr>
            <p:cNvSpPr/>
            <p:nvPr/>
          </p:nvSpPr>
          <p:spPr>
            <a:xfrm>
              <a:off x="1717757" y="45297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7" name="Hexagon 2526">
              <a:extLst>
                <a:ext uri="{FF2B5EF4-FFF2-40B4-BE49-F238E27FC236}">
                  <a16:creationId xmlns:a16="http://schemas.microsoft.com/office/drawing/2014/main" id="{EC16456D-1B93-4EAA-8592-D3AC35ACAEDB}"/>
                </a:ext>
              </a:extLst>
            </p:cNvPr>
            <p:cNvSpPr/>
            <p:nvPr/>
          </p:nvSpPr>
          <p:spPr>
            <a:xfrm>
              <a:off x="1952281" y="4991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8" name="Hexagon 2527">
              <a:extLst>
                <a:ext uri="{FF2B5EF4-FFF2-40B4-BE49-F238E27FC236}">
                  <a16:creationId xmlns:a16="http://schemas.microsoft.com/office/drawing/2014/main" id="{24044058-7269-474C-AFAD-E1E2000CC9CC}"/>
                </a:ext>
              </a:extLst>
            </p:cNvPr>
            <p:cNvSpPr/>
            <p:nvPr/>
          </p:nvSpPr>
          <p:spPr>
            <a:xfrm>
              <a:off x="1950736" y="480997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29" name="Hexagon 2528">
              <a:extLst>
                <a:ext uri="{FF2B5EF4-FFF2-40B4-BE49-F238E27FC236}">
                  <a16:creationId xmlns:a16="http://schemas.microsoft.com/office/drawing/2014/main" id="{4A8578FB-855E-4B23-94F3-AEDDB9FC8260}"/>
                </a:ext>
              </a:extLst>
            </p:cNvPr>
            <p:cNvSpPr/>
            <p:nvPr/>
          </p:nvSpPr>
          <p:spPr>
            <a:xfrm>
              <a:off x="1949867" y="46236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0" name="Hexagon 2529">
              <a:extLst>
                <a:ext uri="{FF2B5EF4-FFF2-40B4-BE49-F238E27FC236}">
                  <a16:creationId xmlns:a16="http://schemas.microsoft.com/office/drawing/2014/main" id="{A54B36AB-9C33-4883-980F-796EAA65E82A}"/>
                </a:ext>
              </a:extLst>
            </p:cNvPr>
            <p:cNvSpPr/>
            <p:nvPr/>
          </p:nvSpPr>
          <p:spPr>
            <a:xfrm>
              <a:off x="1944889" y="44380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1" name="Hexagon 2530">
              <a:extLst>
                <a:ext uri="{FF2B5EF4-FFF2-40B4-BE49-F238E27FC236}">
                  <a16:creationId xmlns:a16="http://schemas.microsoft.com/office/drawing/2014/main" id="{2393822C-6CCF-4D38-BD32-FE18D96E2E74}"/>
                </a:ext>
              </a:extLst>
            </p:cNvPr>
            <p:cNvSpPr/>
            <p:nvPr/>
          </p:nvSpPr>
          <p:spPr>
            <a:xfrm>
              <a:off x="2185773" y="47147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2" name="Hexagon 2531">
              <a:extLst>
                <a:ext uri="{FF2B5EF4-FFF2-40B4-BE49-F238E27FC236}">
                  <a16:creationId xmlns:a16="http://schemas.microsoft.com/office/drawing/2014/main" id="{4183FDE8-6569-434A-B3F6-093C2AC3064C}"/>
                </a:ext>
              </a:extLst>
            </p:cNvPr>
            <p:cNvSpPr/>
            <p:nvPr/>
          </p:nvSpPr>
          <p:spPr>
            <a:xfrm>
              <a:off x="2181847" y="45332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3" name="Hexagon 2532">
              <a:extLst>
                <a:ext uri="{FF2B5EF4-FFF2-40B4-BE49-F238E27FC236}">
                  <a16:creationId xmlns:a16="http://schemas.microsoft.com/office/drawing/2014/main" id="{EF14C06A-BD89-49E3-9003-8B87DBBC6322}"/>
                </a:ext>
              </a:extLst>
            </p:cNvPr>
            <p:cNvSpPr/>
            <p:nvPr/>
          </p:nvSpPr>
          <p:spPr>
            <a:xfrm>
              <a:off x="2173835" y="43469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4" name="Hexagon 2533">
              <a:extLst>
                <a:ext uri="{FF2B5EF4-FFF2-40B4-BE49-F238E27FC236}">
                  <a16:creationId xmlns:a16="http://schemas.microsoft.com/office/drawing/2014/main" id="{A241BC68-CA3E-42A0-93CC-459567347BF9}"/>
                </a:ext>
              </a:extLst>
            </p:cNvPr>
            <p:cNvSpPr/>
            <p:nvPr/>
          </p:nvSpPr>
          <p:spPr>
            <a:xfrm>
              <a:off x="2173619" y="41636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5" name="Hexagon 2534">
              <a:extLst>
                <a:ext uri="{FF2B5EF4-FFF2-40B4-BE49-F238E27FC236}">
                  <a16:creationId xmlns:a16="http://schemas.microsoft.com/office/drawing/2014/main" id="{736C926A-4E0B-42C5-B2DD-E20F8A23D21F}"/>
                </a:ext>
              </a:extLst>
            </p:cNvPr>
            <p:cNvSpPr/>
            <p:nvPr/>
          </p:nvSpPr>
          <p:spPr>
            <a:xfrm>
              <a:off x="2414535" y="44326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6" name="Hexagon 2535">
              <a:extLst>
                <a:ext uri="{FF2B5EF4-FFF2-40B4-BE49-F238E27FC236}">
                  <a16:creationId xmlns:a16="http://schemas.microsoft.com/office/drawing/2014/main" id="{4D95746C-6040-4720-A501-A431FF9D49FA}"/>
                </a:ext>
              </a:extLst>
            </p:cNvPr>
            <p:cNvSpPr/>
            <p:nvPr/>
          </p:nvSpPr>
          <p:spPr>
            <a:xfrm>
              <a:off x="2412990" y="42536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7" name="Hexagon 2536">
              <a:extLst>
                <a:ext uri="{FF2B5EF4-FFF2-40B4-BE49-F238E27FC236}">
                  <a16:creationId xmlns:a16="http://schemas.microsoft.com/office/drawing/2014/main" id="{0BE5A5E7-6710-444B-A1AC-29F0CF24D79D}"/>
                </a:ext>
              </a:extLst>
            </p:cNvPr>
            <p:cNvSpPr/>
            <p:nvPr/>
          </p:nvSpPr>
          <p:spPr>
            <a:xfrm>
              <a:off x="2409740" y="40720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8" name="Hexagon 2537">
              <a:extLst>
                <a:ext uri="{FF2B5EF4-FFF2-40B4-BE49-F238E27FC236}">
                  <a16:creationId xmlns:a16="http://schemas.microsoft.com/office/drawing/2014/main" id="{7B399B70-F4D3-4797-B61D-BF841E8FD27C}"/>
                </a:ext>
              </a:extLst>
            </p:cNvPr>
            <p:cNvSpPr/>
            <p:nvPr/>
          </p:nvSpPr>
          <p:spPr>
            <a:xfrm>
              <a:off x="2409524" y="3886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39" name="Hexagon 2538">
              <a:extLst>
                <a:ext uri="{FF2B5EF4-FFF2-40B4-BE49-F238E27FC236}">
                  <a16:creationId xmlns:a16="http://schemas.microsoft.com/office/drawing/2014/main" id="{DB3DEB4A-2866-414E-86E1-31FF860ADEF6}"/>
                </a:ext>
              </a:extLst>
            </p:cNvPr>
            <p:cNvSpPr/>
            <p:nvPr/>
          </p:nvSpPr>
          <p:spPr>
            <a:xfrm>
              <a:off x="2172578" y="3978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0" name="Hexagon 2539">
              <a:extLst>
                <a:ext uri="{FF2B5EF4-FFF2-40B4-BE49-F238E27FC236}">
                  <a16:creationId xmlns:a16="http://schemas.microsoft.com/office/drawing/2014/main" id="{629EBF49-59AA-4927-9D27-90F06673BC0E}"/>
                </a:ext>
              </a:extLst>
            </p:cNvPr>
            <p:cNvSpPr/>
            <p:nvPr/>
          </p:nvSpPr>
          <p:spPr>
            <a:xfrm>
              <a:off x="1943215" y="425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1" name="Hexagon 2540">
              <a:extLst>
                <a:ext uri="{FF2B5EF4-FFF2-40B4-BE49-F238E27FC236}">
                  <a16:creationId xmlns:a16="http://schemas.microsoft.com/office/drawing/2014/main" id="{AD83FE85-A56B-4A50-8B56-DB7D64428281}"/>
                </a:ext>
              </a:extLst>
            </p:cNvPr>
            <p:cNvSpPr/>
            <p:nvPr/>
          </p:nvSpPr>
          <p:spPr>
            <a:xfrm>
              <a:off x="1942999" y="40726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2" name="Hexagon 2541">
              <a:extLst>
                <a:ext uri="{FF2B5EF4-FFF2-40B4-BE49-F238E27FC236}">
                  <a16:creationId xmlns:a16="http://schemas.microsoft.com/office/drawing/2014/main" id="{9E11898F-6F61-4D38-9B6F-EA097C02FFE1}"/>
                </a:ext>
              </a:extLst>
            </p:cNvPr>
            <p:cNvSpPr/>
            <p:nvPr/>
          </p:nvSpPr>
          <p:spPr>
            <a:xfrm>
              <a:off x="1941958" y="38902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3" name="Hexagon 2542">
              <a:extLst>
                <a:ext uri="{FF2B5EF4-FFF2-40B4-BE49-F238E27FC236}">
                  <a16:creationId xmlns:a16="http://schemas.microsoft.com/office/drawing/2014/main" id="{799EC592-640E-43EA-97EF-787AA777D609}"/>
                </a:ext>
              </a:extLst>
            </p:cNvPr>
            <p:cNvSpPr/>
            <p:nvPr/>
          </p:nvSpPr>
          <p:spPr>
            <a:xfrm>
              <a:off x="1715715" y="39843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4" name="Hexagon 2543">
              <a:extLst>
                <a:ext uri="{FF2B5EF4-FFF2-40B4-BE49-F238E27FC236}">
                  <a16:creationId xmlns:a16="http://schemas.microsoft.com/office/drawing/2014/main" id="{629EA5CA-5C49-429A-9BBF-098ED530BF31}"/>
                </a:ext>
              </a:extLst>
            </p:cNvPr>
            <p:cNvSpPr/>
            <p:nvPr/>
          </p:nvSpPr>
          <p:spPr>
            <a:xfrm>
              <a:off x="1717055" y="38019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5" name="Hexagon 2544">
              <a:extLst>
                <a:ext uri="{FF2B5EF4-FFF2-40B4-BE49-F238E27FC236}">
                  <a16:creationId xmlns:a16="http://schemas.microsoft.com/office/drawing/2014/main" id="{BF1D37CA-7222-4937-89CC-754C8F010AA3}"/>
                </a:ext>
              </a:extLst>
            </p:cNvPr>
            <p:cNvSpPr/>
            <p:nvPr/>
          </p:nvSpPr>
          <p:spPr>
            <a:xfrm>
              <a:off x="1485396" y="389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6" name="Hexagon 2545">
              <a:extLst>
                <a:ext uri="{FF2B5EF4-FFF2-40B4-BE49-F238E27FC236}">
                  <a16:creationId xmlns:a16="http://schemas.microsoft.com/office/drawing/2014/main" id="{829B290A-C06D-4B7E-83AE-666217ECAEEA}"/>
                </a:ext>
              </a:extLst>
            </p:cNvPr>
            <p:cNvSpPr/>
            <p:nvPr/>
          </p:nvSpPr>
          <p:spPr>
            <a:xfrm>
              <a:off x="1253802" y="38114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7" name="Hexagon 2546">
              <a:extLst>
                <a:ext uri="{FF2B5EF4-FFF2-40B4-BE49-F238E27FC236}">
                  <a16:creationId xmlns:a16="http://schemas.microsoft.com/office/drawing/2014/main" id="{6FCE6F88-F94E-4E9D-9731-EFBF54D7FC46}"/>
                </a:ext>
              </a:extLst>
            </p:cNvPr>
            <p:cNvSpPr/>
            <p:nvPr/>
          </p:nvSpPr>
          <p:spPr>
            <a:xfrm>
              <a:off x="1027559" y="39056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8" name="Hexagon 2547">
              <a:extLst>
                <a:ext uri="{FF2B5EF4-FFF2-40B4-BE49-F238E27FC236}">
                  <a16:creationId xmlns:a16="http://schemas.microsoft.com/office/drawing/2014/main" id="{090586C2-0194-41D5-A9F1-6925F3717E56}"/>
                </a:ext>
              </a:extLst>
            </p:cNvPr>
            <p:cNvSpPr/>
            <p:nvPr/>
          </p:nvSpPr>
          <p:spPr>
            <a:xfrm>
              <a:off x="1024137" y="3718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49" name="Hexagon 2548">
              <a:extLst>
                <a:ext uri="{FF2B5EF4-FFF2-40B4-BE49-F238E27FC236}">
                  <a16:creationId xmlns:a16="http://schemas.microsoft.com/office/drawing/2014/main" id="{704A18B3-AD23-443F-98F2-D909240206C9}"/>
                </a:ext>
              </a:extLst>
            </p:cNvPr>
            <p:cNvSpPr/>
            <p:nvPr/>
          </p:nvSpPr>
          <p:spPr>
            <a:xfrm>
              <a:off x="1016268" y="35316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0" name="Hexagon 2549">
              <a:extLst>
                <a:ext uri="{FF2B5EF4-FFF2-40B4-BE49-F238E27FC236}">
                  <a16:creationId xmlns:a16="http://schemas.microsoft.com/office/drawing/2014/main" id="{38169567-4AAA-4BAC-BDDF-2EAF49212C96}"/>
                </a:ext>
              </a:extLst>
            </p:cNvPr>
            <p:cNvSpPr/>
            <p:nvPr/>
          </p:nvSpPr>
          <p:spPr>
            <a:xfrm>
              <a:off x="1012846" y="33445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1" name="Hexagon 2550">
              <a:extLst>
                <a:ext uri="{FF2B5EF4-FFF2-40B4-BE49-F238E27FC236}">
                  <a16:creationId xmlns:a16="http://schemas.microsoft.com/office/drawing/2014/main" id="{B711F56E-F226-45D5-8108-546BDAB28FA3}"/>
                </a:ext>
              </a:extLst>
            </p:cNvPr>
            <p:cNvSpPr/>
            <p:nvPr/>
          </p:nvSpPr>
          <p:spPr>
            <a:xfrm>
              <a:off x="1008863" y="31624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2" name="Hexagon 2551">
              <a:extLst>
                <a:ext uri="{FF2B5EF4-FFF2-40B4-BE49-F238E27FC236}">
                  <a16:creationId xmlns:a16="http://schemas.microsoft.com/office/drawing/2014/main" id="{F0D0DC4B-2D3B-418C-B6B5-083A7570449B}"/>
                </a:ext>
              </a:extLst>
            </p:cNvPr>
            <p:cNvSpPr/>
            <p:nvPr/>
          </p:nvSpPr>
          <p:spPr>
            <a:xfrm>
              <a:off x="1005441" y="29753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3" name="Hexagon 2552">
              <a:extLst>
                <a:ext uri="{FF2B5EF4-FFF2-40B4-BE49-F238E27FC236}">
                  <a16:creationId xmlns:a16="http://schemas.microsoft.com/office/drawing/2014/main" id="{CF06E44F-1B05-437A-A615-C2A41BB6BA3F}"/>
                </a:ext>
              </a:extLst>
            </p:cNvPr>
            <p:cNvSpPr/>
            <p:nvPr/>
          </p:nvSpPr>
          <p:spPr>
            <a:xfrm>
              <a:off x="776194" y="32494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4" name="Hexagon 2553">
              <a:extLst>
                <a:ext uri="{FF2B5EF4-FFF2-40B4-BE49-F238E27FC236}">
                  <a16:creationId xmlns:a16="http://schemas.microsoft.com/office/drawing/2014/main" id="{9C843ADD-D3C8-4B37-A6F5-01521F7B1666}"/>
                </a:ext>
              </a:extLst>
            </p:cNvPr>
            <p:cNvSpPr/>
            <p:nvPr/>
          </p:nvSpPr>
          <p:spPr>
            <a:xfrm>
              <a:off x="776194" y="28804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5" name="Hexagon 2554">
              <a:extLst>
                <a:ext uri="{FF2B5EF4-FFF2-40B4-BE49-F238E27FC236}">
                  <a16:creationId xmlns:a16="http://schemas.microsoft.com/office/drawing/2014/main" id="{B7A6EDF7-7F55-4385-B4BF-458FCBE1969D}"/>
                </a:ext>
              </a:extLst>
            </p:cNvPr>
            <p:cNvSpPr/>
            <p:nvPr/>
          </p:nvSpPr>
          <p:spPr>
            <a:xfrm>
              <a:off x="542664" y="2974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6" name="Hexagon 2555">
              <a:extLst>
                <a:ext uri="{FF2B5EF4-FFF2-40B4-BE49-F238E27FC236}">
                  <a16:creationId xmlns:a16="http://schemas.microsoft.com/office/drawing/2014/main" id="{5AFE71EF-3490-4830-B4BB-95BA0C0A2E16}"/>
                </a:ext>
              </a:extLst>
            </p:cNvPr>
            <p:cNvSpPr/>
            <p:nvPr/>
          </p:nvSpPr>
          <p:spPr>
            <a:xfrm>
              <a:off x="538681" y="27929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7" name="Hexagon 2556">
              <a:extLst>
                <a:ext uri="{FF2B5EF4-FFF2-40B4-BE49-F238E27FC236}">
                  <a16:creationId xmlns:a16="http://schemas.microsoft.com/office/drawing/2014/main" id="{DC77D637-A0DB-4833-AA7A-0923039E5D4E}"/>
                </a:ext>
              </a:extLst>
            </p:cNvPr>
            <p:cNvSpPr/>
            <p:nvPr/>
          </p:nvSpPr>
          <p:spPr>
            <a:xfrm>
              <a:off x="1252214" y="36279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8" name="Hexagon 2667">
              <a:extLst>
                <a:ext uri="{FF2B5EF4-FFF2-40B4-BE49-F238E27FC236}">
                  <a16:creationId xmlns:a16="http://schemas.microsoft.com/office/drawing/2014/main" id="{72073F34-5E7C-48F7-BF71-09511E9AF5C0}"/>
                </a:ext>
              </a:extLst>
            </p:cNvPr>
            <p:cNvSpPr/>
            <p:nvPr/>
          </p:nvSpPr>
          <p:spPr>
            <a:xfrm>
              <a:off x="2911599" y="8137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9" name="Hexagon 2668">
              <a:extLst>
                <a:ext uri="{FF2B5EF4-FFF2-40B4-BE49-F238E27FC236}">
                  <a16:creationId xmlns:a16="http://schemas.microsoft.com/office/drawing/2014/main" id="{0C444063-4536-4E37-96BB-A680192F23B1}"/>
                </a:ext>
              </a:extLst>
            </p:cNvPr>
            <p:cNvSpPr/>
            <p:nvPr/>
          </p:nvSpPr>
          <p:spPr>
            <a:xfrm>
              <a:off x="2909592" y="83206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0" name="Hexagon 2669">
              <a:extLst>
                <a:ext uri="{FF2B5EF4-FFF2-40B4-BE49-F238E27FC236}">
                  <a16:creationId xmlns:a16="http://schemas.microsoft.com/office/drawing/2014/main" id="{1573D871-11C7-4E2A-9442-CD51ED09D0E3}"/>
                </a:ext>
              </a:extLst>
            </p:cNvPr>
            <p:cNvSpPr/>
            <p:nvPr/>
          </p:nvSpPr>
          <p:spPr>
            <a:xfrm>
              <a:off x="2912159" y="84963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1" name="Hexagon 2670">
              <a:extLst>
                <a:ext uri="{FF2B5EF4-FFF2-40B4-BE49-F238E27FC236}">
                  <a16:creationId xmlns:a16="http://schemas.microsoft.com/office/drawing/2014/main" id="{F3F6DD8C-09FB-43AD-AE8C-627D06663CE1}"/>
                </a:ext>
              </a:extLst>
            </p:cNvPr>
            <p:cNvSpPr/>
            <p:nvPr/>
          </p:nvSpPr>
          <p:spPr>
            <a:xfrm>
              <a:off x="2909592" y="86839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2" name="Hexagon 2671">
              <a:extLst>
                <a:ext uri="{FF2B5EF4-FFF2-40B4-BE49-F238E27FC236}">
                  <a16:creationId xmlns:a16="http://schemas.microsoft.com/office/drawing/2014/main" id="{3BF951CF-BB61-444C-A6AA-0350568100A9}"/>
                </a:ext>
              </a:extLst>
            </p:cNvPr>
            <p:cNvSpPr/>
            <p:nvPr/>
          </p:nvSpPr>
          <p:spPr>
            <a:xfrm>
              <a:off x="3134165" y="87872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3" name="Hexagon 2672">
              <a:extLst>
                <a:ext uri="{FF2B5EF4-FFF2-40B4-BE49-F238E27FC236}">
                  <a16:creationId xmlns:a16="http://schemas.microsoft.com/office/drawing/2014/main" id="{6C85EDB9-209A-4417-BF12-0B28D3EAC818}"/>
                </a:ext>
              </a:extLst>
            </p:cNvPr>
            <p:cNvSpPr/>
            <p:nvPr/>
          </p:nvSpPr>
          <p:spPr>
            <a:xfrm>
              <a:off x="3357059" y="88847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4" name="Hexagon 2673">
              <a:extLst>
                <a:ext uri="{FF2B5EF4-FFF2-40B4-BE49-F238E27FC236}">
                  <a16:creationId xmlns:a16="http://schemas.microsoft.com/office/drawing/2014/main" id="{F252B061-C409-4B1E-B9F1-4801CD3A7E8A}"/>
                </a:ext>
              </a:extLst>
            </p:cNvPr>
            <p:cNvSpPr/>
            <p:nvPr/>
          </p:nvSpPr>
          <p:spPr>
            <a:xfrm>
              <a:off x="3366769" y="907473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5" name="Hexagon 2674">
              <a:extLst>
                <a:ext uri="{FF2B5EF4-FFF2-40B4-BE49-F238E27FC236}">
                  <a16:creationId xmlns:a16="http://schemas.microsoft.com/office/drawing/2014/main" id="{E7B865AA-5340-4BC4-B48B-271081B4B417}"/>
                </a:ext>
              </a:extLst>
            </p:cNvPr>
            <p:cNvSpPr/>
            <p:nvPr/>
          </p:nvSpPr>
          <p:spPr>
            <a:xfrm>
              <a:off x="3366583" y="92552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6" name="Hexagon 2675">
              <a:extLst>
                <a:ext uri="{FF2B5EF4-FFF2-40B4-BE49-F238E27FC236}">
                  <a16:creationId xmlns:a16="http://schemas.microsoft.com/office/drawing/2014/main" id="{FA4CC25D-B135-4ED6-8EE6-83B5E8BB9D74}"/>
                </a:ext>
              </a:extLst>
            </p:cNvPr>
            <p:cNvSpPr/>
            <p:nvPr/>
          </p:nvSpPr>
          <p:spPr>
            <a:xfrm>
              <a:off x="3606724" y="9171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7" name="Hexagon 2676">
              <a:extLst>
                <a:ext uri="{FF2B5EF4-FFF2-40B4-BE49-F238E27FC236}">
                  <a16:creationId xmlns:a16="http://schemas.microsoft.com/office/drawing/2014/main" id="{1F5DD932-0DF9-4CD0-B6F5-34F8AFB429B9}"/>
                </a:ext>
              </a:extLst>
            </p:cNvPr>
            <p:cNvSpPr/>
            <p:nvPr/>
          </p:nvSpPr>
          <p:spPr>
            <a:xfrm>
              <a:off x="3604157" y="93524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8" name="Hexagon 2677">
              <a:extLst>
                <a:ext uri="{FF2B5EF4-FFF2-40B4-BE49-F238E27FC236}">
                  <a16:creationId xmlns:a16="http://schemas.microsoft.com/office/drawing/2014/main" id="{CDDFE8FE-8D91-4DD6-B940-7E84B3DEA663}"/>
                </a:ext>
              </a:extLst>
            </p:cNvPr>
            <p:cNvSpPr/>
            <p:nvPr/>
          </p:nvSpPr>
          <p:spPr>
            <a:xfrm>
              <a:off x="3840332" y="9260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79" name="Hexagon 2678">
              <a:extLst>
                <a:ext uri="{FF2B5EF4-FFF2-40B4-BE49-F238E27FC236}">
                  <a16:creationId xmlns:a16="http://schemas.microsoft.com/office/drawing/2014/main" id="{3836D8DF-5BFA-47C6-B903-F12E07B4961B}"/>
                </a:ext>
              </a:extLst>
            </p:cNvPr>
            <p:cNvSpPr/>
            <p:nvPr/>
          </p:nvSpPr>
          <p:spPr>
            <a:xfrm>
              <a:off x="3837765" y="9443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0" name="Hexagon 2679">
              <a:extLst>
                <a:ext uri="{FF2B5EF4-FFF2-40B4-BE49-F238E27FC236}">
                  <a16:creationId xmlns:a16="http://schemas.microsoft.com/office/drawing/2014/main" id="{0BAF76CE-86BC-48B7-B127-854E36F3A930}"/>
                </a:ext>
              </a:extLst>
            </p:cNvPr>
            <p:cNvSpPr/>
            <p:nvPr/>
          </p:nvSpPr>
          <p:spPr>
            <a:xfrm>
              <a:off x="4077317" y="9525341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1" name="Hexagon 2680">
              <a:extLst>
                <a:ext uri="{FF2B5EF4-FFF2-40B4-BE49-F238E27FC236}">
                  <a16:creationId xmlns:a16="http://schemas.microsoft.com/office/drawing/2014/main" id="{977422C9-85E9-4F46-B94D-21B25FE0B721}"/>
                </a:ext>
              </a:extLst>
            </p:cNvPr>
            <p:cNvSpPr/>
            <p:nvPr/>
          </p:nvSpPr>
          <p:spPr>
            <a:xfrm>
              <a:off x="4334443" y="92439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2" name="Hexagon 2681">
              <a:extLst>
                <a:ext uri="{FF2B5EF4-FFF2-40B4-BE49-F238E27FC236}">
                  <a16:creationId xmlns:a16="http://schemas.microsoft.com/office/drawing/2014/main" id="{EC3A40A9-3751-420C-80F5-C94BE9E7D744}"/>
                </a:ext>
              </a:extLst>
            </p:cNvPr>
            <p:cNvSpPr/>
            <p:nvPr/>
          </p:nvSpPr>
          <p:spPr>
            <a:xfrm>
              <a:off x="4325104" y="9426783"/>
              <a:ext cx="32133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3" name="Hexagon 2682">
              <a:extLst>
                <a:ext uri="{FF2B5EF4-FFF2-40B4-BE49-F238E27FC236}">
                  <a16:creationId xmlns:a16="http://schemas.microsoft.com/office/drawing/2014/main" id="{61152D26-7759-4B9A-AA61-C2EB4DDA10D9}"/>
                </a:ext>
              </a:extLst>
            </p:cNvPr>
            <p:cNvSpPr/>
            <p:nvPr/>
          </p:nvSpPr>
          <p:spPr>
            <a:xfrm>
              <a:off x="4318584" y="9607278"/>
              <a:ext cx="33217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4" name="Hexagon 2683">
              <a:extLst>
                <a:ext uri="{FF2B5EF4-FFF2-40B4-BE49-F238E27FC236}">
                  <a16:creationId xmlns:a16="http://schemas.microsoft.com/office/drawing/2014/main" id="{2A5E48EE-5A57-4C56-9CBE-FA7A8C1044C2}"/>
                </a:ext>
              </a:extLst>
            </p:cNvPr>
            <p:cNvSpPr/>
            <p:nvPr/>
          </p:nvSpPr>
          <p:spPr>
            <a:xfrm>
              <a:off x="4563755" y="9345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5" name="Hexagon 2684">
              <a:extLst>
                <a:ext uri="{FF2B5EF4-FFF2-40B4-BE49-F238E27FC236}">
                  <a16:creationId xmlns:a16="http://schemas.microsoft.com/office/drawing/2014/main" id="{D014ED4B-B6AC-4089-9914-7442E54899D4}"/>
                </a:ext>
              </a:extLst>
            </p:cNvPr>
            <p:cNvSpPr/>
            <p:nvPr/>
          </p:nvSpPr>
          <p:spPr>
            <a:xfrm>
              <a:off x="4792567" y="94370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6" name="Hexagon 2685">
              <a:extLst>
                <a:ext uri="{FF2B5EF4-FFF2-40B4-BE49-F238E27FC236}">
                  <a16:creationId xmlns:a16="http://schemas.microsoft.com/office/drawing/2014/main" id="{912FBE37-513F-42EB-851B-D52151F42172}"/>
                </a:ext>
              </a:extLst>
            </p:cNvPr>
            <p:cNvSpPr/>
            <p:nvPr/>
          </p:nvSpPr>
          <p:spPr>
            <a:xfrm>
              <a:off x="5037935" y="934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7" name="Hexagon 2686">
              <a:extLst>
                <a:ext uri="{FF2B5EF4-FFF2-40B4-BE49-F238E27FC236}">
                  <a16:creationId xmlns:a16="http://schemas.microsoft.com/office/drawing/2014/main" id="{F074CC4C-3F0E-40AB-A548-6056791D46B4}"/>
                </a:ext>
              </a:extLst>
            </p:cNvPr>
            <p:cNvSpPr/>
            <p:nvPr/>
          </p:nvSpPr>
          <p:spPr>
            <a:xfrm>
              <a:off x="5268577" y="9442855"/>
              <a:ext cx="31510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8" name="Hexagon 2687">
              <a:extLst>
                <a:ext uri="{FF2B5EF4-FFF2-40B4-BE49-F238E27FC236}">
                  <a16:creationId xmlns:a16="http://schemas.microsoft.com/office/drawing/2014/main" id="{CAB460BA-68B1-4A78-810B-9CBF17B4BD73}"/>
                </a:ext>
              </a:extLst>
            </p:cNvPr>
            <p:cNvSpPr/>
            <p:nvPr/>
          </p:nvSpPr>
          <p:spPr>
            <a:xfrm>
              <a:off x="5510448" y="95310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89" name="Hexagon 2688">
              <a:extLst>
                <a:ext uri="{FF2B5EF4-FFF2-40B4-BE49-F238E27FC236}">
                  <a16:creationId xmlns:a16="http://schemas.microsoft.com/office/drawing/2014/main" id="{5B020709-9F8E-4AD8-85DB-D1F8EE487511}"/>
                </a:ext>
              </a:extLst>
            </p:cNvPr>
            <p:cNvSpPr/>
            <p:nvPr/>
          </p:nvSpPr>
          <p:spPr>
            <a:xfrm>
              <a:off x="5743201" y="9617104"/>
              <a:ext cx="31946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1" name="Hexagon 2690">
              <a:extLst>
                <a:ext uri="{FF2B5EF4-FFF2-40B4-BE49-F238E27FC236}">
                  <a16:creationId xmlns:a16="http://schemas.microsoft.com/office/drawing/2014/main" id="{68DADC35-C06E-4B37-8EE5-F43AC4128BD4}"/>
                </a:ext>
              </a:extLst>
            </p:cNvPr>
            <p:cNvSpPr/>
            <p:nvPr/>
          </p:nvSpPr>
          <p:spPr>
            <a:xfrm>
              <a:off x="5513309" y="98887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2" name="Hexagon 2691">
              <a:extLst>
                <a:ext uri="{FF2B5EF4-FFF2-40B4-BE49-F238E27FC236}">
                  <a16:creationId xmlns:a16="http://schemas.microsoft.com/office/drawing/2014/main" id="{4F0BE577-7B22-4007-920E-B0B9E01C77E7}"/>
                </a:ext>
              </a:extLst>
            </p:cNvPr>
            <p:cNvSpPr/>
            <p:nvPr/>
          </p:nvSpPr>
          <p:spPr>
            <a:xfrm>
              <a:off x="4072522" y="9158532"/>
              <a:ext cx="32493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65" name="4" hidden="1">
            <a:extLst>
              <a:ext uri="{FF2B5EF4-FFF2-40B4-BE49-F238E27FC236}">
                <a16:creationId xmlns:a16="http://schemas.microsoft.com/office/drawing/2014/main" id="{22717A7E-39C6-42A8-9FC9-A8C7478DDBE9}"/>
              </a:ext>
            </a:extLst>
          </p:cNvPr>
          <p:cNvGrpSpPr/>
          <p:nvPr/>
        </p:nvGrpSpPr>
        <p:grpSpPr>
          <a:xfrm>
            <a:off x="1213344" y="1214066"/>
            <a:ext cx="11456171" cy="7277666"/>
            <a:chOff x="1239654" y="2955781"/>
            <a:chExt cx="11456171" cy="7277666"/>
          </a:xfrm>
        </p:grpSpPr>
        <p:sp>
          <p:nvSpPr>
            <p:cNvPr id="354" name="Hexagon 353">
              <a:extLst>
                <a:ext uri="{FF2B5EF4-FFF2-40B4-BE49-F238E27FC236}">
                  <a16:creationId xmlns:a16="http://schemas.microsoft.com/office/drawing/2014/main" id="{476294FC-F6CB-4931-B853-3B7F096B9D03}"/>
                </a:ext>
              </a:extLst>
            </p:cNvPr>
            <p:cNvSpPr/>
            <p:nvPr/>
          </p:nvSpPr>
          <p:spPr>
            <a:xfrm>
              <a:off x="2902212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0" name="Hexagon 2999">
              <a:extLst>
                <a:ext uri="{FF2B5EF4-FFF2-40B4-BE49-F238E27FC236}">
                  <a16:creationId xmlns:a16="http://schemas.microsoft.com/office/drawing/2014/main" id="{DED65EC6-6D38-49AE-B0C6-1825B9117718}"/>
                </a:ext>
              </a:extLst>
            </p:cNvPr>
            <p:cNvSpPr/>
            <p:nvPr/>
          </p:nvSpPr>
          <p:spPr>
            <a:xfrm>
              <a:off x="3145100" y="545392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1" name="Hexagon 3000">
              <a:extLst>
                <a:ext uri="{FF2B5EF4-FFF2-40B4-BE49-F238E27FC236}">
                  <a16:creationId xmlns:a16="http://schemas.microsoft.com/office/drawing/2014/main" id="{91665A78-8ACC-4395-A986-F3B589FFE862}"/>
                </a:ext>
              </a:extLst>
            </p:cNvPr>
            <p:cNvSpPr/>
            <p:nvPr/>
          </p:nvSpPr>
          <p:spPr>
            <a:xfrm>
              <a:off x="3145100" y="5271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2" name="Hexagon 3001">
              <a:extLst>
                <a:ext uri="{FF2B5EF4-FFF2-40B4-BE49-F238E27FC236}">
                  <a16:creationId xmlns:a16="http://schemas.microsoft.com/office/drawing/2014/main" id="{888346DE-E9BE-4411-80FC-17222F6EE9BB}"/>
                </a:ext>
              </a:extLst>
            </p:cNvPr>
            <p:cNvSpPr/>
            <p:nvPr/>
          </p:nvSpPr>
          <p:spPr>
            <a:xfrm>
              <a:off x="3385606" y="51724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3" name="Hexagon 3002">
              <a:extLst>
                <a:ext uri="{FF2B5EF4-FFF2-40B4-BE49-F238E27FC236}">
                  <a16:creationId xmlns:a16="http://schemas.microsoft.com/office/drawing/2014/main" id="{87F1F43E-F815-4408-85BC-A112E2E8EF2E}"/>
                </a:ext>
              </a:extLst>
            </p:cNvPr>
            <p:cNvSpPr/>
            <p:nvPr/>
          </p:nvSpPr>
          <p:spPr>
            <a:xfrm>
              <a:off x="3626112" y="5088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4" name="Hexagon 3003">
              <a:extLst>
                <a:ext uri="{FF2B5EF4-FFF2-40B4-BE49-F238E27FC236}">
                  <a16:creationId xmlns:a16="http://schemas.microsoft.com/office/drawing/2014/main" id="{D7072127-F426-4E55-B49C-FE9B52CCA15F}"/>
                </a:ext>
              </a:extLst>
            </p:cNvPr>
            <p:cNvSpPr/>
            <p:nvPr/>
          </p:nvSpPr>
          <p:spPr>
            <a:xfrm>
              <a:off x="3629295" y="49052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5" name="Hexagon 3004">
              <a:extLst>
                <a:ext uri="{FF2B5EF4-FFF2-40B4-BE49-F238E27FC236}">
                  <a16:creationId xmlns:a16="http://schemas.microsoft.com/office/drawing/2014/main" id="{6246870C-0BAC-4651-9050-E52ACF78D042}"/>
                </a:ext>
              </a:extLst>
            </p:cNvPr>
            <p:cNvSpPr/>
            <p:nvPr/>
          </p:nvSpPr>
          <p:spPr>
            <a:xfrm>
              <a:off x="3145100" y="50837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6" name="Hexagon 3005">
              <a:extLst>
                <a:ext uri="{FF2B5EF4-FFF2-40B4-BE49-F238E27FC236}">
                  <a16:creationId xmlns:a16="http://schemas.microsoft.com/office/drawing/2014/main" id="{1F12FECE-1ABC-4981-97C1-4DD0BBC3D134}"/>
                </a:ext>
              </a:extLst>
            </p:cNvPr>
            <p:cNvSpPr/>
            <p:nvPr/>
          </p:nvSpPr>
          <p:spPr>
            <a:xfrm>
              <a:off x="2896649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7" name="Hexagon 3006">
              <a:extLst>
                <a:ext uri="{FF2B5EF4-FFF2-40B4-BE49-F238E27FC236}">
                  <a16:creationId xmlns:a16="http://schemas.microsoft.com/office/drawing/2014/main" id="{1DF85586-E422-4835-A12D-2AA9ECDFD4C5}"/>
                </a:ext>
              </a:extLst>
            </p:cNvPr>
            <p:cNvSpPr/>
            <p:nvPr/>
          </p:nvSpPr>
          <p:spPr>
            <a:xfrm>
              <a:off x="3134774" y="4894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8" name="Hexagon 3007">
              <a:extLst>
                <a:ext uri="{FF2B5EF4-FFF2-40B4-BE49-F238E27FC236}">
                  <a16:creationId xmlns:a16="http://schemas.microsoft.com/office/drawing/2014/main" id="{D6D9004E-E6AB-4095-A9BB-6411CA6A7CF8}"/>
                </a:ext>
              </a:extLst>
            </p:cNvPr>
            <p:cNvSpPr/>
            <p:nvPr/>
          </p:nvSpPr>
          <p:spPr>
            <a:xfrm>
              <a:off x="3380844" y="4809460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09" name="Hexagon 3008">
              <a:extLst>
                <a:ext uri="{FF2B5EF4-FFF2-40B4-BE49-F238E27FC236}">
                  <a16:creationId xmlns:a16="http://schemas.microsoft.com/office/drawing/2014/main" id="{2C0A6EE3-15E1-47B7-B17D-F402373D4A7E}"/>
                </a:ext>
              </a:extLst>
            </p:cNvPr>
            <p:cNvSpPr/>
            <p:nvPr/>
          </p:nvSpPr>
          <p:spPr>
            <a:xfrm>
              <a:off x="3137815" y="47070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0" name="Hexagon 3009">
              <a:extLst>
                <a:ext uri="{FF2B5EF4-FFF2-40B4-BE49-F238E27FC236}">
                  <a16:creationId xmlns:a16="http://schemas.microsoft.com/office/drawing/2014/main" id="{399F8C07-7299-4A6F-87DF-D4B2A39ACE80}"/>
                </a:ext>
              </a:extLst>
            </p:cNvPr>
            <p:cNvSpPr/>
            <p:nvPr/>
          </p:nvSpPr>
          <p:spPr>
            <a:xfrm>
              <a:off x="3145100" y="4523999"/>
              <a:ext cx="3156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1" name="Hexagon 3010">
              <a:extLst>
                <a:ext uri="{FF2B5EF4-FFF2-40B4-BE49-F238E27FC236}">
                  <a16:creationId xmlns:a16="http://schemas.microsoft.com/office/drawing/2014/main" id="{007D46E8-FD94-4842-90A4-ACCCAE8048DB}"/>
                </a:ext>
              </a:extLst>
            </p:cNvPr>
            <p:cNvSpPr/>
            <p:nvPr/>
          </p:nvSpPr>
          <p:spPr>
            <a:xfrm>
              <a:off x="2880923" y="4246394"/>
              <a:ext cx="3266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2" name="Hexagon 3011">
              <a:extLst>
                <a:ext uri="{FF2B5EF4-FFF2-40B4-BE49-F238E27FC236}">
                  <a16:creationId xmlns:a16="http://schemas.microsoft.com/office/drawing/2014/main" id="{27CAC293-C3C8-4B6D-B9E8-F4D40A78AADA}"/>
                </a:ext>
              </a:extLst>
            </p:cNvPr>
            <p:cNvSpPr/>
            <p:nvPr/>
          </p:nvSpPr>
          <p:spPr>
            <a:xfrm>
              <a:off x="3134774" y="434440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3" name="Hexagon 3012">
              <a:extLst>
                <a:ext uri="{FF2B5EF4-FFF2-40B4-BE49-F238E27FC236}">
                  <a16:creationId xmlns:a16="http://schemas.microsoft.com/office/drawing/2014/main" id="{CEA05B8B-D850-4C70-906B-DF949014A2C0}"/>
                </a:ext>
              </a:extLst>
            </p:cNvPr>
            <p:cNvSpPr/>
            <p:nvPr/>
          </p:nvSpPr>
          <p:spPr>
            <a:xfrm>
              <a:off x="3123481" y="4154598"/>
              <a:ext cx="33251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4" name="Hexagon 3013">
              <a:extLst>
                <a:ext uri="{FF2B5EF4-FFF2-40B4-BE49-F238E27FC236}">
                  <a16:creationId xmlns:a16="http://schemas.microsoft.com/office/drawing/2014/main" id="{206CD0F1-03D3-49C3-9315-E50B4F2C9609}"/>
                </a:ext>
              </a:extLst>
            </p:cNvPr>
            <p:cNvSpPr/>
            <p:nvPr/>
          </p:nvSpPr>
          <p:spPr>
            <a:xfrm>
              <a:off x="3123481" y="396980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5" name="Hexagon 3014">
              <a:extLst>
                <a:ext uri="{FF2B5EF4-FFF2-40B4-BE49-F238E27FC236}">
                  <a16:creationId xmlns:a16="http://schemas.microsoft.com/office/drawing/2014/main" id="{F4417FCA-F5DB-46D0-9F48-ADFE1E0F14FD}"/>
                </a:ext>
              </a:extLst>
            </p:cNvPr>
            <p:cNvSpPr/>
            <p:nvPr/>
          </p:nvSpPr>
          <p:spPr>
            <a:xfrm>
              <a:off x="3380844" y="406124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6" name="Hexagon 3015">
              <a:extLst>
                <a:ext uri="{FF2B5EF4-FFF2-40B4-BE49-F238E27FC236}">
                  <a16:creationId xmlns:a16="http://schemas.microsoft.com/office/drawing/2014/main" id="{1C6AD1E6-E16E-4030-B02F-E560BA50D7D8}"/>
                </a:ext>
              </a:extLst>
            </p:cNvPr>
            <p:cNvSpPr/>
            <p:nvPr/>
          </p:nvSpPr>
          <p:spPr>
            <a:xfrm>
              <a:off x="3373300" y="387628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7" name="Hexagon 3016">
              <a:extLst>
                <a:ext uri="{FF2B5EF4-FFF2-40B4-BE49-F238E27FC236}">
                  <a16:creationId xmlns:a16="http://schemas.microsoft.com/office/drawing/2014/main" id="{2907CAA7-0DCB-4274-98A2-88B8618A305F}"/>
                </a:ext>
              </a:extLst>
            </p:cNvPr>
            <p:cNvSpPr/>
            <p:nvPr/>
          </p:nvSpPr>
          <p:spPr>
            <a:xfrm>
              <a:off x="3618568" y="416753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8" name="Hexagon 3017">
              <a:extLst>
                <a:ext uri="{FF2B5EF4-FFF2-40B4-BE49-F238E27FC236}">
                  <a16:creationId xmlns:a16="http://schemas.microsoft.com/office/drawing/2014/main" id="{07F761BE-B819-423A-98A0-B8263FB4FE02}"/>
                </a:ext>
              </a:extLst>
            </p:cNvPr>
            <p:cNvSpPr/>
            <p:nvPr/>
          </p:nvSpPr>
          <p:spPr>
            <a:xfrm>
              <a:off x="3626112" y="3976370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19" name="Hexagon 3018">
              <a:extLst>
                <a:ext uri="{FF2B5EF4-FFF2-40B4-BE49-F238E27FC236}">
                  <a16:creationId xmlns:a16="http://schemas.microsoft.com/office/drawing/2014/main" id="{56B377FC-1C4B-4D62-80FF-02330D11B7BC}"/>
                </a:ext>
              </a:extLst>
            </p:cNvPr>
            <p:cNvSpPr/>
            <p:nvPr/>
          </p:nvSpPr>
          <p:spPr>
            <a:xfrm>
              <a:off x="3618568" y="3790026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0" name="Hexagon 3019">
              <a:extLst>
                <a:ext uri="{FF2B5EF4-FFF2-40B4-BE49-F238E27FC236}">
                  <a16:creationId xmlns:a16="http://schemas.microsoft.com/office/drawing/2014/main" id="{9B239B5E-8D43-41FB-AFE1-E48710DC98D7}"/>
                </a:ext>
              </a:extLst>
            </p:cNvPr>
            <p:cNvSpPr/>
            <p:nvPr/>
          </p:nvSpPr>
          <p:spPr>
            <a:xfrm>
              <a:off x="3840024" y="3703772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1" name="Hexagon 3020">
              <a:extLst>
                <a:ext uri="{FF2B5EF4-FFF2-40B4-BE49-F238E27FC236}">
                  <a16:creationId xmlns:a16="http://schemas.microsoft.com/office/drawing/2014/main" id="{108454EE-6579-4D64-A03F-D1CC370BD5F9}"/>
                </a:ext>
              </a:extLst>
            </p:cNvPr>
            <p:cNvSpPr/>
            <p:nvPr/>
          </p:nvSpPr>
          <p:spPr>
            <a:xfrm>
              <a:off x="3347105" y="350856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2" name="Hexagon 3021">
              <a:extLst>
                <a:ext uri="{FF2B5EF4-FFF2-40B4-BE49-F238E27FC236}">
                  <a16:creationId xmlns:a16="http://schemas.microsoft.com/office/drawing/2014/main" id="{3BA72BC2-ADD6-42EF-B404-D865312B2A45}"/>
                </a:ext>
              </a:extLst>
            </p:cNvPr>
            <p:cNvSpPr/>
            <p:nvPr/>
          </p:nvSpPr>
          <p:spPr>
            <a:xfrm>
              <a:off x="3850351" y="3325683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3" name="Hexagon 3022">
              <a:extLst>
                <a:ext uri="{FF2B5EF4-FFF2-40B4-BE49-F238E27FC236}">
                  <a16:creationId xmlns:a16="http://schemas.microsoft.com/office/drawing/2014/main" id="{4FB68BD2-D1C6-4B81-8182-FD242B85F18D}"/>
                </a:ext>
              </a:extLst>
            </p:cNvPr>
            <p:cNvSpPr/>
            <p:nvPr/>
          </p:nvSpPr>
          <p:spPr>
            <a:xfrm>
              <a:off x="3850351" y="313866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4" name="Hexagon 3023">
              <a:extLst>
                <a:ext uri="{FF2B5EF4-FFF2-40B4-BE49-F238E27FC236}">
                  <a16:creationId xmlns:a16="http://schemas.microsoft.com/office/drawing/2014/main" id="{284BCAE8-48E2-45D8-BB70-F51FE5BB1FD9}"/>
                </a:ext>
              </a:extLst>
            </p:cNvPr>
            <p:cNvSpPr/>
            <p:nvPr/>
          </p:nvSpPr>
          <p:spPr>
            <a:xfrm>
              <a:off x="3603503" y="323942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5" name="Hexagon 3024">
              <a:extLst>
                <a:ext uri="{FF2B5EF4-FFF2-40B4-BE49-F238E27FC236}">
                  <a16:creationId xmlns:a16="http://schemas.microsoft.com/office/drawing/2014/main" id="{20158019-C3D7-4428-9025-5D685A8F9B8F}"/>
                </a:ext>
              </a:extLst>
            </p:cNvPr>
            <p:cNvSpPr/>
            <p:nvPr/>
          </p:nvSpPr>
          <p:spPr>
            <a:xfrm>
              <a:off x="3370518" y="315213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6" name="Hexagon 3025">
              <a:extLst>
                <a:ext uri="{FF2B5EF4-FFF2-40B4-BE49-F238E27FC236}">
                  <a16:creationId xmlns:a16="http://schemas.microsoft.com/office/drawing/2014/main" id="{A0EB864F-AA5B-44DA-95BE-4646FBA065E8}"/>
                </a:ext>
              </a:extLst>
            </p:cNvPr>
            <p:cNvSpPr/>
            <p:nvPr/>
          </p:nvSpPr>
          <p:spPr>
            <a:xfrm>
              <a:off x="3125061" y="3056549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7" name="Hexagon 3026">
              <a:extLst>
                <a:ext uri="{FF2B5EF4-FFF2-40B4-BE49-F238E27FC236}">
                  <a16:creationId xmlns:a16="http://schemas.microsoft.com/office/drawing/2014/main" id="{8B893A80-0988-4A0C-B6D6-83C4458FF90B}"/>
                </a:ext>
              </a:extLst>
            </p:cNvPr>
            <p:cNvSpPr/>
            <p:nvPr/>
          </p:nvSpPr>
          <p:spPr>
            <a:xfrm>
              <a:off x="2879604" y="2957207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8" name="Hexagon 3027">
              <a:extLst>
                <a:ext uri="{FF2B5EF4-FFF2-40B4-BE49-F238E27FC236}">
                  <a16:creationId xmlns:a16="http://schemas.microsoft.com/office/drawing/2014/main" id="{07B0D4EA-CD63-487C-AA70-6BED7AE979DD}"/>
                </a:ext>
              </a:extLst>
            </p:cNvPr>
            <p:cNvSpPr/>
            <p:nvPr/>
          </p:nvSpPr>
          <p:spPr>
            <a:xfrm>
              <a:off x="2634147" y="3047221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29" name="Hexagon 3028">
              <a:extLst>
                <a:ext uri="{FF2B5EF4-FFF2-40B4-BE49-F238E27FC236}">
                  <a16:creationId xmlns:a16="http://schemas.microsoft.com/office/drawing/2014/main" id="{6E5D93E8-A1AE-4AB4-B59B-A1BCC4987E4A}"/>
                </a:ext>
              </a:extLst>
            </p:cNvPr>
            <p:cNvSpPr/>
            <p:nvPr/>
          </p:nvSpPr>
          <p:spPr>
            <a:xfrm>
              <a:off x="2408046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0" name="Hexagon 3029">
              <a:extLst>
                <a:ext uri="{FF2B5EF4-FFF2-40B4-BE49-F238E27FC236}">
                  <a16:creationId xmlns:a16="http://schemas.microsoft.com/office/drawing/2014/main" id="{2EFAE7B3-28FB-4F2F-A9A0-36B96CAB3151}"/>
                </a:ext>
              </a:extLst>
            </p:cNvPr>
            <p:cNvSpPr/>
            <p:nvPr/>
          </p:nvSpPr>
          <p:spPr>
            <a:xfrm>
              <a:off x="2180555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1" name="Hexagon 3030">
              <a:extLst>
                <a:ext uri="{FF2B5EF4-FFF2-40B4-BE49-F238E27FC236}">
                  <a16:creationId xmlns:a16="http://schemas.microsoft.com/office/drawing/2014/main" id="{55C81EC0-030F-431C-BC27-E1BC90B34BBD}"/>
                </a:ext>
              </a:extLst>
            </p:cNvPr>
            <p:cNvSpPr/>
            <p:nvPr/>
          </p:nvSpPr>
          <p:spPr>
            <a:xfrm>
              <a:off x="1954454" y="295578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2" name="Hexagon 3031">
              <a:extLst>
                <a:ext uri="{FF2B5EF4-FFF2-40B4-BE49-F238E27FC236}">
                  <a16:creationId xmlns:a16="http://schemas.microsoft.com/office/drawing/2014/main" id="{3980A046-E75A-4B92-8AD4-AC7965A3FC6F}"/>
                </a:ext>
              </a:extLst>
            </p:cNvPr>
            <p:cNvSpPr/>
            <p:nvPr/>
          </p:nvSpPr>
          <p:spPr>
            <a:xfrm>
              <a:off x="1710548" y="3047221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3" name="Hexagon 3032">
              <a:extLst>
                <a:ext uri="{FF2B5EF4-FFF2-40B4-BE49-F238E27FC236}">
                  <a16:creationId xmlns:a16="http://schemas.microsoft.com/office/drawing/2014/main" id="{379CD838-4860-42A0-8E3E-B221B86B32CA}"/>
                </a:ext>
              </a:extLst>
            </p:cNvPr>
            <p:cNvSpPr/>
            <p:nvPr/>
          </p:nvSpPr>
          <p:spPr>
            <a:xfrm>
              <a:off x="1470181" y="314798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4" name="Hexagon 3033">
              <a:extLst>
                <a:ext uri="{FF2B5EF4-FFF2-40B4-BE49-F238E27FC236}">
                  <a16:creationId xmlns:a16="http://schemas.microsoft.com/office/drawing/2014/main" id="{ABF72AD2-AA37-4B8C-869F-FE07C8D40899}"/>
                </a:ext>
              </a:extLst>
            </p:cNvPr>
            <p:cNvSpPr/>
            <p:nvPr/>
          </p:nvSpPr>
          <p:spPr>
            <a:xfrm>
              <a:off x="1479392" y="2965109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5" name="Hexagon 3034">
              <a:extLst>
                <a:ext uri="{FF2B5EF4-FFF2-40B4-BE49-F238E27FC236}">
                  <a16:creationId xmlns:a16="http://schemas.microsoft.com/office/drawing/2014/main" id="{082229FE-09FB-4591-A13A-0499CAE62C9E}"/>
                </a:ext>
              </a:extLst>
            </p:cNvPr>
            <p:cNvSpPr/>
            <p:nvPr/>
          </p:nvSpPr>
          <p:spPr>
            <a:xfrm>
              <a:off x="1239654" y="3047756"/>
              <a:ext cx="30878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6" name="Hexagon 3035">
              <a:extLst>
                <a:ext uri="{FF2B5EF4-FFF2-40B4-BE49-F238E27FC236}">
                  <a16:creationId xmlns:a16="http://schemas.microsoft.com/office/drawing/2014/main" id="{39738A66-6543-439B-8BA8-AE0393B6038E}"/>
                </a:ext>
              </a:extLst>
            </p:cNvPr>
            <p:cNvSpPr/>
            <p:nvPr/>
          </p:nvSpPr>
          <p:spPr>
            <a:xfrm>
              <a:off x="4096012" y="61915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7" name="Hexagon 3036">
              <a:extLst>
                <a:ext uri="{FF2B5EF4-FFF2-40B4-BE49-F238E27FC236}">
                  <a16:creationId xmlns:a16="http://schemas.microsoft.com/office/drawing/2014/main" id="{35EACF5D-CC1E-4719-9FE7-3F3810F6DA9D}"/>
                </a:ext>
              </a:extLst>
            </p:cNvPr>
            <p:cNvSpPr/>
            <p:nvPr/>
          </p:nvSpPr>
          <p:spPr>
            <a:xfrm>
              <a:off x="4337312" y="61000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8" name="Hexagon 3037">
              <a:extLst>
                <a:ext uri="{FF2B5EF4-FFF2-40B4-BE49-F238E27FC236}">
                  <a16:creationId xmlns:a16="http://schemas.microsoft.com/office/drawing/2014/main" id="{B74F1920-4E01-4C9F-B71B-BFC1977F77B5}"/>
                </a:ext>
              </a:extLst>
            </p:cNvPr>
            <p:cNvSpPr/>
            <p:nvPr/>
          </p:nvSpPr>
          <p:spPr>
            <a:xfrm>
              <a:off x="4578612" y="60086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39" name="Hexagon 3038">
              <a:extLst>
                <a:ext uri="{FF2B5EF4-FFF2-40B4-BE49-F238E27FC236}">
                  <a16:creationId xmlns:a16="http://schemas.microsoft.com/office/drawing/2014/main" id="{6F831DD1-286A-4422-AAE2-8A5C1910FDD2}"/>
                </a:ext>
              </a:extLst>
            </p:cNvPr>
            <p:cNvSpPr/>
            <p:nvPr/>
          </p:nvSpPr>
          <p:spPr>
            <a:xfrm>
              <a:off x="4343670" y="59171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0" name="Hexagon 3039">
              <a:extLst>
                <a:ext uri="{FF2B5EF4-FFF2-40B4-BE49-F238E27FC236}">
                  <a16:creationId xmlns:a16="http://schemas.microsoft.com/office/drawing/2014/main" id="{CBE61F23-AB72-42F4-B232-2B90DD9887B8}"/>
                </a:ext>
              </a:extLst>
            </p:cNvPr>
            <p:cNvSpPr/>
            <p:nvPr/>
          </p:nvSpPr>
          <p:spPr>
            <a:xfrm>
              <a:off x="4337312" y="57345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1" name="Hexagon 3040">
              <a:extLst>
                <a:ext uri="{FF2B5EF4-FFF2-40B4-BE49-F238E27FC236}">
                  <a16:creationId xmlns:a16="http://schemas.microsoft.com/office/drawing/2014/main" id="{08F6E597-D676-44B1-968E-87B346F38009}"/>
                </a:ext>
              </a:extLst>
            </p:cNvPr>
            <p:cNvSpPr/>
            <p:nvPr/>
          </p:nvSpPr>
          <p:spPr>
            <a:xfrm>
              <a:off x="4581795" y="582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2" name="Hexagon 3041">
              <a:extLst>
                <a:ext uri="{FF2B5EF4-FFF2-40B4-BE49-F238E27FC236}">
                  <a16:creationId xmlns:a16="http://schemas.microsoft.com/office/drawing/2014/main" id="{667B01C4-DB92-4ABD-A3DC-FBE00FEA47D1}"/>
                </a:ext>
              </a:extLst>
            </p:cNvPr>
            <p:cNvSpPr/>
            <p:nvPr/>
          </p:nvSpPr>
          <p:spPr>
            <a:xfrm>
              <a:off x="4327795" y="55453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3" name="Hexagon 3042">
              <a:extLst>
                <a:ext uri="{FF2B5EF4-FFF2-40B4-BE49-F238E27FC236}">
                  <a16:creationId xmlns:a16="http://schemas.microsoft.com/office/drawing/2014/main" id="{EB034DBE-B736-4441-AE02-0C20D728E9A0}"/>
                </a:ext>
              </a:extLst>
            </p:cNvPr>
            <p:cNvSpPr/>
            <p:nvPr/>
          </p:nvSpPr>
          <p:spPr>
            <a:xfrm>
              <a:off x="4569111" y="56430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4" name="Hexagon 3043">
              <a:extLst>
                <a:ext uri="{FF2B5EF4-FFF2-40B4-BE49-F238E27FC236}">
                  <a16:creationId xmlns:a16="http://schemas.microsoft.com/office/drawing/2014/main" id="{483CC015-09D1-447C-895B-CA600638DD91}"/>
                </a:ext>
              </a:extLst>
            </p:cNvPr>
            <p:cNvSpPr/>
            <p:nvPr/>
          </p:nvSpPr>
          <p:spPr>
            <a:xfrm>
              <a:off x="4569111" y="54529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5" name="Hexagon 3044">
              <a:extLst>
                <a:ext uri="{FF2B5EF4-FFF2-40B4-BE49-F238E27FC236}">
                  <a16:creationId xmlns:a16="http://schemas.microsoft.com/office/drawing/2014/main" id="{BF456E7C-FA66-4A8B-A303-DC38CA21D719}"/>
                </a:ext>
              </a:extLst>
            </p:cNvPr>
            <p:cNvSpPr/>
            <p:nvPr/>
          </p:nvSpPr>
          <p:spPr>
            <a:xfrm>
              <a:off x="4565968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6" name="Hexagon 3045">
              <a:extLst>
                <a:ext uri="{FF2B5EF4-FFF2-40B4-BE49-F238E27FC236}">
                  <a16:creationId xmlns:a16="http://schemas.microsoft.com/office/drawing/2014/main" id="{AA365AEE-4A47-46C3-8480-A96D587B35F9}"/>
                </a:ext>
              </a:extLst>
            </p:cNvPr>
            <p:cNvSpPr/>
            <p:nvPr/>
          </p:nvSpPr>
          <p:spPr>
            <a:xfrm>
              <a:off x="4569151" y="50909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7" name="Hexagon 3046">
              <a:extLst>
                <a:ext uri="{FF2B5EF4-FFF2-40B4-BE49-F238E27FC236}">
                  <a16:creationId xmlns:a16="http://schemas.microsoft.com/office/drawing/2014/main" id="{BDF1EE23-7F88-4093-AA3A-A88721F53452}"/>
                </a:ext>
              </a:extLst>
            </p:cNvPr>
            <p:cNvSpPr/>
            <p:nvPr/>
          </p:nvSpPr>
          <p:spPr>
            <a:xfrm>
              <a:off x="4556467" y="4908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8" name="Hexagon 3047">
              <a:extLst>
                <a:ext uri="{FF2B5EF4-FFF2-40B4-BE49-F238E27FC236}">
                  <a16:creationId xmlns:a16="http://schemas.microsoft.com/office/drawing/2014/main" id="{8FFAB2ED-6F58-49B4-9855-453BB7D36D19}"/>
                </a:ext>
              </a:extLst>
            </p:cNvPr>
            <p:cNvSpPr/>
            <p:nvPr/>
          </p:nvSpPr>
          <p:spPr>
            <a:xfrm>
              <a:off x="4556467" y="47181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49" name="Hexagon 3048">
              <a:extLst>
                <a:ext uri="{FF2B5EF4-FFF2-40B4-BE49-F238E27FC236}">
                  <a16:creationId xmlns:a16="http://schemas.microsoft.com/office/drawing/2014/main" id="{56FAA088-BF0B-4795-B6C0-D28F318E80BE}"/>
                </a:ext>
              </a:extLst>
            </p:cNvPr>
            <p:cNvSpPr/>
            <p:nvPr/>
          </p:nvSpPr>
          <p:spPr>
            <a:xfrm>
              <a:off x="4565968" y="45239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0" name="Hexagon 3049">
              <a:extLst>
                <a:ext uri="{FF2B5EF4-FFF2-40B4-BE49-F238E27FC236}">
                  <a16:creationId xmlns:a16="http://schemas.microsoft.com/office/drawing/2014/main" id="{65896EFE-AFD9-46D8-8CB3-AAC01604800B}"/>
                </a:ext>
              </a:extLst>
            </p:cNvPr>
            <p:cNvSpPr/>
            <p:nvPr/>
          </p:nvSpPr>
          <p:spPr>
            <a:xfrm>
              <a:off x="4569151" y="43411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1" name="Hexagon 3050">
              <a:extLst>
                <a:ext uri="{FF2B5EF4-FFF2-40B4-BE49-F238E27FC236}">
                  <a16:creationId xmlns:a16="http://schemas.microsoft.com/office/drawing/2014/main" id="{6EAEDD54-FDD6-42E0-A81D-BF66A9851158}"/>
                </a:ext>
              </a:extLst>
            </p:cNvPr>
            <p:cNvSpPr/>
            <p:nvPr/>
          </p:nvSpPr>
          <p:spPr>
            <a:xfrm>
              <a:off x="4556467" y="4158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2" name="Hexagon 3051">
              <a:extLst>
                <a:ext uri="{FF2B5EF4-FFF2-40B4-BE49-F238E27FC236}">
                  <a16:creationId xmlns:a16="http://schemas.microsoft.com/office/drawing/2014/main" id="{A0ED7314-4C76-4E9D-8ED8-5B41D1B5836B}"/>
                </a:ext>
              </a:extLst>
            </p:cNvPr>
            <p:cNvSpPr/>
            <p:nvPr/>
          </p:nvSpPr>
          <p:spPr>
            <a:xfrm>
              <a:off x="4556467" y="3968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3" name="Hexagon 3052">
              <a:extLst>
                <a:ext uri="{FF2B5EF4-FFF2-40B4-BE49-F238E27FC236}">
                  <a16:creationId xmlns:a16="http://schemas.microsoft.com/office/drawing/2014/main" id="{927F00AE-1BE8-47C5-8FBD-A8FCECE30C26}"/>
                </a:ext>
              </a:extLst>
            </p:cNvPr>
            <p:cNvSpPr/>
            <p:nvPr/>
          </p:nvSpPr>
          <p:spPr>
            <a:xfrm>
              <a:off x="4809665" y="5368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4" name="Hexagon 3053">
              <a:extLst>
                <a:ext uri="{FF2B5EF4-FFF2-40B4-BE49-F238E27FC236}">
                  <a16:creationId xmlns:a16="http://schemas.microsoft.com/office/drawing/2014/main" id="{D62DF677-9DB2-43EC-A562-FC2B10B0E600}"/>
                </a:ext>
              </a:extLst>
            </p:cNvPr>
            <p:cNvSpPr/>
            <p:nvPr/>
          </p:nvSpPr>
          <p:spPr>
            <a:xfrm>
              <a:off x="4812848" y="5185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5" name="Hexagon 3054">
              <a:extLst>
                <a:ext uri="{FF2B5EF4-FFF2-40B4-BE49-F238E27FC236}">
                  <a16:creationId xmlns:a16="http://schemas.microsoft.com/office/drawing/2014/main" id="{3CA91D2D-7FB2-44F2-BFB6-109CC1A41237}"/>
                </a:ext>
              </a:extLst>
            </p:cNvPr>
            <p:cNvSpPr/>
            <p:nvPr/>
          </p:nvSpPr>
          <p:spPr>
            <a:xfrm>
              <a:off x="4800164" y="50030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6" name="Hexagon 3055">
              <a:extLst>
                <a:ext uri="{FF2B5EF4-FFF2-40B4-BE49-F238E27FC236}">
                  <a16:creationId xmlns:a16="http://schemas.microsoft.com/office/drawing/2014/main" id="{416AAED5-1C53-4F32-9F23-BE12D9674679}"/>
                </a:ext>
              </a:extLst>
            </p:cNvPr>
            <p:cNvSpPr/>
            <p:nvPr/>
          </p:nvSpPr>
          <p:spPr>
            <a:xfrm>
              <a:off x="4800164" y="4812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7" name="Hexagon 3056">
              <a:extLst>
                <a:ext uri="{FF2B5EF4-FFF2-40B4-BE49-F238E27FC236}">
                  <a16:creationId xmlns:a16="http://schemas.microsoft.com/office/drawing/2014/main" id="{6645E952-150C-485F-B170-EA05258C284D}"/>
                </a:ext>
              </a:extLst>
            </p:cNvPr>
            <p:cNvSpPr/>
            <p:nvPr/>
          </p:nvSpPr>
          <p:spPr>
            <a:xfrm>
              <a:off x="5040678" y="5094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8" name="Hexagon 3057">
              <a:extLst>
                <a:ext uri="{FF2B5EF4-FFF2-40B4-BE49-F238E27FC236}">
                  <a16:creationId xmlns:a16="http://schemas.microsoft.com/office/drawing/2014/main" id="{2282787C-3EAF-4524-83AC-88647971581B}"/>
                </a:ext>
              </a:extLst>
            </p:cNvPr>
            <p:cNvSpPr/>
            <p:nvPr/>
          </p:nvSpPr>
          <p:spPr>
            <a:xfrm>
              <a:off x="5043861" y="4911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59" name="Hexagon 3058">
              <a:extLst>
                <a:ext uri="{FF2B5EF4-FFF2-40B4-BE49-F238E27FC236}">
                  <a16:creationId xmlns:a16="http://schemas.microsoft.com/office/drawing/2014/main" id="{B900AE33-DFD8-47FC-9023-7A6048D64E45}"/>
                </a:ext>
              </a:extLst>
            </p:cNvPr>
            <p:cNvSpPr/>
            <p:nvPr/>
          </p:nvSpPr>
          <p:spPr>
            <a:xfrm>
              <a:off x="5031177" y="472874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0" name="Hexagon 3059">
              <a:extLst>
                <a:ext uri="{FF2B5EF4-FFF2-40B4-BE49-F238E27FC236}">
                  <a16:creationId xmlns:a16="http://schemas.microsoft.com/office/drawing/2014/main" id="{B1305E4E-850E-48B3-8D24-68EA53F8BC99}"/>
                </a:ext>
              </a:extLst>
            </p:cNvPr>
            <p:cNvSpPr/>
            <p:nvPr/>
          </p:nvSpPr>
          <p:spPr>
            <a:xfrm>
              <a:off x="5031177" y="4538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1" name="Hexagon 3060">
              <a:extLst>
                <a:ext uri="{FF2B5EF4-FFF2-40B4-BE49-F238E27FC236}">
                  <a16:creationId xmlns:a16="http://schemas.microsoft.com/office/drawing/2014/main" id="{DA45C098-654B-4B9D-9B9F-5BB410588463}"/>
                </a:ext>
              </a:extLst>
            </p:cNvPr>
            <p:cNvSpPr/>
            <p:nvPr/>
          </p:nvSpPr>
          <p:spPr>
            <a:xfrm>
              <a:off x="5284169" y="50029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2" name="Hexagon 3061">
              <a:extLst>
                <a:ext uri="{FF2B5EF4-FFF2-40B4-BE49-F238E27FC236}">
                  <a16:creationId xmlns:a16="http://schemas.microsoft.com/office/drawing/2014/main" id="{2D25D702-4EDF-438C-A095-99A8E3BF720E}"/>
                </a:ext>
              </a:extLst>
            </p:cNvPr>
            <p:cNvSpPr/>
            <p:nvPr/>
          </p:nvSpPr>
          <p:spPr>
            <a:xfrm>
              <a:off x="5287352" y="48200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3" name="Hexagon 3062">
              <a:extLst>
                <a:ext uri="{FF2B5EF4-FFF2-40B4-BE49-F238E27FC236}">
                  <a16:creationId xmlns:a16="http://schemas.microsoft.com/office/drawing/2014/main" id="{B5E09BFA-E3D2-42AB-A9BE-3ACC21CDE409}"/>
                </a:ext>
              </a:extLst>
            </p:cNvPr>
            <p:cNvSpPr/>
            <p:nvPr/>
          </p:nvSpPr>
          <p:spPr>
            <a:xfrm>
              <a:off x="5274668" y="46373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4" name="Hexagon 3063">
              <a:extLst>
                <a:ext uri="{FF2B5EF4-FFF2-40B4-BE49-F238E27FC236}">
                  <a16:creationId xmlns:a16="http://schemas.microsoft.com/office/drawing/2014/main" id="{614A1EE5-8C0B-4441-8093-F7FF83445C26}"/>
                </a:ext>
              </a:extLst>
            </p:cNvPr>
            <p:cNvSpPr/>
            <p:nvPr/>
          </p:nvSpPr>
          <p:spPr>
            <a:xfrm>
              <a:off x="5274668" y="44472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5" name="Hexagon 3064">
              <a:extLst>
                <a:ext uri="{FF2B5EF4-FFF2-40B4-BE49-F238E27FC236}">
                  <a16:creationId xmlns:a16="http://schemas.microsoft.com/office/drawing/2014/main" id="{B095907E-EE44-4FBC-9E1F-131C11D81F77}"/>
                </a:ext>
              </a:extLst>
            </p:cNvPr>
            <p:cNvSpPr/>
            <p:nvPr/>
          </p:nvSpPr>
          <p:spPr>
            <a:xfrm>
              <a:off x="5534216" y="54601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6" name="Hexagon 3065">
              <a:extLst>
                <a:ext uri="{FF2B5EF4-FFF2-40B4-BE49-F238E27FC236}">
                  <a16:creationId xmlns:a16="http://schemas.microsoft.com/office/drawing/2014/main" id="{41542FE5-36A3-4936-BE4A-2573746A7BB7}"/>
                </a:ext>
              </a:extLst>
            </p:cNvPr>
            <p:cNvSpPr/>
            <p:nvPr/>
          </p:nvSpPr>
          <p:spPr>
            <a:xfrm>
              <a:off x="5537399" y="5277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7" name="Hexagon 3066">
              <a:extLst>
                <a:ext uri="{FF2B5EF4-FFF2-40B4-BE49-F238E27FC236}">
                  <a16:creationId xmlns:a16="http://schemas.microsoft.com/office/drawing/2014/main" id="{C77AD7FC-E027-47FA-98F9-EB70C503A80D}"/>
                </a:ext>
              </a:extLst>
            </p:cNvPr>
            <p:cNvSpPr/>
            <p:nvPr/>
          </p:nvSpPr>
          <p:spPr>
            <a:xfrm>
              <a:off x="5524715" y="5094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8" name="Hexagon 3067">
              <a:extLst>
                <a:ext uri="{FF2B5EF4-FFF2-40B4-BE49-F238E27FC236}">
                  <a16:creationId xmlns:a16="http://schemas.microsoft.com/office/drawing/2014/main" id="{CD9EF2A9-BEE1-4BC8-9FB5-84032C0D7F29}"/>
                </a:ext>
              </a:extLst>
            </p:cNvPr>
            <p:cNvSpPr/>
            <p:nvPr/>
          </p:nvSpPr>
          <p:spPr>
            <a:xfrm>
              <a:off x="5524715" y="4904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69" name="Hexagon 3068">
              <a:extLst>
                <a:ext uri="{FF2B5EF4-FFF2-40B4-BE49-F238E27FC236}">
                  <a16:creationId xmlns:a16="http://schemas.microsoft.com/office/drawing/2014/main" id="{85FBB944-15AE-4FE1-A2F5-1534801DAA30}"/>
                </a:ext>
              </a:extLst>
            </p:cNvPr>
            <p:cNvSpPr/>
            <p:nvPr/>
          </p:nvSpPr>
          <p:spPr>
            <a:xfrm>
              <a:off x="5765023" y="49855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0" name="Hexagon 3069">
              <a:extLst>
                <a:ext uri="{FF2B5EF4-FFF2-40B4-BE49-F238E27FC236}">
                  <a16:creationId xmlns:a16="http://schemas.microsoft.com/office/drawing/2014/main" id="{8A9D8630-6DEB-4934-BCAA-09421B126491}"/>
                </a:ext>
              </a:extLst>
            </p:cNvPr>
            <p:cNvSpPr/>
            <p:nvPr/>
          </p:nvSpPr>
          <p:spPr>
            <a:xfrm>
              <a:off x="5768206" y="48026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1" name="Hexagon 3070">
              <a:extLst>
                <a:ext uri="{FF2B5EF4-FFF2-40B4-BE49-F238E27FC236}">
                  <a16:creationId xmlns:a16="http://schemas.microsoft.com/office/drawing/2014/main" id="{2DB622C9-2D0E-462D-A8C7-82D411F56ECF}"/>
                </a:ext>
              </a:extLst>
            </p:cNvPr>
            <p:cNvSpPr/>
            <p:nvPr/>
          </p:nvSpPr>
          <p:spPr>
            <a:xfrm>
              <a:off x="5755522" y="461995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2" name="Hexagon 3071">
              <a:extLst>
                <a:ext uri="{FF2B5EF4-FFF2-40B4-BE49-F238E27FC236}">
                  <a16:creationId xmlns:a16="http://schemas.microsoft.com/office/drawing/2014/main" id="{752CDDA3-B7FE-4116-8B48-21B376C000B2}"/>
                </a:ext>
              </a:extLst>
            </p:cNvPr>
            <p:cNvSpPr/>
            <p:nvPr/>
          </p:nvSpPr>
          <p:spPr>
            <a:xfrm>
              <a:off x="5755522" y="44298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3" name="Hexagon 3072">
              <a:extLst>
                <a:ext uri="{FF2B5EF4-FFF2-40B4-BE49-F238E27FC236}">
                  <a16:creationId xmlns:a16="http://schemas.microsoft.com/office/drawing/2014/main" id="{BF64AF4C-BBF7-4C4A-933C-6D060EC6BD0B}"/>
                </a:ext>
              </a:extLst>
            </p:cNvPr>
            <p:cNvSpPr/>
            <p:nvPr/>
          </p:nvSpPr>
          <p:spPr>
            <a:xfrm>
              <a:off x="6002386" y="50770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4" name="Hexagon 3073">
              <a:extLst>
                <a:ext uri="{FF2B5EF4-FFF2-40B4-BE49-F238E27FC236}">
                  <a16:creationId xmlns:a16="http://schemas.microsoft.com/office/drawing/2014/main" id="{3D8B2578-C705-4899-B350-73295B9A54A8}"/>
                </a:ext>
              </a:extLst>
            </p:cNvPr>
            <p:cNvSpPr/>
            <p:nvPr/>
          </p:nvSpPr>
          <p:spPr>
            <a:xfrm>
              <a:off x="6005569" y="48941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5" name="Hexagon 3074">
              <a:extLst>
                <a:ext uri="{FF2B5EF4-FFF2-40B4-BE49-F238E27FC236}">
                  <a16:creationId xmlns:a16="http://schemas.microsoft.com/office/drawing/2014/main" id="{D39D4A7F-8B9B-4B7E-A801-9B2B877E8206}"/>
                </a:ext>
              </a:extLst>
            </p:cNvPr>
            <p:cNvSpPr/>
            <p:nvPr/>
          </p:nvSpPr>
          <p:spPr>
            <a:xfrm>
              <a:off x="5992885" y="47113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6" name="Hexagon 3075">
              <a:extLst>
                <a:ext uri="{FF2B5EF4-FFF2-40B4-BE49-F238E27FC236}">
                  <a16:creationId xmlns:a16="http://schemas.microsoft.com/office/drawing/2014/main" id="{1A466876-192E-4335-BFE2-8641ABAD9A0B}"/>
                </a:ext>
              </a:extLst>
            </p:cNvPr>
            <p:cNvSpPr/>
            <p:nvPr/>
          </p:nvSpPr>
          <p:spPr>
            <a:xfrm>
              <a:off x="5992885" y="45212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7" name="Hexagon 3076">
              <a:extLst>
                <a:ext uri="{FF2B5EF4-FFF2-40B4-BE49-F238E27FC236}">
                  <a16:creationId xmlns:a16="http://schemas.microsoft.com/office/drawing/2014/main" id="{D6A29BB4-6143-44EB-813C-76042AFCAA7F}"/>
                </a:ext>
              </a:extLst>
            </p:cNvPr>
            <p:cNvSpPr/>
            <p:nvPr/>
          </p:nvSpPr>
          <p:spPr>
            <a:xfrm>
              <a:off x="5300020" y="573418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8" name="Hexagon 3077">
              <a:extLst>
                <a:ext uri="{FF2B5EF4-FFF2-40B4-BE49-F238E27FC236}">
                  <a16:creationId xmlns:a16="http://schemas.microsoft.com/office/drawing/2014/main" id="{74150365-26F1-47C4-9A97-501563AC2B03}"/>
                </a:ext>
              </a:extLst>
            </p:cNvPr>
            <p:cNvSpPr/>
            <p:nvPr/>
          </p:nvSpPr>
          <p:spPr>
            <a:xfrm>
              <a:off x="5303203" y="555130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79" name="Hexagon 3078">
              <a:extLst>
                <a:ext uri="{FF2B5EF4-FFF2-40B4-BE49-F238E27FC236}">
                  <a16:creationId xmlns:a16="http://schemas.microsoft.com/office/drawing/2014/main" id="{62568FD2-9E5A-4A64-B8C7-3D1326571581}"/>
                </a:ext>
              </a:extLst>
            </p:cNvPr>
            <p:cNvSpPr/>
            <p:nvPr/>
          </p:nvSpPr>
          <p:spPr>
            <a:xfrm>
              <a:off x="5290519" y="53685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0" name="Hexagon 3079">
              <a:extLst>
                <a:ext uri="{FF2B5EF4-FFF2-40B4-BE49-F238E27FC236}">
                  <a16:creationId xmlns:a16="http://schemas.microsoft.com/office/drawing/2014/main" id="{869B17E8-2438-40C1-A2FD-4C5FFCD193CA}"/>
                </a:ext>
              </a:extLst>
            </p:cNvPr>
            <p:cNvSpPr/>
            <p:nvPr/>
          </p:nvSpPr>
          <p:spPr>
            <a:xfrm>
              <a:off x="577466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1" name="Hexagon 3080">
              <a:extLst>
                <a:ext uri="{FF2B5EF4-FFF2-40B4-BE49-F238E27FC236}">
                  <a16:creationId xmlns:a16="http://schemas.microsoft.com/office/drawing/2014/main" id="{04F08BCC-CC04-446C-91A5-69CAAC20CFD8}"/>
                </a:ext>
              </a:extLst>
            </p:cNvPr>
            <p:cNvSpPr/>
            <p:nvPr/>
          </p:nvSpPr>
          <p:spPr>
            <a:xfrm>
              <a:off x="5777850" y="53582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2" name="Hexagon 3081">
              <a:extLst>
                <a:ext uri="{FF2B5EF4-FFF2-40B4-BE49-F238E27FC236}">
                  <a16:creationId xmlns:a16="http://schemas.microsoft.com/office/drawing/2014/main" id="{66F9FC60-C5D0-41A8-98FF-AE25ADBDC7EA}"/>
                </a:ext>
              </a:extLst>
            </p:cNvPr>
            <p:cNvSpPr/>
            <p:nvPr/>
          </p:nvSpPr>
          <p:spPr>
            <a:xfrm>
              <a:off x="5765166" y="51755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3" name="Hexagon 3082">
              <a:extLst>
                <a:ext uri="{FF2B5EF4-FFF2-40B4-BE49-F238E27FC236}">
                  <a16:creationId xmlns:a16="http://schemas.microsoft.com/office/drawing/2014/main" id="{A85EC155-0EC5-4C7C-B842-5C1AEE6AB3DC}"/>
                </a:ext>
              </a:extLst>
            </p:cNvPr>
            <p:cNvSpPr/>
            <p:nvPr/>
          </p:nvSpPr>
          <p:spPr>
            <a:xfrm>
              <a:off x="4320363" y="44412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4" name="Hexagon 3083">
              <a:extLst>
                <a:ext uri="{FF2B5EF4-FFF2-40B4-BE49-F238E27FC236}">
                  <a16:creationId xmlns:a16="http://schemas.microsoft.com/office/drawing/2014/main" id="{58FFAA94-BF3A-4BC1-BB3B-1C0C342B5259}"/>
                </a:ext>
              </a:extLst>
            </p:cNvPr>
            <p:cNvSpPr/>
            <p:nvPr/>
          </p:nvSpPr>
          <p:spPr>
            <a:xfrm>
              <a:off x="4323546" y="4258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5" name="Hexagon 3084">
              <a:extLst>
                <a:ext uri="{FF2B5EF4-FFF2-40B4-BE49-F238E27FC236}">
                  <a16:creationId xmlns:a16="http://schemas.microsoft.com/office/drawing/2014/main" id="{76C7D8EF-2F5C-44DA-A26D-A95D1987B64E}"/>
                </a:ext>
              </a:extLst>
            </p:cNvPr>
            <p:cNvSpPr/>
            <p:nvPr/>
          </p:nvSpPr>
          <p:spPr>
            <a:xfrm>
              <a:off x="4310862" y="407560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6" name="Hexagon 3085">
              <a:extLst>
                <a:ext uri="{FF2B5EF4-FFF2-40B4-BE49-F238E27FC236}">
                  <a16:creationId xmlns:a16="http://schemas.microsoft.com/office/drawing/2014/main" id="{3F96C630-9454-46F6-914A-BA5A8BCE35D3}"/>
                </a:ext>
              </a:extLst>
            </p:cNvPr>
            <p:cNvSpPr/>
            <p:nvPr/>
          </p:nvSpPr>
          <p:spPr>
            <a:xfrm>
              <a:off x="4565968" y="379288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7" name="Hexagon 3086">
              <a:extLst>
                <a:ext uri="{FF2B5EF4-FFF2-40B4-BE49-F238E27FC236}">
                  <a16:creationId xmlns:a16="http://schemas.microsoft.com/office/drawing/2014/main" id="{3ABF7B08-39F0-4B20-83F4-F22FE3D6611F}"/>
                </a:ext>
              </a:extLst>
            </p:cNvPr>
            <p:cNvSpPr/>
            <p:nvPr/>
          </p:nvSpPr>
          <p:spPr>
            <a:xfrm>
              <a:off x="4816119" y="37013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8" name="Hexagon 3087">
              <a:extLst>
                <a:ext uri="{FF2B5EF4-FFF2-40B4-BE49-F238E27FC236}">
                  <a16:creationId xmlns:a16="http://schemas.microsoft.com/office/drawing/2014/main" id="{6A78995C-2CC5-4820-B751-F779C00D4D4E}"/>
                </a:ext>
              </a:extLst>
            </p:cNvPr>
            <p:cNvSpPr/>
            <p:nvPr/>
          </p:nvSpPr>
          <p:spPr>
            <a:xfrm>
              <a:off x="4806618" y="38904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89" name="Hexagon 3088">
              <a:extLst>
                <a:ext uri="{FF2B5EF4-FFF2-40B4-BE49-F238E27FC236}">
                  <a16:creationId xmlns:a16="http://schemas.microsoft.com/office/drawing/2014/main" id="{54610FAE-E44B-4BA7-A7E4-19990BE427AC}"/>
                </a:ext>
              </a:extLst>
            </p:cNvPr>
            <p:cNvSpPr/>
            <p:nvPr/>
          </p:nvSpPr>
          <p:spPr>
            <a:xfrm>
              <a:off x="4806514" y="44253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0" name="Hexagon 3089">
              <a:extLst>
                <a:ext uri="{FF2B5EF4-FFF2-40B4-BE49-F238E27FC236}">
                  <a16:creationId xmlns:a16="http://schemas.microsoft.com/office/drawing/2014/main" id="{93A2F73F-8FD8-4F7F-A38B-4B0A8523EB35}"/>
                </a:ext>
              </a:extLst>
            </p:cNvPr>
            <p:cNvSpPr/>
            <p:nvPr/>
          </p:nvSpPr>
          <p:spPr>
            <a:xfrm>
              <a:off x="5518381" y="45383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1" name="Hexagon 3090">
              <a:extLst>
                <a:ext uri="{FF2B5EF4-FFF2-40B4-BE49-F238E27FC236}">
                  <a16:creationId xmlns:a16="http://schemas.microsoft.com/office/drawing/2014/main" id="{ED1627DA-1581-4EC8-92D3-218557630D00}"/>
                </a:ext>
              </a:extLst>
            </p:cNvPr>
            <p:cNvSpPr/>
            <p:nvPr/>
          </p:nvSpPr>
          <p:spPr>
            <a:xfrm>
              <a:off x="5515270" y="4348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2" name="Hexagon 3091">
              <a:extLst>
                <a:ext uri="{FF2B5EF4-FFF2-40B4-BE49-F238E27FC236}">
                  <a16:creationId xmlns:a16="http://schemas.microsoft.com/office/drawing/2014/main" id="{EC5153D9-B689-46A3-9314-C45D2D08737E}"/>
                </a:ext>
              </a:extLst>
            </p:cNvPr>
            <p:cNvSpPr/>
            <p:nvPr/>
          </p:nvSpPr>
          <p:spPr>
            <a:xfrm>
              <a:off x="5544519" y="56541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3" name="Hexagon 3092">
              <a:extLst>
                <a:ext uri="{FF2B5EF4-FFF2-40B4-BE49-F238E27FC236}">
                  <a16:creationId xmlns:a16="http://schemas.microsoft.com/office/drawing/2014/main" id="{88FA9C0B-BB8A-4B67-B0A2-788CE53F68A9}"/>
                </a:ext>
              </a:extLst>
            </p:cNvPr>
            <p:cNvSpPr/>
            <p:nvPr/>
          </p:nvSpPr>
          <p:spPr>
            <a:xfrm>
              <a:off x="6008760" y="52738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4" name="Hexagon 3093">
              <a:extLst>
                <a:ext uri="{FF2B5EF4-FFF2-40B4-BE49-F238E27FC236}">
                  <a16:creationId xmlns:a16="http://schemas.microsoft.com/office/drawing/2014/main" id="{0036FAA5-5501-4B2B-83AC-F25E5043BAA8}"/>
                </a:ext>
              </a:extLst>
            </p:cNvPr>
            <p:cNvSpPr/>
            <p:nvPr/>
          </p:nvSpPr>
          <p:spPr>
            <a:xfrm>
              <a:off x="6245877" y="48094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5" name="Hexagon 3094">
              <a:extLst>
                <a:ext uri="{FF2B5EF4-FFF2-40B4-BE49-F238E27FC236}">
                  <a16:creationId xmlns:a16="http://schemas.microsoft.com/office/drawing/2014/main" id="{66CF4F37-F7B5-445D-B247-043E7A55340D}"/>
                </a:ext>
              </a:extLst>
            </p:cNvPr>
            <p:cNvSpPr/>
            <p:nvPr/>
          </p:nvSpPr>
          <p:spPr>
            <a:xfrm>
              <a:off x="8581382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6" name="Hexagon 3095">
              <a:extLst>
                <a:ext uri="{FF2B5EF4-FFF2-40B4-BE49-F238E27FC236}">
                  <a16:creationId xmlns:a16="http://schemas.microsoft.com/office/drawing/2014/main" id="{CB0AF6D2-9CB8-43A8-95E7-AF3D31E4CF57}"/>
                </a:ext>
              </a:extLst>
            </p:cNvPr>
            <p:cNvSpPr/>
            <p:nvPr/>
          </p:nvSpPr>
          <p:spPr>
            <a:xfrm>
              <a:off x="8826651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7" name="Hexagon 3096">
              <a:extLst>
                <a:ext uri="{FF2B5EF4-FFF2-40B4-BE49-F238E27FC236}">
                  <a16:creationId xmlns:a16="http://schemas.microsoft.com/office/drawing/2014/main" id="{B7B16E7A-CA11-4703-BA21-E897E8B5233E}"/>
                </a:ext>
              </a:extLst>
            </p:cNvPr>
            <p:cNvSpPr/>
            <p:nvPr/>
          </p:nvSpPr>
          <p:spPr>
            <a:xfrm>
              <a:off x="8826651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8" name="Hexagon 3097">
              <a:extLst>
                <a:ext uri="{FF2B5EF4-FFF2-40B4-BE49-F238E27FC236}">
                  <a16:creationId xmlns:a16="http://schemas.microsoft.com/office/drawing/2014/main" id="{92AEAC3B-CF68-427D-925B-56C9AB1B782E}"/>
                </a:ext>
              </a:extLst>
            </p:cNvPr>
            <p:cNvSpPr/>
            <p:nvPr/>
          </p:nvSpPr>
          <p:spPr>
            <a:xfrm>
              <a:off x="9050489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099" name="Hexagon 3098">
              <a:extLst>
                <a:ext uri="{FF2B5EF4-FFF2-40B4-BE49-F238E27FC236}">
                  <a16:creationId xmlns:a16="http://schemas.microsoft.com/office/drawing/2014/main" id="{288C3636-CE4F-4352-A4F6-C4BE1970B8AA}"/>
                </a:ext>
              </a:extLst>
            </p:cNvPr>
            <p:cNvSpPr/>
            <p:nvPr/>
          </p:nvSpPr>
          <p:spPr>
            <a:xfrm>
              <a:off x="9050489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0" name="Hexagon 3099">
              <a:extLst>
                <a:ext uri="{FF2B5EF4-FFF2-40B4-BE49-F238E27FC236}">
                  <a16:creationId xmlns:a16="http://schemas.microsoft.com/office/drawing/2014/main" id="{8957FE16-BC4F-49B1-A533-9E538DBC1F3A}"/>
                </a:ext>
              </a:extLst>
            </p:cNvPr>
            <p:cNvSpPr/>
            <p:nvPr/>
          </p:nvSpPr>
          <p:spPr>
            <a:xfrm>
              <a:off x="929575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1" name="Hexagon 3100">
              <a:extLst>
                <a:ext uri="{FF2B5EF4-FFF2-40B4-BE49-F238E27FC236}">
                  <a16:creationId xmlns:a16="http://schemas.microsoft.com/office/drawing/2014/main" id="{E417D140-A416-4124-A8B8-57916A4534DC}"/>
                </a:ext>
              </a:extLst>
            </p:cNvPr>
            <p:cNvSpPr/>
            <p:nvPr/>
          </p:nvSpPr>
          <p:spPr>
            <a:xfrm>
              <a:off x="9295758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2" name="Hexagon 3101">
              <a:extLst>
                <a:ext uri="{FF2B5EF4-FFF2-40B4-BE49-F238E27FC236}">
                  <a16:creationId xmlns:a16="http://schemas.microsoft.com/office/drawing/2014/main" id="{8AF2F73E-FB6D-43B3-A35E-18C595A54B9E}"/>
                </a:ext>
              </a:extLst>
            </p:cNvPr>
            <p:cNvSpPr/>
            <p:nvPr/>
          </p:nvSpPr>
          <p:spPr>
            <a:xfrm>
              <a:off x="9541026" y="86559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3" name="Hexagon 3102">
              <a:extLst>
                <a:ext uri="{FF2B5EF4-FFF2-40B4-BE49-F238E27FC236}">
                  <a16:creationId xmlns:a16="http://schemas.microsoft.com/office/drawing/2014/main" id="{953A6B26-D8EB-4A48-BD9A-C73BE742EADC}"/>
                </a:ext>
              </a:extLst>
            </p:cNvPr>
            <p:cNvSpPr/>
            <p:nvPr/>
          </p:nvSpPr>
          <p:spPr>
            <a:xfrm>
              <a:off x="9541026" y="84730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4" name="Hexagon 3103">
              <a:extLst>
                <a:ext uri="{FF2B5EF4-FFF2-40B4-BE49-F238E27FC236}">
                  <a16:creationId xmlns:a16="http://schemas.microsoft.com/office/drawing/2014/main" id="{32D363B1-C325-4CD4-B51C-A78FCADCCF6C}"/>
                </a:ext>
              </a:extLst>
            </p:cNvPr>
            <p:cNvSpPr/>
            <p:nvPr/>
          </p:nvSpPr>
          <p:spPr>
            <a:xfrm>
              <a:off x="9772698" y="87474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5" name="Hexagon 3104">
              <a:extLst>
                <a:ext uri="{FF2B5EF4-FFF2-40B4-BE49-F238E27FC236}">
                  <a16:creationId xmlns:a16="http://schemas.microsoft.com/office/drawing/2014/main" id="{0DC550B2-E679-44AE-8011-0FE70EE35AA4}"/>
                </a:ext>
              </a:extLst>
            </p:cNvPr>
            <p:cNvSpPr/>
            <p:nvPr/>
          </p:nvSpPr>
          <p:spPr>
            <a:xfrm>
              <a:off x="9772698" y="856453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6" name="Hexagon 3105">
              <a:extLst>
                <a:ext uri="{FF2B5EF4-FFF2-40B4-BE49-F238E27FC236}">
                  <a16:creationId xmlns:a16="http://schemas.microsoft.com/office/drawing/2014/main" id="{90A0260D-C679-4015-9992-F9662F822D95}"/>
                </a:ext>
              </a:extLst>
            </p:cNvPr>
            <p:cNvSpPr/>
            <p:nvPr/>
          </p:nvSpPr>
          <p:spPr>
            <a:xfrm>
              <a:off x="10013204" y="88504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7" name="Hexagon 3106">
              <a:extLst>
                <a:ext uri="{FF2B5EF4-FFF2-40B4-BE49-F238E27FC236}">
                  <a16:creationId xmlns:a16="http://schemas.microsoft.com/office/drawing/2014/main" id="{A28135AE-1945-4065-87B5-3F48CBE37B0E}"/>
                </a:ext>
              </a:extLst>
            </p:cNvPr>
            <p:cNvSpPr/>
            <p:nvPr/>
          </p:nvSpPr>
          <p:spPr>
            <a:xfrm>
              <a:off x="10013204" y="86675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8" name="Hexagon 3107">
              <a:extLst>
                <a:ext uri="{FF2B5EF4-FFF2-40B4-BE49-F238E27FC236}">
                  <a16:creationId xmlns:a16="http://schemas.microsoft.com/office/drawing/2014/main" id="{8CAF841E-CDEA-4DEA-A34A-6B30A56F0FC7}"/>
                </a:ext>
              </a:extLst>
            </p:cNvPr>
            <p:cNvSpPr/>
            <p:nvPr/>
          </p:nvSpPr>
          <p:spPr>
            <a:xfrm>
              <a:off x="10249638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09" name="Hexagon 3108">
              <a:extLst>
                <a:ext uri="{FF2B5EF4-FFF2-40B4-BE49-F238E27FC236}">
                  <a16:creationId xmlns:a16="http://schemas.microsoft.com/office/drawing/2014/main" id="{FC3C7286-8CE4-4DC4-A0E3-E01648C5EF5E}"/>
                </a:ext>
              </a:extLst>
            </p:cNvPr>
            <p:cNvSpPr/>
            <p:nvPr/>
          </p:nvSpPr>
          <p:spPr>
            <a:xfrm>
              <a:off x="10249638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0" name="Hexagon 3109">
              <a:extLst>
                <a:ext uri="{FF2B5EF4-FFF2-40B4-BE49-F238E27FC236}">
                  <a16:creationId xmlns:a16="http://schemas.microsoft.com/office/drawing/2014/main" id="{9B5419AF-868D-46E7-8677-70585A9EC357}"/>
                </a:ext>
              </a:extLst>
            </p:cNvPr>
            <p:cNvSpPr/>
            <p:nvPr/>
          </p:nvSpPr>
          <p:spPr>
            <a:xfrm>
              <a:off x="9786295" y="83816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1" name="Hexagon 3110">
              <a:extLst>
                <a:ext uri="{FF2B5EF4-FFF2-40B4-BE49-F238E27FC236}">
                  <a16:creationId xmlns:a16="http://schemas.microsoft.com/office/drawing/2014/main" id="{B80AC69F-D831-454D-B49B-1C68A0E1AFB6}"/>
                </a:ext>
              </a:extLst>
            </p:cNvPr>
            <p:cNvSpPr/>
            <p:nvPr/>
          </p:nvSpPr>
          <p:spPr>
            <a:xfrm>
              <a:off x="9786295" y="81987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2" name="Hexagon 3111">
              <a:extLst>
                <a:ext uri="{FF2B5EF4-FFF2-40B4-BE49-F238E27FC236}">
                  <a16:creationId xmlns:a16="http://schemas.microsoft.com/office/drawing/2014/main" id="{426E978F-A34A-42D4-84F5-B78A2E2E4BD7}"/>
                </a:ext>
              </a:extLst>
            </p:cNvPr>
            <p:cNvSpPr/>
            <p:nvPr/>
          </p:nvSpPr>
          <p:spPr>
            <a:xfrm>
              <a:off x="10017966" y="82922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3" name="Hexagon 3112">
              <a:extLst>
                <a:ext uri="{FF2B5EF4-FFF2-40B4-BE49-F238E27FC236}">
                  <a16:creationId xmlns:a16="http://schemas.microsoft.com/office/drawing/2014/main" id="{B080C91A-4378-43F2-A422-F08D0C9CC2B1}"/>
                </a:ext>
              </a:extLst>
            </p:cNvPr>
            <p:cNvSpPr/>
            <p:nvPr/>
          </p:nvSpPr>
          <p:spPr>
            <a:xfrm>
              <a:off x="10017966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4" name="Hexagon 3113">
              <a:extLst>
                <a:ext uri="{FF2B5EF4-FFF2-40B4-BE49-F238E27FC236}">
                  <a16:creationId xmlns:a16="http://schemas.microsoft.com/office/drawing/2014/main" id="{9A497243-FA7D-423C-B603-3DA366F99D49}"/>
                </a:ext>
              </a:extLst>
            </p:cNvPr>
            <p:cNvSpPr/>
            <p:nvPr/>
          </p:nvSpPr>
          <p:spPr>
            <a:xfrm>
              <a:off x="9541026" y="8285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5" name="Hexagon 3114">
              <a:extLst>
                <a:ext uri="{FF2B5EF4-FFF2-40B4-BE49-F238E27FC236}">
                  <a16:creationId xmlns:a16="http://schemas.microsoft.com/office/drawing/2014/main" id="{B170DBD2-6767-4648-B104-74616C555706}"/>
                </a:ext>
              </a:extLst>
            </p:cNvPr>
            <p:cNvSpPr/>
            <p:nvPr/>
          </p:nvSpPr>
          <p:spPr>
            <a:xfrm>
              <a:off x="9541026" y="81029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6" name="Hexagon 3115">
              <a:extLst>
                <a:ext uri="{FF2B5EF4-FFF2-40B4-BE49-F238E27FC236}">
                  <a16:creationId xmlns:a16="http://schemas.microsoft.com/office/drawing/2014/main" id="{0A87A5D9-45D6-44BC-9E77-48E9058981EA}"/>
                </a:ext>
              </a:extLst>
            </p:cNvPr>
            <p:cNvSpPr/>
            <p:nvPr/>
          </p:nvSpPr>
          <p:spPr>
            <a:xfrm>
              <a:off x="9781235" y="801572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7" name="Hexagon 3116">
              <a:extLst>
                <a:ext uri="{FF2B5EF4-FFF2-40B4-BE49-F238E27FC236}">
                  <a16:creationId xmlns:a16="http://schemas.microsoft.com/office/drawing/2014/main" id="{A53A02AF-5684-4FE6-82E5-A1262CE48617}"/>
                </a:ext>
              </a:extLst>
            </p:cNvPr>
            <p:cNvSpPr/>
            <p:nvPr/>
          </p:nvSpPr>
          <p:spPr>
            <a:xfrm>
              <a:off x="9781235" y="783284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8" name="Hexagon 3117">
              <a:extLst>
                <a:ext uri="{FF2B5EF4-FFF2-40B4-BE49-F238E27FC236}">
                  <a16:creationId xmlns:a16="http://schemas.microsoft.com/office/drawing/2014/main" id="{9046C50B-1083-4263-9C87-F9AC8C91E92C}"/>
                </a:ext>
              </a:extLst>
            </p:cNvPr>
            <p:cNvSpPr/>
            <p:nvPr/>
          </p:nvSpPr>
          <p:spPr>
            <a:xfrm>
              <a:off x="10021444" y="792172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19" name="Hexagon 3118">
              <a:extLst>
                <a:ext uri="{FF2B5EF4-FFF2-40B4-BE49-F238E27FC236}">
                  <a16:creationId xmlns:a16="http://schemas.microsoft.com/office/drawing/2014/main" id="{1C4B5DC7-4A4E-4D92-BFAA-F8307928045B}"/>
                </a:ext>
              </a:extLst>
            </p:cNvPr>
            <p:cNvSpPr/>
            <p:nvPr/>
          </p:nvSpPr>
          <p:spPr>
            <a:xfrm>
              <a:off x="10021444" y="773884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0" name="Hexagon 3119">
              <a:extLst>
                <a:ext uri="{FF2B5EF4-FFF2-40B4-BE49-F238E27FC236}">
                  <a16:creationId xmlns:a16="http://schemas.microsoft.com/office/drawing/2014/main" id="{61B816F5-D99D-40BD-98AD-276E24C3A10D}"/>
                </a:ext>
              </a:extLst>
            </p:cNvPr>
            <p:cNvSpPr/>
            <p:nvPr/>
          </p:nvSpPr>
          <p:spPr>
            <a:xfrm>
              <a:off x="10261653" y="78394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1" name="Hexagon 3120">
              <a:extLst>
                <a:ext uri="{FF2B5EF4-FFF2-40B4-BE49-F238E27FC236}">
                  <a16:creationId xmlns:a16="http://schemas.microsoft.com/office/drawing/2014/main" id="{F7FC1B79-CDC8-462E-9C13-091D92652A06}"/>
                </a:ext>
              </a:extLst>
            </p:cNvPr>
            <p:cNvSpPr/>
            <p:nvPr/>
          </p:nvSpPr>
          <p:spPr>
            <a:xfrm>
              <a:off x="10261653" y="7656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2" name="Hexagon 3121">
              <a:extLst>
                <a:ext uri="{FF2B5EF4-FFF2-40B4-BE49-F238E27FC236}">
                  <a16:creationId xmlns:a16="http://schemas.microsoft.com/office/drawing/2014/main" id="{F05E546E-BFB9-42DC-9FED-8ECEF2254012}"/>
                </a:ext>
              </a:extLst>
            </p:cNvPr>
            <p:cNvSpPr/>
            <p:nvPr/>
          </p:nvSpPr>
          <p:spPr>
            <a:xfrm>
              <a:off x="9537548" y="7924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3" name="Hexagon 3122">
              <a:extLst>
                <a:ext uri="{FF2B5EF4-FFF2-40B4-BE49-F238E27FC236}">
                  <a16:creationId xmlns:a16="http://schemas.microsoft.com/office/drawing/2014/main" id="{110689FA-F1F4-4B0B-AEC6-F0A887F67338}"/>
                </a:ext>
              </a:extLst>
            </p:cNvPr>
            <p:cNvSpPr/>
            <p:nvPr/>
          </p:nvSpPr>
          <p:spPr>
            <a:xfrm>
              <a:off x="9304295" y="81965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4" name="Hexagon 3123">
              <a:extLst>
                <a:ext uri="{FF2B5EF4-FFF2-40B4-BE49-F238E27FC236}">
                  <a16:creationId xmlns:a16="http://schemas.microsoft.com/office/drawing/2014/main" id="{CC5B09F0-47CF-4576-89F1-A28C2758AB6C}"/>
                </a:ext>
              </a:extLst>
            </p:cNvPr>
            <p:cNvSpPr/>
            <p:nvPr/>
          </p:nvSpPr>
          <p:spPr>
            <a:xfrm>
              <a:off x="11444335" y="9947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5" name="Hexagon 3124">
              <a:extLst>
                <a:ext uri="{FF2B5EF4-FFF2-40B4-BE49-F238E27FC236}">
                  <a16:creationId xmlns:a16="http://schemas.microsoft.com/office/drawing/2014/main" id="{A9C20C3D-F913-4EF5-83DA-5B963C50E1FB}"/>
                </a:ext>
              </a:extLst>
            </p:cNvPr>
            <p:cNvSpPr/>
            <p:nvPr/>
          </p:nvSpPr>
          <p:spPr>
            <a:xfrm>
              <a:off x="11444335" y="9764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6" name="Hexagon 3125">
              <a:extLst>
                <a:ext uri="{FF2B5EF4-FFF2-40B4-BE49-F238E27FC236}">
                  <a16:creationId xmlns:a16="http://schemas.microsoft.com/office/drawing/2014/main" id="{0F70659B-3991-4CA4-AAEF-7A1BD411FD60}"/>
                </a:ext>
              </a:extLst>
            </p:cNvPr>
            <p:cNvSpPr/>
            <p:nvPr/>
          </p:nvSpPr>
          <p:spPr>
            <a:xfrm>
              <a:off x="11684841" y="10050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7" name="Hexagon 3126">
              <a:extLst>
                <a:ext uri="{FF2B5EF4-FFF2-40B4-BE49-F238E27FC236}">
                  <a16:creationId xmlns:a16="http://schemas.microsoft.com/office/drawing/2014/main" id="{1E0CBCD6-A750-4E70-B7C8-A9B03724066E}"/>
                </a:ext>
              </a:extLst>
            </p:cNvPr>
            <p:cNvSpPr/>
            <p:nvPr/>
          </p:nvSpPr>
          <p:spPr>
            <a:xfrm>
              <a:off x="11684841" y="9867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8" name="Hexagon 3127">
              <a:extLst>
                <a:ext uri="{FF2B5EF4-FFF2-40B4-BE49-F238E27FC236}">
                  <a16:creationId xmlns:a16="http://schemas.microsoft.com/office/drawing/2014/main" id="{4C9AE7D0-F9B0-4AAC-825B-32A8D3026597}"/>
                </a:ext>
              </a:extLst>
            </p:cNvPr>
            <p:cNvSpPr/>
            <p:nvPr/>
          </p:nvSpPr>
          <p:spPr>
            <a:xfrm>
              <a:off x="12144423" y="94883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29" name="Hexagon 3128">
              <a:extLst>
                <a:ext uri="{FF2B5EF4-FFF2-40B4-BE49-F238E27FC236}">
                  <a16:creationId xmlns:a16="http://schemas.microsoft.com/office/drawing/2014/main" id="{E28BE4E3-4C31-4F3E-8EBD-2682AD35A300}"/>
                </a:ext>
              </a:extLst>
            </p:cNvPr>
            <p:cNvSpPr/>
            <p:nvPr/>
          </p:nvSpPr>
          <p:spPr>
            <a:xfrm>
              <a:off x="12144423" y="93030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0" name="Hexagon 3129">
              <a:extLst>
                <a:ext uri="{FF2B5EF4-FFF2-40B4-BE49-F238E27FC236}">
                  <a16:creationId xmlns:a16="http://schemas.microsoft.com/office/drawing/2014/main" id="{AAB66FA1-3B91-4337-8AAD-16E5A0ACD6F9}"/>
                </a:ext>
              </a:extLst>
            </p:cNvPr>
            <p:cNvSpPr/>
            <p:nvPr/>
          </p:nvSpPr>
          <p:spPr>
            <a:xfrm>
              <a:off x="12384929" y="95818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1" name="Hexagon 3130">
              <a:extLst>
                <a:ext uri="{FF2B5EF4-FFF2-40B4-BE49-F238E27FC236}">
                  <a16:creationId xmlns:a16="http://schemas.microsoft.com/office/drawing/2014/main" id="{3E7B1966-336A-411E-A9B4-A260FDD09A00}"/>
                </a:ext>
              </a:extLst>
            </p:cNvPr>
            <p:cNvSpPr/>
            <p:nvPr/>
          </p:nvSpPr>
          <p:spPr>
            <a:xfrm>
              <a:off x="12384929" y="93989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2" name="Hexagon 3131">
              <a:extLst>
                <a:ext uri="{FF2B5EF4-FFF2-40B4-BE49-F238E27FC236}">
                  <a16:creationId xmlns:a16="http://schemas.microsoft.com/office/drawing/2014/main" id="{4B084D38-700C-4350-8048-1E556BA8E881}"/>
                </a:ext>
              </a:extLst>
            </p:cNvPr>
            <p:cNvSpPr/>
            <p:nvPr/>
          </p:nvSpPr>
          <p:spPr>
            <a:xfrm>
              <a:off x="11918394" y="99591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3" name="Hexagon 3132">
              <a:extLst>
                <a:ext uri="{FF2B5EF4-FFF2-40B4-BE49-F238E27FC236}">
                  <a16:creationId xmlns:a16="http://schemas.microsoft.com/office/drawing/2014/main" id="{D4908BDA-8B78-4047-8473-99992FD71197}"/>
                </a:ext>
              </a:extLst>
            </p:cNvPr>
            <p:cNvSpPr/>
            <p:nvPr/>
          </p:nvSpPr>
          <p:spPr>
            <a:xfrm>
              <a:off x="11918394" y="9776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4" name="Hexagon 3133">
              <a:extLst>
                <a:ext uri="{FF2B5EF4-FFF2-40B4-BE49-F238E27FC236}">
                  <a16:creationId xmlns:a16="http://schemas.microsoft.com/office/drawing/2014/main" id="{F2E382E0-786A-408E-8005-EAFC47F04433}"/>
                </a:ext>
              </a:extLst>
            </p:cNvPr>
            <p:cNvSpPr/>
            <p:nvPr/>
          </p:nvSpPr>
          <p:spPr>
            <a:xfrm>
              <a:off x="11674126" y="96848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5" name="Hexagon 3134">
              <a:extLst>
                <a:ext uri="{FF2B5EF4-FFF2-40B4-BE49-F238E27FC236}">
                  <a16:creationId xmlns:a16="http://schemas.microsoft.com/office/drawing/2014/main" id="{CE66665D-3F1E-411D-841F-E66AD3F476A9}"/>
                </a:ext>
              </a:extLst>
            </p:cNvPr>
            <p:cNvSpPr/>
            <p:nvPr/>
          </p:nvSpPr>
          <p:spPr>
            <a:xfrm>
              <a:off x="11674126" y="95019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6" name="Hexagon 3135">
              <a:extLst>
                <a:ext uri="{FF2B5EF4-FFF2-40B4-BE49-F238E27FC236}">
                  <a16:creationId xmlns:a16="http://schemas.microsoft.com/office/drawing/2014/main" id="{AD9885C6-4C53-4DA0-A045-00527CB6E7C0}"/>
                </a:ext>
              </a:extLst>
            </p:cNvPr>
            <p:cNvSpPr/>
            <p:nvPr/>
          </p:nvSpPr>
          <p:spPr>
            <a:xfrm>
              <a:off x="11200067" y="100390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7" name="Hexagon 3136">
              <a:extLst>
                <a:ext uri="{FF2B5EF4-FFF2-40B4-BE49-F238E27FC236}">
                  <a16:creationId xmlns:a16="http://schemas.microsoft.com/office/drawing/2014/main" id="{B359361E-9751-4FB3-B02D-16BD52A6F741}"/>
                </a:ext>
              </a:extLst>
            </p:cNvPr>
            <p:cNvSpPr/>
            <p:nvPr/>
          </p:nvSpPr>
          <p:spPr>
            <a:xfrm>
              <a:off x="11200067" y="98561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8" name="Hexagon 3137">
              <a:extLst>
                <a:ext uri="{FF2B5EF4-FFF2-40B4-BE49-F238E27FC236}">
                  <a16:creationId xmlns:a16="http://schemas.microsoft.com/office/drawing/2014/main" id="{B1B394FB-A648-4888-AAF9-19FBA618EC68}"/>
                </a:ext>
              </a:extLst>
            </p:cNvPr>
            <p:cNvSpPr/>
            <p:nvPr/>
          </p:nvSpPr>
          <p:spPr>
            <a:xfrm>
              <a:off x="12139851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39" name="Hexagon 3138">
              <a:extLst>
                <a:ext uri="{FF2B5EF4-FFF2-40B4-BE49-F238E27FC236}">
                  <a16:creationId xmlns:a16="http://schemas.microsoft.com/office/drawing/2014/main" id="{6AC0B3E4-7C9B-46D4-9D53-12DAD75EE355}"/>
                </a:ext>
              </a:extLst>
            </p:cNvPr>
            <p:cNvSpPr/>
            <p:nvPr/>
          </p:nvSpPr>
          <p:spPr>
            <a:xfrm>
              <a:off x="12139851" y="89459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0" name="Hexagon 3139">
              <a:extLst>
                <a:ext uri="{FF2B5EF4-FFF2-40B4-BE49-F238E27FC236}">
                  <a16:creationId xmlns:a16="http://schemas.microsoft.com/office/drawing/2014/main" id="{C9AA4578-CCE9-4444-8D9E-3F9262E8B4B0}"/>
                </a:ext>
              </a:extLst>
            </p:cNvPr>
            <p:cNvSpPr/>
            <p:nvPr/>
          </p:nvSpPr>
          <p:spPr>
            <a:xfrm>
              <a:off x="11905917" y="94031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1" name="Hexagon 3140">
              <a:extLst>
                <a:ext uri="{FF2B5EF4-FFF2-40B4-BE49-F238E27FC236}">
                  <a16:creationId xmlns:a16="http://schemas.microsoft.com/office/drawing/2014/main" id="{FB986A3F-177B-4C5A-9547-0331FFCE181F}"/>
                </a:ext>
              </a:extLst>
            </p:cNvPr>
            <p:cNvSpPr/>
            <p:nvPr/>
          </p:nvSpPr>
          <p:spPr>
            <a:xfrm>
              <a:off x="11905917" y="92202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2" name="Hexagon 3141">
              <a:extLst>
                <a:ext uri="{FF2B5EF4-FFF2-40B4-BE49-F238E27FC236}">
                  <a16:creationId xmlns:a16="http://schemas.microsoft.com/office/drawing/2014/main" id="{2AE0D5E8-7575-4D86-981E-5ACA4CEFC280}"/>
                </a:ext>
              </a:extLst>
            </p:cNvPr>
            <p:cNvSpPr/>
            <p:nvPr/>
          </p:nvSpPr>
          <p:spPr>
            <a:xfrm>
              <a:off x="11665410" y="9311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3" name="Hexagon 3142">
              <a:extLst>
                <a:ext uri="{FF2B5EF4-FFF2-40B4-BE49-F238E27FC236}">
                  <a16:creationId xmlns:a16="http://schemas.microsoft.com/office/drawing/2014/main" id="{05ABE036-D1B5-4CD6-BEB0-FFD280609983}"/>
                </a:ext>
              </a:extLst>
            </p:cNvPr>
            <p:cNvSpPr/>
            <p:nvPr/>
          </p:nvSpPr>
          <p:spPr>
            <a:xfrm>
              <a:off x="11665410" y="912881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4" name="Hexagon 3143">
              <a:extLst>
                <a:ext uri="{FF2B5EF4-FFF2-40B4-BE49-F238E27FC236}">
                  <a16:creationId xmlns:a16="http://schemas.microsoft.com/office/drawing/2014/main" id="{0023C462-012B-40F5-BC13-25C3E1EEDD38}"/>
                </a:ext>
              </a:extLst>
            </p:cNvPr>
            <p:cNvSpPr/>
            <p:nvPr/>
          </p:nvSpPr>
          <p:spPr>
            <a:xfrm>
              <a:off x="11669554" y="8938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5" name="Hexagon 3144">
              <a:extLst>
                <a:ext uri="{FF2B5EF4-FFF2-40B4-BE49-F238E27FC236}">
                  <a16:creationId xmlns:a16="http://schemas.microsoft.com/office/drawing/2014/main" id="{33002116-0006-44D7-A34D-3A0783FF4385}"/>
                </a:ext>
              </a:extLst>
            </p:cNvPr>
            <p:cNvSpPr/>
            <p:nvPr/>
          </p:nvSpPr>
          <p:spPr>
            <a:xfrm>
              <a:off x="11669554" y="8755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6" name="Hexagon 3145">
              <a:extLst>
                <a:ext uri="{FF2B5EF4-FFF2-40B4-BE49-F238E27FC236}">
                  <a16:creationId xmlns:a16="http://schemas.microsoft.com/office/drawing/2014/main" id="{2A33F347-839A-4634-BB64-9AABE778510D}"/>
                </a:ext>
              </a:extLst>
            </p:cNvPr>
            <p:cNvSpPr/>
            <p:nvPr/>
          </p:nvSpPr>
          <p:spPr>
            <a:xfrm>
              <a:off x="11904535" y="90290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7" name="Hexagon 3146">
              <a:extLst>
                <a:ext uri="{FF2B5EF4-FFF2-40B4-BE49-F238E27FC236}">
                  <a16:creationId xmlns:a16="http://schemas.microsoft.com/office/drawing/2014/main" id="{0715B9E8-3C8F-4AC6-9488-194849478F1D}"/>
                </a:ext>
              </a:extLst>
            </p:cNvPr>
            <p:cNvSpPr/>
            <p:nvPr/>
          </p:nvSpPr>
          <p:spPr>
            <a:xfrm>
              <a:off x="11904535" y="88462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8" name="Hexagon 3147">
              <a:extLst>
                <a:ext uri="{FF2B5EF4-FFF2-40B4-BE49-F238E27FC236}">
                  <a16:creationId xmlns:a16="http://schemas.microsoft.com/office/drawing/2014/main" id="{23C5CD5D-7126-4A6C-AA0B-5D48E2A3A0A5}"/>
                </a:ext>
              </a:extLst>
            </p:cNvPr>
            <p:cNvSpPr/>
            <p:nvPr/>
          </p:nvSpPr>
          <p:spPr>
            <a:xfrm>
              <a:off x="10715293" y="96757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49" name="Hexagon 3148">
              <a:extLst>
                <a:ext uri="{FF2B5EF4-FFF2-40B4-BE49-F238E27FC236}">
                  <a16:creationId xmlns:a16="http://schemas.microsoft.com/office/drawing/2014/main" id="{AE0901EA-2F7D-4B85-9063-FA604F4C87A9}"/>
                </a:ext>
              </a:extLst>
            </p:cNvPr>
            <p:cNvSpPr/>
            <p:nvPr/>
          </p:nvSpPr>
          <p:spPr>
            <a:xfrm>
              <a:off x="10715293" y="94928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0" name="Hexagon 3149">
              <a:extLst>
                <a:ext uri="{FF2B5EF4-FFF2-40B4-BE49-F238E27FC236}">
                  <a16:creationId xmlns:a16="http://schemas.microsoft.com/office/drawing/2014/main" id="{B23D698D-3416-4C98-89A8-6810E9CDDDC8}"/>
                </a:ext>
              </a:extLst>
            </p:cNvPr>
            <p:cNvSpPr/>
            <p:nvPr/>
          </p:nvSpPr>
          <p:spPr>
            <a:xfrm>
              <a:off x="10944919" y="92205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1" name="Hexagon 3150">
              <a:extLst>
                <a:ext uri="{FF2B5EF4-FFF2-40B4-BE49-F238E27FC236}">
                  <a16:creationId xmlns:a16="http://schemas.microsoft.com/office/drawing/2014/main" id="{4BC86527-BCE9-477A-AB83-64F492D74A34}"/>
                </a:ext>
              </a:extLst>
            </p:cNvPr>
            <p:cNvSpPr/>
            <p:nvPr/>
          </p:nvSpPr>
          <p:spPr>
            <a:xfrm>
              <a:off x="10944919" y="90377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2" name="Hexagon 3151">
              <a:extLst>
                <a:ext uri="{FF2B5EF4-FFF2-40B4-BE49-F238E27FC236}">
                  <a16:creationId xmlns:a16="http://schemas.microsoft.com/office/drawing/2014/main" id="{52E1DC84-D5BF-43C8-BD50-62D8C132B63B}"/>
                </a:ext>
              </a:extLst>
            </p:cNvPr>
            <p:cNvSpPr/>
            <p:nvPr/>
          </p:nvSpPr>
          <p:spPr>
            <a:xfrm>
              <a:off x="11186808" y="91208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3" name="Hexagon 3152">
              <a:extLst>
                <a:ext uri="{FF2B5EF4-FFF2-40B4-BE49-F238E27FC236}">
                  <a16:creationId xmlns:a16="http://schemas.microsoft.com/office/drawing/2014/main" id="{A867C05B-3CFB-4125-928A-9862DFE2DA7F}"/>
                </a:ext>
              </a:extLst>
            </p:cNvPr>
            <p:cNvSpPr/>
            <p:nvPr/>
          </p:nvSpPr>
          <p:spPr>
            <a:xfrm>
              <a:off x="11186808" y="89379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4" name="Hexagon 3153">
              <a:extLst>
                <a:ext uri="{FF2B5EF4-FFF2-40B4-BE49-F238E27FC236}">
                  <a16:creationId xmlns:a16="http://schemas.microsoft.com/office/drawing/2014/main" id="{F9DCF079-B342-4D0D-A17E-C409A1E88FA7}"/>
                </a:ext>
              </a:extLst>
            </p:cNvPr>
            <p:cNvSpPr/>
            <p:nvPr/>
          </p:nvSpPr>
          <p:spPr>
            <a:xfrm>
              <a:off x="11429048" y="90270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5" name="Hexagon 3154">
              <a:extLst>
                <a:ext uri="{FF2B5EF4-FFF2-40B4-BE49-F238E27FC236}">
                  <a16:creationId xmlns:a16="http://schemas.microsoft.com/office/drawing/2014/main" id="{21611FDB-73B8-4BC4-869B-023D6E84FE75}"/>
                </a:ext>
              </a:extLst>
            </p:cNvPr>
            <p:cNvSpPr/>
            <p:nvPr/>
          </p:nvSpPr>
          <p:spPr>
            <a:xfrm>
              <a:off x="11429048" y="88441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6" name="Hexagon 3155">
              <a:extLst>
                <a:ext uri="{FF2B5EF4-FFF2-40B4-BE49-F238E27FC236}">
                  <a16:creationId xmlns:a16="http://schemas.microsoft.com/office/drawing/2014/main" id="{7BA57E11-62DE-46B5-9C96-506488C0562A}"/>
                </a:ext>
              </a:extLst>
            </p:cNvPr>
            <p:cNvSpPr/>
            <p:nvPr/>
          </p:nvSpPr>
          <p:spPr>
            <a:xfrm>
              <a:off x="12152300" y="85760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7" name="Hexagon 3156">
              <a:extLst>
                <a:ext uri="{FF2B5EF4-FFF2-40B4-BE49-F238E27FC236}">
                  <a16:creationId xmlns:a16="http://schemas.microsoft.com/office/drawing/2014/main" id="{B564C99D-32EA-49FF-A91C-608606C96BC3}"/>
                </a:ext>
              </a:extLst>
            </p:cNvPr>
            <p:cNvSpPr/>
            <p:nvPr/>
          </p:nvSpPr>
          <p:spPr>
            <a:xfrm>
              <a:off x="12152300" y="83932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8" name="Hexagon 3157">
              <a:extLst>
                <a:ext uri="{FF2B5EF4-FFF2-40B4-BE49-F238E27FC236}">
                  <a16:creationId xmlns:a16="http://schemas.microsoft.com/office/drawing/2014/main" id="{40A5045C-D95A-475B-BD2A-7930012F63C9}"/>
                </a:ext>
              </a:extLst>
            </p:cNvPr>
            <p:cNvSpPr/>
            <p:nvPr/>
          </p:nvSpPr>
          <p:spPr>
            <a:xfrm>
              <a:off x="12384929" y="8483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59" name="Hexagon 3158">
              <a:extLst>
                <a:ext uri="{FF2B5EF4-FFF2-40B4-BE49-F238E27FC236}">
                  <a16:creationId xmlns:a16="http://schemas.microsoft.com/office/drawing/2014/main" id="{41D00E59-50E2-4763-A3B2-06280CF4DCD0}"/>
                </a:ext>
              </a:extLst>
            </p:cNvPr>
            <p:cNvSpPr/>
            <p:nvPr/>
          </p:nvSpPr>
          <p:spPr>
            <a:xfrm>
              <a:off x="12384929" y="83002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0" name="Hexagon 3159">
              <a:extLst>
                <a:ext uri="{FF2B5EF4-FFF2-40B4-BE49-F238E27FC236}">
                  <a16:creationId xmlns:a16="http://schemas.microsoft.com/office/drawing/2014/main" id="{B10EBE02-3CB8-4334-83F5-E9A99F126831}"/>
                </a:ext>
              </a:extLst>
            </p:cNvPr>
            <p:cNvSpPr/>
            <p:nvPr/>
          </p:nvSpPr>
          <p:spPr>
            <a:xfrm>
              <a:off x="11428181" y="8652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1" name="Hexagon 3160">
              <a:extLst>
                <a:ext uri="{FF2B5EF4-FFF2-40B4-BE49-F238E27FC236}">
                  <a16:creationId xmlns:a16="http://schemas.microsoft.com/office/drawing/2014/main" id="{3517CAC0-3024-4B0A-A68F-9679FF949CED}"/>
                </a:ext>
              </a:extLst>
            </p:cNvPr>
            <p:cNvSpPr/>
            <p:nvPr/>
          </p:nvSpPr>
          <p:spPr>
            <a:xfrm>
              <a:off x="11428181" y="8469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2" name="Hexagon 3161">
              <a:extLst>
                <a:ext uri="{FF2B5EF4-FFF2-40B4-BE49-F238E27FC236}">
                  <a16:creationId xmlns:a16="http://schemas.microsoft.com/office/drawing/2014/main" id="{4895956B-01ED-4EDD-808B-5CF49EF3E01A}"/>
                </a:ext>
              </a:extLst>
            </p:cNvPr>
            <p:cNvSpPr/>
            <p:nvPr/>
          </p:nvSpPr>
          <p:spPr>
            <a:xfrm>
              <a:off x="11193614" y="857439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3" name="Hexagon 3162">
              <a:extLst>
                <a:ext uri="{FF2B5EF4-FFF2-40B4-BE49-F238E27FC236}">
                  <a16:creationId xmlns:a16="http://schemas.microsoft.com/office/drawing/2014/main" id="{875C7245-A597-4747-AD78-3EF1CDCAE4F8}"/>
                </a:ext>
              </a:extLst>
            </p:cNvPr>
            <p:cNvSpPr/>
            <p:nvPr/>
          </p:nvSpPr>
          <p:spPr>
            <a:xfrm>
              <a:off x="11193614" y="83915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4" name="Hexagon 3163">
              <a:extLst>
                <a:ext uri="{FF2B5EF4-FFF2-40B4-BE49-F238E27FC236}">
                  <a16:creationId xmlns:a16="http://schemas.microsoft.com/office/drawing/2014/main" id="{AB8BE1F6-5D43-4361-9B40-E9519751F276}"/>
                </a:ext>
              </a:extLst>
            </p:cNvPr>
            <p:cNvSpPr/>
            <p:nvPr/>
          </p:nvSpPr>
          <p:spPr>
            <a:xfrm>
              <a:off x="10952273" y="848295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5" name="Hexagon 3164">
              <a:extLst>
                <a:ext uri="{FF2B5EF4-FFF2-40B4-BE49-F238E27FC236}">
                  <a16:creationId xmlns:a16="http://schemas.microsoft.com/office/drawing/2014/main" id="{0FC9F4A9-5F70-458E-BAB9-F931A110563B}"/>
                </a:ext>
              </a:extLst>
            </p:cNvPr>
            <p:cNvSpPr/>
            <p:nvPr/>
          </p:nvSpPr>
          <p:spPr>
            <a:xfrm>
              <a:off x="10952273" y="830007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6" name="Hexagon 3165">
              <a:extLst>
                <a:ext uri="{FF2B5EF4-FFF2-40B4-BE49-F238E27FC236}">
                  <a16:creationId xmlns:a16="http://schemas.microsoft.com/office/drawing/2014/main" id="{21FB945E-5896-4E71-B788-7B146E2842F9}"/>
                </a:ext>
              </a:extLst>
            </p:cNvPr>
            <p:cNvSpPr/>
            <p:nvPr/>
          </p:nvSpPr>
          <p:spPr>
            <a:xfrm>
              <a:off x="11193473" y="820004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7" name="Hexagon 3166">
              <a:extLst>
                <a:ext uri="{FF2B5EF4-FFF2-40B4-BE49-F238E27FC236}">
                  <a16:creationId xmlns:a16="http://schemas.microsoft.com/office/drawing/2014/main" id="{30CC9A64-298F-4CCF-9A79-65F2980ECC9E}"/>
                </a:ext>
              </a:extLst>
            </p:cNvPr>
            <p:cNvSpPr/>
            <p:nvPr/>
          </p:nvSpPr>
          <p:spPr>
            <a:xfrm>
              <a:off x="11193473" y="801716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8" name="Hexagon 3167">
              <a:extLst>
                <a:ext uri="{FF2B5EF4-FFF2-40B4-BE49-F238E27FC236}">
                  <a16:creationId xmlns:a16="http://schemas.microsoft.com/office/drawing/2014/main" id="{633E5D46-EB80-4FEE-A016-289B09A9D87A}"/>
                </a:ext>
              </a:extLst>
            </p:cNvPr>
            <p:cNvSpPr/>
            <p:nvPr/>
          </p:nvSpPr>
          <p:spPr>
            <a:xfrm>
              <a:off x="11430793" y="810937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69" name="Hexagon 3168">
              <a:extLst>
                <a:ext uri="{FF2B5EF4-FFF2-40B4-BE49-F238E27FC236}">
                  <a16:creationId xmlns:a16="http://schemas.microsoft.com/office/drawing/2014/main" id="{6CD91C5D-0E24-478A-BB55-15E55FF2C238}"/>
                </a:ext>
              </a:extLst>
            </p:cNvPr>
            <p:cNvSpPr/>
            <p:nvPr/>
          </p:nvSpPr>
          <p:spPr>
            <a:xfrm>
              <a:off x="11430793" y="7926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0" name="Hexagon 3169">
              <a:extLst>
                <a:ext uri="{FF2B5EF4-FFF2-40B4-BE49-F238E27FC236}">
                  <a16:creationId xmlns:a16="http://schemas.microsoft.com/office/drawing/2014/main" id="{B59A8B33-EC78-4898-ACB0-43E367866B11}"/>
                </a:ext>
              </a:extLst>
            </p:cNvPr>
            <p:cNvSpPr/>
            <p:nvPr/>
          </p:nvSpPr>
          <p:spPr>
            <a:xfrm>
              <a:off x="11673891" y="80142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1" name="Hexagon 3170">
              <a:extLst>
                <a:ext uri="{FF2B5EF4-FFF2-40B4-BE49-F238E27FC236}">
                  <a16:creationId xmlns:a16="http://schemas.microsoft.com/office/drawing/2014/main" id="{F492CED7-075E-42F0-A2DE-442C8822E070}"/>
                </a:ext>
              </a:extLst>
            </p:cNvPr>
            <p:cNvSpPr/>
            <p:nvPr/>
          </p:nvSpPr>
          <p:spPr>
            <a:xfrm>
              <a:off x="11673891" y="78313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2" name="Hexagon 3171">
              <a:extLst>
                <a:ext uri="{FF2B5EF4-FFF2-40B4-BE49-F238E27FC236}">
                  <a16:creationId xmlns:a16="http://schemas.microsoft.com/office/drawing/2014/main" id="{E171DF01-BF1B-447E-8465-0F816B894AC9}"/>
                </a:ext>
              </a:extLst>
            </p:cNvPr>
            <p:cNvSpPr/>
            <p:nvPr/>
          </p:nvSpPr>
          <p:spPr>
            <a:xfrm>
              <a:off x="11911211" y="810569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3" name="Hexagon 3172">
              <a:extLst>
                <a:ext uri="{FF2B5EF4-FFF2-40B4-BE49-F238E27FC236}">
                  <a16:creationId xmlns:a16="http://schemas.microsoft.com/office/drawing/2014/main" id="{6B513184-942E-4579-A8E9-5DA89A5DFBFC}"/>
                </a:ext>
              </a:extLst>
            </p:cNvPr>
            <p:cNvSpPr/>
            <p:nvPr/>
          </p:nvSpPr>
          <p:spPr>
            <a:xfrm>
              <a:off x="11911211" y="79228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4" name="Hexagon 3173">
              <a:extLst>
                <a:ext uri="{FF2B5EF4-FFF2-40B4-BE49-F238E27FC236}">
                  <a16:creationId xmlns:a16="http://schemas.microsoft.com/office/drawing/2014/main" id="{A58DCE22-D28C-40E0-AE04-104AB08F8E73}"/>
                </a:ext>
              </a:extLst>
            </p:cNvPr>
            <p:cNvSpPr/>
            <p:nvPr/>
          </p:nvSpPr>
          <p:spPr>
            <a:xfrm>
              <a:off x="12139851" y="76526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5" name="Hexagon 3174">
              <a:extLst>
                <a:ext uri="{FF2B5EF4-FFF2-40B4-BE49-F238E27FC236}">
                  <a16:creationId xmlns:a16="http://schemas.microsoft.com/office/drawing/2014/main" id="{834327A3-357A-4F74-BAEF-C6018B34ECDD}"/>
                </a:ext>
              </a:extLst>
            </p:cNvPr>
            <p:cNvSpPr/>
            <p:nvPr/>
          </p:nvSpPr>
          <p:spPr>
            <a:xfrm>
              <a:off x="12139851" y="746981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6" name="Hexagon 3175">
              <a:extLst>
                <a:ext uri="{FF2B5EF4-FFF2-40B4-BE49-F238E27FC236}">
                  <a16:creationId xmlns:a16="http://schemas.microsoft.com/office/drawing/2014/main" id="{0B81DEAC-5B8D-46DD-97DA-596C14B00F44}"/>
                </a:ext>
              </a:extLst>
            </p:cNvPr>
            <p:cNvSpPr/>
            <p:nvPr/>
          </p:nvSpPr>
          <p:spPr>
            <a:xfrm>
              <a:off x="11673891" y="76495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7" name="Hexagon 3176">
              <a:extLst>
                <a:ext uri="{FF2B5EF4-FFF2-40B4-BE49-F238E27FC236}">
                  <a16:creationId xmlns:a16="http://schemas.microsoft.com/office/drawing/2014/main" id="{ADC5D497-EF28-406F-B9D5-E0C69F0F7369}"/>
                </a:ext>
              </a:extLst>
            </p:cNvPr>
            <p:cNvSpPr/>
            <p:nvPr/>
          </p:nvSpPr>
          <p:spPr>
            <a:xfrm>
              <a:off x="11673891" y="746669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8" name="Hexagon 3177">
              <a:extLst>
                <a:ext uri="{FF2B5EF4-FFF2-40B4-BE49-F238E27FC236}">
                  <a16:creationId xmlns:a16="http://schemas.microsoft.com/office/drawing/2014/main" id="{444B05DA-4E22-448D-BC42-E3776EB15A04}"/>
                </a:ext>
              </a:extLst>
            </p:cNvPr>
            <p:cNvSpPr/>
            <p:nvPr/>
          </p:nvSpPr>
          <p:spPr>
            <a:xfrm>
              <a:off x="11426448" y="75535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79" name="Hexagon 3178">
              <a:extLst>
                <a:ext uri="{FF2B5EF4-FFF2-40B4-BE49-F238E27FC236}">
                  <a16:creationId xmlns:a16="http://schemas.microsoft.com/office/drawing/2014/main" id="{802546D3-690F-4199-B6B1-5976BC25F3CD}"/>
                </a:ext>
              </a:extLst>
            </p:cNvPr>
            <p:cNvSpPr/>
            <p:nvPr/>
          </p:nvSpPr>
          <p:spPr>
            <a:xfrm>
              <a:off x="11426448" y="73706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0" name="Hexagon 3179">
              <a:extLst>
                <a:ext uri="{FF2B5EF4-FFF2-40B4-BE49-F238E27FC236}">
                  <a16:creationId xmlns:a16="http://schemas.microsoft.com/office/drawing/2014/main" id="{C0AE5CEF-2A9D-4849-A09E-6B164E558BD8}"/>
                </a:ext>
              </a:extLst>
            </p:cNvPr>
            <p:cNvSpPr/>
            <p:nvPr/>
          </p:nvSpPr>
          <p:spPr>
            <a:xfrm>
              <a:off x="11673891" y="72814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1" name="Hexagon 3180">
              <a:extLst>
                <a:ext uri="{FF2B5EF4-FFF2-40B4-BE49-F238E27FC236}">
                  <a16:creationId xmlns:a16="http://schemas.microsoft.com/office/drawing/2014/main" id="{22E8A32B-EF00-47B7-86FC-97746F9FEA3A}"/>
                </a:ext>
              </a:extLst>
            </p:cNvPr>
            <p:cNvSpPr/>
            <p:nvPr/>
          </p:nvSpPr>
          <p:spPr>
            <a:xfrm>
              <a:off x="11673891" y="7098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2" name="Hexagon 3181">
              <a:extLst>
                <a:ext uri="{FF2B5EF4-FFF2-40B4-BE49-F238E27FC236}">
                  <a16:creationId xmlns:a16="http://schemas.microsoft.com/office/drawing/2014/main" id="{2748B0CA-2A2F-494B-84E7-65BEF298A5EC}"/>
                </a:ext>
              </a:extLst>
            </p:cNvPr>
            <p:cNvSpPr/>
            <p:nvPr/>
          </p:nvSpPr>
          <p:spPr>
            <a:xfrm>
              <a:off x="11426448" y="71943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3" name="Hexagon 3182">
              <a:extLst>
                <a:ext uri="{FF2B5EF4-FFF2-40B4-BE49-F238E27FC236}">
                  <a16:creationId xmlns:a16="http://schemas.microsoft.com/office/drawing/2014/main" id="{F500553A-1D1F-4984-887F-49CBA71C3115}"/>
                </a:ext>
              </a:extLst>
            </p:cNvPr>
            <p:cNvSpPr/>
            <p:nvPr/>
          </p:nvSpPr>
          <p:spPr>
            <a:xfrm>
              <a:off x="11426448" y="70114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4" name="Hexagon 3183">
              <a:extLst>
                <a:ext uri="{FF2B5EF4-FFF2-40B4-BE49-F238E27FC236}">
                  <a16:creationId xmlns:a16="http://schemas.microsoft.com/office/drawing/2014/main" id="{625CC304-FC57-41BB-BA19-194E43F71F92}"/>
                </a:ext>
              </a:extLst>
            </p:cNvPr>
            <p:cNvSpPr/>
            <p:nvPr/>
          </p:nvSpPr>
          <p:spPr>
            <a:xfrm>
              <a:off x="11193473" y="711115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5" name="Hexagon 3184">
              <a:extLst>
                <a:ext uri="{FF2B5EF4-FFF2-40B4-BE49-F238E27FC236}">
                  <a16:creationId xmlns:a16="http://schemas.microsoft.com/office/drawing/2014/main" id="{94E70631-527C-4255-B938-2A1A06636F31}"/>
                </a:ext>
              </a:extLst>
            </p:cNvPr>
            <p:cNvSpPr/>
            <p:nvPr/>
          </p:nvSpPr>
          <p:spPr>
            <a:xfrm>
              <a:off x="11193473" y="69282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6" name="Hexagon 3185">
              <a:extLst>
                <a:ext uri="{FF2B5EF4-FFF2-40B4-BE49-F238E27FC236}">
                  <a16:creationId xmlns:a16="http://schemas.microsoft.com/office/drawing/2014/main" id="{75D27283-D267-403C-A6F1-7ACB37C7F2E1}"/>
                </a:ext>
              </a:extLst>
            </p:cNvPr>
            <p:cNvSpPr/>
            <p:nvPr/>
          </p:nvSpPr>
          <p:spPr>
            <a:xfrm>
              <a:off x="10944919" y="720182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7" name="Hexagon 3186">
              <a:extLst>
                <a:ext uri="{FF2B5EF4-FFF2-40B4-BE49-F238E27FC236}">
                  <a16:creationId xmlns:a16="http://schemas.microsoft.com/office/drawing/2014/main" id="{34F162EA-599A-49F2-B07B-65FDC9DE6FA5}"/>
                </a:ext>
              </a:extLst>
            </p:cNvPr>
            <p:cNvSpPr/>
            <p:nvPr/>
          </p:nvSpPr>
          <p:spPr>
            <a:xfrm>
              <a:off x="10944919" y="70189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8" name="Hexagon 3187">
              <a:extLst>
                <a:ext uri="{FF2B5EF4-FFF2-40B4-BE49-F238E27FC236}">
                  <a16:creationId xmlns:a16="http://schemas.microsoft.com/office/drawing/2014/main" id="{4CB332B7-D586-45AF-86C7-452AEEE03114}"/>
                </a:ext>
              </a:extLst>
            </p:cNvPr>
            <p:cNvSpPr/>
            <p:nvPr/>
          </p:nvSpPr>
          <p:spPr>
            <a:xfrm>
              <a:off x="10954075" y="68315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89" name="Hexagon 3188">
              <a:extLst>
                <a:ext uri="{FF2B5EF4-FFF2-40B4-BE49-F238E27FC236}">
                  <a16:creationId xmlns:a16="http://schemas.microsoft.com/office/drawing/2014/main" id="{E90C46D2-786F-4AA7-B88F-5D7396381AC0}"/>
                </a:ext>
              </a:extLst>
            </p:cNvPr>
            <p:cNvSpPr/>
            <p:nvPr/>
          </p:nvSpPr>
          <p:spPr>
            <a:xfrm>
              <a:off x="10954075" y="66486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0" name="Hexagon 3189">
              <a:extLst>
                <a:ext uri="{FF2B5EF4-FFF2-40B4-BE49-F238E27FC236}">
                  <a16:creationId xmlns:a16="http://schemas.microsoft.com/office/drawing/2014/main" id="{79FA5FA8-2E48-47BA-BF32-335E9A615552}"/>
                </a:ext>
              </a:extLst>
            </p:cNvPr>
            <p:cNvSpPr/>
            <p:nvPr/>
          </p:nvSpPr>
          <p:spPr>
            <a:xfrm>
              <a:off x="11669554" y="692089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1" name="Hexagon 3190">
              <a:extLst>
                <a:ext uri="{FF2B5EF4-FFF2-40B4-BE49-F238E27FC236}">
                  <a16:creationId xmlns:a16="http://schemas.microsoft.com/office/drawing/2014/main" id="{6170916A-CBCD-42B2-8C93-A5E9FE42478D}"/>
                </a:ext>
              </a:extLst>
            </p:cNvPr>
            <p:cNvSpPr/>
            <p:nvPr/>
          </p:nvSpPr>
          <p:spPr>
            <a:xfrm>
              <a:off x="11669554" y="67380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2" name="Hexagon 3191">
              <a:extLst>
                <a:ext uri="{FF2B5EF4-FFF2-40B4-BE49-F238E27FC236}">
                  <a16:creationId xmlns:a16="http://schemas.microsoft.com/office/drawing/2014/main" id="{A99B94C3-1C02-41BB-B8AA-AF1F66E92A3F}"/>
                </a:ext>
              </a:extLst>
            </p:cNvPr>
            <p:cNvSpPr/>
            <p:nvPr/>
          </p:nvSpPr>
          <p:spPr>
            <a:xfrm>
              <a:off x="11902874" y="66517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3" name="Hexagon 3192">
              <a:extLst>
                <a:ext uri="{FF2B5EF4-FFF2-40B4-BE49-F238E27FC236}">
                  <a16:creationId xmlns:a16="http://schemas.microsoft.com/office/drawing/2014/main" id="{09027028-FEC9-4238-8636-EC978A8F87D1}"/>
                </a:ext>
              </a:extLst>
            </p:cNvPr>
            <p:cNvSpPr/>
            <p:nvPr/>
          </p:nvSpPr>
          <p:spPr>
            <a:xfrm>
              <a:off x="11902874" y="646890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4" name="Hexagon 3193">
              <a:extLst>
                <a:ext uri="{FF2B5EF4-FFF2-40B4-BE49-F238E27FC236}">
                  <a16:creationId xmlns:a16="http://schemas.microsoft.com/office/drawing/2014/main" id="{C5E0920F-6276-4DBB-8B66-963B645A56C7}"/>
                </a:ext>
              </a:extLst>
            </p:cNvPr>
            <p:cNvSpPr/>
            <p:nvPr/>
          </p:nvSpPr>
          <p:spPr>
            <a:xfrm>
              <a:off x="12152300" y="637627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5" name="Hexagon 3194">
              <a:extLst>
                <a:ext uri="{FF2B5EF4-FFF2-40B4-BE49-F238E27FC236}">
                  <a16:creationId xmlns:a16="http://schemas.microsoft.com/office/drawing/2014/main" id="{DD43FE3E-01A7-47CA-969D-237EE0E62497}"/>
                </a:ext>
              </a:extLst>
            </p:cNvPr>
            <p:cNvSpPr/>
            <p:nvPr/>
          </p:nvSpPr>
          <p:spPr>
            <a:xfrm>
              <a:off x="12152300" y="619339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6" name="Hexagon 3195">
              <a:extLst>
                <a:ext uri="{FF2B5EF4-FFF2-40B4-BE49-F238E27FC236}">
                  <a16:creationId xmlns:a16="http://schemas.microsoft.com/office/drawing/2014/main" id="{9F5AFF8E-0349-43D1-BBE8-CAF18EEA1165}"/>
                </a:ext>
              </a:extLst>
            </p:cNvPr>
            <p:cNvSpPr/>
            <p:nvPr/>
          </p:nvSpPr>
          <p:spPr>
            <a:xfrm>
              <a:off x="11186808" y="67444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7" name="Hexagon 3196">
              <a:extLst>
                <a:ext uri="{FF2B5EF4-FFF2-40B4-BE49-F238E27FC236}">
                  <a16:creationId xmlns:a16="http://schemas.microsoft.com/office/drawing/2014/main" id="{1B6AC29E-2C0C-4DB1-851B-6806C9FDBCA5}"/>
                </a:ext>
              </a:extLst>
            </p:cNvPr>
            <p:cNvSpPr/>
            <p:nvPr/>
          </p:nvSpPr>
          <p:spPr>
            <a:xfrm>
              <a:off x="11186808" y="65615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8" name="Hexagon 3197">
              <a:extLst>
                <a:ext uri="{FF2B5EF4-FFF2-40B4-BE49-F238E27FC236}">
                  <a16:creationId xmlns:a16="http://schemas.microsoft.com/office/drawing/2014/main" id="{8D38492A-97C8-491E-A8F0-36E41EB92800}"/>
                </a:ext>
              </a:extLst>
            </p:cNvPr>
            <p:cNvSpPr/>
            <p:nvPr/>
          </p:nvSpPr>
          <p:spPr>
            <a:xfrm>
              <a:off x="11669849" y="6563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199" name="Hexagon 3198">
              <a:extLst>
                <a:ext uri="{FF2B5EF4-FFF2-40B4-BE49-F238E27FC236}">
                  <a16:creationId xmlns:a16="http://schemas.microsoft.com/office/drawing/2014/main" id="{4E931089-C944-451D-A857-6187DEEE0BEB}"/>
                </a:ext>
              </a:extLst>
            </p:cNvPr>
            <p:cNvSpPr/>
            <p:nvPr/>
          </p:nvSpPr>
          <p:spPr>
            <a:xfrm>
              <a:off x="11669849" y="638054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0" name="Hexagon 3199">
              <a:extLst>
                <a:ext uri="{FF2B5EF4-FFF2-40B4-BE49-F238E27FC236}">
                  <a16:creationId xmlns:a16="http://schemas.microsoft.com/office/drawing/2014/main" id="{7C48EF4C-E2D3-4552-8E28-84FC09D23CF4}"/>
                </a:ext>
              </a:extLst>
            </p:cNvPr>
            <p:cNvSpPr/>
            <p:nvPr/>
          </p:nvSpPr>
          <p:spPr>
            <a:xfrm>
              <a:off x="10952273" y="646356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1" name="Hexagon 3200">
              <a:extLst>
                <a:ext uri="{FF2B5EF4-FFF2-40B4-BE49-F238E27FC236}">
                  <a16:creationId xmlns:a16="http://schemas.microsoft.com/office/drawing/2014/main" id="{65CA2B4F-BC04-416C-A597-D8CA4E60887A}"/>
                </a:ext>
              </a:extLst>
            </p:cNvPr>
            <p:cNvSpPr/>
            <p:nvPr/>
          </p:nvSpPr>
          <p:spPr>
            <a:xfrm>
              <a:off x="10952273" y="62806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2" name="Hexagon 3201">
              <a:extLst>
                <a:ext uri="{FF2B5EF4-FFF2-40B4-BE49-F238E27FC236}">
                  <a16:creationId xmlns:a16="http://schemas.microsoft.com/office/drawing/2014/main" id="{66D59DB7-20DA-4BBF-BB92-B6996C82DA49}"/>
                </a:ext>
              </a:extLst>
            </p:cNvPr>
            <p:cNvSpPr/>
            <p:nvPr/>
          </p:nvSpPr>
          <p:spPr>
            <a:xfrm>
              <a:off x="10717738" y="6555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3" name="Hexagon 3202">
              <a:extLst>
                <a:ext uri="{FF2B5EF4-FFF2-40B4-BE49-F238E27FC236}">
                  <a16:creationId xmlns:a16="http://schemas.microsoft.com/office/drawing/2014/main" id="{A8F66A4B-162A-47C2-AEA5-A9479BCB8EC2}"/>
                </a:ext>
              </a:extLst>
            </p:cNvPr>
            <p:cNvSpPr/>
            <p:nvPr/>
          </p:nvSpPr>
          <p:spPr>
            <a:xfrm>
              <a:off x="10717738" y="6373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4" name="Hexagon 3203">
              <a:extLst>
                <a:ext uri="{FF2B5EF4-FFF2-40B4-BE49-F238E27FC236}">
                  <a16:creationId xmlns:a16="http://schemas.microsoft.com/office/drawing/2014/main" id="{7282ACA4-A9C6-41BB-B65A-83245DD8A785}"/>
                </a:ext>
              </a:extLst>
            </p:cNvPr>
            <p:cNvSpPr/>
            <p:nvPr/>
          </p:nvSpPr>
          <p:spPr>
            <a:xfrm>
              <a:off x="10717738" y="61868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5" name="Hexagon 3204">
              <a:extLst>
                <a:ext uri="{FF2B5EF4-FFF2-40B4-BE49-F238E27FC236}">
                  <a16:creationId xmlns:a16="http://schemas.microsoft.com/office/drawing/2014/main" id="{A3FAD953-163C-424C-8AD4-D66D54E84466}"/>
                </a:ext>
              </a:extLst>
            </p:cNvPr>
            <p:cNvSpPr/>
            <p:nvPr/>
          </p:nvSpPr>
          <p:spPr>
            <a:xfrm>
              <a:off x="10717738" y="600401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6" name="Hexagon 3205">
              <a:extLst>
                <a:ext uri="{FF2B5EF4-FFF2-40B4-BE49-F238E27FC236}">
                  <a16:creationId xmlns:a16="http://schemas.microsoft.com/office/drawing/2014/main" id="{D89406A8-77F8-4F77-AACA-906665979F29}"/>
                </a:ext>
              </a:extLst>
            </p:cNvPr>
            <p:cNvSpPr/>
            <p:nvPr/>
          </p:nvSpPr>
          <p:spPr>
            <a:xfrm>
              <a:off x="11188130" y="63829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7" name="Hexagon 3206">
              <a:extLst>
                <a:ext uri="{FF2B5EF4-FFF2-40B4-BE49-F238E27FC236}">
                  <a16:creationId xmlns:a16="http://schemas.microsoft.com/office/drawing/2014/main" id="{25923440-FADB-498F-904B-1C0511C5AD27}"/>
                </a:ext>
              </a:extLst>
            </p:cNvPr>
            <p:cNvSpPr/>
            <p:nvPr/>
          </p:nvSpPr>
          <p:spPr>
            <a:xfrm>
              <a:off x="11188130" y="62000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8" name="Hexagon 3207">
              <a:extLst>
                <a:ext uri="{FF2B5EF4-FFF2-40B4-BE49-F238E27FC236}">
                  <a16:creationId xmlns:a16="http://schemas.microsoft.com/office/drawing/2014/main" id="{1BF68863-8D22-4986-A003-4740B58F30EB}"/>
                </a:ext>
              </a:extLst>
            </p:cNvPr>
            <p:cNvSpPr/>
            <p:nvPr/>
          </p:nvSpPr>
          <p:spPr>
            <a:xfrm>
              <a:off x="11426448" y="64724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09" name="Hexagon 3208">
              <a:extLst>
                <a:ext uri="{FF2B5EF4-FFF2-40B4-BE49-F238E27FC236}">
                  <a16:creationId xmlns:a16="http://schemas.microsoft.com/office/drawing/2014/main" id="{04807FF2-98B1-4C55-90E3-30E9C0B44E75}"/>
                </a:ext>
              </a:extLst>
            </p:cNvPr>
            <p:cNvSpPr/>
            <p:nvPr/>
          </p:nvSpPr>
          <p:spPr>
            <a:xfrm>
              <a:off x="11426448" y="62896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0" name="Hexagon 3209">
              <a:extLst>
                <a:ext uri="{FF2B5EF4-FFF2-40B4-BE49-F238E27FC236}">
                  <a16:creationId xmlns:a16="http://schemas.microsoft.com/office/drawing/2014/main" id="{BC1C52A6-F9B7-431D-A7BB-FA43AFFED41D}"/>
                </a:ext>
              </a:extLst>
            </p:cNvPr>
            <p:cNvSpPr/>
            <p:nvPr/>
          </p:nvSpPr>
          <p:spPr>
            <a:xfrm>
              <a:off x="11911211" y="62839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1" name="Hexagon 3210">
              <a:extLst>
                <a:ext uri="{FF2B5EF4-FFF2-40B4-BE49-F238E27FC236}">
                  <a16:creationId xmlns:a16="http://schemas.microsoft.com/office/drawing/2014/main" id="{9A3B0254-BFD3-4AE2-B8B5-154C1E8AF225}"/>
                </a:ext>
              </a:extLst>
            </p:cNvPr>
            <p:cNvSpPr/>
            <p:nvPr/>
          </p:nvSpPr>
          <p:spPr>
            <a:xfrm>
              <a:off x="11911211" y="61011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2" name="Hexagon 3211">
              <a:extLst>
                <a:ext uri="{FF2B5EF4-FFF2-40B4-BE49-F238E27FC236}">
                  <a16:creationId xmlns:a16="http://schemas.microsoft.com/office/drawing/2014/main" id="{A6C5CDBF-F77D-4612-AB46-C4272E4606BD}"/>
                </a:ext>
              </a:extLst>
            </p:cNvPr>
            <p:cNvSpPr/>
            <p:nvPr/>
          </p:nvSpPr>
          <p:spPr>
            <a:xfrm>
              <a:off x="11672893" y="619599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3" name="Hexagon 3212">
              <a:extLst>
                <a:ext uri="{FF2B5EF4-FFF2-40B4-BE49-F238E27FC236}">
                  <a16:creationId xmlns:a16="http://schemas.microsoft.com/office/drawing/2014/main" id="{8843F490-1D5C-4529-A02C-8D1E788B2F22}"/>
                </a:ext>
              </a:extLst>
            </p:cNvPr>
            <p:cNvSpPr/>
            <p:nvPr/>
          </p:nvSpPr>
          <p:spPr>
            <a:xfrm>
              <a:off x="11672893" y="60131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4" name="Hexagon 3213">
              <a:extLst>
                <a:ext uri="{FF2B5EF4-FFF2-40B4-BE49-F238E27FC236}">
                  <a16:creationId xmlns:a16="http://schemas.microsoft.com/office/drawing/2014/main" id="{CD3761DE-F2A4-4B7F-85D3-A0BB7D36E543}"/>
                </a:ext>
              </a:extLst>
            </p:cNvPr>
            <p:cNvSpPr/>
            <p:nvPr/>
          </p:nvSpPr>
          <p:spPr>
            <a:xfrm>
              <a:off x="11430793" y="61110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5" name="Hexagon 3214">
              <a:extLst>
                <a:ext uri="{FF2B5EF4-FFF2-40B4-BE49-F238E27FC236}">
                  <a16:creationId xmlns:a16="http://schemas.microsoft.com/office/drawing/2014/main" id="{E93C3301-A7DC-4057-B0DA-94EC1F048649}"/>
                </a:ext>
              </a:extLst>
            </p:cNvPr>
            <p:cNvSpPr/>
            <p:nvPr/>
          </p:nvSpPr>
          <p:spPr>
            <a:xfrm>
              <a:off x="11430793" y="59281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6" name="Hexagon 3215">
              <a:extLst>
                <a:ext uri="{FF2B5EF4-FFF2-40B4-BE49-F238E27FC236}">
                  <a16:creationId xmlns:a16="http://schemas.microsoft.com/office/drawing/2014/main" id="{3DAAD24B-7A10-43C8-AE4F-1BFD9D1D2F6D}"/>
                </a:ext>
              </a:extLst>
            </p:cNvPr>
            <p:cNvSpPr/>
            <p:nvPr/>
          </p:nvSpPr>
          <p:spPr>
            <a:xfrm>
              <a:off x="11911211" y="59137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7" name="Hexagon 3216">
              <a:extLst>
                <a:ext uri="{FF2B5EF4-FFF2-40B4-BE49-F238E27FC236}">
                  <a16:creationId xmlns:a16="http://schemas.microsoft.com/office/drawing/2014/main" id="{D49964DE-ADD7-4610-A542-4DAF8F67E467}"/>
                </a:ext>
              </a:extLst>
            </p:cNvPr>
            <p:cNvSpPr/>
            <p:nvPr/>
          </p:nvSpPr>
          <p:spPr>
            <a:xfrm>
              <a:off x="11911211" y="573082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8" name="Hexagon 3217">
              <a:extLst>
                <a:ext uri="{FF2B5EF4-FFF2-40B4-BE49-F238E27FC236}">
                  <a16:creationId xmlns:a16="http://schemas.microsoft.com/office/drawing/2014/main" id="{CA3D0CE7-1561-4EE5-8D6E-2BFA7842BA9D}"/>
                </a:ext>
              </a:extLst>
            </p:cNvPr>
            <p:cNvSpPr/>
            <p:nvPr/>
          </p:nvSpPr>
          <p:spPr>
            <a:xfrm>
              <a:off x="11668130" y="583071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19" name="Hexagon 3218">
              <a:extLst>
                <a:ext uri="{FF2B5EF4-FFF2-40B4-BE49-F238E27FC236}">
                  <a16:creationId xmlns:a16="http://schemas.microsoft.com/office/drawing/2014/main" id="{2C7B7F96-52ED-4129-B79C-7AC97138E69D}"/>
                </a:ext>
              </a:extLst>
            </p:cNvPr>
            <p:cNvSpPr/>
            <p:nvPr/>
          </p:nvSpPr>
          <p:spPr>
            <a:xfrm>
              <a:off x="11668130" y="56478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0" name="Hexagon 3219">
              <a:extLst>
                <a:ext uri="{FF2B5EF4-FFF2-40B4-BE49-F238E27FC236}">
                  <a16:creationId xmlns:a16="http://schemas.microsoft.com/office/drawing/2014/main" id="{5531F55F-78DC-40A5-888D-2BE4538D0B81}"/>
                </a:ext>
              </a:extLst>
            </p:cNvPr>
            <p:cNvSpPr/>
            <p:nvPr/>
          </p:nvSpPr>
          <p:spPr>
            <a:xfrm>
              <a:off x="12380607" y="57240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1" name="Hexagon 3220">
              <a:extLst>
                <a:ext uri="{FF2B5EF4-FFF2-40B4-BE49-F238E27FC236}">
                  <a16:creationId xmlns:a16="http://schemas.microsoft.com/office/drawing/2014/main" id="{84E57829-B864-407D-B3CB-8B50AD68AC45}"/>
                </a:ext>
              </a:extLst>
            </p:cNvPr>
            <p:cNvSpPr/>
            <p:nvPr/>
          </p:nvSpPr>
          <p:spPr>
            <a:xfrm>
              <a:off x="12380607" y="55411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2" name="Hexagon 3221">
              <a:extLst>
                <a:ext uri="{FF2B5EF4-FFF2-40B4-BE49-F238E27FC236}">
                  <a16:creationId xmlns:a16="http://schemas.microsoft.com/office/drawing/2014/main" id="{C7AC2883-973D-47ED-86B0-9308255ADB8E}"/>
                </a:ext>
              </a:extLst>
            </p:cNvPr>
            <p:cNvSpPr/>
            <p:nvPr/>
          </p:nvSpPr>
          <p:spPr>
            <a:xfrm>
              <a:off x="11424618" y="573723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3" name="Hexagon 3222">
              <a:extLst>
                <a:ext uri="{FF2B5EF4-FFF2-40B4-BE49-F238E27FC236}">
                  <a16:creationId xmlns:a16="http://schemas.microsoft.com/office/drawing/2014/main" id="{971C3829-2ED8-4845-8D1A-1C510ADD8FCA}"/>
                </a:ext>
              </a:extLst>
            </p:cNvPr>
            <p:cNvSpPr/>
            <p:nvPr/>
          </p:nvSpPr>
          <p:spPr>
            <a:xfrm>
              <a:off x="11424618" y="55543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4" name="Hexagon 3223">
              <a:extLst>
                <a:ext uri="{FF2B5EF4-FFF2-40B4-BE49-F238E27FC236}">
                  <a16:creationId xmlns:a16="http://schemas.microsoft.com/office/drawing/2014/main" id="{3AEAF92A-78A0-40A9-8114-F95D0EDCBE05}"/>
                </a:ext>
              </a:extLst>
            </p:cNvPr>
            <p:cNvSpPr/>
            <p:nvPr/>
          </p:nvSpPr>
          <p:spPr>
            <a:xfrm>
              <a:off x="10959838" y="60921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5" name="Hexagon 3224">
              <a:extLst>
                <a:ext uri="{FF2B5EF4-FFF2-40B4-BE49-F238E27FC236}">
                  <a16:creationId xmlns:a16="http://schemas.microsoft.com/office/drawing/2014/main" id="{94191EEC-4FB9-441C-8D1E-D5078FC9D1EE}"/>
                </a:ext>
              </a:extLst>
            </p:cNvPr>
            <p:cNvSpPr/>
            <p:nvPr/>
          </p:nvSpPr>
          <p:spPr>
            <a:xfrm>
              <a:off x="10959838" y="590927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6" name="Hexagon 3225">
              <a:extLst>
                <a:ext uri="{FF2B5EF4-FFF2-40B4-BE49-F238E27FC236}">
                  <a16:creationId xmlns:a16="http://schemas.microsoft.com/office/drawing/2014/main" id="{445411AF-3FA1-41F7-8A6A-6C8C9CAA29E7}"/>
                </a:ext>
              </a:extLst>
            </p:cNvPr>
            <p:cNvSpPr/>
            <p:nvPr/>
          </p:nvSpPr>
          <p:spPr>
            <a:xfrm>
              <a:off x="10474226" y="5913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7" name="Hexagon 3226">
              <a:extLst>
                <a:ext uri="{FF2B5EF4-FFF2-40B4-BE49-F238E27FC236}">
                  <a16:creationId xmlns:a16="http://schemas.microsoft.com/office/drawing/2014/main" id="{12AA7B65-3D64-4C98-9062-62BF1A12B44B}"/>
                </a:ext>
              </a:extLst>
            </p:cNvPr>
            <p:cNvSpPr/>
            <p:nvPr/>
          </p:nvSpPr>
          <p:spPr>
            <a:xfrm>
              <a:off x="10474226" y="57305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8" name="Hexagon 3227">
              <a:extLst>
                <a:ext uri="{FF2B5EF4-FFF2-40B4-BE49-F238E27FC236}">
                  <a16:creationId xmlns:a16="http://schemas.microsoft.com/office/drawing/2014/main" id="{5E53886A-0F6A-46F6-AE60-638E5005FF40}"/>
                </a:ext>
              </a:extLst>
            </p:cNvPr>
            <p:cNvSpPr/>
            <p:nvPr/>
          </p:nvSpPr>
          <p:spPr>
            <a:xfrm>
              <a:off x="10718316" y="582264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29" name="Hexagon 3228">
              <a:extLst>
                <a:ext uri="{FF2B5EF4-FFF2-40B4-BE49-F238E27FC236}">
                  <a16:creationId xmlns:a16="http://schemas.microsoft.com/office/drawing/2014/main" id="{4A496A8B-39B0-4C8C-AD33-AEEAD48D6D21}"/>
                </a:ext>
              </a:extLst>
            </p:cNvPr>
            <p:cNvSpPr/>
            <p:nvPr/>
          </p:nvSpPr>
          <p:spPr>
            <a:xfrm>
              <a:off x="10718316" y="563976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0" name="Hexagon 3229">
              <a:extLst>
                <a:ext uri="{FF2B5EF4-FFF2-40B4-BE49-F238E27FC236}">
                  <a16:creationId xmlns:a16="http://schemas.microsoft.com/office/drawing/2014/main" id="{FA542EAC-D362-4089-A685-796A650CE9D1}"/>
                </a:ext>
              </a:extLst>
            </p:cNvPr>
            <p:cNvSpPr/>
            <p:nvPr/>
          </p:nvSpPr>
          <p:spPr>
            <a:xfrm>
              <a:off x="10239528" y="56387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1" name="Hexagon 3230">
              <a:extLst>
                <a:ext uri="{FF2B5EF4-FFF2-40B4-BE49-F238E27FC236}">
                  <a16:creationId xmlns:a16="http://schemas.microsoft.com/office/drawing/2014/main" id="{9E70A179-3D82-436F-AA0B-F3D7A0B89D58}"/>
                </a:ext>
              </a:extLst>
            </p:cNvPr>
            <p:cNvSpPr/>
            <p:nvPr/>
          </p:nvSpPr>
          <p:spPr>
            <a:xfrm>
              <a:off x="10239528" y="545587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2" name="Hexagon 3231">
              <a:extLst>
                <a:ext uri="{FF2B5EF4-FFF2-40B4-BE49-F238E27FC236}">
                  <a16:creationId xmlns:a16="http://schemas.microsoft.com/office/drawing/2014/main" id="{932B76CA-D058-4CCC-8685-3278D7A322D2}"/>
                </a:ext>
              </a:extLst>
            </p:cNvPr>
            <p:cNvSpPr/>
            <p:nvPr/>
          </p:nvSpPr>
          <p:spPr>
            <a:xfrm>
              <a:off x="10730111" y="545969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3" name="Hexagon 3232">
              <a:extLst>
                <a:ext uri="{FF2B5EF4-FFF2-40B4-BE49-F238E27FC236}">
                  <a16:creationId xmlns:a16="http://schemas.microsoft.com/office/drawing/2014/main" id="{124DC06D-298C-4531-A75C-EC23A3B289AA}"/>
                </a:ext>
              </a:extLst>
            </p:cNvPr>
            <p:cNvSpPr/>
            <p:nvPr/>
          </p:nvSpPr>
          <p:spPr>
            <a:xfrm>
              <a:off x="10730111" y="527681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4" name="Hexagon 3233">
              <a:extLst>
                <a:ext uri="{FF2B5EF4-FFF2-40B4-BE49-F238E27FC236}">
                  <a16:creationId xmlns:a16="http://schemas.microsoft.com/office/drawing/2014/main" id="{F827506C-9597-44C5-A27F-E1822283923E}"/>
                </a:ext>
              </a:extLst>
            </p:cNvPr>
            <p:cNvSpPr/>
            <p:nvPr/>
          </p:nvSpPr>
          <p:spPr>
            <a:xfrm>
              <a:off x="10488841" y="53575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5" name="Hexagon 3234">
              <a:extLst>
                <a:ext uri="{FF2B5EF4-FFF2-40B4-BE49-F238E27FC236}">
                  <a16:creationId xmlns:a16="http://schemas.microsoft.com/office/drawing/2014/main" id="{7E415D55-C4B2-4EAB-A394-D16EAD769FE2}"/>
                </a:ext>
              </a:extLst>
            </p:cNvPr>
            <p:cNvSpPr/>
            <p:nvPr/>
          </p:nvSpPr>
          <p:spPr>
            <a:xfrm>
              <a:off x="10488841" y="51746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6" name="Hexagon 3235">
              <a:extLst>
                <a:ext uri="{FF2B5EF4-FFF2-40B4-BE49-F238E27FC236}">
                  <a16:creationId xmlns:a16="http://schemas.microsoft.com/office/drawing/2014/main" id="{906CE05A-A9D3-43E2-8377-8C765684FC25}"/>
                </a:ext>
              </a:extLst>
            </p:cNvPr>
            <p:cNvSpPr/>
            <p:nvPr/>
          </p:nvSpPr>
          <p:spPr>
            <a:xfrm>
              <a:off x="10962220" y="573504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8" name="Hexagon 3237">
              <a:extLst>
                <a:ext uri="{FF2B5EF4-FFF2-40B4-BE49-F238E27FC236}">
                  <a16:creationId xmlns:a16="http://schemas.microsoft.com/office/drawing/2014/main" id="{233D3F47-4D35-4C29-B118-EA58278F5809}"/>
                </a:ext>
              </a:extLst>
            </p:cNvPr>
            <p:cNvSpPr/>
            <p:nvPr/>
          </p:nvSpPr>
          <p:spPr>
            <a:xfrm>
              <a:off x="11198734" y="564216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39" name="Hexagon 3238">
              <a:extLst>
                <a:ext uri="{FF2B5EF4-FFF2-40B4-BE49-F238E27FC236}">
                  <a16:creationId xmlns:a16="http://schemas.microsoft.com/office/drawing/2014/main" id="{7CF58BA7-CA8F-41C1-A131-CBC83AC4EE54}"/>
                </a:ext>
              </a:extLst>
            </p:cNvPr>
            <p:cNvSpPr/>
            <p:nvPr/>
          </p:nvSpPr>
          <p:spPr>
            <a:xfrm>
              <a:off x="11198734" y="545928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0" name="Hexagon 3239">
              <a:extLst>
                <a:ext uri="{FF2B5EF4-FFF2-40B4-BE49-F238E27FC236}">
                  <a16:creationId xmlns:a16="http://schemas.microsoft.com/office/drawing/2014/main" id="{8736221E-DCEE-42A0-B940-EFF17279CB4E}"/>
                </a:ext>
              </a:extLst>
            </p:cNvPr>
            <p:cNvSpPr/>
            <p:nvPr/>
          </p:nvSpPr>
          <p:spPr>
            <a:xfrm>
              <a:off x="10962220" y="555216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1" name="Hexagon 3240">
              <a:extLst>
                <a:ext uri="{FF2B5EF4-FFF2-40B4-BE49-F238E27FC236}">
                  <a16:creationId xmlns:a16="http://schemas.microsoft.com/office/drawing/2014/main" id="{EC9BAD46-48FB-4C50-B2DF-C87B90ECD489}"/>
                </a:ext>
              </a:extLst>
            </p:cNvPr>
            <p:cNvSpPr/>
            <p:nvPr/>
          </p:nvSpPr>
          <p:spPr>
            <a:xfrm>
              <a:off x="10969376" y="53592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2" name="Hexagon 3241">
              <a:extLst>
                <a:ext uri="{FF2B5EF4-FFF2-40B4-BE49-F238E27FC236}">
                  <a16:creationId xmlns:a16="http://schemas.microsoft.com/office/drawing/2014/main" id="{B13467AC-87F7-4EFC-A594-77471CC69595}"/>
                </a:ext>
              </a:extLst>
            </p:cNvPr>
            <p:cNvSpPr/>
            <p:nvPr/>
          </p:nvSpPr>
          <p:spPr>
            <a:xfrm>
              <a:off x="11193473" y="52655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3" name="Hexagon 3242">
              <a:extLst>
                <a:ext uri="{FF2B5EF4-FFF2-40B4-BE49-F238E27FC236}">
                  <a16:creationId xmlns:a16="http://schemas.microsoft.com/office/drawing/2014/main" id="{637C44A0-C315-4DAA-84E0-A27DBF92DFBF}"/>
                </a:ext>
              </a:extLst>
            </p:cNvPr>
            <p:cNvSpPr/>
            <p:nvPr/>
          </p:nvSpPr>
          <p:spPr>
            <a:xfrm>
              <a:off x="11192525" y="600917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4" name="Hexagon 3243">
              <a:extLst>
                <a:ext uri="{FF2B5EF4-FFF2-40B4-BE49-F238E27FC236}">
                  <a16:creationId xmlns:a16="http://schemas.microsoft.com/office/drawing/2014/main" id="{54501243-7876-41B4-8139-4C0981E28DAD}"/>
                </a:ext>
              </a:extLst>
            </p:cNvPr>
            <p:cNvSpPr/>
            <p:nvPr/>
          </p:nvSpPr>
          <p:spPr>
            <a:xfrm>
              <a:off x="12152195" y="581398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5" name="Hexagon 3244">
              <a:extLst>
                <a:ext uri="{FF2B5EF4-FFF2-40B4-BE49-F238E27FC236}">
                  <a16:creationId xmlns:a16="http://schemas.microsoft.com/office/drawing/2014/main" id="{BB3E8FF0-4C69-4CCF-BAD0-B502EF5D265E}"/>
                </a:ext>
              </a:extLst>
            </p:cNvPr>
            <p:cNvSpPr/>
            <p:nvPr/>
          </p:nvSpPr>
          <p:spPr>
            <a:xfrm>
              <a:off x="11665410" y="546195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6" name="Hexagon 3245">
              <a:extLst>
                <a:ext uri="{FF2B5EF4-FFF2-40B4-BE49-F238E27FC236}">
                  <a16:creationId xmlns:a16="http://schemas.microsoft.com/office/drawing/2014/main" id="{F1CD2711-8BF7-49AC-9B45-A88096164432}"/>
                </a:ext>
              </a:extLst>
            </p:cNvPr>
            <p:cNvSpPr/>
            <p:nvPr/>
          </p:nvSpPr>
          <p:spPr>
            <a:xfrm>
              <a:off x="11902874" y="55537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7" name="Hexagon 3246">
              <a:extLst>
                <a:ext uri="{FF2B5EF4-FFF2-40B4-BE49-F238E27FC236}">
                  <a16:creationId xmlns:a16="http://schemas.microsoft.com/office/drawing/2014/main" id="{1DBA9E52-C53F-47B6-AE12-BF16BF4E8825}"/>
                </a:ext>
              </a:extLst>
            </p:cNvPr>
            <p:cNvSpPr/>
            <p:nvPr/>
          </p:nvSpPr>
          <p:spPr>
            <a:xfrm>
              <a:off x="12139851" y="544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8" name="Hexagon 3247">
              <a:extLst>
                <a:ext uri="{FF2B5EF4-FFF2-40B4-BE49-F238E27FC236}">
                  <a16:creationId xmlns:a16="http://schemas.microsoft.com/office/drawing/2014/main" id="{683D4A0F-1BB6-46A1-99B0-DD13F4F511F6}"/>
                </a:ext>
              </a:extLst>
            </p:cNvPr>
            <p:cNvSpPr/>
            <p:nvPr/>
          </p:nvSpPr>
          <p:spPr>
            <a:xfrm>
              <a:off x="11428461" y="683242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49" name="Hexagon 3248">
              <a:extLst>
                <a:ext uri="{FF2B5EF4-FFF2-40B4-BE49-F238E27FC236}">
                  <a16:creationId xmlns:a16="http://schemas.microsoft.com/office/drawing/2014/main" id="{2F96E1F1-53CA-4BFF-96EE-0B71605BF88B}"/>
                </a:ext>
              </a:extLst>
            </p:cNvPr>
            <p:cNvSpPr/>
            <p:nvPr/>
          </p:nvSpPr>
          <p:spPr>
            <a:xfrm>
              <a:off x="10710311" y="71033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0" name="Hexagon 3249">
              <a:extLst>
                <a:ext uri="{FF2B5EF4-FFF2-40B4-BE49-F238E27FC236}">
                  <a16:creationId xmlns:a16="http://schemas.microsoft.com/office/drawing/2014/main" id="{9264A9D7-989B-41F2-A480-011095A312A3}"/>
                </a:ext>
              </a:extLst>
            </p:cNvPr>
            <p:cNvSpPr/>
            <p:nvPr/>
          </p:nvSpPr>
          <p:spPr>
            <a:xfrm>
              <a:off x="11911211" y="73740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1" name="Hexagon 3250">
              <a:extLst>
                <a:ext uri="{FF2B5EF4-FFF2-40B4-BE49-F238E27FC236}">
                  <a16:creationId xmlns:a16="http://schemas.microsoft.com/office/drawing/2014/main" id="{DCF190CE-0757-4A34-82C3-10062AAF8F74}"/>
                </a:ext>
              </a:extLst>
            </p:cNvPr>
            <p:cNvSpPr/>
            <p:nvPr/>
          </p:nvSpPr>
          <p:spPr>
            <a:xfrm>
              <a:off x="11918394" y="7742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2" name="Hexagon 3251">
              <a:extLst>
                <a:ext uri="{FF2B5EF4-FFF2-40B4-BE49-F238E27FC236}">
                  <a16:creationId xmlns:a16="http://schemas.microsoft.com/office/drawing/2014/main" id="{185F0735-B62D-478B-B424-1E75D76CDFF8}"/>
                </a:ext>
              </a:extLst>
            </p:cNvPr>
            <p:cNvSpPr/>
            <p:nvPr/>
          </p:nvSpPr>
          <p:spPr>
            <a:xfrm>
              <a:off x="10959838" y="811165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3" name="Hexagon 3252">
              <a:extLst>
                <a:ext uri="{FF2B5EF4-FFF2-40B4-BE49-F238E27FC236}">
                  <a16:creationId xmlns:a16="http://schemas.microsoft.com/office/drawing/2014/main" id="{C1CF715F-5745-4B1D-A574-FFC72D59BA95}"/>
                </a:ext>
              </a:extLst>
            </p:cNvPr>
            <p:cNvSpPr/>
            <p:nvPr/>
          </p:nvSpPr>
          <p:spPr>
            <a:xfrm>
              <a:off x="12146888" y="82081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4" name="Hexagon 3253">
              <a:extLst>
                <a:ext uri="{FF2B5EF4-FFF2-40B4-BE49-F238E27FC236}">
                  <a16:creationId xmlns:a16="http://schemas.microsoft.com/office/drawing/2014/main" id="{6987A828-C58C-4E62-82EA-451086DC4238}"/>
                </a:ext>
              </a:extLst>
            </p:cNvPr>
            <p:cNvSpPr/>
            <p:nvPr/>
          </p:nvSpPr>
          <p:spPr>
            <a:xfrm>
              <a:off x="11906636" y="866843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5" name="Hexagon 3254">
              <a:extLst>
                <a:ext uri="{FF2B5EF4-FFF2-40B4-BE49-F238E27FC236}">
                  <a16:creationId xmlns:a16="http://schemas.microsoft.com/office/drawing/2014/main" id="{D8CAA44F-E6D6-4899-8BA8-140041DCFEA7}"/>
                </a:ext>
              </a:extLst>
            </p:cNvPr>
            <p:cNvSpPr/>
            <p:nvPr/>
          </p:nvSpPr>
          <p:spPr>
            <a:xfrm>
              <a:off x="10730111" y="93101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6" name="Hexagon 3255">
              <a:extLst>
                <a:ext uri="{FF2B5EF4-FFF2-40B4-BE49-F238E27FC236}">
                  <a16:creationId xmlns:a16="http://schemas.microsoft.com/office/drawing/2014/main" id="{4FAE63FF-4553-44C8-8C7F-675623895372}"/>
                </a:ext>
              </a:extLst>
            </p:cNvPr>
            <p:cNvSpPr/>
            <p:nvPr/>
          </p:nvSpPr>
          <p:spPr>
            <a:xfrm>
              <a:off x="10481359" y="94015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7" name="Hexagon 3256">
              <a:extLst>
                <a:ext uri="{FF2B5EF4-FFF2-40B4-BE49-F238E27FC236}">
                  <a16:creationId xmlns:a16="http://schemas.microsoft.com/office/drawing/2014/main" id="{8D07A1F2-5B88-4C59-8232-C9731C7729A7}"/>
                </a:ext>
              </a:extLst>
            </p:cNvPr>
            <p:cNvSpPr/>
            <p:nvPr/>
          </p:nvSpPr>
          <p:spPr>
            <a:xfrm>
              <a:off x="11433620" y="95933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8" name="Hexagon 3257">
              <a:extLst>
                <a:ext uri="{FF2B5EF4-FFF2-40B4-BE49-F238E27FC236}">
                  <a16:creationId xmlns:a16="http://schemas.microsoft.com/office/drawing/2014/main" id="{5AACF6AA-75E3-4832-801D-0549FF3053FD}"/>
                </a:ext>
              </a:extLst>
            </p:cNvPr>
            <p:cNvSpPr/>
            <p:nvPr/>
          </p:nvSpPr>
          <p:spPr>
            <a:xfrm>
              <a:off x="10952273" y="977296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59" name="Hexagon 3258">
              <a:extLst>
                <a:ext uri="{FF2B5EF4-FFF2-40B4-BE49-F238E27FC236}">
                  <a16:creationId xmlns:a16="http://schemas.microsoft.com/office/drawing/2014/main" id="{B8F4D5CA-3215-4DA2-BC49-2FD0BBC76A85}"/>
                </a:ext>
              </a:extLst>
            </p:cNvPr>
            <p:cNvSpPr/>
            <p:nvPr/>
          </p:nvSpPr>
          <p:spPr>
            <a:xfrm>
              <a:off x="12146888" y="967051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3" name="1" hidden="1">
            <a:extLst>
              <a:ext uri="{FF2B5EF4-FFF2-40B4-BE49-F238E27FC236}">
                <a16:creationId xmlns:a16="http://schemas.microsoft.com/office/drawing/2014/main" id="{A4FFF1E0-AB7C-4918-B63D-DD807A2C63D8}"/>
              </a:ext>
            </a:extLst>
          </p:cNvPr>
          <p:cNvGrpSpPr/>
          <p:nvPr/>
        </p:nvGrpSpPr>
        <p:grpSpPr>
          <a:xfrm>
            <a:off x="42380" y="6282172"/>
            <a:ext cx="6436612" cy="4305882"/>
            <a:chOff x="68690" y="8023887"/>
            <a:chExt cx="6436612" cy="4305882"/>
          </a:xfrm>
        </p:grpSpPr>
        <p:sp>
          <p:nvSpPr>
            <p:cNvPr id="1330" name="Hexagon 1329">
              <a:extLst>
                <a:ext uri="{FF2B5EF4-FFF2-40B4-BE49-F238E27FC236}">
                  <a16:creationId xmlns:a16="http://schemas.microsoft.com/office/drawing/2014/main" id="{EE81D8D4-1D98-48B7-BE7E-0D6D318B1B6B}"/>
                </a:ext>
              </a:extLst>
            </p:cNvPr>
            <p:cNvSpPr/>
            <p:nvPr/>
          </p:nvSpPr>
          <p:spPr>
            <a:xfrm>
              <a:off x="541529" y="1215976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1" name="Hexagon 2260">
              <a:extLst>
                <a:ext uri="{FF2B5EF4-FFF2-40B4-BE49-F238E27FC236}">
                  <a16:creationId xmlns:a16="http://schemas.microsoft.com/office/drawing/2014/main" id="{5EA8B92B-60EB-4880-94A4-A6DC6946788B}"/>
                </a:ext>
              </a:extLst>
            </p:cNvPr>
            <p:cNvSpPr/>
            <p:nvPr/>
          </p:nvSpPr>
          <p:spPr>
            <a:xfrm>
              <a:off x="777124" y="120723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0" name="Hexagon 2269">
              <a:extLst>
                <a:ext uri="{FF2B5EF4-FFF2-40B4-BE49-F238E27FC236}">
                  <a16:creationId xmlns:a16="http://schemas.microsoft.com/office/drawing/2014/main" id="{72DA0884-B68E-4FC3-874D-C42430FD84C0}"/>
                </a:ext>
              </a:extLst>
            </p:cNvPr>
            <p:cNvSpPr/>
            <p:nvPr/>
          </p:nvSpPr>
          <p:spPr>
            <a:xfrm>
              <a:off x="541529" y="119873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1" name="Hexagon 2270">
              <a:extLst>
                <a:ext uri="{FF2B5EF4-FFF2-40B4-BE49-F238E27FC236}">
                  <a16:creationId xmlns:a16="http://schemas.microsoft.com/office/drawing/2014/main" id="{204B9356-42AA-4D38-B451-60A75B875C9B}"/>
                </a:ext>
              </a:extLst>
            </p:cNvPr>
            <p:cNvSpPr/>
            <p:nvPr/>
          </p:nvSpPr>
          <p:spPr>
            <a:xfrm>
              <a:off x="777124" y="1190236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2" name="Hexagon 2271">
              <a:extLst>
                <a:ext uri="{FF2B5EF4-FFF2-40B4-BE49-F238E27FC236}">
                  <a16:creationId xmlns:a16="http://schemas.microsoft.com/office/drawing/2014/main" id="{131B0C23-3F3C-4CBD-A5E1-5E26C477AEEC}"/>
                </a:ext>
              </a:extLst>
            </p:cNvPr>
            <p:cNvSpPr/>
            <p:nvPr/>
          </p:nvSpPr>
          <p:spPr>
            <a:xfrm>
              <a:off x="1017391" y="1199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3" name="Hexagon 2272">
              <a:extLst>
                <a:ext uri="{FF2B5EF4-FFF2-40B4-BE49-F238E27FC236}">
                  <a16:creationId xmlns:a16="http://schemas.microsoft.com/office/drawing/2014/main" id="{7FF7585B-0CCA-43CD-8622-F6FCFA3F4B7E}"/>
                </a:ext>
              </a:extLst>
            </p:cNvPr>
            <p:cNvSpPr/>
            <p:nvPr/>
          </p:nvSpPr>
          <p:spPr>
            <a:xfrm>
              <a:off x="1252986" y="119087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4" name="Hexagon 2273">
              <a:extLst>
                <a:ext uri="{FF2B5EF4-FFF2-40B4-BE49-F238E27FC236}">
                  <a16:creationId xmlns:a16="http://schemas.microsoft.com/office/drawing/2014/main" id="{EB572802-BCF1-4D1D-9257-1AB638C85A81}"/>
                </a:ext>
              </a:extLst>
            </p:cNvPr>
            <p:cNvSpPr/>
            <p:nvPr/>
          </p:nvSpPr>
          <p:spPr>
            <a:xfrm>
              <a:off x="1017391" y="1181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5" name="Hexagon 2274">
              <a:extLst>
                <a:ext uri="{FF2B5EF4-FFF2-40B4-BE49-F238E27FC236}">
                  <a16:creationId xmlns:a16="http://schemas.microsoft.com/office/drawing/2014/main" id="{0ECAE6F1-F990-4A08-8E6A-06F0423E0208}"/>
                </a:ext>
              </a:extLst>
            </p:cNvPr>
            <p:cNvSpPr/>
            <p:nvPr/>
          </p:nvSpPr>
          <p:spPr>
            <a:xfrm>
              <a:off x="1252986" y="1172519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6" name="Hexagon 2275">
              <a:extLst>
                <a:ext uri="{FF2B5EF4-FFF2-40B4-BE49-F238E27FC236}">
                  <a16:creationId xmlns:a16="http://schemas.microsoft.com/office/drawing/2014/main" id="{EF53DF72-2431-4239-9C9E-4927C28AD909}"/>
                </a:ext>
              </a:extLst>
            </p:cNvPr>
            <p:cNvSpPr/>
            <p:nvPr/>
          </p:nvSpPr>
          <p:spPr>
            <a:xfrm>
              <a:off x="541529" y="118100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7" name="Hexagon 2276">
              <a:extLst>
                <a:ext uri="{FF2B5EF4-FFF2-40B4-BE49-F238E27FC236}">
                  <a16:creationId xmlns:a16="http://schemas.microsoft.com/office/drawing/2014/main" id="{1C1CD774-960C-4AE2-80FD-22110D36C73C}"/>
                </a:ext>
              </a:extLst>
            </p:cNvPr>
            <p:cNvSpPr/>
            <p:nvPr/>
          </p:nvSpPr>
          <p:spPr>
            <a:xfrm>
              <a:off x="777124" y="117227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8" name="Hexagon 2277">
              <a:extLst>
                <a:ext uri="{FF2B5EF4-FFF2-40B4-BE49-F238E27FC236}">
                  <a16:creationId xmlns:a16="http://schemas.microsoft.com/office/drawing/2014/main" id="{83FCDAD5-2115-4178-ADBB-B6DB5242390E}"/>
                </a:ext>
              </a:extLst>
            </p:cNvPr>
            <p:cNvSpPr/>
            <p:nvPr/>
          </p:nvSpPr>
          <p:spPr>
            <a:xfrm>
              <a:off x="1017391" y="116305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79" name="Hexagon 2278">
              <a:extLst>
                <a:ext uri="{FF2B5EF4-FFF2-40B4-BE49-F238E27FC236}">
                  <a16:creationId xmlns:a16="http://schemas.microsoft.com/office/drawing/2014/main" id="{177978E2-825B-4974-8D1A-6A66BFDDB214}"/>
                </a:ext>
              </a:extLst>
            </p:cNvPr>
            <p:cNvSpPr/>
            <p:nvPr/>
          </p:nvSpPr>
          <p:spPr>
            <a:xfrm>
              <a:off x="1252986" y="1154553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0" name="Hexagon 2279">
              <a:extLst>
                <a:ext uri="{FF2B5EF4-FFF2-40B4-BE49-F238E27FC236}">
                  <a16:creationId xmlns:a16="http://schemas.microsoft.com/office/drawing/2014/main" id="{9A95BE1C-3EA0-49CA-A961-56098705F1C2}"/>
                </a:ext>
              </a:extLst>
            </p:cNvPr>
            <p:cNvSpPr/>
            <p:nvPr/>
          </p:nvSpPr>
          <p:spPr>
            <a:xfrm>
              <a:off x="1493253" y="116349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1" name="Hexagon 2280">
              <a:extLst>
                <a:ext uri="{FF2B5EF4-FFF2-40B4-BE49-F238E27FC236}">
                  <a16:creationId xmlns:a16="http://schemas.microsoft.com/office/drawing/2014/main" id="{C68B8835-E38F-4A9E-964A-CA17BAA8B254}"/>
                </a:ext>
              </a:extLst>
            </p:cNvPr>
            <p:cNvSpPr/>
            <p:nvPr/>
          </p:nvSpPr>
          <p:spPr>
            <a:xfrm>
              <a:off x="1493253" y="1145611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2" name="Hexagon 2281">
              <a:extLst>
                <a:ext uri="{FF2B5EF4-FFF2-40B4-BE49-F238E27FC236}">
                  <a16:creationId xmlns:a16="http://schemas.microsoft.com/office/drawing/2014/main" id="{C11E04BE-97FA-48E6-B332-7B4B582EC074}"/>
                </a:ext>
              </a:extLst>
            </p:cNvPr>
            <p:cNvSpPr/>
            <p:nvPr/>
          </p:nvSpPr>
          <p:spPr>
            <a:xfrm>
              <a:off x="1257658" y="113638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3" name="Hexagon 2282">
              <a:extLst>
                <a:ext uri="{FF2B5EF4-FFF2-40B4-BE49-F238E27FC236}">
                  <a16:creationId xmlns:a16="http://schemas.microsoft.com/office/drawing/2014/main" id="{9B1D583A-E627-4520-AF4E-43861A622846}"/>
                </a:ext>
              </a:extLst>
            </p:cNvPr>
            <p:cNvSpPr/>
            <p:nvPr/>
          </p:nvSpPr>
          <p:spPr>
            <a:xfrm>
              <a:off x="1490872" y="112764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4" name="Hexagon 2283">
              <a:extLst>
                <a:ext uri="{FF2B5EF4-FFF2-40B4-BE49-F238E27FC236}">
                  <a16:creationId xmlns:a16="http://schemas.microsoft.com/office/drawing/2014/main" id="{62FF44C9-53F0-4B13-B473-E618F9D60D8E}"/>
                </a:ext>
              </a:extLst>
            </p:cNvPr>
            <p:cNvSpPr/>
            <p:nvPr/>
          </p:nvSpPr>
          <p:spPr>
            <a:xfrm>
              <a:off x="1731139" y="115372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5" name="Hexagon 2284">
              <a:extLst>
                <a:ext uri="{FF2B5EF4-FFF2-40B4-BE49-F238E27FC236}">
                  <a16:creationId xmlns:a16="http://schemas.microsoft.com/office/drawing/2014/main" id="{4E26A515-EDBD-4330-815E-54455367F1C9}"/>
                </a:ext>
              </a:extLst>
            </p:cNvPr>
            <p:cNvSpPr/>
            <p:nvPr/>
          </p:nvSpPr>
          <p:spPr>
            <a:xfrm>
              <a:off x="1728758" y="1135756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8" name="Hexagon 2287">
              <a:extLst>
                <a:ext uri="{FF2B5EF4-FFF2-40B4-BE49-F238E27FC236}">
                  <a16:creationId xmlns:a16="http://schemas.microsoft.com/office/drawing/2014/main" id="{5F2D419C-8017-4999-AC9C-05EBEE0A17DC}"/>
                </a:ext>
              </a:extLst>
            </p:cNvPr>
            <p:cNvSpPr/>
            <p:nvPr/>
          </p:nvSpPr>
          <p:spPr>
            <a:xfrm>
              <a:off x="1964263" y="1144170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9" name="Hexagon 2288">
              <a:extLst>
                <a:ext uri="{FF2B5EF4-FFF2-40B4-BE49-F238E27FC236}">
                  <a16:creationId xmlns:a16="http://schemas.microsoft.com/office/drawing/2014/main" id="{3DBF8CA4-2192-4483-8FFE-88DEFAC5BDC5}"/>
                </a:ext>
              </a:extLst>
            </p:cNvPr>
            <p:cNvSpPr/>
            <p:nvPr/>
          </p:nvSpPr>
          <p:spPr>
            <a:xfrm>
              <a:off x="1964263" y="1126047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0" name="Hexagon 2289">
              <a:extLst>
                <a:ext uri="{FF2B5EF4-FFF2-40B4-BE49-F238E27FC236}">
                  <a16:creationId xmlns:a16="http://schemas.microsoft.com/office/drawing/2014/main" id="{75770D1F-1A7F-48E9-93D0-806141547A52}"/>
                </a:ext>
              </a:extLst>
            </p:cNvPr>
            <p:cNvSpPr/>
            <p:nvPr/>
          </p:nvSpPr>
          <p:spPr>
            <a:xfrm>
              <a:off x="1961882" y="1108082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1" name="Hexagon 2290">
              <a:extLst>
                <a:ext uri="{FF2B5EF4-FFF2-40B4-BE49-F238E27FC236}">
                  <a16:creationId xmlns:a16="http://schemas.microsoft.com/office/drawing/2014/main" id="{B7AA6B91-C676-4E25-8C69-7DF73D725C9A}"/>
                </a:ext>
              </a:extLst>
            </p:cNvPr>
            <p:cNvSpPr/>
            <p:nvPr/>
          </p:nvSpPr>
          <p:spPr>
            <a:xfrm>
              <a:off x="2194234" y="1152757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2" name="Hexagon 2291">
              <a:extLst>
                <a:ext uri="{FF2B5EF4-FFF2-40B4-BE49-F238E27FC236}">
                  <a16:creationId xmlns:a16="http://schemas.microsoft.com/office/drawing/2014/main" id="{1692730B-85AC-463A-A925-1EC3958B3F32}"/>
                </a:ext>
              </a:extLst>
            </p:cNvPr>
            <p:cNvSpPr/>
            <p:nvPr/>
          </p:nvSpPr>
          <p:spPr>
            <a:xfrm>
              <a:off x="2194234" y="113463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3" name="Hexagon 2292">
              <a:extLst>
                <a:ext uri="{FF2B5EF4-FFF2-40B4-BE49-F238E27FC236}">
                  <a16:creationId xmlns:a16="http://schemas.microsoft.com/office/drawing/2014/main" id="{D3F63AEE-4B21-4617-873F-03F1F03A7D22}"/>
                </a:ext>
              </a:extLst>
            </p:cNvPr>
            <p:cNvSpPr/>
            <p:nvPr/>
          </p:nvSpPr>
          <p:spPr>
            <a:xfrm>
              <a:off x="2191853" y="111666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4" name="Hexagon 2293">
              <a:extLst>
                <a:ext uri="{FF2B5EF4-FFF2-40B4-BE49-F238E27FC236}">
                  <a16:creationId xmlns:a16="http://schemas.microsoft.com/office/drawing/2014/main" id="{6FA12529-6E7C-4D5D-8B11-51DF94171C44}"/>
                </a:ext>
              </a:extLst>
            </p:cNvPr>
            <p:cNvSpPr/>
            <p:nvPr/>
          </p:nvSpPr>
          <p:spPr>
            <a:xfrm>
              <a:off x="2427935" y="1142983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5" name="Hexagon 2294">
              <a:extLst>
                <a:ext uri="{FF2B5EF4-FFF2-40B4-BE49-F238E27FC236}">
                  <a16:creationId xmlns:a16="http://schemas.microsoft.com/office/drawing/2014/main" id="{FE47D9B4-CCDC-4824-81CD-65E11744302F}"/>
                </a:ext>
              </a:extLst>
            </p:cNvPr>
            <p:cNvSpPr/>
            <p:nvPr/>
          </p:nvSpPr>
          <p:spPr>
            <a:xfrm>
              <a:off x="2427935" y="112486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6" name="Hexagon 2295">
              <a:extLst>
                <a:ext uri="{FF2B5EF4-FFF2-40B4-BE49-F238E27FC236}">
                  <a16:creationId xmlns:a16="http://schemas.microsoft.com/office/drawing/2014/main" id="{4612959A-4DC0-4831-BD91-04BAEF897326}"/>
                </a:ext>
              </a:extLst>
            </p:cNvPr>
            <p:cNvSpPr/>
            <p:nvPr/>
          </p:nvSpPr>
          <p:spPr>
            <a:xfrm>
              <a:off x="2425554" y="1106895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7" name="Hexagon 2296">
              <a:extLst>
                <a:ext uri="{FF2B5EF4-FFF2-40B4-BE49-F238E27FC236}">
                  <a16:creationId xmlns:a16="http://schemas.microsoft.com/office/drawing/2014/main" id="{EFFA42A0-DC7D-4922-AB28-8714038DC7EC}"/>
                </a:ext>
              </a:extLst>
            </p:cNvPr>
            <p:cNvSpPr/>
            <p:nvPr/>
          </p:nvSpPr>
          <p:spPr>
            <a:xfrm>
              <a:off x="2664811" y="1151239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8" name="Hexagon 2297">
              <a:extLst>
                <a:ext uri="{FF2B5EF4-FFF2-40B4-BE49-F238E27FC236}">
                  <a16:creationId xmlns:a16="http://schemas.microsoft.com/office/drawing/2014/main" id="{387FC9F9-9208-41DF-AB31-CCC034F1252E}"/>
                </a:ext>
              </a:extLst>
            </p:cNvPr>
            <p:cNvSpPr/>
            <p:nvPr/>
          </p:nvSpPr>
          <p:spPr>
            <a:xfrm>
              <a:off x="2664811" y="113311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99" name="Hexagon 2298">
              <a:extLst>
                <a:ext uri="{FF2B5EF4-FFF2-40B4-BE49-F238E27FC236}">
                  <a16:creationId xmlns:a16="http://schemas.microsoft.com/office/drawing/2014/main" id="{51D25934-8003-4D88-B37E-C0BC5EB90357}"/>
                </a:ext>
              </a:extLst>
            </p:cNvPr>
            <p:cNvSpPr/>
            <p:nvPr/>
          </p:nvSpPr>
          <p:spPr>
            <a:xfrm>
              <a:off x="2662430" y="1115151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0" name="Hexagon 2299">
              <a:extLst>
                <a:ext uri="{FF2B5EF4-FFF2-40B4-BE49-F238E27FC236}">
                  <a16:creationId xmlns:a16="http://schemas.microsoft.com/office/drawing/2014/main" id="{7A43AED2-4169-4A39-B806-E85BB60C67B6}"/>
                </a:ext>
              </a:extLst>
            </p:cNvPr>
            <p:cNvSpPr/>
            <p:nvPr/>
          </p:nvSpPr>
          <p:spPr>
            <a:xfrm>
              <a:off x="2899691" y="1159739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1" name="Hexagon 2300">
              <a:extLst>
                <a:ext uri="{FF2B5EF4-FFF2-40B4-BE49-F238E27FC236}">
                  <a16:creationId xmlns:a16="http://schemas.microsoft.com/office/drawing/2014/main" id="{2C75D183-712A-4D1A-BED6-23E771E59805}"/>
                </a:ext>
              </a:extLst>
            </p:cNvPr>
            <p:cNvSpPr/>
            <p:nvPr/>
          </p:nvSpPr>
          <p:spPr>
            <a:xfrm>
              <a:off x="2899691" y="1141617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2" name="Hexagon 2301">
              <a:extLst>
                <a:ext uri="{FF2B5EF4-FFF2-40B4-BE49-F238E27FC236}">
                  <a16:creationId xmlns:a16="http://schemas.microsoft.com/office/drawing/2014/main" id="{541CC56A-8A2D-40CA-A510-0A90C67557ED}"/>
                </a:ext>
              </a:extLst>
            </p:cNvPr>
            <p:cNvSpPr/>
            <p:nvPr/>
          </p:nvSpPr>
          <p:spPr>
            <a:xfrm>
              <a:off x="3141503" y="1186970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3" name="Hexagon 2302">
              <a:extLst>
                <a:ext uri="{FF2B5EF4-FFF2-40B4-BE49-F238E27FC236}">
                  <a16:creationId xmlns:a16="http://schemas.microsoft.com/office/drawing/2014/main" id="{F2B8972E-6ABA-4BAF-A409-651EAEBD9C4A}"/>
                </a:ext>
              </a:extLst>
            </p:cNvPr>
            <p:cNvSpPr/>
            <p:nvPr/>
          </p:nvSpPr>
          <p:spPr>
            <a:xfrm>
              <a:off x="3141503" y="11688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4" name="Hexagon 2303">
              <a:extLst>
                <a:ext uri="{FF2B5EF4-FFF2-40B4-BE49-F238E27FC236}">
                  <a16:creationId xmlns:a16="http://schemas.microsoft.com/office/drawing/2014/main" id="{1CD05EAC-D5B5-409E-8098-042E147AD4E7}"/>
                </a:ext>
              </a:extLst>
            </p:cNvPr>
            <p:cNvSpPr/>
            <p:nvPr/>
          </p:nvSpPr>
          <p:spPr>
            <a:xfrm>
              <a:off x="3139122" y="1150882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5" name="Hexagon 2304">
              <a:extLst>
                <a:ext uri="{FF2B5EF4-FFF2-40B4-BE49-F238E27FC236}">
                  <a16:creationId xmlns:a16="http://schemas.microsoft.com/office/drawing/2014/main" id="{FB5E263A-CA0F-4F20-8FBC-A8429B5584C3}"/>
                </a:ext>
              </a:extLst>
            </p:cNvPr>
            <p:cNvSpPr/>
            <p:nvPr/>
          </p:nvSpPr>
          <p:spPr>
            <a:xfrm>
              <a:off x="3374194" y="1178148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6" name="Hexagon 2305">
              <a:extLst>
                <a:ext uri="{FF2B5EF4-FFF2-40B4-BE49-F238E27FC236}">
                  <a16:creationId xmlns:a16="http://schemas.microsoft.com/office/drawing/2014/main" id="{085FD56F-C8BD-4E17-A03B-9BF403955A4C}"/>
                </a:ext>
              </a:extLst>
            </p:cNvPr>
            <p:cNvSpPr/>
            <p:nvPr/>
          </p:nvSpPr>
          <p:spPr>
            <a:xfrm>
              <a:off x="3374194" y="1160025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7" name="Hexagon 2306">
              <a:extLst>
                <a:ext uri="{FF2B5EF4-FFF2-40B4-BE49-F238E27FC236}">
                  <a16:creationId xmlns:a16="http://schemas.microsoft.com/office/drawing/2014/main" id="{26CB9B6B-42A9-4D9C-BBDA-98D71B919971}"/>
                </a:ext>
              </a:extLst>
            </p:cNvPr>
            <p:cNvSpPr/>
            <p:nvPr/>
          </p:nvSpPr>
          <p:spPr>
            <a:xfrm>
              <a:off x="3371813" y="114206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8" name="Hexagon 2307">
              <a:extLst>
                <a:ext uri="{FF2B5EF4-FFF2-40B4-BE49-F238E27FC236}">
                  <a16:creationId xmlns:a16="http://schemas.microsoft.com/office/drawing/2014/main" id="{00887890-46A3-45D8-9871-BC3C8BAC48A3}"/>
                </a:ext>
              </a:extLst>
            </p:cNvPr>
            <p:cNvSpPr/>
            <p:nvPr/>
          </p:nvSpPr>
          <p:spPr>
            <a:xfrm>
              <a:off x="3610627" y="1151239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09" name="Hexagon 2308">
              <a:extLst>
                <a:ext uri="{FF2B5EF4-FFF2-40B4-BE49-F238E27FC236}">
                  <a16:creationId xmlns:a16="http://schemas.microsoft.com/office/drawing/2014/main" id="{2B06AA74-A0FB-42AA-9D82-4F21DA12A608}"/>
                </a:ext>
              </a:extLst>
            </p:cNvPr>
            <p:cNvSpPr/>
            <p:nvPr/>
          </p:nvSpPr>
          <p:spPr>
            <a:xfrm>
              <a:off x="361062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0" name="Hexagon 2309">
              <a:extLst>
                <a:ext uri="{FF2B5EF4-FFF2-40B4-BE49-F238E27FC236}">
                  <a16:creationId xmlns:a16="http://schemas.microsoft.com/office/drawing/2014/main" id="{57C0833A-8EA3-4931-825D-D657A983CE44}"/>
                </a:ext>
              </a:extLst>
            </p:cNvPr>
            <p:cNvSpPr/>
            <p:nvPr/>
          </p:nvSpPr>
          <p:spPr>
            <a:xfrm>
              <a:off x="3608246" y="1115151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1" name="Hexagon 2310">
              <a:extLst>
                <a:ext uri="{FF2B5EF4-FFF2-40B4-BE49-F238E27FC236}">
                  <a16:creationId xmlns:a16="http://schemas.microsoft.com/office/drawing/2014/main" id="{361D8D0E-9390-449F-A7E8-3949D912BD38}"/>
                </a:ext>
              </a:extLst>
            </p:cNvPr>
            <p:cNvSpPr/>
            <p:nvPr/>
          </p:nvSpPr>
          <p:spPr>
            <a:xfrm>
              <a:off x="3846787" y="1142259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2" name="Hexagon 2311">
              <a:extLst>
                <a:ext uri="{FF2B5EF4-FFF2-40B4-BE49-F238E27FC236}">
                  <a16:creationId xmlns:a16="http://schemas.microsoft.com/office/drawing/2014/main" id="{CB5050D7-EAC6-4B6D-88CC-B6E75613E7EE}"/>
                </a:ext>
              </a:extLst>
            </p:cNvPr>
            <p:cNvSpPr/>
            <p:nvPr/>
          </p:nvSpPr>
          <p:spPr>
            <a:xfrm>
              <a:off x="3846787" y="1124137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3" name="Hexagon 2312">
              <a:extLst>
                <a:ext uri="{FF2B5EF4-FFF2-40B4-BE49-F238E27FC236}">
                  <a16:creationId xmlns:a16="http://schemas.microsoft.com/office/drawing/2014/main" id="{65096C8A-DDB4-4ED5-B042-7B79F916078B}"/>
                </a:ext>
              </a:extLst>
            </p:cNvPr>
            <p:cNvSpPr/>
            <p:nvPr/>
          </p:nvSpPr>
          <p:spPr>
            <a:xfrm>
              <a:off x="3839644" y="11061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4" name="Hexagon 2313">
              <a:extLst>
                <a:ext uri="{FF2B5EF4-FFF2-40B4-BE49-F238E27FC236}">
                  <a16:creationId xmlns:a16="http://schemas.microsoft.com/office/drawing/2014/main" id="{22D5E836-BF04-4675-9704-1402EC2D4134}"/>
                </a:ext>
              </a:extLst>
            </p:cNvPr>
            <p:cNvSpPr/>
            <p:nvPr/>
          </p:nvSpPr>
          <p:spPr>
            <a:xfrm>
              <a:off x="4081077" y="1133116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5" name="Hexagon 2314">
              <a:extLst>
                <a:ext uri="{FF2B5EF4-FFF2-40B4-BE49-F238E27FC236}">
                  <a16:creationId xmlns:a16="http://schemas.microsoft.com/office/drawing/2014/main" id="{C1BE0562-D7D0-45B0-9773-23F782C0BB91}"/>
                </a:ext>
              </a:extLst>
            </p:cNvPr>
            <p:cNvSpPr/>
            <p:nvPr/>
          </p:nvSpPr>
          <p:spPr>
            <a:xfrm>
              <a:off x="4081077" y="111499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6" name="Hexagon 2315">
              <a:extLst>
                <a:ext uri="{FF2B5EF4-FFF2-40B4-BE49-F238E27FC236}">
                  <a16:creationId xmlns:a16="http://schemas.microsoft.com/office/drawing/2014/main" id="{3C8A400B-6D24-42C7-A2D8-0D182B29A3F5}"/>
                </a:ext>
              </a:extLst>
            </p:cNvPr>
            <p:cNvSpPr/>
            <p:nvPr/>
          </p:nvSpPr>
          <p:spPr>
            <a:xfrm>
              <a:off x="4076315" y="10970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7" name="Hexagon 2316">
              <a:extLst>
                <a:ext uri="{FF2B5EF4-FFF2-40B4-BE49-F238E27FC236}">
                  <a16:creationId xmlns:a16="http://schemas.microsoft.com/office/drawing/2014/main" id="{25221AB7-F6C9-4151-90F8-8CF6924D4090}"/>
                </a:ext>
              </a:extLst>
            </p:cNvPr>
            <p:cNvSpPr/>
            <p:nvPr/>
          </p:nvSpPr>
          <p:spPr>
            <a:xfrm>
              <a:off x="432001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8" name="Hexagon 2317">
              <a:extLst>
                <a:ext uri="{FF2B5EF4-FFF2-40B4-BE49-F238E27FC236}">
                  <a16:creationId xmlns:a16="http://schemas.microsoft.com/office/drawing/2014/main" id="{9B004DF0-CE96-4EA6-BF0E-0A055919D041}"/>
                </a:ext>
              </a:extLst>
            </p:cNvPr>
            <p:cNvSpPr/>
            <p:nvPr/>
          </p:nvSpPr>
          <p:spPr>
            <a:xfrm>
              <a:off x="4310486" y="1106414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19" name="Hexagon 2318">
              <a:extLst>
                <a:ext uri="{FF2B5EF4-FFF2-40B4-BE49-F238E27FC236}">
                  <a16:creationId xmlns:a16="http://schemas.microsoft.com/office/drawing/2014/main" id="{6D19EBD6-4178-4EA6-9F61-EA54814D24F7}"/>
                </a:ext>
              </a:extLst>
            </p:cNvPr>
            <p:cNvSpPr/>
            <p:nvPr/>
          </p:nvSpPr>
          <p:spPr>
            <a:xfrm>
              <a:off x="4556170" y="1133285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0" name="Hexagon 2319">
              <a:extLst>
                <a:ext uri="{FF2B5EF4-FFF2-40B4-BE49-F238E27FC236}">
                  <a16:creationId xmlns:a16="http://schemas.microsoft.com/office/drawing/2014/main" id="{5F8860ED-8163-4322-951F-5CA241307F12}"/>
                </a:ext>
              </a:extLst>
            </p:cNvPr>
            <p:cNvSpPr/>
            <p:nvPr/>
          </p:nvSpPr>
          <p:spPr>
            <a:xfrm>
              <a:off x="4551408" y="11151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1" name="Hexagon 2320">
              <a:extLst>
                <a:ext uri="{FF2B5EF4-FFF2-40B4-BE49-F238E27FC236}">
                  <a16:creationId xmlns:a16="http://schemas.microsoft.com/office/drawing/2014/main" id="{8204606C-C5CB-41C1-91B3-8472CC84FE83}"/>
                </a:ext>
              </a:extLst>
            </p:cNvPr>
            <p:cNvSpPr/>
            <p:nvPr/>
          </p:nvSpPr>
          <p:spPr>
            <a:xfrm>
              <a:off x="4790460" y="112414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2" name="Hexagon 2321">
              <a:extLst>
                <a:ext uri="{FF2B5EF4-FFF2-40B4-BE49-F238E27FC236}">
                  <a16:creationId xmlns:a16="http://schemas.microsoft.com/office/drawing/2014/main" id="{4925148B-300D-4503-9F32-908398C6629D}"/>
                </a:ext>
              </a:extLst>
            </p:cNvPr>
            <p:cNvSpPr/>
            <p:nvPr/>
          </p:nvSpPr>
          <p:spPr>
            <a:xfrm>
              <a:off x="4790460" y="110601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3" name="Hexagon 2322">
              <a:extLst>
                <a:ext uri="{FF2B5EF4-FFF2-40B4-BE49-F238E27FC236}">
                  <a16:creationId xmlns:a16="http://schemas.microsoft.com/office/drawing/2014/main" id="{65F47CA8-DF88-44C6-A206-6B8FEC15ED18}"/>
                </a:ext>
              </a:extLst>
            </p:cNvPr>
            <p:cNvSpPr/>
            <p:nvPr/>
          </p:nvSpPr>
          <p:spPr>
            <a:xfrm>
              <a:off x="5024832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4" name="Hexagon 2323">
              <a:extLst>
                <a:ext uri="{FF2B5EF4-FFF2-40B4-BE49-F238E27FC236}">
                  <a16:creationId xmlns:a16="http://schemas.microsoft.com/office/drawing/2014/main" id="{B9B754AD-646B-4906-8B64-5718E4505654}"/>
                </a:ext>
              </a:extLst>
            </p:cNvPr>
            <p:cNvSpPr/>
            <p:nvPr/>
          </p:nvSpPr>
          <p:spPr>
            <a:xfrm>
              <a:off x="5262717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5" name="Hexagon 2324">
              <a:extLst>
                <a:ext uri="{FF2B5EF4-FFF2-40B4-BE49-F238E27FC236}">
                  <a16:creationId xmlns:a16="http://schemas.microsoft.com/office/drawing/2014/main" id="{5E9C85D6-1F59-4704-AB37-88760AE22A88}"/>
                </a:ext>
              </a:extLst>
            </p:cNvPr>
            <p:cNvSpPr/>
            <p:nvPr/>
          </p:nvSpPr>
          <p:spPr>
            <a:xfrm>
              <a:off x="5495735" y="1114282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6" name="Hexagon 2325">
              <a:extLst>
                <a:ext uri="{FF2B5EF4-FFF2-40B4-BE49-F238E27FC236}">
                  <a16:creationId xmlns:a16="http://schemas.microsoft.com/office/drawing/2014/main" id="{E31AEF81-B343-49F2-AD10-5AD40B033E71}"/>
                </a:ext>
              </a:extLst>
            </p:cNvPr>
            <p:cNvSpPr/>
            <p:nvPr/>
          </p:nvSpPr>
          <p:spPr>
            <a:xfrm>
              <a:off x="5732275" y="1123294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7" name="Hexagon 2326">
              <a:extLst>
                <a:ext uri="{FF2B5EF4-FFF2-40B4-BE49-F238E27FC236}">
                  <a16:creationId xmlns:a16="http://schemas.microsoft.com/office/drawing/2014/main" id="{D32D2300-B2C0-4029-AED1-A713FBCE57F1}"/>
                </a:ext>
              </a:extLst>
            </p:cNvPr>
            <p:cNvSpPr/>
            <p:nvPr/>
          </p:nvSpPr>
          <p:spPr>
            <a:xfrm>
              <a:off x="5967644" y="111479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8" name="Hexagon 2327">
              <a:extLst>
                <a:ext uri="{FF2B5EF4-FFF2-40B4-BE49-F238E27FC236}">
                  <a16:creationId xmlns:a16="http://schemas.microsoft.com/office/drawing/2014/main" id="{B4C92981-73D4-483C-A6B8-33790188DF5C}"/>
                </a:ext>
              </a:extLst>
            </p:cNvPr>
            <p:cNvSpPr/>
            <p:nvPr/>
          </p:nvSpPr>
          <p:spPr>
            <a:xfrm>
              <a:off x="5967644" y="1096671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29" name="Hexagon 2328">
              <a:extLst>
                <a:ext uri="{FF2B5EF4-FFF2-40B4-BE49-F238E27FC236}">
                  <a16:creationId xmlns:a16="http://schemas.microsoft.com/office/drawing/2014/main" id="{C7C0A6B9-5DC6-4A35-9063-68A6EAC74D15}"/>
                </a:ext>
              </a:extLst>
            </p:cNvPr>
            <p:cNvSpPr/>
            <p:nvPr/>
          </p:nvSpPr>
          <p:spPr>
            <a:xfrm>
              <a:off x="6201934" y="1087528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0" name="Hexagon 2329">
              <a:extLst>
                <a:ext uri="{FF2B5EF4-FFF2-40B4-BE49-F238E27FC236}">
                  <a16:creationId xmlns:a16="http://schemas.microsoft.com/office/drawing/2014/main" id="{18CF6655-D914-4EAB-9797-877911766358}"/>
                </a:ext>
              </a:extLst>
            </p:cNvPr>
            <p:cNvSpPr/>
            <p:nvPr/>
          </p:nvSpPr>
          <p:spPr>
            <a:xfrm>
              <a:off x="68690" y="1180068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1" name="Hexagon 2330">
              <a:extLst>
                <a:ext uri="{FF2B5EF4-FFF2-40B4-BE49-F238E27FC236}">
                  <a16:creationId xmlns:a16="http://schemas.microsoft.com/office/drawing/2014/main" id="{421AA6CD-5ED6-425D-ABD0-B3ECBFF28657}"/>
                </a:ext>
              </a:extLst>
            </p:cNvPr>
            <p:cNvSpPr/>
            <p:nvPr/>
          </p:nvSpPr>
          <p:spPr>
            <a:xfrm>
              <a:off x="71071" y="1162341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3" name="Hexagon 2332">
              <a:extLst>
                <a:ext uri="{FF2B5EF4-FFF2-40B4-BE49-F238E27FC236}">
                  <a16:creationId xmlns:a16="http://schemas.microsoft.com/office/drawing/2014/main" id="{FEB63DB4-BA59-4B3D-8C39-8ABC4E7FBA4C}"/>
                </a:ext>
              </a:extLst>
            </p:cNvPr>
            <p:cNvSpPr/>
            <p:nvPr/>
          </p:nvSpPr>
          <p:spPr>
            <a:xfrm>
              <a:off x="303643" y="115283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4" name="Hexagon 2333">
              <a:extLst>
                <a:ext uri="{FF2B5EF4-FFF2-40B4-BE49-F238E27FC236}">
                  <a16:creationId xmlns:a16="http://schemas.microsoft.com/office/drawing/2014/main" id="{85C22295-0D41-4CF0-AA92-2A0D61D2F05D}"/>
                </a:ext>
              </a:extLst>
            </p:cNvPr>
            <p:cNvSpPr/>
            <p:nvPr/>
          </p:nvSpPr>
          <p:spPr>
            <a:xfrm>
              <a:off x="303643" y="1134874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5" name="Hexagon 2334">
              <a:extLst>
                <a:ext uri="{FF2B5EF4-FFF2-40B4-BE49-F238E27FC236}">
                  <a16:creationId xmlns:a16="http://schemas.microsoft.com/office/drawing/2014/main" id="{3B89FC05-A52A-4DDD-BDFD-4676493528A7}"/>
                </a:ext>
              </a:extLst>
            </p:cNvPr>
            <p:cNvSpPr/>
            <p:nvPr/>
          </p:nvSpPr>
          <p:spPr>
            <a:xfrm>
              <a:off x="308315" y="1116466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6" name="Hexagon 2335">
              <a:extLst>
                <a:ext uri="{FF2B5EF4-FFF2-40B4-BE49-F238E27FC236}">
                  <a16:creationId xmlns:a16="http://schemas.microsoft.com/office/drawing/2014/main" id="{2E9DC509-00CD-498C-8AE8-5CC70A6CA3D3}"/>
                </a:ext>
              </a:extLst>
            </p:cNvPr>
            <p:cNvSpPr/>
            <p:nvPr/>
          </p:nvSpPr>
          <p:spPr>
            <a:xfrm>
              <a:off x="537379" y="1163379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7" name="Hexagon 2336">
              <a:extLst>
                <a:ext uri="{FF2B5EF4-FFF2-40B4-BE49-F238E27FC236}">
                  <a16:creationId xmlns:a16="http://schemas.microsoft.com/office/drawing/2014/main" id="{A2AC9B8A-86A1-4FD9-AA6F-B8317A0D2554}"/>
                </a:ext>
              </a:extLst>
            </p:cNvPr>
            <p:cNvSpPr/>
            <p:nvPr/>
          </p:nvSpPr>
          <p:spPr>
            <a:xfrm>
              <a:off x="537379" y="1145018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8" name="Hexagon 2337">
              <a:extLst>
                <a:ext uri="{FF2B5EF4-FFF2-40B4-BE49-F238E27FC236}">
                  <a16:creationId xmlns:a16="http://schemas.microsoft.com/office/drawing/2014/main" id="{4309574F-66AC-4F6B-8EC9-2952328C5B18}"/>
                </a:ext>
              </a:extLst>
            </p:cNvPr>
            <p:cNvSpPr/>
            <p:nvPr/>
          </p:nvSpPr>
          <p:spPr>
            <a:xfrm>
              <a:off x="537379" y="112657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9" name="Hexagon 2338">
              <a:extLst>
                <a:ext uri="{FF2B5EF4-FFF2-40B4-BE49-F238E27FC236}">
                  <a16:creationId xmlns:a16="http://schemas.microsoft.com/office/drawing/2014/main" id="{252277B9-AF76-4758-BDAB-18A6A92E501D}"/>
                </a:ext>
              </a:extLst>
            </p:cNvPr>
            <p:cNvSpPr/>
            <p:nvPr/>
          </p:nvSpPr>
          <p:spPr>
            <a:xfrm>
              <a:off x="542051" y="1108407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0" name="Hexagon 2339">
              <a:extLst>
                <a:ext uri="{FF2B5EF4-FFF2-40B4-BE49-F238E27FC236}">
                  <a16:creationId xmlns:a16="http://schemas.microsoft.com/office/drawing/2014/main" id="{208245B1-296D-490D-B9A0-CD4CADC1FCCA}"/>
                </a:ext>
              </a:extLst>
            </p:cNvPr>
            <p:cNvSpPr/>
            <p:nvPr/>
          </p:nvSpPr>
          <p:spPr>
            <a:xfrm>
              <a:off x="772259" y="1135650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1" name="Hexagon 2340">
              <a:extLst>
                <a:ext uri="{FF2B5EF4-FFF2-40B4-BE49-F238E27FC236}">
                  <a16:creationId xmlns:a16="http://schemas.microsoft.com/office/drawing/2014/main" id="{D8478511-121E-41F0-85C6-AC725730D6D8}"/>
                </a:ext>
              </a:extLst>
            </p:cNvPr>
            <p:cNvSpPr/>
            <p:nvPr/>
          </p:nvSpPr>
          <p:spPr>
            <a:xfrm>
              <a:off x="772259" y="1118173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2" name="Hexagon 2341">
              <a:extLst>
                <a:ext uri="{FF2B5EF4-FFF2-40B4-BE49-F238E27FC236}">
                  <a16:creationId xmlns:a16="http://schemas.microsoft.com/office/drawing/2014/main" id="{004661DA-A5DE-4748-B67C-46C4AF285766}"/>
                </a:ext>
              </a:extLst>
            </p:cNvPr>
            <p:cNvSpPr/>
            <p:nvPr/>
          </p:nvSpPr>
          <p:spPr>
            <a:xfrm>
              <a:off x="772259" y="109901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3" name="Hexagon 2342">
              <a:extLst>
                <a:ext uri="{FF2B5EF4-FFF2-40B4-BE49-F238E27FC236}">
                  <a16:creationId xmlns:a16="http://schemas.microsoft.com/office/drawing/2014/main" id="{D8975C2F-591E-41C7-A468-66662926571F}"/>
                </a:ext>
              </a:extLst>
            </p:cNvPr>
            <p:cNvSpPr/>
            <p:nvPr/>
          </p:nvSpPr>
          <p:spPr>
            <a:xfrm>
              <a:off x="1008013" y="1091244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4" name="Hexagon 2343">
              <a:extLst>
                <a:ext uri="{FF2B5EF4-FFF2-40B4-BE49-F238E27FC236}">
                  <a16:creationId xmlns:a16="http://schemas.microsoft.com/office/drawing/2014/main" id="{8E4D9D2A-8276-449B-B47B-62241C69B0AE}"/>
                </a:ext>
              </a:extLst>
            </p:cNvPr>
            <p:cNvSpPr/>
            <p:nvPr/>
          </p:nvSpPr>
          <p:spPr>
            <a:xfrm>
              <a:off x="1006292" y="1073375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5" name="Hexagon 2344">
              <a:extLst>
                <a:ext uri="{FF2B5EF4-FFF2-40B4-BE49-F238E27FC236}">
                  <a16:creationId xmlns:a16="http://schemas.microsoft.com/office/drawing/2014/main" id="{8DBB6DCF-ADC2-4325-9F3F-19D60CF0ABB5}"/>
                </a:ext>
              </a:extLst>
            </p:cNvPr>
            <p:cNvSpPr/>
            <p:nvPr/>
          </p:nvSpPr>
          <p:spPr>
            <a:xfrm>
              <a:off x="773951" y="108086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6" name="Hexagon 2345">
              <a:extLst>
                <a:ext uri="{FF2B5EF4-FFF2-40B4-BE49-F238E27FC236}">
                  <a16:creationId xmlns:a16="http://schemas.microsoft.com/office/drawing/2014/main" id="{4C2495A5-6945-4FF4-BD33-32F50FD02DF3}"/>
                </a:ext>
              </a:extLst>
            </p:cNvPr>
            <p:cNvSpPr/>
            <p:nvPr/>
          </p:nvSpPr>
          <p:spPr>
            <a:xfrm>
              <a:off x="772230" y="106299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7" name="Hexagon 2346">
              <a:extLst>
                <a:ext uri="{FF2B5EF4-FFF2-40B4-BE49-F238E27FC236}">
                  <a16:creationId xmlns:a16="http://schemas.microsoft.com/office/drawing/2014/main" id="{D9DD6CC9-A595-42AE-8733-9F44D3E71662}"/>
                </a:ext>
              </a:extLst>
            </p:cNvPr>
            <p:cNvSpPr/>
            <p:nvPr/>
          </p:nvSpPr>
          <p:spPr>
            <a:xfrm>
              <a:off x="772230" y="1045722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8" name="Hexagon 2347">
              <a:extLst>
                <a:ext uri="{FF2B5EF4-FFF2-40B4-BE49-F238E27FC236}">
                  <a16:creationId xmlns:a16="http://schemas.microsoft.com/office/drawing/2014/main" id="{76CDB124-287B-4A8A-AF53-85C3C9FD4B34}"/>
                </a:ext>
              </a:extLst>
            </p:cNvPr>
            <p:cNvSpPr/>
            <p:nvPr/>
          </p:nvSpPr>
          <p:spPr>
            <a:xfrm>
              <a:off x="772230" y="1026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49" name="Hexagon 2348">
              <a:extLst>
                <a:ext uri="{FF2B5EF4-FFF2-40B4-BE49-F238E27FC236}">
                  <a16:creationId xmlns:a16="http://schemas.microsoft.com/office/drawing/2014/main" id="{8F939FFC-5730-45FE-B4C9-AFD0E555E99D}"/>
                </a:ext>
              </a:extLst>
            </p:cNvPr>
            <p:cNvSpPr/>
            <p:nvPr/>
          </p:nvSpPr>
          <p:spPr>
            <a:xfrm>
              <a:off x="773922" y="1008650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0" name="Hexagon 2349">
              <a:extLst>
                <a:ext uri="{FF2B5EF4-FFF2-40B4-BE49-F238E27FC236}">
                  <a16:creationId xmlns:a16="http://schemas.microsoft.com/office/drawing/2014/main" id="{44DAEF76-A0C7-46C2-9E0A-FA9BB22D1E00}"/>
                </a:ext>
              </a:extLst>
            </p:cNvPr>
            <p:cNvSpPr/>
            <p:nvPr/>
          </p:nvSpPr>
          <p:spPr>
            <a:xfrm>
              <a:off x="769820" y="990543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1" name="Hexagon 2350">
              <a:extLst>
                <a:ext uri="{FF2B5EF4-FFF2-40B4-BE49-F238E27FC236}">
                  <a16:creationId xmlns:a16="http://schemas.microsoft.com/office/drawing/2014/main" id="{E1BDD631-46FD-460C-A6D3-85358C2B8A25}"/>
                </a:ext>
              </a:extLst>
            </p:cNvPr>
            <p:cNvSpPr/>
            <p:nvPr/>
          </p:nvSpPr>
          <p:spPr>
            <a:xfrm>
              <a:off x="543118" y="1053628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2" name="Hexagon 2351">
              <a:extLst>
                <a:ext uri="{FF2B5EF4-FFF2-40B4-BE49-F238E27FC236}">
                  <a16:creationId xmlns:a16="http://schemas.microsoft.com/office/drawing/2014/main" id="{0CC40E22-6B6D-4DBC-9B2F-F83FEB188385}"/>
                </a:ext>
              </a:extLst>
            </p:cNvPr>
            <p:cNvSpPr/>
            <p:nvPr/>
          </p:nvSpPr>
          <p:spPr>
            <a:xfrm>
              <a:off x="541397" y="10362357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3" name="Hexagon 2352">
              <a:extLst>
                <a:ext uri="{FF2B5EF4-FFF2-40B4-BE49-F238E27FC236}">
                  <a16:creationId xmlns:a16="http://schemas.microsoft.com/office/drawing/2014/main" id="{561A953A-5607-4D3A-8285-C86AEA9571FC}"/>
                </a:ext>
              </a:extLst>
            </p:cNvPr>
            <p:cNvSpPr/>
            <p:nvPr/>
          </p:nvSpPr>
          <p:spPr>
            <a:xfrm>
              <a:off x="302970" y="10444278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4" name="Hexagon 2353">
              <a:extLst>
                <a:ext uri="{FF2B5EF4-FFF2-40B4-BE49-F238E27FC236}">
                  <a16:creationId xmlns:a16="http://schemas.microsoft.com/office/drawing/2014/main" id="{062DFF24-93A7-432A-98D6-D530AC22ED2D}"/>
                </a:ext>
              </a:extLst>
            </p:cNvPr>
            <p:cNvSpPr/>
            <p:nvPr/>
          </p:nvSpPr>
          <p:spPr>
            <a:xfrm>
              <a:off x="302970" y="1026680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5" name="Hexagon 2354">
              <a:extLst>
                <a:ext uri="{FF2B5EF4-FFF2-40B4-BE49-F238E27FC236}">
                  <a16:creationId xmlns:a16="http://schemas.microsoft.com/office/drawing/2014/main" id="{3198962B-A401-4D7D-AF6D-892F1F3AB44F}"/>
                </a:ext>
              </a:extLst>
            </p:cNvPr>
            <p:cNvSpPr/>
            <p:nvPr/>
          </p:nvSpPr>
          <p:spPr>
            <a:xfrm>
              <a:off x="302970" y="1007524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6" name="Hexagon 2355">
              <a:extLst>
                <a:ext uri="{FF2B5EF4-FFF2-40B4-BE49-F238E27FC236}">
                  <a16:creationId xmlns:a16="http://schemas.microsoft.com/office/drawing/2014/main" id="{462A7204-A037-4128-8A85-4D06C92B9CF1}"/>
                </a:ext>
              </a:extLst>
            </p:cNvPr>
            <p:cNvSpPr/>
            <p:nvPr/>
          </p:nvSpPr>
          <p:spPr>
            <a:xfrm>
              <a:off x="304662" y="9893696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7" name="Hexagon 2356">
              <a:extLst>
                <a:ext uri="{FF2B5EF4-FFF2-40B4-BE49-F238E27FC236}">
                  <a16:creationId xmlns:a16="http://schemas.microsoft.com/office/drawing/2014/main" id="{7A731D65-3E1B-4941-A946-083DC6CAEF82}"/>
                </a:ext>
              </a:extLst>
            </p:cNvPr>
            <p:cNvSpPr/>
            <p:nvPr/>
          </p:nvSpPr>
          <p:spPr>
            <a:xfrm>
              <a:off x="536725" y="9987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8" name="Hexagon 2357">
              <a:extLst>
                <a:ext uri="{FF2B5EF4-FFF2-40B4-BE49-F238E27FC236}">
                  <a16:creationId xmlns:a16="http://schemas.microsoft.com/office/drawing/2014/main" id="{F88CA3BF-CC35-4B29-89F2-B0D0F1F5A705}"/>
                </a:ext>
              </a:extLst>
            </p:cNvPr>
            <p:cNvSpPr/>
            <p:nvPr/>
          </p:nvSpPr>
          <p:spPr>
            <a:xfrm>
              <a:off x="68690" y="99771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59" name="Hexagon 2358">
              <a:extLst>
                <a:ext uri="{FF2B5EF4-FFF2-40B4-BE49-F238E27FC236}">
                  <a16:creationId xmlns:a16="http://schemas.microsoft.com/office/drawing/2014/main" id="{C84A50E3-1500-4284-AF7B-AFEDA49D629D}"/>
                </a:ext>
              </a:extLst>
            </p:cNvPr>
            <p:cNvSpPr/>
            <p:nvPr/>
          </p:nvSpPr>
          <p:spPr>
            <a:xfrm>
              <a:off x="539278" y="980504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0" name="Hexagon 2359">
              <a:extLst>
                <a:ext uri="{FF2B5EF4-FFF2-40B4-BE49-F238E27FC236}">
                  <a16:creationId xmlns:a16="http://schemas.microsoft.com/office/drawing/2014/main" id="{9D2538C9-E009-46ED-938C-D6D2F4112920}"/>
                </a:ext>
              </a:extLst>
            </p:cNvPr>
            <p:cNvSpPr/>
            <p:nvPr/>
          </p:nvSpPr>
          <p:spPr>
            <a:xfrm>
              <a:off x="539278" y="96134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1" name="Hexagon 2360">
              <a:extLst>
                <a:ext uri="{FF2B5EF4-FFF2-40B4-BE49-F238E27FC236}">
                  <a16:creationId xmlns:a16="http://schemas.microsoft.com/office/drawing/2014/main" id="{01A64F62-E1A2-4997-8D12-A848A64CA628}"/>
                </a:ext>
              </a:extLst>
            </p:cNvPr>
            <p:cNvSpPr/>
            <p:nvPr/>
          </p:nvSpPr>
          <p:spPr>
            <a:xfrm>
              <a:off x="308445" y="9707790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2" name="Hexagon 2361">
              <a:extLst>
                <a:ext uri="{FF2B5EF4-FFF2-40B4-BE49-F238E27FC236}">
                  <a16:creationId xmlns:a16="http://schemas.microsoft.com/office/drawing/2014/main" id="{043684A0-3476-4293-BC07-A10F235886B9}"/>
                </a:ext>
              </a:extLst>
            </p:cNvPr>
            <p:cNvSpPr/>
            <p:nvPr/>
          </p:nvSpPr>
          <p:spPr>
            <a:xfrm>
              <a:off x="776036" y="97081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3" name="Hexagon 2362">
              <a:extLst>
                <a:ext uri="{FF2B5EF4-FFF2-40B4-BE49-F238E27FC236}">
                  <a16:creationId xmlns:a16="http://schemas.microsoft.com/office/drawing/2014/main" id="{23943DEC-58AD-4B11-A39B-B61BD2C2A496}"/>
                </a:ext>
              </a:extLst>
            </p:cNvPr>
            <p:cNvSpPr/>
            <p:nvPr/>
          </p:nvSpPr>
          <p:spPr>
            <a:xfrm>
              <a:off x="1012589" y="101681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5" name="Hexagon 2364">
              <a:extLst>
                <a:ext uri="{FF2B5EF4-FFF2-40B4-BE49-F238E27FC236}">
                  <a16:creationId xmlns:a16="http://schemas.microsoft.com/office/drawing/2014/main" id="{B7879F92-CB7C-4698-AE92-7A790C9F7757}"/>
                </a:ext>
              </a:extLst>
            </p:cNvPr>
            <p:cNvSpPr/>
            <p:nvPr/>
          </p:nvSpPr>
          <p:spPr>
            <a:xfrm>
              <a:off x="769279" y="93239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6" name="Hexagon 2365">
              <a:extLst>
                <a:ext uri="{FF2B5EF4-FFF2-40B4-BE49-F238E27FC236}">
                  <a16:creationId xmlns:a16="http://schemas.microsoft.com/office/drawing/2014/main" id="{0CD8A328-5D30-4554-B575-5EE4555F0B36}"/>
                </a:ext>
              </a:extLst>
            </p:cNvPr>
            <p:cNvSpPr/>
            <p:nvPr/>
          </p:nvSpPr>
          <p:spPr>
            <a:xfrm>
              <a:off x="1003063" y="942035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7" name="Hexagon 2366">
              <a:extLst>
                <a:ext uri="{FF2B5EF4-FFF2-40B4-BE49-F238E27FC236}">
                  <a16:creationId xmlns:a16="http://schemas.microsoft.com/office/drawing/2014/main" id="{2BC6C563-E83F-4616-877D-4B34FF3DEDC8}"/>
                </a:ext>
              </a:extLst>
            </p:cNvPr>
            <p:cNvSpPr/>
            <p:nvPr/>
          </p:nvSpPr>
          <p:spPr>
            <a:xfrm>
              <a:off x="1007997" y="9237883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8" name="Hexagon 2367">
              <a:extLst>
                <a:ext uri="{FF2B5EF4-FFF2-40B4-BE49-F238E27FC236}">
                  <a16:creationId xmlns:a16="http://schemas.microsoft.com/office/drawing/2014/main" id="{6A459147-607B-40D5-BC51-7E1C5F0E236D}"/>
                </a:ext>
              </a:extLst>
            </p:cNvPr>
            <p:cNvSpPr/>
            <p:nvPr/>
          </p:nvSpPr>
          <p:spPr>
            <a:xfrm>
              <a:off x="1005616" y="90463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69" name="Hexagon 2368">
              <a:extLst>
                <a:ext uri="{FF2B5EF4-FFF2-40B4-BE49-F238E27FC236}">
                  <a16:creationId xmlns:a16="http://schemas.microsoft.com/office/drawing/2014/main" id="{7DF306C0-352E-4D19-99DF-A972F768AC4F}"/>
                </a:ext>
              </a:extLst>
            </p:cNvPr>
            <p:cNvSpPr/>
            <p:nvPr/>
          </p:nvSpPr>
          <p:spPr>
            <a:xfrm>
              <a:off x="1239370" y="9321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0" name="Hexagon 2369">
              <a:extLst>
                <a:ext uri="{FF2B5EF4-FFF2-40B4-BE49-F238E27FC236}">
                  <a16:creationId xmlns:a16="http://schemas.microsoft.com/office/drawing/2014/main" id="{89EE93DF-6431-4D40-9A3F-787893E8713B}"/>
                </a:ext>
              </a:extLst>
            </p:cNvPr>
            <p:cNvSpPr/>
            <p:nvPr/>
          </p:nvSpPr>
          <p:spPr>
            <a:xfrm>
              <a:off x="1241923" y="9143941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1" name="Hexagon 2370">
              <a:extLst>
                <a:ext uri="{FF2B5EF4-FFF2-40B4-BE49-F238E27FC236}">
                  <a16:creationId xmlns:a16="http://schemas.microsoft.com/office/drawing/2014/main" id="{12D33214-CBB6-499C-8548-FEEB8DA110A8}"/>
                </a:ext>
              </a:extLst>
            </p:cNvPr>
            <p:cNvSpPr/>
            <p:nvPr/>
          </p:nvSpPr>
          <p:spPr>
            <a:xfrm>
              <a:off x="1241923" y="89523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2" name="Hexagon 2371">
              <a:extLst>
                <a:ext uri="{FF2B5EF4-FFF2-40B4-BE49-F238E27FC236}">
                  <a16:creationId xmlns:a16="http://schemas.microsoft.com/office/drawing/2014/main" id="{33384817-D150-446C-85EA-E9CA5FCE92B2}"/>
                </a:ext>
              </a:extLst>
            </p:cNvPr>
            <p:cNvSpPr/>
            <p:nvPr/>
          </p:nvSpPr>
          <p:spPr>
            <a:xfrm>
              <a:off x="1474735" y="9047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3" name="Hexagon 2372">
              <a:extLst>
                <a:ext uri="{FF2B5EF4-FFF2-40B4-BE49-F238E27FC236}">
                  <a16:creationId xmlns:a16="http://schemas.microsoft.com/office/drawing/2014/main" id="{126EE6BD-4AC3-4CFD-BE95-4DB3535A4DC4}"/>
                </a:ext>
              </a:extLst>
            </p:cNvPr>
            <p:cNvSpPr/>
            <p:nvPr/>
          </p:nvSpPr>
          <p:spPr>
            <a:xfrm>
              <a:off x="1249897" y="8775555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4" name="Hexagon 2373">
              <a:extLst>
                <a:ext uri="{FF2B5EF4-FFF2-40B4-BE49-F238E27FC236}">
                  <a16:creationId xmlns:a16="http://schemas.microsoft.com/office/drawing/2014/main" id="{64C46635-C274-4C5B-9AC7-1589C20352A5}"/>
                </a:ext>
              </a:extLst>
            </p:cNvPr>
            <p:cNvSpPr/>
            <p:nvPr/>
          </p:nvSpPr>
          <p:spPr>
            <a:xfrm>
              <a:off x="1249897" y="8588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5" name="Hexagon 2374">
              <a:extLst>
                <a:ext uri="{FF2B5EF4-FFF2-40B4-BE49-F238E27FC236}">
                  <a16:creationId xmlns:a16="http://schemas.microsoft.com/office/drawing/2014/main" id="{B9ADBE3B-3CF3-490A-A9BE-E38672CDDACF}"/>
                </a:ext>
              </a:extLst>
            </p:cNvPr>
            <p:cNvSpPr/>
            <p:nvPr/>
          </p:nvSpPr>
          <p:spPr>
            <a:xfrm>
              <a:off x="1018353" y="84912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6" name="Hexagon 2375">
              <a:extLst>
                <a:ext uri="{FF2B5EF4-FFF2-40B4-BE49-F238E27FC236}">
                  <a16:creationId xmlns:a16="http://schemas.microsoft.com/office/drawing/2014/main" id="{1CAE49C7-2E49-4E64-9FA7-7211F3EF172F}"/>
                </a:ext>
              </a:extLst>
            </p:cNvPr>
            <p:cNvSpPr/>
            <p:nvPr/>
          </p:nvSpPr>
          <p:spPr>
            <a:xfrm>
              <a:off x="1247218" y="8402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7" name="Hexagon 2376">
              <a:extLst>
                <a:ext uri="{FF2B5EF4-FFF2-40B4-BE49-F238E27FC236}">
                  <a16:creationId xmlns:a16="http://schemas.microsoft.com/office/drawing/2014/main" id="{F9198BF8-F003-45FA-9A87-5B95322C0AFE}"/>
                </a:ext>
              </a:extLst>
            </p:cNvPr>
            <p:cNvSpPr/>
            <p:nvPr/>
          </p:nvSpPr>
          <p:spPr>
            <a:xfrm>
              <a:off x="1017391" y="83042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8" name="Hexagon 2377">
              <a:extLst>
                <a:ext uri="{FF2B5EF4-FFF2-40B4-BE49-F238E27FC236}">
                  <a16:creationId xmlns:a16="http://schemas.microsoft.com/office/drawing/2014/main" id="{EEAC8F22-B4A9-4162-BCD8-ED4F912C60F8}"/>
                </a:ext>
              </a:extLst>
            </p:cNvPr>
            <p:cNvSpPr/>
            <p:nvPr/>
          </p:nvSpPr>
          <p:spPr>
            <a:xfrm>
              <a:off x="782422" y="82078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79" name="Hexagon 2378">
              <a:extLst>
                <a:ext uri="{FF2B5EF4-FFF2-40B4-BE49-F238E27FC236}">
                  <a16:creationId xmlns:a16="http://schemas.microsoft.com/office/drawing/2014/main" id="{F57BF7FF-F74C-4A3D-BCDE-A1807B634BAD}"/>
                </a:ext>
              </a:extLst>
            </p:cNvPr>
            <p:cNvSpPr/>
            <p:nvPr/>
          </p:nvSpPr>
          <p:spPr>
            <a:xfrm>
              <a:off x="552005" y="81224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0" name="Hexagon 2379">
              <a:extLst>
                <a:ext uri="{FF2B5EF4-FFF2-40B4-BE49-F238E27FC236}">
                  <a16:creationId xmlns:a16="http://schemas.microsoft.com/office/drawing/2014/main" id="{2442136D-B776-45C1-8886-E7C007E8872C}"/>
                </a:ext>
              </a:extLst>
            </p:cNvPr>
            <p:cNvSpPr/>
            <p:nvPr/>
          </p:nvSpPr>
          <p:spPr>
            <a:xfrm>
              <a:off x="781369" y="8023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81" name="Hexagon 2380">
              <a:extLst>
                <a:ext uri="{FF2B5EF4-FFF2-40B4-BE49-F238E27FC236}">
                  <a16:creationId xmlns:a16="http://schemas.microsoft.com/office/drawing/2014/main" id="{CDF39829-5E13-44C6-92C2-ABBF03894D49}"/>
                </a:ext>
              </a:extLst>
            </p:cNvPr>
            <p:cNvSpPr/>
            <p:nvPr/>
          </p:nvSpPr>
          <p:spPr>
            <a:xfrm>
              <a:off x="787740" y="83938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AE8AC83D-EDB4-4AB1-9D8C-81F159CC5C21}"/>
                </a:ext>
              </a:extLst>
            </p:cNvPr>
            <p:cNvSpPr/>
            <p:nvPr/>
          </p:nvSpPr>
          <p:spPr>
            <a:xfrm>
              <a:off x="6203550" y="10696022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5" name="Hexagon 3334">
              <a:extLst>
                <a:ext uri="{FF2B5EF4-FFF2-40B4-BE49-F238E27FC236}">
                  <a16:creationId xmlns:a16="http://schemas.microsoft.com/office/drawing/2014/main" id="{AB694D62-1E22-4CC5-AF59-34C82E2F0AAC}"/>
                </a:ext>
              </a:extLst>
            </p:cNvPr>
            <p:cNvSpPr/>
            <p:nvPr/>
          </p:nvSpPr>
          <p:spPr>
            <a:xfrm>
              <a:off x="1011188" y="11087069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332" name="Hexagon 2331">
              <a:extLst>
                <a:ext uri="{FF2B5EF4-FFF2-40B4-BE49-F238E27FC236}">
                  <a16:creationId xmlns:a16="http://schemas.microsoft.com/office/drawing/2014/main" id="{92F276AB-589B-4E4A-93D9-AB8BAA5204A4}"/>
                </a:ext>
              </a:extLst>
            </p:cNvPr>
            <p:cNvSpPr/>
            <p:nvPr/>
          </p:nvSpPr>
          <p:spPr>
            <a:xfrm>
              <a:off x="303643" y="11714384"/>
              <a:ext cx="301752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4" name="营地" hidden="1">
            <a:extLst>
              <a:ext uri="{FF2B5EF4-FFF2-40B4-BE49-F238E27FC236}">
                <a16:creationId xmlns:a16="http://schemas.microsoft.com/office/drawing/2014/main" id="{81E00C0B-37D5-4FFE-A157-2E3013196479}"/>
              </a:ext>
            </a:extLst>
          </p:cNvPr>
          <p:cNvGrpSpPr/>
          <p:nvPr/>
        </p:nvGrpSpPr>
        <p:grpSpPr>
          <a:xfrm>
            <a:off x="2168448" y="1308239"/>
            <a:ext cx="9306250" cy="8114665"/>
            <a:chOff x="2194758" y="3049954"/>
            <a:chExt cx="9306250" cy="8114665"/>
          </a:xfrm>
        </p:grpSpPr>
        <p:sp>
          <p:nvSpPr>
            <p:cNvPr id="3336" name="Hexagon 3335">
              <a:extLst>
                <a:ext uri="{FF2B5EF4-FFF2-40B4-BE49-F238E27FC236}">
                  <a16:creationId xmlns:a16="http://schemas.microsoft.com/office/drawing/2014/main" id="{D6F5F3F3-E01A-4769-88E2-45C13D5421A5}"/>
                </a:ext>
              </a:extLst>
            </p:cNvPr>
            <p:cNvSpPr/>
            <p:nvPr/>
          </p:nvSpPr>
          <p:spPr>
            <a:xfrm>
              <a:off x="2194758" y="109817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7" name="Hexagon 3336">
              <a:extLst>
                <a:ext uri="{FF2B5EF4-FFF2-40B4-BE49-F238E27FC236}">
                  <a16:creationId xmlns:a16="http://schemas.microsoft.com/office/drawing/2014/main" id="{102F93ED-8276-401D-8DBF-E0BA9B2627EA}"/>
                </a:ext>
              </a:extLst>
            </p:cNvPr>
            <p:cNvSpPr/>
            <p:nvPr/>
          </p:nvSpPr>
          <p:spPr>
            <a:xfrm>
              <a:off x="3613983" y="1058803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8" name="Hexagon 3337">
              <a:extLst>
                <a:ext uri="{FF2B5EF4-FFF2-40B4-BE49-F238E27FC236}">
                  <a16:creationId xmlns:a16="http://schemas.microsoft.com/office/drawing/2014/main" id="{376FBF24-5237-4E6D-8E0B-7C725DBA7B8C}"/>
                </a:ext>
              </a:extLst>
            </p:cNvPr>
            <p:cNvSpPr/>
            <p:nvPr/>
          </p:nvSpPr>
          <p:spPr>
            <a:xfrm>
              <a:off x="3582812" y="89656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9" name="Hexagon 3338">
              <a:extLst>
                <a:ext uri="{FF2B5EF4-FFF2-40B4-BE49-F238E27FC236}">
                  <a16:creationId xmlns:a16="http://schemas.microsoft.com/office/drawing/2014/main" id="{934D5264-3F12-471E-BCAA-A1BE9788EB38}"/>
                </a:ext>
              </a:extLst>
            </p:cNvPr>
            <p:cNvSpPr/>
            <p:nvPr/>
          </p:nvSpPr>
          <p:spPr>
            <a:xfrm>
              <a:off x="3382787" y="740922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0" name="Hexagon 3339">
              <a:extLst>
                <a:ext uri="{FF2B5EF4-FFF2-40B4-BE49-F238E27FC236}">
                  <a16:creationId xmlns:a16="http://schemas.microsoft.com/office/drawing/2014/main" id="{B549AA75-8D08-4BC4-B818-97A6B09D36AD}"/>
                </a:ext>
              </a:extLst>
            </p:cNvPr>
            <p:cNvSpPr/>
            <p:nvPr/>
          </p:nvSpPr>
          <p:spPr>
            <a:xfrm>
              <a:off x="3613983" y="30499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1" name="Hexagon 3340">
              <a:extLst>
                <a:ext uri="{FF2B5EF4-FFF2-40B4-BE49-F238E27FC236}">
                  <a16:creationId xmlns:a16="http://schemas.microsoft.com/office/drawing/2014/main" id="{C77EAC97-C4E0-485B-8C5C-B50635880369}"/>
                </a:ext>
              </a:extLst>
            </p:cNvPr>
            <p:cNvSpPr/>
            <p:nvPr/>
          </p:nvSpPr>
          <p:spPr>
            <a:xfrm>
              <a:off x="6230183" y="332935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2" name="Hexagon 3341">
              <a:extLst>
                <a:ext uri="{FF2B5EF4-FFF2-40B4-BE49-F238E27FC236}">
                  <a16:creationId xmlns:a16="http://schemas.microsoft.com/office/drawing/2014/main" id="{F43EEDFD-9DE0-49EA-8D45-51BE65584B44}"/>
                </a:ext>
              </a:extLst>
            </p:cNvPr>
            <p:cNvSpPr/>
            <p:nvPr/>
          </p:nvSpPr>
          <p:spPr>
            <a:xfrm>
              <a:off x="4801433" y="423740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3" name="Hexagon 3342">
              <a:extLst>
                <a:ext uri="{FF2B5EF4-FFF2-40B4-BE49-F238E27FC236}">
                  <a16:creationId xmlns:a16="http://schemas.microsoft.com/office/drawing/2014/main" id="{3D871194-4978-49AB-9C90-95CB729E6928}"/>
                </a:ext>
              </a:extLst>
            </p:cNvPr>
            <p:cNvSpPr/>
            <p:nvPr/>
          </p:nvSpPr>
          <p:spPr>
            <a:xfrm>
              <a:off x="7869062" y="986731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4" name="Hexagon 3343">
              <a:extLst>
                <a:ext uri="{FF2B5EF4-FFF2-40B4-BE49-F238E27FC236}">
                  <a16:creationId xmlns:a16="http://schemas.microsoft.com/office/drawing/2014/main" id="{3B9AE923-4673-425C-96B8-ADE6E0383B3F}"/>
                </a:ext>
              </a:extLst>
            </p:cNvPr>
            <p:cNvSpPr/>
            <p:nvPr/>
          </p:nvSpPr>
          <p:spPr>
            <a:xfrm>
              <a:off x="9780412" y="913261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5" name="Hexagon 3344">
              <a:extLst>
                <a:ext uri="{FF2B5EF4-FFF2-40B4-BE49-F238E27FC236}">
                  <a16:creationId xmlns:a16="http://schemas.microsoft.com/office/drawing/2014/main" id="{74EDE392-FDC6-4F9C-9EEB-0CEDE1813E90}"/>
                </a:ext>
              </a:extLst>
            </p:cNvPr>
            <p:cNvSpPr/>
            <p:nvPr/>
          </p:nvSpPr>
          <p:spPr>
            <a:xfrm>
              <a:off x="11190112" y="73025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6" name="Hexagon 3345">
              <a:extLst>
                <a:ext uri="{FF2B5EF4-FFF2-40B4-BE49-F238E27FC236}">
                  <a16:creationId xmlns:a16="http://schemas.microsoft.com/office/drawing/2014/main" id="{50D95BA0-31DE-4689-BF71-ED59B2DB7057}"/>
                </a:ext>
              </a:extLst>
            </p:cNvPr>
            <p:cNvSpPr/>
            <p:nvPr/>
          </p:nvSpPr>
          <p:spPr>
            <a:xfrm>
              <a:off x="10482087" y="554042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7" name="Hexagon 3346">
              <a:extLst>
                <a:ext uri="{FF2B5EF4-FFF2-40B4-BE49-F238E27FC236}">
                  <a16:creationId xmlns:a16="http://schemas.microsoft.com/office/drawing/2014/main" id="{EC434E18-D319-45DA-81B8-BA3CB082C0B3}"/>
                </a:ext>
              </a:extLst>
            </p:cNvPr>
            <p:cNvSpPr/>
            <p:nvPr/>
          </p:nvSpPr>
          <p:spPr>
            <a:xfrm>
              <a:off x="10243962" y="36084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8" name="Hexagon 3347">
              <a:extLst>
                <a:ext uri="{FF2B5EF4-FFF2-40B4-BE49-F238E27FC236}">
                  <a16:creationId xmlns:a16="http://schemas.microsoft.com/office/drawing/2014/main" id="{11B78A4C-10B9-4832-AF8B-0794E17631ED}"/>
                </a:ext>
              </a:extLst>
            </p:cNvPr>
            <p:cNvSpPr/>
            <p:nvPr/>
          </p:nvSpPr>
          <p:spPr>
            <a:xfrm>
              <a:off x="8592962" y="42640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49" name="Hexagon 3348">
              <a:extLst>
                <a:ext uri="{FF2B5EF4-FFF2-40B4-BE49-F238E27FC236}">
                  <a16:creationId xmlns:a16="http://schemas.microsoft.com/office/drawing/2014/main" id="{47A15DE6-19E0-4C24-810E-C9516032E055}"/>
                </a:ext>
              </a:extLst>
            </p:cNvPr>
            <p:cNvSpPr/>
            <p:nvPr/>
          </p:nvSpPr>
          <p:spPr>
            <a:xfrm>
              <a:off x="8831087" y="637535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0" name="Hexagon 3349">
              <a:extLst>
                <a:ext uri="{FF2B5EF4-FFF2-40B4-BE49-F238E27FC236}">
                  <a16:creationId xmlns:a16="http://schemas.microsoft.com/office/drawing/2014/main" id="{E7A563EE-37E8-4B5E-AF18-5F1545CB6FFE}"/>
                </a:ext>
              </a:extLst>
            </p:cNvPr>
            <p:cNvSpPr/>
            <p:nvPr/>
          </p:nvSpPr>
          <p:spPr>
            <a:xfrm>
              <a:off x="7180087" y="774387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6" name="猪鹿蝶" hidden="1">
            <a:extLst>
              <a:ext uri="{FF2B5EF4-FFF2-40B4-BE49-F238E27FC236}">
                <a16:creationId xmlns:a16="http://schemas.microsoft.com/office/drawing/2014/main" id="{EA328F2C-99C7-43AC-B1EF-508A642D46FD}"/>
              </a:ext>
            </a:extLst>
          </p:cNvPr>
          <p:cNvGrpSpPr/>
          <p:nvPr/>
        </p:nvGrpSpPr>
        <p:grpSpPr>
          <a:xfrm>
            <a:off x="528389" y="5172461"/>
            <a:ext cx="5019621" cy="4148284"/>
            <a:chOff x="554699" y="6914176"/>
            <a:chExt cx="5019621" cy="4148284"/>
          </a:xfrm>
        </p:grpSpPr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29235967-BB26-49A4-A1CA-46201B9B4A8F}"/>
                </a:ext>
              </a:extLst>
            </p:cNvPr>
            <p:cNvSpPr/>
            <p:nvPr/>
          </p:nvSpPr>
          <p:spPr>
            <a:xfrm>
              <a:off x="5291799" y="108924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2" name="Hexagon 3351">
              <a:extLst>
                <a:ext uri="{FF2B5EF4-FFF2-40B4-BE49-F238E27FC236}">
                  <a16:creationId xmlns:a16="http://schemas.microsoft.com/office/drawing/2014/main" id="{8CE68F45-2445-4B27-94B0-960126A775A8}"/>
                </a:ext>
              </a:extLst>
            </p:cNvPr>
            <p:cNvSpPr/>
            <p:nvPr/>
          </p:nvSpPr>
          <p:spPr>
            <a:xfrm>
              <a:off x="554699" y="1018125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3" name="Hexagon 3352">
              <a:extLst>
                <a:ext uri="{FF2B5EF4-FFF2-40B4-BE49-F238E27FC236}">
                  <a16:creationId xmlns:a16="http://schemas.microsoft.com/office/drawing/2014/main" id="{C58461EF-9952-4514-893E-1DB322B9E822}"/>
                </a:ext>
              </a:extLst>
            </p:cNvPr>
            <p:cNvSpPr/>
            <p:nvPr/>
          </p:nvSpPr>
          <p:spPr>
            <a:xfrm>
              <a:off x="1272249" y="691417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5" name="八卦" hidden="1">
            <a:extLst>
              <a:ext uri="{FF2B5EF4-FFF2-40B4-BE49-F238E27FC236}">
                <a16:creationId xmlns:a16="http://schemas.microsoft.com/office/drawing/2014/main" id="{C12B640E-97C5-4EC0-AD0A-9849C6831C64}"/>
              </a:ext>
            </a:extLst>
          </p:cNvPr>
          <p:cNvGrpSpPr/>
          <p:nvPr/>
        </p:nvGrpSpPr>
        <p:grpSpPr>
          <a:xfrm>
            <a:off x="2638992" y="2963007"/>
            <a:ext cx="9306293" cy="7433953"/>
            <a:chOff x="2673609" y="4761140"/>
            <a:chExt cx="9306293" cy="7433953"/>
          </a:xfrm>
        </p:grpSpPr>
        <p:sp>
          <p:nvSpPr>
            <p:cNvPr id="2262" name="Hexagon 2261">
              <a:extLst>
                <a:ext uri="{FF2B5EF4-FFF2-40B4-BE49-F238E27FC236}">
                  <a16:creationId xmlns:a16="http://schemas.microsoft.com/office/drawing/2014/main" id="{7FD17F68-934C-4DBB-BC61-B85FE9D034C9}"/>
                </a:ext>
              </a:extLst>
            </p:cNvPr>
            <p:cNvSpPr/>
            <p:nvPr/>
          </p:nvSpPr>
          <p:spPr>
            <a:xfrm>
              <a:off x="2673609" y="53295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3" name="Hexagon 2262">
              <a:extLst>
                <a:ext uri="{FF2B5EF4-FFF2-40B4-BE49-F238E27FC236}">
                  <a16:creationId xmlns:a16="http://schemas.microsoft.com/office/drawing/2014/main" id="{7C0B1DD9-1A63-4422-8076-D25985403BC1}"/>
                </a:ext>
              </a:extLst>
            </p:cNvPr>
            <p:cNvSpPr/>
            <p:nvPr/>
          </p:nvSpPr>
          <p:spPr>
            <a:xfrm>
              <a:off x="5543435" y="47611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4" name="Hexagon 2263">
              <a:extLst>
                <a:ext uri="{FF2B5EF4-FFF2-40B4-BE49-F238E27FC236}">
                  <a16:creationId xmlns:a16="http://schemas.microsoft.com/office/drawing/2014/main" id="{55562B05-97DC-4417-9BDF-A5ADDBEF117D}"/>
                </a:ext>
              </a:extLst>
            </p:cNvPr>
            <p:cNvSpPr/>
            <p:nvPr/>
          </p:nvSpPr>
          <p:spPr>
            <a:xfrm>
              <a:off x="4113312" y="82594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5" name="Hexagon 2264">
              <a:extLst>
                <a:ext uri="{FF2B5EF4-FFF2-40B4-BE49-F238E27FC236}">
                  <a16:creationId xmlns:a16="http://schemas.microsoft.com/office/drawing/2014/main" id="{7B81896E-0898-42C9-A155-F8D7090C97B4}"/>
                </a:ext>
              </a:extLst>
            </p:cNvPr>
            <p:cNvSpPr/>
            <p:nvPr/>
          </p:nvSpPr>
          <p:spPr>
            <a:xfrm>
              <a:off x="8370130" y="110236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6" name="Hexagon 2265">
              <a:extLst>
                <a:ext uri="{FF2B5EF4-FFF2-40B4-BE49-F238E27FC236}">
                  <a16:creationId xmlns:a16="http://schemas.microsoft.com/office/drawing/2014/main" id="{D81AEE40-2CF3-49C6-B4B4-49AA7DE2A204}"/>
                </a:ext>
              </a:extLst>
            </p:cNvPr>
            <p:cNvSpPr/>
            <p:nvPr/>
          </p:nvSpPr>
          <p:spPr>
            <a:xfrm>
              <a:off x="10011381" y="85378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7" name="Hexagon 2266">
              <a:extLst>
                <a:ext uri="{FF2B5EF4-FFF2-40B4-BE49-F238E27FC236}">
                  <a16:creationId xmlns:a16="http://schemas.microsoft.com/office/drawing/2014/main" id="{CA8074B9-0D2B-4F94-89C7-D362928329F9}"/>
                </a:ext>
              </a:extLst>
            </p:cNvPr>
            <p:cNvSpPr/>
            <p:nvPr/>
          </p:nvSpPr>
          <p:spPr>
            <a:xfrm>
              <a:off x="10970257" y="120122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8" name="Hexagon 2267">
              <a:extLst>
                <a:ext uri="{FF2B5EF4-FFF2-40B4-BE49-F238E27FC236}">
                  <a16:creationId xmlns:a16="http://schemas.microsoft.com/office/drawing/2014/main" id="{D81B51CD-EAD1-47A0-86C5-09C2F6F16653}"/>
                </a:ext>
              </a:extLst>
            </p:cNvPr>
            <p:cNvSpPr/>
            <p:nvPr/>
          </p:nvSpPr>
          <p:spPr>
            <a:xfrm>
              <a:off x="11678150" y="825917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69" name="Hexagon 2268">
              <a:extLst>
                <a:ext uri="{FF2B5EF4-FFF2-40B4-BE49-F238E27FC236}">
                  <a16:creationId xmlns:a16="http://schemas.microsoft.com/office/drawing/2014/main" id="{53D3BC4C-29DD-45B4-AC7C-04F1F83CF191}"/>
                </a:ext>
              </a:extLst>
            </p:cNvPr>
            <p:cNvSpPr/>
            <p:nvPr/>
          </p:nvSpPr>
          <p:spPr>
            <a:xfrm>
              <a:off x="10958699" y="51885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93" name="遗迹" hidden="1">
            <a:extLst>
              <a:ext uri="{FF2B5EF4-FFF2-40B4-BE49-F238E27FC236}">
                <a16:creationId xmlns:a16="http://schemas.microsoft.com/office/drawing/2014/main" id="{C72A6A21-BE0A-497D-9A81-6480D1491213}"/>
              </a:ext>
            </a:extLst>
          </p:cNvPr>
          <p:cNvGrpSpPr/>
          <p:nvPr/>
        </p:nvGrpSpPr>
        <p:grpSpPr>
          <a:xfrm>
            <a:off x="28484" y="1056463"/>
            <a:ext cx="12412101" cy="9527051"/>
            <a:chOff x="54794" y="2798178"/>
            <a:chExt cx="12412101" cy="9527051"/>
          </a:xfrm>
        </p:grpSpPr>
        <p:sp>
          <p:nvSpPr>
            <p:cNvPr id="3260" name="Hexagon 3259">
              <a:extLst>
                <a:ext uri="{FF2B5EF4-FFF2-40B4-BE49-F238E27FC236}">
                  <a16:creationId xmlns:a16="http://schemas.microsoft.com/office/drawing/2014/main" id="{537C4E89-CC5F-4374-A7E2-0C9B0073DD45}"/>
                </a:ext>
              </a:extLst>
            </p:cNvPr>
            <p:cNvSpPr/>
            <p:nvPr/>
          </p:nvSpPr>
          <p:spPr>
            <a:xfrm>
              <a:off x="302444" y="119028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1" name="Hexagon 3260">
              <a:extLst>
                <a:ext uri="{FF2B5EF4-FFF2-40B4-BE49-F238E27FC236}">
                  <a16:creationId xmlns:a16="http://schemas.microsoft.com/office/drawing/2014/main" id="{7563384D-5E09-4374-9B07-937D108F2413}"/>
                </a:ext>
              </a:extLst>
            </p:cNvPr>
            <p:cNvSpPr/>
            <p:nvPr/>
          </p:nvSpPr>
          <p:spPr>
            <a:xfrm>
              <a:off x="54794" y="1143846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2" name="Hexagon 3261">
              <a:extLst>
                <a:ext uri="{FF2B5EF4-FFF2-40B4-BE49-F238E27FC236}">
                  <a16:creationId xmlns:a16="http://schemas.microsoft.com/office/drawing/2014/main" id="{EFD5BFE4-CEAC-4129-9B1E-B41393C92EEA}"/>
                </a:ext>
              </a:extLst>
            </p:cNvPr>
            <p:cNvSpPr/>
            <p:nvPr/>
          </p:nvSpPr>
          <p:spPr>
            <a:xfrm>
              <a:off x="1014437" y="121552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3" name="Hexagon 3262">
              <a:extLst>
                <a:ext uri="{FF2B5EF4-FFF2-40B4-BE49-F238E27FC236}">
                  <a16:creationId xmlns:a16="http://schemas.microsoft.com/office/drawing/2014/main" id="{88E21A8A-709D-49EB-9824-96B91D9FB0D8}"/>
                </a:ext>
              </a:extLst>
            </p:cNvPr>
            <p:cNvSpPr/>
            <p:nvPr/>
          </p:nvSpPr>
          <p:spPr>
            <a:xfrm>
              <a:off x="1966938" y="1160847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4" name="Hexagon 3263">
              <a:extLst>
                <a:ext uri="{FF2B5EF4-FFF2-40B4-BE49-F238E27FC236}">
                  <a16:creationId xmlns:a16="http://schemas.microsoft.com/office/drawing/2014/main" id="{CF92B43C-D6B4-4A56-B095-5F3DE60C3564}"/>
                </a:ext>
              </a:extLst>
            </p:cNvPr>
            <p:cNvSpPr/>
            <p:nvPr/>
          </p:nvSpPr>
          <p:spPr>
            <a:xfrm>
              <a:off x="1493069" y="109122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5" name="Hexagon 3264">
              <a:extLst>
                <a:ext uri="{FF2B5EF4-FFF2-40B4-BE49-F238E27FC236}">
                  <a16:creationId xmlns:a16="http://schemas.microsoft.com/office/drawing/2014/main" id="{BFA42A6D-B287-4E6C-AA9E-26034F0EBB5D}"/>
                </a:ext>
              </a:extLst>
            </p:cNvPr>
            <p:cNvSpPr/>
            <p:nvPr/>
          </p:nvSpPr>
          <p:spPr>
            <a:xfrm>
              <a:off x="71463" y="1015973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6" name="Hexagon 3265">
              <a:extLst>
                <a:ext uri="{FF2B5EF4-FFF2-40B4-BE49-F238E27FC236}">
                  <a16:creationId xmlns:a16="http://schemas.microsoft.com/office/drawing/2014/main" id="{732F8CB2-656D-4C81-B4EF-9C52F8DAC160}"/>
                </a:ext>
              </a:extLst>
            </p:cNvPr>
            <p:cNvSpPr/>
            <p:nvPr/>
          </p:nvSpPr>
          <p:spPr>
            <a:xfrm>
              <a:off x="2895625" y="117784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7" name="Hexagon 3266">
              <a:extLst>
                <a:ext uri="{FF2B5EF4-FFF2-40B4-BE49-F238E27FC236}">
                  <a16:creationId xmlns:a16="http://schemas.microsoft.com/office/drawing/2014/main" id="{128DD828-3705-4DB3-A27B-2EBCABDDBED2}"/>
                </a:ext>
              </a:extLst>
            </p:cNvPr>
            <p:cNvSpPr/>
            <p:nvPr/>
          </p:nvSpPr>
          <p:spPr>
            <a:xfrm>
              <a:off x="3367112" y="11257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8" name="Hexagon 3267">
              <a:extLst>
                <a:ext uri="{FF2B5EF4-FFF2-40B4-BE49-F238E27FC236}">
                  <a16:creationId xmlns:a16="http://schemas.microsoft.com/office/drawing/2014/main" id="{EDBA7BE5-07A9-45B5-A9C5-46B81253A09F}"/>
                </a:ext>
              </a:extLst>
            </p:cNvPr>
            <p:cNvSpPr/>
            <p:nvPr/>
          </p:nvSpPr>
          <p:spPr>
            <a:xfrm>
              <a:off x="3845744" y="108807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69" name="Hexagon 3268">
              <a:extLst>
                <a:ext uri="{FF2B5EF4-FFF2-40B4-BE49-F238E27FC236}">
                  <a16:creationId xmlns:a16="http://schemas.microsoft.com/office/drawing/2014/main" id="{5CD84F26-E485-4D61-B687-5ACC476F8BA9}"/>
                </a:ext>
              </a:extLst>
            </p:cNvPr>
            <p:cNvSpPr/>
            <p:nvPr/>
          </p:nvSpPr>
          <p:spPr>
            <a:xfrm>
              <a:off x="3376636" y="103297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0" name="Hexagon 3269">
              <a:extLst>
                <a:ext uri="{FF2B5EF4-FFF2-40B4-BE49-F238E27FC236}">
                  <a16:creationId xmlns:a16="http://schemas.microsoft.com/office/drawing/2014/main" id="{0CD0312E-5A95-46D4-9006-E0CEE15926B9}"/>
                </a:ext>
              </a:extLst>
            </p:cNvPr>
            <p:cNvSpPr/>
            <p:nvPr/>
          </p:nvSpPr>
          <p:spPr>
            <a:xfrm>
              <a:off x="2669406" y="1079562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1" name="Hexagon 3270">
              <a:extLst>
                <a:ext uri="{FF2B5EF4-FFF2-40B4-BE49-F238E27FC236}">
                  <a16:creationId xmlns:a16="http://schemas.microsoft.com/office/drawing/2014/main" id="{B3F123FE-3A76-4598-9B97-5A4C1E506F8A}"/>
                </a:ext>
              </a:extLst>
            </p:cNvPr>
            <p:cNvSpPr/>
            <p:nvPr/>
          </p:nvSpPr>
          <p:spPr>
            <a:xfrm>
              <a:off x="1724049" y="1026876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2" name="Hexagon 3271">
              <a:extLst>
                <a:ext uri="{FF2B5EF4-FFF2-40B4-BE49-F238E27FC236}">
                  <a16:creationId xmlns:a16="http://schemas.microsoft.com/office/drawing/2014/main" id="{EE5BE554-A9BC-439A-A1D8-AFFE3EC48E81}"/>
                </a:ext>
              </a:extLst>
            </p:cNvPr>
            <p:cNvSpPr/>
            <p:nvPr/>
          </p:nvSpPr>
          <p:spPr>
            <a:xfrm>
              <a:off x="5029224" y="1132128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3" name="Hexagon 3272">
              <a:extLst>
                <a:ext uri="{FF2B5EF4-FFF2-40B4-BE49-F238E27FC236}">
                  <a16:creationId xmlns:a16="http://schemas.microsoft.com/office/drawing/2014/main" id="{28BA2842-99DD-4333-ADCA-52A25CE82914}"/>
                </a:ext>
              </a:extLst>
            </p:cNvPr>
            <p:cNvSpPr/>
            <p:nvPr/>
          </p:nvSpPr>
          <p:spPr>
            <a:xfrm>
              <a:off x="5029225" y="1060452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4" name="Hexagon 3273">
              <a:extLst>
                <a:ext uri="{FF2B5EF4-FFF2-40B4-BE49-F238E27FC236}">
                  <a16:creationId xmlns:a16="http://schemas.microsoft.com/office/drawing/2014/main" id="{C2A90DA2-6F98-4AEE-B7E0-4C96BA4B3D89}"/>
                </a:ext>
              </a:extLst>
            </p:cNvPr>
            <p:cNvSpPr/>
            <p:nvPr/>
          </p:nvSpPr>
          <p:spPr>
            <a:xfrm>
              <a:off x="766788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5" name="Hexagon 3274">
              <a:extLst>
                <a:ext uri="{FF2B5EF4-FFF2-40B4-BE49-F238E27FC236}">
                  <a16:creationId xmlns:a16="http://schemas.microsoft.com/office/drawing/2014/main" id="{3CEFABF7-CCBA-49BE-8566-931EDEA521B4}"/>
                </a:ext>
              </a:extLst>
            </p:cNvPr>
            <p:cNvSpPr/>
            <p:nvPr/>
          </p:nvSpPr>
          <p:spPr>
            <a:xfrm>
              <a:off x="1471638" y="886909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6" name="Hexagon 3275">
              <a:extLst>
                <a:ext uri="{FF2B5EF4-FFF2-40B4-BE49-F238E27FC236}">
                  <a16:creationId xmlns:a16="http://schemas.microsoft.com/office/drawing/2014/main" id="{9FC06BDD-170C-4F50-851A-9A1EFD1F540B}"/>
                </a:ext>
              </a:extLst>
            </p:cNvPr>
            <p:cNvSpPr/>
            <p:nvPr/>
          </p:nvSpPr>
          <p:spPr>
            <a:xfrm>
              <a:off x="1966938" y="942890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7" name="Hexagon 3276">
              <a:extLst>
                <a:ext uri="{FF2B5EF4-FFF2-40B4-BE49-F238E27FC236}">
                  <a16:creationId xmlns:a16="http://schemas.microsoft.com/office/drawing/2014/main" id="{A28D691F-0DCC-42D9-B8A9-F5C10F2A0222}"/>
                </a:ext>
              </a:extLst>
            </p:cNvPr>
            <p:cNvSpPr/>
            <p:nvPr/>
          </p:nvSpPr>
          <p:spPr>
            <a:xfrm>
              <a:off x="2205063" y="89563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8" name="Hexagon 3277">
              <a:extLst>
                <a:ext uri="{FF2B5EF4-FFF2-40B4-BE49-F238E27FC236}">
                  <a16:creationId xmlns:a16="http://schemas.microsoft.com/office/drawing/2014/main" id="{CB0CD173-ED5B-4EC7-BE75-79B22705ED65}"/>
                </a:ext>
              </a:extLst>
            </p:cNvPr>
            <p:cNvSpPr/>
            <p:nvPr/>
          </p:nvSpPr>
          <p:spPr>
            <a:xfrm>
              <a:off x="1254944" y="822293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79" name="Hexagon 3278">
              <a:extLst>
                <a:ext uri="{FF2B5EF4-FFF2-40B4-BE49-F238E27FC236}">
                  <a16:creationId xmlns:a16="http://schemas.microsoft.com/office/drawing/2014/main" id="{AFAAA8C7-9F18-46A3-A8CD-9388E0422ABE}"/>
                </a:ext>
              </a:extLst>
            </p:cNvPr>
            <p:cNvSpPr/>
            <p:nvPr/>
          </p:nvSpPr>
          <p:spPr>
            <a:xfrm>
              <a:off x="1276376" y="74672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0" name="Hexagon 3279">
              <a:extLst>
                <a:ext uri="{FF2B5EF4-FFF2-40B4-BE49-F238E27FC236}">
                  <a16:creationId xmlns:a16="http://schemas.microsoft.com/office/drawing/2014/main" id="{E03D1573-B158-42E2-B07B-D48B885F6931}"/>
                </a:ext>
              </a:extLst>
            </p:cNvPr>
            <p:cNvSpPr/>
            <p:nvPr/>
          </p:nvSpPr>
          <p:spPr>
            <a:xfrm>
              <a:off x="2438426" y="702910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1" name="Hexagon 3280">
              <a:extLst>
                <a:ext uri="{FF2B5EF4-FFF2-40B4-BE49-F238E27FC236}">
                  <a16:creationId xmlns:a16="http://schemas.microsoft.com/office/drawing/2014/main" id="{103F1119-A6C2-46AE-ABC9-05146B52039F}"/>
                </a:ext>
              </a:extLst>
            </p:cNvPr>
            <p:cNvSpPr/>
            <p:nvPr/>
          </p:nvSpPr>
          <p:spPr>
            <a:xfrm>
              <a:off x="783458" y="65528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2" name="Hexagon 3281">
              <a:extLst>
                <a:ext uri="{FF2B5EF4-FFF2-40B4-BE49-F238E27FC236}">
                  <a16:creationId xmlns:a16="http://schemas.microsoft.com/office/drawing/2014/main" id="{0C9B8F0E-0FB2-4D6F-9E6F-204CAA70C04D}"/>
                </a:ext>
              </a:extLst>
            </p:cNvPr>
            <p:cNvSpPr/>
            <p:nvPr/>
          </p:nvSpPr>
          <p:spPr>
            <a:xfrm>
              <a:off x="1966937" y="628012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3" name="Hexagon 3282">
              <a:extLst>
                <a:ext uri="{FF2B5EF4-FFF2-40B4-BE49-F238E27FC236}">
                  <a16:creationId xmlns:a16="http://schemas.microsoft.com/office/drawing/2014/main" id="{63F2D6E4-C8A8-47B2-A199-EEAA76F4AB5A}"/>
                </a:ext>
              </a:extLst>
            </p:cNvPr>
            <p:cNvSpPr/>
            <p:nvPr/>
          </p:nvSpPr>
          <p:spPr>
            <a:xfrm>
              <a:off x="1476399" y="55371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4" name="Hexagon 3283">
              <a:extLst>
                <a:ext uri="{FF2B5EF4-FFF2-40B4-BE49-F238E27FC236}">
                  <a16:creationId xmlns:a16="http://schemas.microsoft.com/office/drawing/2014/main" id="{9495130F-BF8D-4EB7-92EF-77AB098DB6A2}"/>
                </a:ext>
              </a:extLst>
            </p:cNvPr>
            <p:cNvSpPr/>
            <p:nvPr/>
          </p:nvSpPr>
          <p:spPr>
            <a:xfrm>
              <a:off x="2669406" y="58205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5" name="Hexagon 3284">
              <a:extLst>
                <a:ext uri="{FF2B5EF4-FFF2-40B4-BE49-F238E27FC236}">
                  <a16:creationId xmlns:a16="http://schemas.microsoft.com/office/drawing/2014/main" id="{A8BFECAB-9AA0-4468-B8AB-8C4006D74CF1}"/>
                </a:ext>
              </a:extLst>
            </p:cNvPr>
            <p:cNvSpPr/>
            <p:nvPr/>
          </p:nvSpPr>
          <p:spPr>
            <a:xfrm>
              <a:off x="2188393" y="527186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6" name="Hexagon 3285">
              <a:extLst>
                <a:ext uri="{FF2B5EF4-FFF2-40B4-BE49-F238E27FC236}">
                  <a16:creationId xmlns:a16="http://schemas.microsoft.com/office/drawing/2014/main" id="{DD0A8D33-2E35-4444-9850-0665B42EE8CC}"/>
                </a:ext>
              </a:extLst>
            </p:cNvPr>
            <p:cNvSpPr/>
            <p:nvPr/>
          </p:nvSpPr>
          <p:spPr>
            <a:xfrm>
              <a:off x="995387" y="516528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7" name="Hexagon 3286">
              <a:extLst>
                <a:ext uri="{FF2B5EF4-FFF2-40B4-BE49-F238E27FC236}">
                  <a16:creationId xmlns:a16="http://schemas.microsoft.com/office/drawing/2014/main" id="{4CE5999E-C140-4593-98BC-620D0D0B9663}"/>
                </a:ext>
              </a:extLst>
            </p:cNvPr>
            <p:cNvSpPr/>
            <p:nvPr/>
          </p:nvSpPr>
          <p:spPr>
            <a:xfrm>
              <a:off x="3133750" y="63753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8" name="Hexagon 3287">
              <a:extLst>
                <a:ext uri="{FF2B5EF4-FFF2-40B4-BE49-F238E27FC236}">
                  <a16:creationId xmlns:a16="http://schemas.microsoft.com/office/drawing/2014/main" id="{967B42D1-3B14-4C90-BD81-9CBF8CA006A7}"/>
                </a:ext>
              </a:extLst>
            </p:cNvPr>
            <p:cNvSpPr/>
            <p:nvPr/>
          </p:nvSpPr>
          <p:spPr>
            <a:xfrm>
              <a:off x="2414612" y="46119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89" name="Hexagon 3288">
              <a:extLst>
                <a:ext uri="{FF2B5EF4-FFF2-40B4-BE49-F238E27FC236}">
                  <a16:creationId xmlns:a16="http://schemas.microsoft.com/office/drawing/2014/main" id="{F70BAF1A-7F07-4786-AE5D-66F26EF7EE4A}"/>
                </a:ext>
              </a:extLst>
            </p:cNvPr>
            <p:cNvSpPr/>
            <p:nvPr/>
          </p:nvSpPr>
          <p:spPr>
            <a:xfrm>
              <a:off x="1700237" y="415715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0" name="Hexagon 3289">
              <a:extLst>
                <a:ext uri="{FF2B5EF4-FFF2-40B4-BE49-F238E27FC236}">
                  <a16:creationId xmlns:a16="http://schemas.microsoft.com/office/drawing/2014/main" id="{364E0687-6923-438B-A38A-8AECDFA81FF5}"/>
                </a:ext>
              </a:extLst>
            </p:cNvPr>
            <p:cNvSpPr/>
            <p:nvPr/>
          </p:nvSpPr>
          <p:spPr>
            <a:xfrm>
              <a:off x="766787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1" name="Hexagon 3290">
              <a:extLst>
                <a:ext uri="{FF2B5EF4-FFF2-40B4-BE49-F238E27FC236}">
                  <a16:creationId xmlns:a16="http://schemas.microsoft.com/office/drawing/2014/main" id="{E36277CA-447B-49A3-B3D9-1893656C5596}"/>
                </a:ext>
              </a:extLst>
            </p:cNvPr>
            <p:cNvSpPr/>
            <p:nvPr/>
          </p:nvSpPr>
          <p:spPr>
            <a:xfrm>
              <a:off x="1724048" y="3428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2" name="Hexagon 3291">
              <a:extLst>
                <a:ext uri="{FF2B5EF4-FFF2-40B4-BE49-F238E27FC236}">
                  <a16:creationId xmlns:a16="http://schemas.microsoft.com/office/drawing/2014/main" id="{BEE80416-AB40-4B69-83E9-F219490B3C6F}"/>
                </a:ext>
              </a:extLst>
            </p:cNvPr>
            <p:cNvSpPr/>
            <p:nvPr/>
          </p:nvSpPr>
          <p:spPr>
            <a:xfrm>
              <a:off x="3133750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3" name="Hexagon 3292">
              <a:extLst>
                <a:ext uri="{FF2B5EF4-FFF2-40B4-BE49-F238E27FC236}">
                  <a16:creationId xmlns:a16="http://schemas.microsoft.com/office/drawing/2014/main" id="{5CBE275E-7EE3-4259-AD97-72C7A1BBEB8B}"/>
                </a:ext>
              </a:extLst>
            </p:cNvPr>
            <p:cNvSpPr/>
            <p:nvPr/>
          </p:nvSpPr>
          <p:spPr>
            <a:xfrm>
              <a:off x="3607619" y="36189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4" name="Hexagon 3293">
              <a:extLst>
                <a:ext uri="{FF2B5EF4-FFF2-40B4-BE49-F238E27FC236}">
                  <a16:creationId xmlns:a16="http://schemas.microsoft.com/office/drawing/2014/main" id="{231AA40A-4543-4C49-98D1-6ECB593818B9}"/>
                </a:ext>
              </a:extLst>
            </p:cNvPr>
            <p:cNvSpPr/>
            <p:nvPr/>
          </p:nvSpPr>
          <p:spPr>
            <a:xfrm>
              <a:off x="3376636" y="42595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5" name="Hexagon 3294">
              <a:extLst>
                <a:ext uri="{FF2B5EF4-FFF2-40B4-BE49-F238E27FC236}">
                  <a16:creationId xmlns:a16="http://schemas.microsoft.com/office/drawing/2014/main" id="{20B065F8-1BE4-42B6-88FE-AF6F7B0A0F4B}"/>
                </a:ext>
              </a:extLst>
            </p:cNvPr>
            <p:cNvSpPr/>
            <p:nvPr/>
          </p:nvSpPr>
          <p:spPr>
            <a:xfrm>
              <a:off x="4574406" y="3618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6" name="Hexagon 3295">
              <a:extLst>
                <a:ext uri="{FF2B5EF4-FFF2-40B4-BE49-F238E27FC236}">
                  <a16:creationId xmlns:a16="http://schemas.microsoft.com/office/drawing/2014/main" id="{51E03D9C-13CE-449F-9722-FB56CF9DF606}"/>
                </a:ext>
              </a:extLst>
            </p:cNvPr>
            <p:cNvSpPr/>
            <p:nvPr/>
          </p:nvSpPr>
          <p:spPr>
            <a:xfrm>
              <a:off x="4803006" y="463340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7" name="Hexagon 3296">
              <a:extLst>
                <a:ext uri="{FF2B5EF4-FFF2-40B4-BE49-F238E27FC236}">
                  <a16:creationId xmlns:a16="http://schemas.microsoft.com/office/drawing/2014/main" id="{FF821AC4-B4CC-4E4D-B800-3692DD76E500}"/>
                </a:ext>
              </a:extLst>
            </p:cNvPr>
            <p:cNvSpPr/>
            <p:nvPr/>
          </p:nvSpPr>
          <p:spPr>
            <a:xfrm>
              <a:off x="6003156" y="434455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8" name="Hexagon 3297">
              <a:extLst>
                <a:ext uri="{FF2B5EF4-FFF2-40B4-BE49-F238E27FC236}">
                  <a16:creationId xmlns:a16="http://schemas.microsoft.com/office/drawing/2014/main" id="{A0224860-108E-4961-93B6-3EB2F98F2C27}"/>
                </a:ext>
              </a:extLst>
            </p:cNvPr>
            <p:cNvSpPr/>
            <p:nvPr/>
          </p:nvSpPr>
          <p:spPr>
            <a:xfrm>
              <a:off x="6254784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299" name="Hexagon 3298">
              <a:extLst>
                <a:ext uri="{FF2B5EF4-FFF2-40B4-BE49-F238E27FC236}">
                  <a16:creationId xmlns:a16="http://schemas.microsoft.com/office/drawing/2014/main" id="{3B2E2C67-6D65-45DF-B89F-A5505BC7287D}"/>
                </a:ext>
              </a:extLst>
            </p:cNvPr>
            <p:cNvSpPr/>
            <p:nvPr/>
          </p:nvSpPr>
          <p:spPr>
            <a:xfrm>
              <a:off x="4092609" y="58501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0" name="Hexagon 3299">
              <a:extLst>
                <a:ext uri="{FF2B5EF4-FFF2-40B4-BE49-F238E27FC236}">
                  <a16:creationId xmlns:a16="http://schemas.microsoft.com/office/drawing/2014/main" id="{4E07ECAC-27CD-4220-B141-7D6015C165C4}"/>
                </a:ext>
              </a:extLst>
            </p:cNvPr>
            <p:cNvSpPr/>
            <p:nvPr/>
          </p:nvSpPr>
          <p:spPr>
            <a:xfrm>
              <a:off x="3133746" y="71327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1" name="Hexagon 3300">
              <a:extLst>
                <a:ext uri="{FF2B5EF4-FFF2-40B4-BE49-F238E27FC236}">
                  <a16:creationId xmlns:a16="http://schemas.microsoft.com/office/drawing/2014/main" id="{AB7BBC6B-2B68-4767-B6D4-3844BD5FF49E}"/>
                </a:ext>
              </a:extLst>
            </p:cNvPr>
            <p:cNvSpPr/>
            <p:nvPr/>
          </p:nvSpPr>
          <p:spPr>
            <a:xfrm>
              <a:off x="3607619" y="786140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2" name="Hexagon 3301">
              <a:extLst>
                <a:ext uri="{FF2B5EF4-FFF2-40B4-BE49-F238E27FC236}">
                  <a16:creationId xmlns:a16="http://schemas.microsoft.com/office/drawing/2014/main" id="{828D3904-0F10-425A-964B-1354C09571AE}"/>
                </a:ext>
              </a:extLst>
            </p:cNvPr>
            <p:cNvSpPr/>
            <p:nvPr/>
          </p:nvSpPr>
          <p:spPr>
            <a:xfrm>
              <a:off x="3376636" y="832114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3" name="Hexagon 3302">
              <a:extLst>
                <a:ext uri="{FF2B5EF4-FFF2-40B4-BE49-F238E27FC236}">
                  <a16:creationId xmlns:a16="http://schemas.microsoft.com/office/drawing/2014/main" id="{F46C70DB-AE47-462B-BDCD-8F3D2212D81D}"/>
                </a:ext>
              </a:extLst>
            </p:cNvPr>
            <p:cNvSpPr/>
            <p:nvPr/>
          </p:nvSpPr>
          <p:spPr>
            <a:xfrm>
              <a:off x="3845743" y="868198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4" name="Hexagon 3303">
              <a:extLst>
                <a:ext uri="{FF2B5EF4-FFF2-40B4-BE49-F238E27FC236}">
                  <a16:creationId xmlns:a16="http://schemas.microsoft.com/office/drawing/2014/main" id="{26FC170C-B5E3-437C-9E53-B92B6B7006A0}"/>
                </a:ext>
              </a:extLst>
            </p:cNvPr>
            <p:cNvSpPr/>
            <p:nvPr/>
          </p:nvSpPr>
          <p:spPr>
            <a:xfrm>
              <a:off x="5041128" y="876699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5" name="Hexagon 3304">
              <a:extLst>
                <a:ext uri="{FF2B5EF4-FFF2-40B4-BE49-F238E27FC236}">
                  <a16:creationId xmlns:a16="http://schemas.microsoft.com/office/drawing/2014/main" id="{709FFF68-8762-4E15-8889-A190F2836A6A}"/>
                </a:ext>
              </a:extLst>
            </p:cNvPr>
            <p:cNvSpPr/>
            <p:nvPr/>
          </p:nvSpPr>
          <p:spPr>
            <a:xfrm>
              <a:off x="4067197" y="93325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6" name="Hexagon 3305">
              <a:extLst>
                <a:ext uri="{FF2B5EF4-FFF2-40B4-BE49-F238E27FC236}">
                  <a16:creationId xmlns:a16="http://schemas.microsoft.com/office/drawing/2014/main" id="{89C2F16C-A21E-43AA-8DB0-6F451BE84AF0}"/>
                </a:ext>
              </a:extLst>
            </p:cNvPr>
            <p:cNvSpPr/>
            <p:nvPr/>
          </p:nvSpPr>
          <p:spPr>
            <a:xfrm>
              <a:off x="2895625" y="794641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7" name="Hexagon 3306">
              <a:extLst>
                <a:ext uri="{FF2B5EF4-FFF2-40B4-BE49-F238E27FC236}">
                  <a16:creationId xmlns:a16="http://schemas.microsoft.com/office/drawing/2014/main" id="{532F824B-BA96-470E-9F34-013A3BCD142F}"/>
                </a:ext>
              </a:extLst>
            </p:cNvPr>
            <p:cNvSpPr/>
            <p:nvPr/>
          </p:nvSpPr>
          <p:spPr>
            <a:xfrm>
              <a:off x="5029224" y="952155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8" name="Hexagon 3307">
              <a:extLst>
                <a:ext uri="{FF2B5EF4-FFF2-40B4-BE49-F238E27FC236}">
                  <a16:creationId xmlns:a16="http://schemas.microsoft.com/office/drawing/2014/main" id="{EFA73306-25CB-4D1D-B7BE-57A8EAB26B13}"/>
                </a:ext>
              </a:extLst>
            </p:cNvPr>
            <p:cNvSpPr/>
            <p:nvPr/>
          </p:nvSpPr>
          <p:spPr>
            <a:xfrm>
              <a:off x="5734074" y="941756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09" name="Hexagon 3308">
              <a:extLst>
                <a:ext uri="{FF2B5EF4-FFF2-40B4-BE49-F238E27FC236}">
                  <a16:creationId xmlns:a16="http://schemas.microsoft.com/office/drawing/2014/main" id="{5E975229-2DE1-43C8-BC37-BCADD69DF508}"/>
                </a:ext>
              </a:extLst>
            </p:cNvPr>
            <p:cNvSpPr/>
            <p:nvPr/>
          </p:nvSpPr>
          <p:spPr>
            <a:xfrm>
              <a:off x="8091510" y="958757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0" name="Hexagon 3309">
              <a:extLst>
                <a:ext uri="{FF2B5EF4-FFF2-40B4-BE49-F238E27FC236}">
                  <a16:creationId xmlns:a16="http://schemas.microsoft.com/office/drawing/2014/main" id="{0242B97D-9CC6-4797-BB78-ED76436E36AA}"/>
                </a:ext>
              </a:extLst>
            </p:cNvPr>
            <p:cNvSpPr/>
            <p:nvPr/>
          </p:nvSpPr>
          <p:spPr>
            <a:xfrm>
              <a:off x="8820173" y="106045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1" name="Hexagon 3310">
              <a:extLst>
                <a:ext uri="{FF2B5EF4-FFF2-40B4-BE49-F238E27FC236}">
                  <a16:creationId xmlns:a16="http://schemas.microsoft.com/office/drawing/2014/main" id="{AB163E7F-34D4-4782-9226-142675618CD2}"/>
                </a:ext>
              </a:extLst>
            </p:cNvPr>
            <p:cNvSpPr/>
            <p:nvPr/>
          </p:nvSpPr>
          <p:spPr>
            <a:xfrm>
              <a:off x="8341542" y="113534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2" name="Hexagon 3311">
              <a:extLst>
                <a:ext uri="{FF2B5EF4-FFF2-40B4-BE49-F238E27FC236}">
                  <a16:creationId xmlns:a16="http://schemas.microsoft.com/office/drawing/2014/main" id="{9D4B3CEA-A61D-44D5-AF36-F592904AB451}"/>
                </a:ext>
              </a:extLst>
            </p:cNvPr>
            <p:cNvSpPr/>
            <p:nvPr/>
          </p:nvSpPr>
          <p:spPr>
            <a:xfrm>
              <a:off x="10248924" y="116934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3" name="Hexagon 3312">
              <a:extLst>
                <a:ext uri="{FF2B5EF4-FFF2-40B4-BE49-F238E27FC236}">
                  <a16:creationId xmlns:a16="http://schemas.microsoft.com/office/drawing/2014/main" id="{54F9AD4A-5301-4E09-87B6-45596383E53C}"/>
                </a:ext>
              </a:extLst>
            </p:cNvPr>
            <p:cNvSpPr/>
            <p:nvPr/>
          </p:nvSpPr>
          <p:spPr>
            <a:xfrm>
              <a:off x="11680055" y="1207021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4" name="Hexagon 3313">
              <a:extLst>
                <a:ext uri="{FF2B5EF4-FFF2-40B4-BE49-F238E27FC236}">
                  <a16:creationId xmlns:a16="http://schemas.microsoft.com/office/drawing/2014/main" id="{A00300F3-2279-4E60-9D11-BDEDD39630BA}"/>
                </a:ext>
              </a:extLst>
            </p:cNvPr>
            <p:cNvSpPr/>
            <p:nvPr/>
          </p:nvSpPr>
          <p:spPr>
            <a:xfrm>
              <a:off x="11194280" y="111487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5" name="Hexagon 3314">
              <a:extLst>
                <a:ext uri="{FF2B5EF4-FFF2-40B4-BE49-F238E27FC236}">
                  <a16:creationId xmlns:a16="http://schemas.microsoft.com/office/drawing/2014/main" id="{EE8D2DDA-B6DA-49C7-AC7F-45DFCDDD8361}"/>
                </a:ext>
              </a:extLst>
            </p:cNvPr>
            <p:cNvSpPr/>
            <p:nvPr/>
          </p:nvSpPr>
          <p:spPr>
            <a:xfrm>
              <a:off x="11216455" y="104147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6" name="Hexagon 3315">
              <a:extLst>
                <a:ext uri="{FF2B5EF4-FFF2-40B4-BE49-F238E27FC236}">
                  <a16:creationId xmlns:a16="http://schemas.microsoft.com/office/drawing/2014/main" id="{149CA990-21EE-4184-B2A7-B11BF22CFB79}"/>
                </a:ext>
              </a:extLst>
            </p:cNvPr>
            <p:cNvSpPr/>
            <p:nvPr/>
          </p:nvSpPr>
          <p:spPr>
            <a:xfrm>
              <a:off x="12148896" y="986943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7" name="Hexagon 3316">
              <a:extLst>
                <a:ext uri="{FF2B5EF4-FFF2-40B4-BE49-F238E27FC236}">
                  <a16:creationId xmlns:a16="http://schemas.microsoft.com/office/drawing/2014/main" id="{5D6D21D4-E115-443B-9AAA-D9364401066D}"/>
                </a:ext>
              </a:extLst>
            </p:cNvPr>
            <p:cNvSpPr/>
            <p:nvPr/>
          </p:nvSpPr>
          <p:spPr>
            <a:xfrm>
              <a:off x="11432140" y="941756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8" name="Hexagon 3317">
              <a:extLst>
                <a:ext uri="{FF2B5EF4-FFF2-40B4-BE49-F238E27FC236}">
                  <a16:creationId xmlns:a16="http://schemas.microsoft.com/office/drawing/2014/main" id="{A1CF2CE0-26E6-4C3F-8EF3-E4E22AC47B87}"/>
                </a:ext>
              </a:extLst>
            </p:cNvPr>
            <p:cNvSpPr/>
            <p:nvPr/>
          </p:nvSpPr>
          <p:spPr>
            <a:xfrm>
              <a:off x="11908390" y="849115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19" name="Hexagon 3318">
              <a:extLst>
                <a:ext uri="{FF2B5EF4-FFF2-40B4-BE49-F238E27FC236}">
                  <a16:creationId xmlns:a16="http://schemas.microsoft.com/office/drawing/2014/main" id="{7925BDA7-20C6-4C96-98B9-322B57674BE2}"/>
                </a:ext>
              </a:extLst>
            </p:cNvPr>
            <p:cNvSpPr/>
            <p:nvPr/>
          </p:nvSpPr>
          <p:spPr>
            <a:xfrm>
              <a:off x="11432139" y="77505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0" name="Hexagon 3319">
              <a:extLst>
                <a:ext uri="{FF2B5EF4-FFF2-40B4-BE49-F238E27FC236}">
                  <a16:creationId xmlns:a16="http://schemas.microsoft.com/office/drawing/2014/main" id="{1B73CBD1-6507-4BCC-8F34-CDA0318281A8}"/>
                </a:ext>
              </a:extLst>
            </p:cNvPr>
            <p:cNvSpPr/>
            <p:nvPr/>
          </p:nvSpPr>
          <p:spPr>
            <a:xfrm>
              <a:off x="9067836" y="83079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1" name="Hexagon 3320">
              <a:extLst>
                <a:ext uri="{FF2B5EF4-FFF2-40B4-BE49-F238E27FC236}">
                  <a16:creationId xmlns:a16="http://schemas.microsoft.com/office/drawing/2014/main" id="{6FD235CB-D557-45BD-9DDC-E611DF6BB109}"/>
                </a:ext>
              </a:extLst>
            </p:cNvPr>
            <p:cNvSpPr/>
            <p:nvPr/>
          </p:nvSpPr>
          <p:spPr>
            <a:xfrm>
              <a:off x="3133746" y="895645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2" name="Hexagon 3321">
              <a:extLst>
                <a:ext uri="{FF2B5EF4-FFF2-40B4-BE49-F238E27FC236}">
                  <a16:creationId xmlns:a16="http://schemas.microsoft.com/office/drawing/2014/main" id="{BD261AA7-4097-4A67-B123-E38F6BC81492}"/>
                </a:ext>
              </a:extLst>
            </p:cNvPr>
            <p:cNvSpPr/>
            <p:nvPr/>
          </p:nvSpPr>
          <p:spPr>
            <a:xfrm>
              <a:off x="3376635" y="591968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3" name="Hexagon 3322">
              <a:extLst>
                <a:ext uri="{FF2B5EF4-FFF2-40B4-BE49-F238E27FC236}">
                  <a16:creationId xmlns:a16="http://schemas.microsoft.com/office/drawing/2014/main" id="{92B3B27F-30FD-4A18-AFDC-638884F81707}"/>
                </a:ext>
              </a:extLst>
            </p:cNvPr>
            <p:cNvSpPr/>
            <p:nvPr/>
          </p:nvSpPr>
          <p:spPr>
            <a:xfrm>
              <a:off x="3381394" y="499994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4" name="Hexagon 3323">
              <a:extLst>
                <a:ext uri="{FF2B5EF4-FFF2-40B4-BE49-F238E27FC236}">
                  <a16:creationId xmlns:a16="http://schemas.microsoft.com/office/drawing/2014/main" id="{1689ED92-CFF0-4E40-8099-4D08D3E19945}"/>
                </a:ext>
              </a:extLst>
            </p:cNvPr>
            <p:cNvSpPr/>
            <p:nvPr/>
          </p:nvSpPr>
          <p:spPr>
            <a:xfrm>
              <a:off x="5979344" y="2883183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5" name="Hexagon 3324">
              <a:extLst>
                <a:ext uri="{FF2B5EF4-FFF2-40B4-BE49-F238E27FC236}">
                  <a16:creationId xmlns:a16="http://schemas.microsoft.com/office/drawing/2014/main" id="{00920C16-E722-45A4-A61C-26A3BAB23E4E}"/>
                </a:ext>
              </a:extLst>
            </p:cNvPr>
            <p:cNvSpPr/>
            <p:nvPr/>
          </p:nvSpPr>
          <p:spPr>
            <a:xfrm>
              <a:off x="6464299" y="3814252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6" name="Hexagon 3325">
              <a:extLst>
                <a:ext uri="{FF2B5EF4-FFF2-40B4-BE49-F238E27FC236}">
                  <a16:creationId xmlns:a16="http://schemas.microsoft.com/office/drawing/2014/main" id="{F3A61468-0261-46D4-A5CD-9653E3F0CE16}"/>
                </a:ext>
              </a:extLst>
            </p:cNvPr>
            <p:cNvSpPr/>
            <p:nvPr/>
          </p:nvSpPr>
          <p:spPr>
            <a:xfrm>
              <a:off x="7169149" y="2798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7" name="Hexagon 3326">
              <a:extLst>
                <a:ext uri="{FF2B5EF4-FFF2-40B4-BE49-F238E27FC236}">
                  <a16:creationId xmlns:a16="http://schemas.microsoft.com/office/drawing/2014/main" id="{CCC7346C-2E3F-4B0C-AB21-18077A762E92}"/>
                </a:ext>
              </a:extLst>
            </p:cNvPr>
            <p:cNvSpPr/>
            <p:nvPr/>
          </p:nvSpPr>
          <p:spPr>
            <a:xfrm>
              <a:off x="7881144" y="4536489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8" name="Hexagon 3327">
              <a:extLst>
                <a:ext uri="{FF2B5EF4-FFF2-40B4-BE49-F238E27FC236}">
                  <a16:creationId xmlns:a16="http://schemas.microsoft.com/office/drawing/2014/main" id="{85D4BEEA-8015-47B0-ADDC-6F813E10263C}"/>
                </a:ext>
              </a:extLst>
            </p:cNvPr>
            <p:cNvSpPr/>
            <p:nvPr/>
          </p:nvSpPr>
          <p:spPr>
            <a:xfrm>
              <a:off x="9302750" y="4174541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29" name="Hexagon 3328">
              <a:extLst>
                <a:ext uri="{FF2B5EF4-FFF2-40B4-BE49-F238E27FC236}">
                  <a16:creationId xmlns:a16="http://schemas.microsoft.com/office/drawing/2014/main" id="{FC8AB2DD-A8DF-4F67-8A53-EF10F118837B}"/>
                </a:ext>
              </a:extLst>
            </p:cNvPr>
            <p:cNvSpPr/>
            <p:nvPr/>
          </p:nvSpPr>
          <p:spPr>
            <a:xfrm>
              <a:off x="9532443" y="2981370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0" name="Hexagon 3329">
              <a:extLst>
                <a:ext uri="{FF2B5EF4-FFF2-40B4-BE49-F238E27FC236}">
                  <a16:creationId xmlns:a16="http://schemas.microsoft.com/office/drawing/2014/main" id="{A6FDEACA-2032-445B-A38E-65ABAC5D98BA}"/>
                </a:ext>
              </a:extLst>
            </p:cNvPr>
            <p:cNvSpPr/>
            <p:nvPr/>
          </p:nvSpPr>
          <p:spPr>
            <a:xfrm>
              <a:off x="10479868" y="407214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1" name="Hexagon 3330">
              <a:extLst>
                <a:ext uri="{FF2B5EF4-FFF2-40B4-BE49-F238E27FC236}">
                  <a16:creationId xmlns:a16="http://schemas.microsoft.com/office/drawing/2014/main" id="{46171DCF-8822-4D88-A3A4-5CE785D83F41}"/>
                </a:ext>
              </a:extLst>
            </p:cNvPr>
            <p:cNvSpPr/>
            <p:nvPr/>
          </p:nvSpPr>
          <p:spPr>
            <a:xfrm>
              <a:off x="10953706" y="281305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2" name="Hexagon 3331">
              <a:extLst>
                <a:ext uri="{FF2B5EF4-FFF2-40B4-BE49-F238E27FC236}">
                  <a16:creationId xmlns:a16="http://schemas.microsoft.com/office/drawing/2014/main" id="{B3B5B86A-4366-494B-81E9-08B08EBDDAF5}"/>
                </a:ext>
              </a:extLst>
            </p:cNvPr>
            <p:cNvSpPr/>
            <p:nvPr/>
          </p:nvSpPr>
          <p:spPr>
            <a:xfrm>
              <a:off x="11665728" y="36189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3" name="Hexagon 3332">
              <a:extLst>
                <a:ext uri="{FF2B5EF4-FFF2-40B4-BE49-F238E27FC236}">
                  <a16:creationId xmlns:a16="http://schemas.microsoft.com/office/drawing/2014/main" id="{F743B241-3988-48E4-A6CE-564F37A0ACB5}"/>
                </a:ext>
              </a:extLst>
            </p:cNvPr>
            <p:cNvSpPr/>
            <p:nvPr/>
          </p:nvSpPr>
          <p:spPr>
            <a:xfrm>
              <a:off x="11194279" y="4718405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34" name="Hexagon 3333">
              <a:extLst>
                <a:ext uri="{FF2B5EF4-FFF2-40B4-BE49-F238E27FC236}">
                  <a16:creationId xmlns:a16="http://schemas.microsoft.com/office/drawing/2014/main" id="{BD7F0A76-D64D-4BAE-81BF-54C3FC9CDE10}"/>
                </a:ext>
              </a:extLst>
            </p:cNvPr>
            <p:cNvSpPr/>
            <p:nvPr/>
          </p:nvSpPr>
          <p:spPr>
            <a:xfrm>
              <a:off x="10479868" y="4995276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78" name="Hexagon 3377">
              <a:extLst>
                <a:ext uri="{FF2B5EF4-FFF2-40B4-BE49-F238E27FC236}">
                  <a16:creationId xmlns:a16="http://schemas.microsoft.com/office/drawing/2014/main" id="{8A094CAB-7477-40F4-8450-27E71F0698F0}"/>
                </a:ext>
              </a:extLst>
            </p:cNvPr>
            <p:cNvSpPr/>
            <p:nvPr/>
          </p:nvSpPr>
          <p:spPr>
            <a:xfrm>
              <a:off x="9053535" y="996178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2" name="Hexagon 3381">
              <a:extLst>
                <a:ext uri="{FF2B5EF4-FFF2-40B4-BE49-F238E27FC236}">
                  <a16:creationId xmlns:a16="http://schemas.microsoft.com/office/drawing/2014/main" id="{C0D02F6B-AA13-4EF8-89A6-2FD46B060BEA}"/>
                </a:ext>
              </a:extLst>
            </p:cNvPr>
            <p:cNvSpPr/>
            <p:nvPr/>
          </p:nvSpPr>
          <p:spPr>
            <a:xfrm>
              <a:off x="12152596" y="1097745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6" name="Hexagon 3385">
              <a:extLst>
                <a:ext uri="{FF2B5EF4-FFF2-40B4-BE49-F238E27FC236}">
                  <a16:creationId xmlns:a16="http://schemas.microsoft.com/office/drawing/2014/main" id="{213C715F-92EE-40A3-8FDC-1B9ED4D8CCA0}"/>
                </a:ext>
              </a:extLst>
            </p:cNvPr>
            <p:cNvSpPr/>
            <p:nvPr/>
          </p:nvSpPr>
          <p:spPr>
            <a:xfrm>
              <a:off x="11413089" y="6664737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7" name="Hexagon 3386">
              <a:extLst>
                <a:ext uri="{FF2B5EF4-FFF2-40B4-BE49-F238E27FC236}">
                  <a16:creationId xmlns:a16="http://schemas.microsoft.com/office/drawing/2014/main" id="{44781C6B-3476-42A2-8FE9-963E0658D03C}"/>
                </a:ext>
              </a:extLst>
            </p:cNvPr>
            <p:cNvSpPr/>
            <p:nvPr/>
          </p:nvSpPr>
          <p:spPr>
            <a:xfrm>
              <a:off x="12152596" y="6007178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88" name="Hexagon 3387">
              <a:extLst>
                <a:ext uri="{FF2B5EF4-FFF2-40B4-BE49-F238E27FC236}">
                  <a16:creationId xmlns:a16="http://schemas.microsoft.com/office/drawing/2014/main" id="{EC906438-9D69-4912-86D1-279A0B124005}"/>
                </a:ext>
              </a:extLst>
            </p:cNvPr>
            <p:cNvSpPr/>
            <p:nvPr/>
          </p:nvSpPr>
          <p:spPr>
            <a:xfrm>
              <a:off x="11212335" y="5831624"/>
              <a:ext cx="314299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0" name="商人" hidden="1">
            <a:extLst>
              <a:ext uri="{FF2B5EF4-FFF2-40B4-BE49-F238E27FC236}">
                <a16:creationId xmlns:a16="http://schemas.microsoft.com/office/drawing/2014/main" id="{E47B77E9-9C37-4403-9BDC-DB2EB7E0A0F8}"/>
              </a:ext>
            </a:extLst>
          </p:cNvPr>
          <p:cNvGrpSpPr/>
          <p:nvPr/>
        </p:nvGrpSpPr>
        <p:grpSpPr>
          <a:xfrm>
            <a:off x="532854" y="762124"/>
            <a:ext cx="11907731" cy="9179812"/>
            <a:chOff x="559164" y="2503839"/>
            <a:chExt cx="11907731" cy="9179812"/>
          </a:xfrm>
        </p:grpSpPr>
        <p:sp>
          <p:nvSpPr>
            <p:cNvPr id="3394" name="Hexagon 3393">
              <a:extLst>
                <a:ext uri="{FF2B5EF4-FFF2-40B4-BE49-F238E27FC236}">
                  <a16:creationId xmlns:a16="http://schemas.microsoft.com/office/drawing/2014/main" id="{41621ACC-A0CB-48B1-ADD8-9016AAA0A044}"/>
                </a:ext>
              </a:extLst>
            </p:cNvPr>
            <p:cNvSpPr/>
            <p:nvPr/>
          </p:nvSpPr>
          <p:spPr>
            <a:xfrm>
              <a:off x="5513754" y="250383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54" name="Hexagon 3353">
              <a:extLst>
                <a:ext uri="{FF2B5EF4-FFF2-40B4-BE49-F238E27FC236}">
                  <a16:creationId xmlns:a16="http://schemas.microsoft.com/office/drawing/2014/main" id="{AE6F1E6A-F322-4A26-91D6-810E523CFE3E}"/>
                </a:ext>
              </a:extLst>
            </p:cNvPr>
            <p:cNvSpPr/>
            <p:nvPr/>
          </p:nvSpPr>
          <p:spPr>
            <a:xfrm>
              <a:off x="5727701" y="110624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5" name="Hexagon 3354">
              <a:extLst>
                <a:ext uri="{FF2B5EF4-FFF2-40B4-BE49-F238E27FC236}">
                  <a16:creationId xmlns:a16="http://schemas.microsoft.com/office/drawing/2014/main" id="{2B3C4C32-CEBA-489F-A00A-25D8A86475FB}"/>
                </a:ext>
              </a:extLst>
            </p:cNvPr>
            <p:cNvSpPr/>
            <p:nvPr/>
          </p:nvSpPr>
          <p:spPr>
            <a:xfrm>
              <a:off x="4562476" y="109774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6" name="Hexagon 3355">
              <a:extLst>
                <a:ext uri="{FF2B5EF4-FFF2-40B4-BE49-F238E27FC236}">
                  <a16:creationId xmlns:a16="http://schemas.microsoft.com/office/drawing/2014/main" id="{5AC308C0-1869-40A7-B43D-6B612DD59A27}"/>
                </a:ext>
              </a:extLst>
            </p:cNvPr>
            <p:cNvSpPr/>
            <p:nvPr/>
          </p:nvSpPr>
          <p:spPr>
            <a:xfrm>
              <a:off x="2895601" y="112413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7" name="Hexagon 3356">
              <a:extLst>
                <a:ext uri="{FF2B5EF4-FFF2-40B4-BE49-F238E27FC236}">
                  <a16:creationId xmlns:a16="http://schemas.microsoft.com/office/drawing/2014/main" id="{04992537-296E-48AC-A689-673963ABC37C}"/>
                </a:ext>
              </a:extLst>
            </p:cNvPr>
            <p:cNvSpPr/>
            <p:nvPr/>
          </p:nvSpPr>
          <p:spPr>
            <a:xfrm>
              <a:off x="2425701" y="1032691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8" name="Hexagon 3357">
              <a:extLst>
                <a:ext uri="{FF2B5EF4-FFF2-40B4-BE49-F238E27FC236}">
                  <a16:creationId xmlns:a16="http://schemas.microsoft.com/office/drawing/2014/main" id="{88C1BC47-6B37-45C9-958A-ADA8DA3D1E89}"/>
                </a:ext>
              </a:extLst>
            </p:cNvPr>
            <p:cNvSpPr/>
            <p:nvPr/>
          </p:nvSpPr>
          <p:spPr>
            <a:xfrm>
              <a:off x="1003685" y="998083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9" name="Hexagon 3358">
              <a:extLst>
                <a:ext uri="{FF2B5EF4-FFF2-40B4-BE49-F238E27FC236}">
                  <a16:creationId xmlns:a16="http://schemas.microsoft.com/office/drawing/2014/main" id="{076DE36B-18A2-4101-9358-F0B0686256E6}"/>
                </a:ext>
              </a:extLst>
            </p:cNvPr>
            <p:cNvSpPr/>
            <p:nvPr/>
          </p:nvSpPr>
          <p:spPr>
            <a:xfrm>
              <a:off x="775084" y="91489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0" name="Hexagon 3359">
              <a:extLst>
                <a:ext uri="{FF2B5EF4-FFF2-40B4-BE49-F238E27FC236}">
                  <a16:creationId xmlns:a16="http://schemas.microsoft.com/office/drawing/2014/main" id="{AE1315B6-6887-4E67-A447-06F2D9684038}"/>
                </a:ext>
              </a:extLst>
            </p:cNvPr>
            <p:cNvSpPr/>
            <p:nvPr/>
          </p:nvSpPr>
          <p:spPr>
            <a:xfrm>
              <a:off x="1737109" y="840286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1" name="Hexagon 3360">
              <a:extLst>
                <a:ext uri="{FF2B5EF4-FFF2-40B4-BE49-F238E27FC236}">
                  <a16:creationId xmlns:a16="http://schemas.microsoft.com/office/drawing/2014/main" id="{4E6850D3-68FA-4224-9932-0E736DBABF6D}"/>
                </a:ext>
              </a:extLst>
            </p:cNvPr>
            <p:cNvSpPr/>
            <p:nvPr/>
          </p:nvSpPr>
          <p:spPr>
            <a:xfrm>
              <a:off x="2670559" y="82091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2" name="Hexagon 3361">
              <a:extLst>
                <a:ext uri="{FF2B5EF4-FFF2-40B4-BE49-F238E27FC236}">
                  <a16:creationId xmlns:a16="http://schemas.microsoft.com/office/drawing/2014/main" id="{D95E44F7-1420-45A0-A338-1FCB61CFC333}"/>
                </a:ext>
              </a:extLst>
            </p:cNvPr>
            <p:cNvSpPr/>
            <p:nvPr/>
          </p:nvSpPr>
          <p:spPr>
            <a:xfrm>
              <a:off x="3858009" y="720588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3" name="Hexagon 3362">
              <a:extLst>
                <a:ext uri="{FF2B5EF4-FFF2-40B4-BE49-F238E27FC236}">
                  <a16:creationId xmlns:a16="http://schemas.microsoft.com/office/drawing/2014/main" id="{FCD09507-1AAE-4972-B0D5-05C44F85CF38}"/>
                </a:ext>
              </a:extLst>
            </p:cNvPr>
            <p:cNvSpPr/>
            <p:nvPr/>
          </p:nvSpPr>
          <p:spPr>
            <a:xfrm>
              <a:off x="559164" y="7193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64" name="Hexagon 3363">
              <a:extLst>
                <a:ext uri="{FF2B5EF4-FFF2-40B4-BE49-F238E27FC236}">
                  <a16:creationId xmlns:a16="http://schemas.microsoft.com/office/drawing/2014/main" id="{AA5D0C0B-5ACA-4377-90A1-304F9767E4EA}"/>
                </a:ext>
              </a:extLst>
            </p:cNvPr>
            <p:cNvSpPr/>
            <p:nvPr/>
          </p:nvSpPr>
          <p:spPr>
            <a:xfrm>
              <a:off x="1255414" y="617718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5" name="Hexagon 3364">
              <a:extLst>
                <a:ext uri="{FF2B5EF4-FFF2-40B4-BE49-F238E27FC236}">
                  <a16:creationId xmlns:a16="http://schemas.microsoft.com/office/drawing/2014/main" id="{3645EA21-6432-422C-9202-75F42CC246D7}"/>
                </a:ext>
              </a:extLst>
            </p:cNvPr>
            <p:cNvSpPr/>
            <p:nvPr/>
          </p:nvSpPr>
          <p:spPr>
            <a:xfrm>
              <a:off x="3147714" y="56382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6" name="Hexagon 3365">
              <a:extLst>
                <a:ext uri="{FF2B5EF4-FFF2-40B4-BE49-F238E27FC236}">
                  <a16:creationId xmlns:a16="http://schemas.microsoft.com/office/drawing/2014/main" id="{B84CD310-D04B-4D73-8053-B28CD6B539C3}"/>
                </a:ext>
              </a:extLst>
            </p:cNvPr>
            <p:cNvSpPr/>
            <p:nvPr/>
          </p:nvSpPr>
          <p:spPr>
            <a:xfrm>
              <a:off x="1706264" y="4885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7" name="Hexagon 3366">
              <a:extLst>
                <a:ext uri="{FF2B5EF4-FFF2-40B4-BE49-F238E27FC236}">
                  <a16:creationId xmlns:a16="http://schemas.microsoft.com/office/drawing/2014/main" id="{969264D9-A24A-4E2B-B8C9-8725F8025168}"/>
                </a:ext>
              </a:extLst>
            </p:cNvPr>
            <p:cNvSpPr/>
            <p:nvPr/>
          </p:nvSpPr>
          <p:spPr>
            <a:xfrm>
              <a:off x="2409826" y="35110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8" name="Hexagon 3367">
              <a:extLst>
                <a:ext uri="{FF2B5EF4-FFF2-40B4-BE49-F238E27FC236}">
                  <a16:creationId xmlns:a16="http://schemas.microsoft.com/office/drawing/2014/main" id="{8CDB71A2-7073-4DC4-97BB-31D811DD73E0}"/>
                </a:ext>
              </a:extLst>
            </p:cNvPr>
            <p:cNvSpPr/>
            <p:nvPr/>
          </p:nvSpPr>
          <p:spPr>
            <a:xfrm>
              <a:off x="775084" y="305527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69" name="Hexagon 3368">
              <a:extLst>
                <a:ext uri="{FF2B5EF4-FFF2-40B4-BE49-F238E27FC236}">
                  <a16:creationId xmlns:a16="http://schemas.microsoft.com/office/drawing/2014/main" id="{54156A7C-99DB-49AB-9518-3243A9F5CE44}"/>
                </a:ext>
              </a:extLst>
            </p:cNvPr>
            <p:cNvSpPr/>
            <p:nvPr/>
          </p:nvSpPr>
          <p:spPr>
            <a:xfrm>
              <a:off x="4314826" y="5009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0" name="Hexagon 3369">
              <a:extLst>
                <a:ext uri="{FF2B5EF4-FFF2-40B4-BE49-F238E27FC236}">
                  <a16:creationId xmlns:a16="http://schemas.microsoft.com/office/drawing/2014/main" id="{D578268D-EF24-40CE-A77E-B4DEE4A19FAD}"/>
                </a:ext>
              </a:extLst>
            </p:cNvPr>
            <p:cNvSpPr/>
            <p:nvPr/>
          </p:nvSpPr>
          <p:spPr>
            <a:xfrm>
              <a:off x="5268614" y="42666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1" name="Hexagon 3370">
              <a:extLst>
                <a:ext uri="{FF2B5EF4-FFF2-40B4-BE49-F238E27FC236}">
                  <a16:creationId xmlns:a16="http://schemas.microsoft.com/office/drawing/2014/main" id="{A33B45A3-C603-4D24-8595-22CE4A65A06F}"/>
                </a:ext>
              </a:extLst>
            </p:cNvPr>
            <p:cNvSpPr/>
            <p:nvPr/>
          </p:nvSpPr>
          <p:spPr>
            <a:xfrm>
              <a:off x="5055889" y="5647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2" name="Hexagon 3371">
              <a:extLst>
                <a:ext uri="{FF2B5EF4-FFF2-40B4-BE49-F238E27FC236}">
                  <a16:creationId xmlns:a16="http://schemas.microsoft.com/office/drawing/2014/main" id="{EB836A19-E5D8-447D-9310-4025BEE0CEA1}"/>
                </a:ext>
              </a:extLst>
            </p:cNvPr>
            <p:cNvSpPr/>
            <p:nvPr/>
          </p:nvSpPr>
          <p:spPr>
            <a:xfrm>
              <a:off x="4791055" y="923399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3" name="Hexagon 3372">
              <a:extLst>
                <a:ext uri="{FF2B5EF4-FFF2-40B4-BE49-F238E27FC236}">
                  <a16:creationId xmlns:a16="http://schemas.microsoft.com/office/drawing/2014/main" id="{122B112D-FD7E-4288-BF3E-DF9DF735D43B}"/>
                </a:ext>
              </a:extLst>
            </p:cNvPr>
            <p:cNvSpPr/>
            <p:nvPr/>
          </p:nvSpPr>
          <p:spPr>
            <a:xfrm>
              <a:off x="6219805" y="94103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4" name="Hexagon 3373">
              <a:extLst>
                <a:ext uri="{FF2B5EF4-FFF2-40B4-BE49-F238E27FC236}">
                  <a16:creationId xmlns:a16="http://schemas.microsoft.com/office/drawing/2014/main" id="{04DA6F5A-7215-4A8C-89F9-30A2E7731CFD}"/>
                </a:ext>
              </a:extLst>
            </p:cNvPr>
            <p:cNvSpPr/>
            <p:nvPr/>
          </p:nvSpPr>
          <p:spPr>
            <a:xfrm>
              <a:off x="5499080" y="9699276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5" name="Hexagon 3374">
              <a:extLst>
                <a:ext uri="{FF2B5EF4-FFF2-40B4-BE49-F238E27FC236}">
                  <a16:creationId xmlns:a16="http://schemas.microsoft.com/office/drawing/2014/main" id="{A2A34EF7-C136-4624-85CD-A17E99F3C133}"/>
                </a:ext>
              </a:extLst>
            </p:cNvPr>
            <p:cNvSpPr/>
            <p:nvPr/>
          </p:nvSpPr>
          <p:spPr>
            <a:xfrm>
              <a:off x="8112105" y="1069305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6" name="Hexagon 3375">
              <a:extLst>
                <a:ext uri="{FF2B5EF4-FFF2-40B4-BE49-F238E27FC236}">
                  <a16:creationId xmlns:a16="http://schemas.microsoft.com/office/drawing/2014/main" id="{D98AC9A1-E801-43CB-8E74-C1BC115D4DA4}"/>
                </a:ext>
              </a:extLst>
            </p:cNvPr>
            <p:cNvSpPr/>
            <p:nvPr/>
          </p:nvSpPr>
          <p:spPr>
            <a:xfrm>
              <a:off x="9778980" y="10056317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7" name="Hexagon 3376">
              <a:extLst>
                <a:ext uri="{FF2B5EF4-FFF2-40B4-BE49-F238E27FC236}">
                  <a16:creationId xmlns:a16="http://schemas.microsoft.com/office/drawing/2014/main" id="{78534ED4-6583-4948-A0FD-ACBC78D971F9}"/>
                </a:ext>
              </a:extLst>
            </p:cNvPr>
            <p:cNvSpPr/>
            <p:nvPr/>
          </p:nvSpPr>
          <p:spPr>
            <a:xfrm>
              <a:off x="8578830" y="92149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79" name="Hexagon 3378">
              <a:extLst>
                <a:ext uri="{FF2B5EF4-FFF2-40B4-BE49-F238E27FC236}">
                  <a16:creationId xmlns:a16="http://schemas.microsoft.com/office/drawing/2014/main" id="{D4249A42-B8F6-4A2D-ACB1-0AF5911364F9}"/>
                </a:ext>
              </a:extLst>
            </p:cNvPr>
            <p:cNvSpPr/>
            <p:nvPr/>
          </p:nvSpPr>
          <p:spPr>
            <a:xfrm>
              <a:off x="9778980" y="115136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0" name="Hexagon 3379">
              <a:extLst>
                <a:ext uri="{FF2B5EF4-FFF2-40B4-BE49-F238E27FC236}">
                  <a16:creationId xmlns:a16="http://schemas.microsoft.com/office/drawing/2014/main" id="{E2B65B60-6E12-4EAD-81F4-9AEB6A9DFC82}"/>
                </a:ext>
              </a:extLst>
            </p:cNvPr>
            <p:cNvSpPr/>
            <p:nvPr/>
          </p:nvSpPr>
          <p:spPr>
            <a:xfrm>
              <a:off x="11661755" y="11513641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1" name="Hexagon 3380">
              <a:extLst>
                <a:ext uri="{FF2B5EF4-FFF2-40B4-BE49-F238E27FC236}">
                  <a16:creationId xmlns:a16="http://schemas.microsoft.com/office/drawing/2014/main" id="{F9B129FE-660D-406E-9E3A-0E92CDCE1BD4}"/>
                </a:ext>
              </a:extLst>
            </p:cNvPr>
            <p:cNvSpPr/>
            <p:nvPr/>
          </p:nvSpPr>
          <p:spPr>
            <a:xfrm>
              <a:off x="12157055" y="10421442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3" name="Hexagon 3382">
              <a:extLst>
                <a:ext uri="{FF2B5EF4-FFF2-40B4-BE49-F238E27FC236}">
                  <a16:creationId xmlns:a16="http://schemas.microsoft.com/office/drawing/2014/main" id="{193DE89B-6EE0-48EF-B114-749640DE4A00}"/>
                </a:ext>
              </a:extLst>
            </p:cNvPr>
            <p:cNvSpPr/>
            <p:nvPr/>
          </p:nvSpPr>
          <p:spPr>
            <a:xfrm>
              <a:off x="10960080" y="959306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4" name="Hexagon 3383">
              <a:extLst>
                <a:ext uri="{FF2B5EF4-FFF2-40B4-BE49-F238E27FC236}">
                  <a16:creationId xmlns:a16="http://schemas.microsoft.com/office/drawing/2014/main" id="{248F4B32-E06D-4CE3-A67B-FB0DC03BC542}"/>
                </a:ext>
              </a:extLst>
            </p:cNvPr>
            <p:cNvSpPr/>
            <p:nvPr/>
          </p:nvSpPr>
          <p:spPr>
            <a:xfrm>
              <a:off x="9778980" y="765313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5" name="Hexagon 3384">
              <a:extLst>
                <a:ext uri="{FF2B5EF4-FFF2-40B4-BE49-F238E27FC236}">
                  <a16:creationId xmlns:a16="http://schemas.microsoft.com/office/drawing/2014/main" id="{6A8FD43D-73AC-4431-92A6-3A60DBA294C4}"/>
                </a:ext>
              </a:extLst>
            </p:cNvPr>
            <p:cNvSpPr/>
            <p:nvPr/>
          </p:nvSpPr>
          <p:spPr>
            <a:xfrm>
              <a:off x="11912580" y="7568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89" name="Hexagon 3388">
              <a:extLst>
                <a:ext uri="{FF2B5EF4-FFF2-40B4-BE49-F238E27FC236}">
                  <a16:creationId xmlns:a16="http://schemas.microsoft.com/office/drawing/2014/main" id="{77AB97A7-C178-40C1-B456-4E658DC1E075}"/>
                </a:ext>
              </a:extLst>
            </p:cNvPr>
            <p:cNvSpPr/>
            <p:nvPr/>
          </p:nvSpPr>
          <p:spPr>
            <a:xfrm>
              <a:off x="12157055" y="5638298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0" name="Hexagon 3389">
              <a:extLst>
                <a:ext uri="{FF2B5EF4-FFF2-40B4-BE49-F238E27FC236}">
                  <a16:creationId xmlns:a16="http://schemas.microsoft.com/office/drawing/2014/main" id="{6AC4D317-5641-4AC3-8D89-01E8BF6BE8E7}"/>
                </a:ext>
              </a:extLst>
            </p:cNvPr>
            <p:cNvSpPr/>
            <p:nvPr/>
          </p:nvSpPr>
          <p:spPr>
            <a:xfrm>
              <a:off x="12157055" y="4351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1" name="Hexagon 3390">
              <a:extLst>
                <a:ext uri="{FF2B5EF4-FFF2-40B4-BE49-F238E27FC236}">
                  <a16:creationId xmlns:a16="http://schemas.microsoft.com/office/drawing/2014/main" id="{CF50F961-9375-4E8A-BE27-594DB29820F3}"/>
                </a:ext>
              </a:extLst>
            </p:cNvPr>
            <p:cNvSpPr/>
            <p:nvPr/>
          </p:nvSpPr>
          <p:spPr>
            <a:xfrm>
              <a:off x="10960080" y="371670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2" name="Hexagon 3391">
              <a:extLst>
                <a:ext uri="{FF2B5EF4-FFF2-40B4-BE49-F238E27FC236}">
                  <a16:creationId xmlns:a16="http://schemas.microsoft.com/office/drawing/2014/main" id="{E4F5884C-765E-48A1-B885-36413EA3CAAC}"/>
                </a:ext>
              </a:extLst>
            </p:cNvPr>
            <p:cNvSpPr/>
            <p:nvPr/>
          </p:nvSpPr>
          <p:spPr>
            <a:xfrm>
              <a:off x="11911851" y="298998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3" name="Hexagon 3392">
              <a:extLst>
                <a:ext uri="{FF2B5EF4-FFF2-40B4-BE49-F238E27FC236}">
                  <a16:creationId xmlns:a16="http://schemas.microsoft.com/office/drawing/2014/main" id="{4B48B8C6-A52D-44CF-B32B-71A9FB36A46E}"/>
                </a:ext>
              </a:extLst>
            </p:cNvPr>
            <p:cNvSpPr/>
            <p:nvPr/>
          </p:nvSpPr>
          <p:spPr>
            <a:xfrm>
              <a:off x="8112105" y="280026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5" name="Hexagon 3394">
              <a:extLst>
                <a:ext uri="{FF2B5EF4-FFF2-40B4-BE49-F238E27FC236}">
                  <a16:creationId xmlns:a16="http://schemas.microsoft.com/office/drawing/2014/main" id="{B87441BB-85F5-4ADA-AED0-D8BDD30E44FC}"/>
                </a:ext>
              </a:extLst>
            </p:cNvPr>
            <p:cNvSpPr/>
            <p:nvPr/>
          </p:nvSpPr>
          <p:spPr>
            <a:xfrm>
              <a:off x="5513268" y="324512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6" name="Hexagon 3395">
              <a:extLst>
                <a:ext uri="{FF2B5EF4-FFF2-40B4-BE49-F238E27FC236}">
                  <a16:creationId xmlns:a16="http://schemas.microsoft.com/office/drawing/2014/main" id="{A1468557-3373-4EF3-9522-2496C7A632FE}"/>
                </a:ext>
              </a:extLst>
            </p:cNvPr>
            <p:cNvSpPr/>
            <p:nvPr/>
          </p:nvSpPr>
          <p:spPr>
            <a:xfrm>
              <a:off x="6937355" y="418169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7" name="Hexagon 3396">
              <a:extLst>
                <a:ext uri="{FF2B5EF4-FFF2-40B4-BE49-F238E27FC236}">
                  <a16:creationId xmlns:a16="http://schemas.microsoft.com/office/drawing/2014/main" id="{1EC6B790-09EA-435F-A1FA-128A3033C772}"/>
                </a:ext>
              </a:extLst>
            </p:cNvPr>
            <p:cNvSpPr/>
            <p:nvPr/>
          </p:nvSpPr>
          <p:spPr>
            <a:xfrm>
              <a:off x="10475893" y="6466973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615" dirty="0"/>
                <a:t> </a:t>
              </a:r>
            </a:p>
          </p:txBody>
        </p:sp>
        <p:sp>
          <p:nvSpPr>
            <p:cNvPr id="3398" name="Hexagon 3397">
              <a:extLst>
                <a:ext uri="{FF2B5EF4-FFF2-40B4-BE49-F238E27FC236}">
                  <a16:creationId xmlns:a16="http://schemas.microsoft.com/office/drawing/2014/main" id="{CCA6A1B0-233E-4767-B439-EA856E271ACC}"/>
                </a:ext>
              </a:extLst>
            </p:cNvPr>
            <p:cNvSpPr/>
            <p:nvPr/>
          </p:nvSpPr>
          <p:spPr>
            <a:xfrm>
              <a:off x="1003684" y="1072855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5" name="大boss" hidden="1">
            <a:extLst>
              <a:ext uri="{FF2B5EF4-FFF2-40B4-BE49-F238E27FC236}">
                <a16:creationId xmlns:a16="http://schemas.microsoft.com/office/drawing/2014/main" id="{31DA0B06-CB9B-47AE-9CA6-5A1DB80336DA}"/>
              </a:ext>
            </a:extLst>
          </p:cNvPr>
          <p:cNvGrpSpPr/>
          <p:nvPr/>
        </p:nvGrpSpPr>
        <p:grpSpPr>
          <a:xfrm>
            <a:off x="6453873" y="2147733"/>
            <a:ext cx="2882088" cy="4309525"/>
            <a:chOff x="6453873" y="2147733"/>
            <a:chExt cx="2882088" cy="4309525"/>
          </a:xfrm>
        </p:grpSpPr>
        <p:sp>
          <p:nvSpPr>
            <p:cNvPr id="1594" name="Hexagon 159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7636412" y="2147733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6" name="Hexagon 1595">
              <a:extLst>
                <a:ext uri="{FF2B5EF4-FFF2-40B4-BE49-F238E27FC236}">
                  <a16:creationId xmlns:a16="http://schemas.microsoft.com/office/drawing/2014/main" id="{AE367959-DE8E-47D5-B217-BFC2FCD4E439}"/>
                </a:ext>
              </a:extLst>
            </p:cNvPr>
            <p:cNvSpPr/>
            <p:nvPr/>
          </p:nvSpPr>
          <p:spPr>
            <a:xfrm>
              <a:off x="9053440" y="3626842"/>
              <a:ext cx="282521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5" name="Hexagon 1594">
              <a:extLst>
                <a:ext uri="{FF2B5EF4-FFF2-40B4-BE49-F238E27FC236}">
                  <a16:creationId xmlns:a16="http://schemas.microsoft.com/office/drawing/2014/main" id="{F41B0ED9-426A-4C64-A572-776F78275A72}"/>
                </a:ext>
              </a:extLst>
            </p:cNvPr>
            <p:cNvSpPr/>
            <p:nvPr/>
          </p:nvSpPr>
          <p:spPr>
            <a:xfrm>
              <a:off x="6453873" y="6287251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04" name="小boss" hidden="1">
            <a:extLst>
              <a:ext uri="{FF2B5EF4-FFF2-40B4-BE49-F238E27FC236}">
                <a16:creationId xmlns:a16="http://schemas.microsoft.com/office/drawing/2014/main" id="{4E466C59-AF0F-47F0-A37C-63F0F9DA34DA}"/>
              </a:ext>
            </a:extLst>
          </p:cNvPr>
          <p:cNvGrpSpPr/>
          <p:nvPr/>
        </p:nvGrpSpPr>
        <p:grpSpPr>
          <a:xfrm>
            <a:off x="3097273" y="1494431"/>
            <a:ext cx="8839781" cy="7729049"/>
            <a:chOff x="3123583" y="3236146"/>
            <a:chExt cx="8839781" cy="7729049"/>
          </a:xfrm>
        </p:grpSpPr>
        <p:sp>
          <p:nvSpPr>
            <p:cNvPr id="3399" name="Hexagon 3398">
              <a:extLst>
                <a:ext uri="{FF2B5EF4-FFF2-40B4-BE49-F238E27FC236}">
                  <a16:creationId xmlns:a16="http://schemas.microsoft.com/office/drawing/2014/main" id="{28BE68C2-DB1F-412E-9D41-39795B25170D}"/>
                </a:ext>
              </a:extLst>
            </p:cNvPr>
            <p:cNvSpPr/>
            <p:nvPr/>
          </p:nvSpPr>
          <p:spPr>
            <a:xfrm>
              <a:off x="6722604" y="9412633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0" name="Hexagon 3399">
              <a:extLst>
                <a:ext uri="{FF2B5EF4-FFF2-40B4-BE49-F238E27FC236}">
                  <a16:creationId xmlns:a16="http://schemas.microsoft.com/office/drawing/2014/main" id="{5CE2FD33-88DA-447D-AFC7-6FA69749E039}"/>
                </a:ext>
              </a:extLst>
            </p:cNvPr>
            <p:cNvSpPr/>
            <p:nvPr/>
          </p:nvSpPr>
          <p:spPr>
            <a:xfrm>
              <a:off x="11680843" y="1079518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1" name="Hexagon 3400">
              <a:extLst>
                <a:ext uri="{FF2B5EF4-FFF2-40B4-BE49-F238E27FC236}">
                  <a16:creationId xmlns:a16="http://schemas.microsoft.com/office/drawing/2014/main" id="{30E5375C-7F1D-4009-886C-16C49F18318A}"/>
                </a:ext>
              </a:extLst>
            </p:cNvPr>
            <p:cNvSpPr/>
            <p:nvPr/>
          </p:nvSpPr>
          <p:spPr>
            <a:xfrm>
              <a:off x="3617930" y="693946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2" name="Hexagon 3401">
              <a:extLst>
                <a:ext uri="{FF2B5EF4-FFF2-40B4-BE49-F238E27FC236}">
                  <a16:creationId xmlns:a16="http://schemas.microsoft.com/office/drawing/2014/main" id="{809D9777-4977-49C9-989D-75EDAE118FC7}"/>
                </a:ext>
              </a:extLst>
            </p:cNvPr>
            <p:cNvSpPr/>
            <p:nvPr/>
          </p:nvSpPr>
          <p:spPr>
            <a:xfrm>
              <a:off x="3123583" y="3236146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0" name="6" hidden="1">
            <a:extLst>
              <a:ext uri="{FF2B5EF4-FFF2-40B4-BE49-F238E27FC236}">
                <a16:creationId xmlns:a16="http://schemas.microsoft.com/office/drawing/2014/main" id="{7AF3FE19-AAB8-4E43-8EBC-F68CE04FEF12}"/>
              </a:ext>
            </a:extLst>
          </p:cNvPr>
          <p:cNvGrpSpPr/>
          <p:nvPr/>
        </p:nvGrpSpPr>
        <p:grpSpPr>
          <a:xfrm>
            <a:off x="4538692" y="2897254"/>
            <a:ext cx="5764998" cy="4206323"/>
            <a:chOff x="4538692" y="2897254"/>
            <a:chExt cx="5764998" cy="4206323"/>
          </a:xfrm>
        </p:grpSpPr>
        <p:sp>
          <p:nvSpPr>
            <p:cNvPr id="1157" name="Hexagon 1156">
              <a:extLst>
                <a:ext uri="{FF2B5EF4-FFF2-40B4-BE49-F238E27FC236}">
                  <a16:creationId xmlns:a16="http://schemas.microsoft.com/office/drawing/2014/main" id="{AAF21593-9CDD-4728-96D0-768254FA9B07}"/>
                </a:ext>
              </a:extLst>
            </p:cNvPr>
            <p:cNvSpPr/>
            <p:nvPr/>
          </p:nvSpPr>
          <p:spPr>
            <a:xfrm>
              <a:off x="8565164" y="2897254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E8075D6-2532-46CA-9859-221250088FDB}"/>
                </a:ext>
              </a:extLst>
            </p:cNvPr>
            <p:cNvSpPr/>
            <p:nvPr/>
          </p:nvSpPr>
          <p:spPr>
            <a:xfrm>
              <a:off x="8808052" y="2983343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F83E5879-A281-4B08-A87C-EC99FEBBB975}"/>
                </a:ext>
              </a:extLst>
            </p:cNvPr>
            <p:cNvSpPr/>
            <p:nvPr/>
          </p:nvSpPr>
          <p:spPr>
            <a:xfrm>
              <a:off x="8565164" y="3076575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BD0C86AD-9ADB-4E21-80CA-B712051AD124}"/>
                </a:ext>
              </a:extLst>
            </p:cNvPr>
            <p:cNvSpPr/>
            <p:nvPr/>
          </p:nvSpPr>
          <p:spPr>
            <a:xfrm>
              <a:off x="8322275" y="31637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76C53365-DD50-47F5-A6C8-82830F15ABE5}"/>
                </a:ext>
              </a:extLst>
            </p:cNvPr>
            <p:cNvSpPr/>
            <p:nvPr/>
          </p:nvSpPr>
          <p:spPr>
            <a:xfrm>
              <a:off x="8565164" y="32546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D9AC4A86-7799-472C-9B11-E4883833F96A}"/>
                </a:ext>
              </a:extLst>
            </p:cNvPr>
            <p:cNvSpPr/>
            <p:nvPr/>
          </p:nvSpPr>
          <p:spPr>
            <a:xfrm>
              <a:off x="8322275" y="3344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3B19D780-08A6-4C8C-95F4-EB2C96C441F5}"/>
                </a:ext>
              </a:extLst>
            </p:cNvPr>
            <p:cNvSpPr/>
            <p:nvPr/>
          </p:nvSpPr>
          <p:spPr>
            <a:xfrm>
              <a:off x="8560401" y="34302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F2AC28D7-29F5-4CAB-9CE1-A6EED8028993}"/>
                </a:ext>
              </a:extLst>
            </p:cNvPr>
            <p:cNvSpPr/>
            <p:nvPr/>
          </p:nvSpPr>
          <p:spPr>
            <a:xfrm>
              <a:off x="8803290" y="3165408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4AAD88C7-FDD0-4523-9311-A3E4DF9F6DB2}"/>
                </a:ext>
              </a:extLst>
            </p:cNvPr>
            <p:cNvSpPr/>
            <p:nvPr/>
          </p:nvSpPr>
          <p:spPr>
            <a:xfrm>
              <a:off x="8803290" y="334344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FD9F0243-F12F-46CD-BEEF-E7A91271F6F6}"/>
                </a:ext>
              </a:extLst>
            </p:cNvPr>
            <p:cNvSpPr/>
            <p:nvPr/>
          </p:nvSpPr>
          <p:spPr>
            <a:xfrm>
              <a:off x="8798527" y="351909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2E042611-1F5F-40FF-AE8A-65640B22BC2A}"/>
                </a:ext>
              </a:extLst>
            </p:cNvPr>
            <p:cNvSpPr/>
            <p:nvPr/>
          </p:nvSpPr>
          <p:spPr>
            <a:xfrm>
              <a:off x="9289068" y="2977109"/>
              <a:ext cx="300230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568BA360-539B-4668-9BAF-40A659A451D8}"/>
                </a:ext>
              </a:extLst>
            </p:cNvPr>
            <p:cNvSpPr/>
            <p:nvPr/>
          </p:nvSpPr>
          <p:spPr>
            <a:xfrm>
              <a:off x="9289068" y="315514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B42A09F4-7CE8-40D6-8A88-E7244DADC0E3}"/>
                </a:ext>
              </a:extLst>
            </p:cNvPr>
            <p:cNvSpPr/>
            <p:nvPr/>
          </p:nvSpPr>
          <p:spPr>
            <a:xfrm>
              <a:off x="9284305" y="33307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58C6B92C-64C7-4409-BE8F-DC77B3F81C4C}"/>
                </a:ext>
              </a:extLst>
            </p:cNvPr>
            <p:cNvSpPr/>
            <p:nvPr/>
          </p:nvSpPr>
          <p:spPr>
            <a:xfrm>
              <a:off x="9527194" y="30591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0E5ABC0F-A478-4C8F-B16C-D3B62B502235}"/>
                </a:ext>
              </a:extLst>
            </p:cNvPr>
            <p:cNvSpPr/>
            <p:nvPr/>
          </p:nvSpPr>
          <p:spPr>
            <a:xfrm>
              <a:off x="9522431" y="323480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8268DA35-B757-443C-B91A-2D4D34D9B673}"/>
                </a:ext>
              </a:extLst>
            </p:cNvPr>
            <p:cNvSpPr/>
            <p:nvPr/>
          </p:nvSpPr>
          <p:spPr>
            <a:xfrm>
              <a:off x="9041416" y="32511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E66B17F0-CF77-4412-B816-207D999734E3}"/>
                </a:ext>
              </a:extLst>
            </p:cNvPr>
            <p:cNvSpPr/>
            <p:nvPr/>
          </p:nvSpPr>
          <p:spPr>
            <a:xfrm>
              <a:off x="9036653" y="34267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37F4BB42-8BCC-40E1-9359-3B6D7597467A}"/>
                </a:ext>
              </a:extLst>
            </p:cNvPr>
            <p:cNvSpPr/>
            <p:nvPr/>
          </p:nvSpPr>
          <p:spPr>
            <a:xfrm>
              <a:off x="9041416" y="435127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72023507-84AB-486B-8FF0-37B28AF5DE24}"/>
                </a:ext>
              </a:extLst>
            </p:cNvPr>
            <p:cNvSpPr/>
            <p:nvPr/>
          </p:nvSpPr>
          <p:spPr>
            <a:xfrm>
              <a:off x="9036653" y="45269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819928C2-8DB3-4D99-A5A2-3445079B893D}"/>
                </a:ext>
              </a:extLst>
            </p:cNvPr>
            <p:cNvSpPr/>
            <p:nvPr/>
          </p:nvSpPr>
          <p:spPr>
            <a:xfrm>
              <a:off x="9281927" y="444726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EC9F22AE-F53E-42A6-B6F0-9593DE170FCC}"/>
                </a:ext>
              </a:extLst>
            </p:cNvPr>
            <p:cNvSpPr/>
            <p:nvPr/>
          </p:nvSpPr>
          <p:spPr>
            <a:xfrm>
              <a:off x="9277164" y="462291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4E631EDF-90DE-4B4E-870D-BF5C0EF25282}"/>
                </a:ext>
              </a:extLst>
            </p:cNvPr>
            <p:cNvSpPr/>
            <p:nvPr/>
          </p:nvSpPr>
          <p:spPr>
            <a:xfrm>
              <a:off x="9281927" y="481490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361FD42E-9612-4614-B32E-AE3BE26E4958}"/>
                </a:ext>
              </a:extLst>
            </p:cNvPr>
            <p:cNvSpPr/>
            <p:nvPr/>
          </p:nvSpPr>
          <p:spPr>
            <a:xfrm>
              <a:off x="9277164" y="499055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B15F2936-2CEC-43D5-A15C-29479C04BCFD}"/>
                </a:ext>
              </a:extLst>
            </p:cNvPr>
            <p:cNvSpPr/>
            <p:nvPr/>
          </p:nvSpPr>
          <p:spPr>
            <a:xfrm>
              <a:off x="9522438" y="471543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9229D222-0E73-4D68-B4DA-42B5F67A7E82}"/>
                </a:ext>
              </a:extLst>
            </p:cNvPr>
            <p:cNvSpPr/>
            <p:nvPr/>
          </p:nvSpPr>
          <p:spPr>
            <a:xfrm>
              <a:off x="9517675" y="489108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198F8D94-24B5-4F27-82AF-4C57C058ED8C}"/>
                </a:ext>
              </a:extLst>
            </p:cNvPr>
            <p:cNvSpPr/>
            <p:nvPr/>
          </p:nvSpPr>
          <p:spPr>
            <a:xfrm>
              <a:off x="9515304" y="50865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6DCEBBD5-5AD8-4898-991C-1733C04D5A05}"/>
                </a:ext>
              </a:extLst>
            </p:cNvPr>
            <p:cNvSpPr/>
            <p:nvPr/>
          </p:nvSpPr>
          <p:spPr>
            <a:xfrm>
              <a:off x="9510541" y="52621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686E5F36-895B-4A71-84E7-6B06F9156437}"/>
                </a:ext>
              </a:extLst>
            </p:cNvPr>
            <p:cNvSpPr/>
            <p:nvPr/>
          </p:nvSpPr>
          <p:spPr>
            <a:xfrm>
              <a:off x="9755805" y="49894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C33E65E8-47FB-4BF5-ABE3-BC1CAC235DF7}"/>
                </a:ext>
              </a:extLst>
            </p:cNvPr>
            <p:cNvSpPr/>
            <p:nvPr/>
          </p:nvSpPr>
          <p:spPr>
            <a:xfrm>
              <a:off x="9751042" y="51651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EF529E82-4301-4127-A320-FFD20D2131E4}"/>
                </a:ext>
              </a:extLst>
            </p:cNvPr>
            <p:cNvSpPr/>
            <p:nvPr/>
          </p:nvSpPr>
          <p:spPr>
            <a:xfrm>
              <a:off x="9279562" y="5368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6BD8AFD4-4204-45D5-B945-76F6AF09C822}"/>
                </a:ext>
              </a:extLst>
            </p:cNvPr>
            <p:cNvSpPr/>
            <p:nvPr/>
          </p:nvSpPr>
          <p:spPr>
            <a:xfrm>
              <a:off x="9274799" y="5543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C42E3E78-A350-4301-BD00-ADD84D155B10}"/>
                </a:ext>
              </a:extLst>
            </p:cNvPr>
            <p:cNvSpPr/>
            <p:nvPr/>
          </p:nvSpPr>
          <p:spPr>
            <a:xfrm>
              <a:off x="9041416" y="56399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82F7900-3139-4B82-94C9-06A765D082C8}"/>
                </a:ext>
              </a:extLst>
            </p:cNvPr>
            <p:cNvSpPr/>
            <p:nvPr/>
          </p:nvSpPr>
          <p:spPr>
            <a:xfrm>
              <a:off x="9036653" y="58155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6" name="Hexagon 3875">
              <a:extLst>
                <a:ext uri="{FF2B5EF4-FFF2-40B4-BE49-F238E27FC236}">
                  <a16:creationId xmlns:a16="http://schemas.microsoft.com/office/drawing/2014/main" id="{9A69E243-1814-47F6-A326-E4399615C55B}"/>
                </a:ext>
              </a:extLst>
            </p:cNvPr>
            <p:cNvSpPr/>
            <p:nvPr/>
          </p:nvSpPr>
          <p:spPr>
            <a:xfrm>
              <a:off x="8567548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F895BEAB-F4B1-4B2E-9503-6F852F0E33F0}"/>
                </a:ext>
              </a:extLst>
            </p:cNvPr>
            <p:cNvSpPr/>
            <p:nvPr/>
          </p:nvSpPr>
          <p:spPr>
            <a:xfrm>
              <a:off x="8562785" y="52671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33EB31E0-D08F-4AEC-809C-97AF608C229C}"/>
                </a:ext>
              </a:extLst>
            </p:cNvPr>
            <p:cNvSpPr/>
            <p:nvPr/>
          </p:nvSpPr>
          <p:spPr>
            <a:xfrm>
              <a:off x="8098153" y="54582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149EA5F4-6F3A-4108-AD6A-C13735DBC45F}"/>
                </a:ext>
              </a:extLst>
            </p:cNvPr>
            <p:cNvSpPr/>
            <p:nvPr/>
          </p:nvSpPr>
          <p:spPr>
            <a:xfrm>
              <a:off x="8093390" y="563387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7EC262A3-3C2B-44FD-BE26-3A5E5C20C2EA}"/>
                </a:ext>
              </a:extLst>
            </p:cNvPr>
            <p:cNvSpPr/>
            <p:nvPr/>
          </p:nvSpPr>
          <p:spPr>
            <a:xfrm>
              <a:off x="7864770" y="5554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894AEA61-DE37-466B-B740-76E43226A994}"/>
                </a:ext>
              </a:extLst>
            </p:cNvPr>
            <p:cNvSpPr/>
            <p:nvPr/>
          </p:nvSpPr>
          <p:spPr>
            <a:xfrm>
              <a:off x="7860007" y="5729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FBA49F12-447F-49FE-9158-0B91CEE2B301}"/>
                </a:ext>
              </a:extLst>
            </p:cNvPr>
            <p:cNvSpPr/>
            <p:nvPr/>
          </p:nvSpPr>
          <p:spPr>
            <a:xfrm>
              <a:off x="8098153" y="60075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39140D8A-9590-4957-B4B7-1EE58E24A889}"/>
                </a:ext>
              </a:extLst>
            </p:cNvPr>
            <p:cNvSpPr/>
            <p:nvPr/>
          </p:nvSpPr>
          <p:spPr>
            <a:xfrm>
              <a:off x="8093390" y="61832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E8777845-431D-4CFE-AC48-5877149012D8}"/>
                </a:ext>
              </a:extLst>
            </p:cNvPr>
            <p:cNvSpPr/>
            <p:nvPr/>
          </p:nvSpPr>
          <p:spPr>
            <a:xfrm>
              <a:off x="7860007" y="592185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3780F280-E99C-43DB-9923-168767131C45}"/>
                </a:ext>
              </a:extLst>
            </p:cNvPr>
            <p:cNvSpPr/>
            <p:nvPr/>
          </p:nvSpPr>
          <p:spPr>
            <a:xfrm>
              <a:off x="7855244" y="609750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B5E4158F-F93E-481B-83CE-AB2FAC77FCA0}"/>
                </a:ext>
              </a:extLst>
            </p:cNvPr>
            <p:cNvSpPr/>
            <p:nvPr/>
          </p:nvSpPr>
          <p:spPr>
            <a:xfrm>
              <a:off x="7864770" y="628898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2B5C3B0E-3934-4FFC-8C0F-49498EA94BC8}"/>
                </a:ext>
              </a:extLst>
            </p:cNvPr>
            <p:cNvSpPr/>
            <p:nvPr/>
          </p:nvSpPr>
          <p:spPr>
            <a:xfrm>
              <a:off x="7860007" y="646463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B5369C01-D8D6-4ABC-868B-1C085FE56489}"/>
                </a:ext>
              </a:extLst>
            </p:cNvPr>
            <p:cNvSpPr/>
            <p:nvPr/>
          </p:nvSpPr>
          <p:spPr>
            <a:xfrm>
              <a:off x="7631387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75765E56-66B1-4E55-99DA-F8E9F443C7B1}"/>
                </a:ext>
              </a:extLst>
            </p:cNvPr>
            <p:cNvSpPr/>
            <p:nvPr/>
          </p:nvSpPr>
          <p:spPr>
            <a:xfrm>
              <a:off x="7626624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315874CF-B01B-431C-A630-3DA78BEDD630}"/>
                </a:ext>
              </a:extLst>
            </p:cNvPr>
            <p:cNvSpPr/>
            <p:nvPr/>
          </p:nvSpPr>
          <p:spPr>
            <a:xfrm>
              <a:off x="7393241" y="60977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9EB8CDAF-5371-4F9D-8340-F58BFDEA6845}"/>
                </a:ext>
              </a:extLst>
            </p:cNvPr>
            <p:cNvSpPr/>
            <p:nvPr/>
          </p:nvSpPr>
          <p:spPr>
            <a:xfrm>
              <a:off x="7388478" y="62733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955F34A-E458-4B45-B8C7-D61468FBED9A}"/>
                </a:ext>
              </a:extLst>
            </p:cNvPr>
            <p:cNvSpPr/>
            <p:nvPr/>
          </p:nvSpPr>
          <p:spPr>
            <a:xfrm>
              <a:off x="6920868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8F8FAE68-A89E-4288-B503-54679E7891A2}"/>
                </a:ext>
              </a:extLst>
            </p:cNvPr>
            <p:cNvSpPr/>
            <p:nvPr/>
          </p:nvSpPr>
          <p:spPr>
            <a:xfrm>
              <a:off x="6916105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7FCC8B1F-5559-4B9C-BFED-56426592D3AC}"/>
                </a:ext>
              </a:extLst>
            </p:cNvPr>
            <p:cNvSpPr/>
            <p:nvPr/>
          </p:nvSpPr>
          <p:spPr>
            <a:xfrm>
              <a:off x="6687094" y="61900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2CA16A2-8779-4EBA-86DD-EF67ACE4DE66}"/>
                </a:ext>
              </a:extLst>
            </p:cNvPr>
            <p:cNvSpPr/>
            <p:nvPr/>
          </p:nvSpPr>
          <p:spPr>
            <a:xfrm>
              <a:off x="6682331" y="63656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96A292E5-3AF4-4ABF-B60F-9C6BA557E078}"/>
                </a:ext>
              </a:extLst>
            </p:cNvPr>
            <p:cNvSpPr/>
            <p:nvPr/>
          </p:nvSpPr>
          <p:spPr>
            <a:xfrm>
              <a:off x="6210349" y="619954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8E8605B3-81C9-4CC3-B6A5-A11A567CE6ED}"/>
                </a:ext>
              </a:extLst>
            </p:cNvPr>
            <p:cNvSpPr/>
            <p:nvPr/>
          </p:nvSpPr>
          <p:spPr>
            <a:xfrm>
              <a:off x="6205586" y="637519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B08F4A42-590F-4B2B-9164-0A4C68339EC8}"/>
                </a:ext>
              </a:extLst>
            </p:cNvPr>
            <p:cNvSpPr/>
            <p:nvPr/>
          </p:nvSpPr>
          <p:spPr>
            <a:xfrm>
              <a:off x="5974163" y="610354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9B4E797A-E117-43E7-9DFC-E55A7777B809}"/>
                </a:ext>
              </a:extLst>
            </p:cNvPr>
            <p:cNvSpPr/>
            <p:nvPr/>
          </p:nvSpPr>
          <p:spPr>
            <a:xfrm>
              <a:off x="5969400" y="62791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5706AD69-A5FD-4105-BA37-92FEB35F985A}"/>
                </a:ext>
              </a:extLst>
            </p:cNvPr>
            <p:cNvSpPr/>
            <p:nvPr/>
          </p:nvSpPr>
          <p:spPr>
            <a:xfrm>
              <a:off x="5969400" y="574234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6169133B-FE8C-408E-B871-12BA3F5B40A8}"/>
                </a:ext>
              </a:extLst>
            </p:cNvPr>
            <p:cNvSpPr/>
            <p:nvPr/>
          </p:nvSpPr>
          <p:spPr>
            <a:xfrm>
              <a:off x="5964637" y="591799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FAED2394-3BE6-41AA-BDF6-D8A04F1D005B}"/>
                </a:ext>
              </a:extLst>
            </p:cNvPr>
            <p:cNvSpPr/>
            <p:nvPr/>
          </p:nvSpPr>
          <p:spPr>
            <a:xfrm>
              <a:off x="5733214" y="63717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A2814D68-5C10-48B4-9B55-60E67192010B}"/>
                </a:ext>
              </a:extLst>
            </p:cNvPr>
            <p:cNvSpPr/>
            <p:nvPr/>
          </p:nvSpPr>
          <p:spPr>
            <a:xfrm>
              <a:off x="5728451" y="654736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3A22A410-8C05-4A8A-A26B-A6EE6A1FC7BB}"/>
                </a:ext>
              </a:extLst>
            </p:cNvPr>
            <p:cNvSpPr/>
            <p:nvPr/>
          </p:nvSpPr>
          <p:spPr>
            <a:xfrm>
              <a:off x="6443732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EC62CEA0-E713-467D-B4CA-F3C23B8519AE}"/>
                </a:ext>
              </a:extLst>
            </p:cNvPr>
            <p:cNvSpPr/>
            <p:nvPr/>
          </p:nvSpPr>
          <p:spPr>
            <a:xfrm>
              <a:off x="6438969" y="665365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A3E70096-0AE8-46F5-9522-103E051F637B}"/>
                </a:ext>
              </a:extLst>
            </p:cNvPr>
            <p:cNvSpPr/>
            <p:nvPr/>
          </p:nvSpPr>
          <p:spPr>
            <a:xfrm>
              <a:off x="6920868" y="665018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EC7A314C-002A-48C0-A716-4BB7BA9219EA}"/>
                </a:ext>
              </a:extLst>
            </p:cNvPr>
            <p:cNvSpPr/>
            <p:nvPr/>
          </p:nvSpPr>
          <p:spPr>
            <a:xfrm>
              <a:off x="6916105" y="682583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FD2F7C1D-3C53-4AB3-91F5-736A191DC0E1}"/>
                </a:ext>
              </a:extLst>
            </p:cNvPr>
            <p:cNvSpPr/>
            <p:nvPr/>
          </p:nvSpPr>
          <p:spPr>
            <a:xfrm>
              <a:off x="7159014" y="65541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5D1EEA02-09BE-4F81-8AF0-FB4782CD91F4}"/>
                </a:ext>
              </a:extLst>
            </p:cNvPr>
            <p:cNvSpPr/>
            <p:nvPr/>
          </p:nvSpPr>
          <p:spPr>
            <a:xfrm>
              <a:off x="7154251" y="672984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6014F808-C297-4277-B187-E54B8DE77669}"/>
                </a:ext>
              </a:extLst>
            </p:cNvPr>
            <p:cNvSpPr/>
            <p:nvPr/>
          </p:nvSpPr>
          <p:spPr>
            <a:xfrm>
              <a:off x="7149597" y="563040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890C8DF4-29FA-44FF-BA98-5774556BA344}"/>
                </a:ext>
              </a:extLst>
            </p:cNvPr>
            <p:cNvSpPr/>
            <p:nvPr/>
          </p:nvSpPr>
          <p:spPr>
            <a:xfrm>
              <a:off x="7144834" y="580605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89F61150-32F5-4E09-BCDF-6825BC1BFA3C}"/>
                </a:ext>
              </a:extLst>
            </p:cNvPr>
            <p:cNvSpPr/>
            <p:nvPr/>
          </p:nvSpPr>
          <p:spPr>
            <a:xfrm>
              <a:off x="7392041" y="536592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FDBBB59E-903C-441C-8E24-E402B71A9CE9}"/>
                </a:ext>
              </a:extLst>
            </p:cNvPr>
            <p:cNvSpPr/>
            <p:nvPr/>
          </p:nvSpPr>
          <p:spPr>
            <a:xfrm>
              <a:off x="7387278" y="554157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8576A434-9BC9-499B-A337-5FC3CF4FF7A6}"/>
                </a:ext>
              </a:extLst>
            </p:cNvPr>
            <p:cNvSpPr/>
            <p:nvPr/>
          </p:nvSpPr>
          <p:spPr>
            <a:xfrm>
              <a:off x="8094628" y="472122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2194FFD2-7938-4BE4-9091-6752512B745D}"/>
                </a:ext>
              </a:extLst>
            </p:cNvPr>
            <p:cNvSpPr/>
            <p:nvPr/>
          </p:nvSpPr>
          <p:spPr>
            <a:xfrm>
              <a:off x="8089865" y="489687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0D2AD2DB-1DEE-40CC-9788-9D41E2D5BD6B}"/>
                </a:ext>
              </a:extLst>
            </p:cNvPr>
            <p:cNvSpPr/>
            <p:nvPr/>
          </p:nvSpPr>
          <p:spPr>
            <a:xfrm>
              <a:off x="8569592" y="4353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AFE81AFB-3F1D-4FB1-986E-124627F98105}"/>
                </a:ext>
              </a:extLst>
            </p:cNvPr>
            <p:cNvSpPr/>
            <p:nvPr/>
          </p:nvSpPr>
          <p:spPr>
            <a:xfrm>
              <a:off x="8564829" y="4529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E6C02CB4-F423-4905-9C6B-C6CBB23A9142}"/>
                </a:ext>
              </a:extLst>
            </p:cNvPr>
            <p:cNvSpPr/>
            <p:nvPr/>
          </p:nvSpPr>
          <p:spPr>
            <a:xfrm>
              <a:off x="7609960" y="453127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0F8EE5BF-9C5B-4C9C-ACE7-4AC3F6052488}"/>
                </a:ext>
              </a:extLst>
            </p:cNvPr>
            <p:cNvSpPr/>
            <p:nvPr/>
          </p:nvSpPr>
          <p:spPr>
            <a:xfrm>
              <a:off x="7613807" y="470940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4981CBB1-BADC-4ECC-9BA2-A97926CCC04D}"/>
                </a:ext>
              </a:extLst>
            </p:cNvPr>
            <p:cNvSpPr/>
            <p:nvPr/>
          </p:nvSpPr>
          <p:spPr>
            <a:xfrm>
              <a:off x="7145121" y="472388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BE9C9B57-0D8F-4025-9513-F1A8C6EB899F}"/>
                </a:ext>
              </a:extLst>
            </p:cNvPr>
            <p:cNvSpPr/>
            <p:nvPr/>
          </p:nvSpPr>
          <p:spPr>
            <a:xfrm>
              <a:off x="7140358" y="489953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64EB3F20-1AD0-48CE-B180-936D2D64F2F7}"/>
                </a:ext>
              </a:extLst>
            </p:cNvPr>
            <p:cNvSpPr/>
            <p:nvPr/>
          </p:nvSpPr>
          <p:spPr>
            <a:xfrm>
              <a:off x="6911591" y="44449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CE39D03-46AD-4786-ACCC-EFE9C9AA9026}"/>
                </a:ext>
              </a:extLst>
            </p:cNvPr>
            <p:cNvSpPr/>
            <p:nvPr/>
          </p:nvSpPr>
          <p:spPr>
            <a:xfrm>
              <a:off x="6906828" y="462055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FDF7F2AE-43A5-46C8-83DD-70ECA93B8076}"/>
                </a:ext>
              </a:extLst>
            </p:cNvPr>
            <p:cNvSpPr/>
            <p:nvPr/>
          </p:nvSpPr>
          <p:spPr>
            <a:xfrm>
              <a:off x="7149597" y="416896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9456F8BB-D126-4A45-BD05-EDB5E0B0395C}"/>
                </a:ext>
              </a:extLst>
            </p:cNvPr>
            <p:cNvSpPr/>
            <p:nvPr/>
          </p:nvSpPr>
          <p:spPr>
            <a:xfrm>
              <a:off x="7144834" y="43446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91DAC53-359E-46B1-8E11-CF0C048CCC15}"/>
                </a:ext>
              </a:extLst>
            </p:cNvPr>
            <p:cNvSpPr/>
            <p:nvPr/>
          </p:nvSpPr>
          <p:spPr>
            <a:xfrm>
              <a:off x="6920868" y="388956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9659A879-F2F9-4DE5-98A2-27E4B0AE14B0}"/>
                </a:ext>
              </a:extLst>
            </p:cNvPr>
            <p:cNvSpPr/>
            <p:nvPr/>
          </p:nvSpPr>
          <p:spPr>
            <a:xfrm>
              <a:off x="6916105" y="406521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0AD270BB-8C89-4ED8-B3A2-0F80F214F642}"/>
                </a:ext>
              </a:extLst>
            </p:cNvPr>
            <p:cNvSpPr/>
            <p:nvPr/>
          </p:nvSpPr>
          <p:spPr>
            <a:xfrm>
              <a:off x="6677486" y="398555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8F3CF8DD-EB5B-43B5-A0D1-67B3123CC9CE}"/>
                </a:ext>
              </a:extLst>
            </p:cNvPr>
            <p:cNvSpPr/>
            <p:nvPr/>
          </p:nvSpPr>
          <p:spPr>
            <a:xfrm>
              <a:off x="6672723" y="416120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DCED7240-8E71-47C0-AF11-F426F9D68D11}"/>
                </a:ext>
              </a:extLst>
            </p:cNvPr>
            <p:cNvSpPr/>
            <p:nvPr/>
          </p:nvSpPr>
          <p:spPr>
            <a:xfrm>
              <a:off x="6435305" y="426127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2FC6BBFB-A55F-4FED-8832-1D9C3A5730A2}"/>
                </a:ext>
              </a:extLst>
            </p:cNvPr>
            <p:cNvSpPr/>
            <p:nvPr/>
          </p:nvSpPr>
          <p:spPr>
            <a:xfrm>
              <a:off x="6430542" y="44369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267595C4-1B6A-43B7-94BA-DD03DECB8CAB}"/>
                </a:ext>
              </a:extLst>
            </p:cNvPr>
            <p:cNvSpPr/>
            <p:nvPr/>
          </p:nvSpPr>
          <p:spPr>
            <a:xfrm>
              <a:off x="6430216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61232D28-E779-4F7B-8406-057448F3DDDA}"/>
                </a:ext>
              </a:extLst>
            </p:cNvPr>
            <p:cNvSpPr/>
            <p:nvPr/>
          </p:nvSpPr>
          <p:spPr>
            <a:xfrm>
              <a:off x="6425453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1E7E2968-B444-474D-B140-AE5CA8C96A91}"/>
                </a:ext>
              </a:extLst>
            </p:cNvPr>
            <p:cNvSpPr/>
            <p:nvPr/>
          </p:nvSpPr>
          <p:spPr>
            <a:xfrm>
              <a:off x="6195614" y="453292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435B1E5C-54D9-4B42-86C3-C1A25AABA773}"/>
                </a:ext>
              </a:extLst>
            </p:cNvPr>
            <p:cNvSpPr/>
            <p:nvPr/>
          </p:nvSpPr>
          <p:spPr>
            <a:xfrm>
              <a:off x="6190851" y="470857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46012C5C-E8BC-485B-8E2E-7E88D2C1062D}"/>
                </a:ext>
              </a:extLst>
            </p:cNvPr>
            <p:cNvSpPr/>
            <p:nvPr/>
          </p:nvSpPr>
          <p:spPr>
            <a:xfrm>
              <a:off x="6198272" y="490735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6C20DEB3-20CD-4C25-835E-346AFF341463}"/>
                </a:ext>
              </a:extLst>
            </p:cNvPr>
            <p:cNvSpPr/>
            <p:nvPr/>
          </p:nvSpPr>
          <p:spPr>
            <a:xfrm>
              <a:off x="6193509" y="508301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59BEA7C2-81DF-43EE-8458-90221EDA6307}"/>
                </a:ext>
              </a:extLst>
            </p:cNvPr>
            <p:cNvSpPr/>
            <p:nvPr/>
          </p:nvSpPr>
          <p:spPr>
            <a:xfrm>
              <a:off x="5962190" y="462530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2D99230B-B980-4B23-B4A2-153D55CC8373}"/>
                </a:ext>
              </a:extLst>
            </p:cNvPr>
            <p:cNvSpPr/>
            <p:nvPr/>
          </p:nvSpPr>
          <p:spPr>
            <a:xfrm>
              <a:off x="5957427" y="480095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EC5866A9-2F8B-416F-9A68-99F141423B32}"/>
                </a:ext>
              </a:extLst>
            </p:cNvPr>
            <p:cNvSpPr/>
            <p:nvPr/>
          </p:nvSpPr>
          <p:spPr>
            <a:xfrm>
              <a:off x="5969400" y="536622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97635FB7-1C77-4397-9173-F57060EB60BD}"/>
                </a:ext>
              </a:extLst>
            </p:cNvPr>
            <p:cNvSpPr/>
            <p:nvPr/>
          </p:nvSpPr>
          <p:spPr>
            <a:xfrm>
              <a:off x="5964637" y="554187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55A46D8-F8B6-4F16-81C1-37882447BF3B}"/>
                </a:ext>
              </a:extLst>
            </p:cNvPr>
            <p:cNvSpPr/>
            <p:nvPr/>
          </p:nvSpPr>
          <p:spPr>
            <a:xfrm>
              <a:off x="6915049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42073917-02C8-4719-B679-B5FC79E5FE3F}"/>
                </a:ext>
              </a:extLst>
            </p:cNvPr>
            <p:cNvSpPr/>
            <p:nvPr/>
          </p:nvSpPr>
          <p:spPr>
            <a:xfrm>
              <a:off x="6910286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64C032E-DBC7-4A42-A6B0-9D32E72C00D5}"/>
                </a:ext>
              </a:extLst>
            </p:cNvPr>
            <p:cNvSpPr/>
            <p:nvPr/>
          </p:nvSpPr>
          <p:spPr>
            <a:xfrm>
              <a:off x="6680027" y="52766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D04579D3-032F-4C47-96D2-41CB920BF2A3}"/>
                </a:ext>
              </a:extLst>
            </p:cNvPr>
            <p:cNvSpPr/>
            <p:nvPr/>
          </p:nvSpPr>
          <p:spPr>
            <a:xfrm>
              <a:off x="6675264" y="545233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8E24756F-7FAA-41DD-8612-DEE15596691A}"/>
                </a:ext>
              </a:extLst>
            </p:cNvPr>
            <p:cNvSpPr/>
            <p:nvPr/>
          </p:nvSpPr>
          <p:spPr>
            <a:xfrm>
              <a:off x="5495129" y="463268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88FC88A2-3CFB-4B61-A3D1-EA82BC05D25B}"/>
                </a:ext>
              </a:extLst>
            </p:cNvPr>
            <p:cNvSpPr/>
            <p:nvPr/>
          </p:nvSpPr>
          <p:spPr>
            <a:xfrm>
              <a:off x="5490366" y="48083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6A8FFFE3-9240-4A7A-B442-7190EB94A621}"/>
                </a:ext>
              </a:extLst>
            </p:cNvPr>
            <p:cNvSpPr/>
            <p:nvPr/>
          </p:nvSpPr>
          <p:spPr>
            <a:xfrm>
              <a:off x="5260042" y="472490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E4E5D669-1341-4E60-8332-E5BCBFEDF335}"/>
                </a:ext>
              </a:extLst>
            </p:cNvPr>
            <p:cNvSpPr/>
            <p:nvPr/>
          </p:nvSpPr>
          <p:spPr>
            <a:xfrm>
              <a:off x="5255279" y="490055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55D0564E-648E-48BE-AECE-650A00FADC5C}"/>
                </a:ext>
              </a:extLst>
            </p:cNvPr>
            <p:cNvSpPr/>
            <p:nvPr/>
          </p:nvSpPr>
          <p:spPr>
            <a:xfrm>
              <a:off x="5022209" y="46289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343355E-94B0-4303-A2F5-779F1932064B}"/>
                </a:ext>
              </a:extLst>
            </p:cNvPr>
            <p:cNvSpPr/>
            <p:nvPr/>
          </p:nvSpPr>
          <p:spPr>
            <a:xfrm>
              <a:off x="5017446" y="48045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B4B51AD0-FB08-4DBD-9049-204308AC6B9D}"/>
                </a:ext>
              </a:extLst>
            </p:cNvPr>
            <p:cNvSpPr/>
            <p:nvPr/>
          </p:nvSpPr>
          <p:spPr>
            <a:xfrm>
              <a:off x="4779193" y="49108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543DB04A-EFC9-4B8A-98D9-BC5C3D647726}"/>
                </a:ext>
              </a:extLst>
            </p:cNvPr>
            <p:cNvSpPr/>
            <p:nvPr/>
          </p:nvSpPr>
          <p:spPr>
            <a:xfrm>
              <a:off x="4774430" y="50865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364049FB-E0CC-4E58-82C2-75A385347D8B}"/>
                </a:ext>
              </a:extLst>
            </p:cNvPr>
            <p:cNvSpPr/>
            <p:nvPr/>
          </p:nvSpPr>
          <p:spPr>
            <a:xfrm>
              <a:off x="4543455" y="518658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E793A26-BFF2-460F-92C8-B008EAD7D38E}"/>
                </a:ext>
              </a:extLst>
            </p:cNvPr>
            <p:cNvSpPr/>
            <p:nvPr/>
          </p:nvSpPr>
          <p:spPr>
            <a:xfrm>
              <a:off x="4538692" y="536223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640B73B9-AB12-4384-8623-C6DD8902587A}"/>
                </a:ext>
              </a:extLst>
            </p:cNvPr>
            <p:cNvSpPr/>
            <p:nvPr/>
          </p:nvSpPr>
          <p:spPr>
            <a:xfrm>
              <a:off x="4777661" y="54619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22674BED-4333-468A-9546-4F5A3966EC02}"/>
                </a:ext>
              </a:extLst>
            </p:cNvPr>
            <p:cNvSpPr/>
            <p:nvPr/>
          </p:nvSpPr>
          <p:spPr>
            <a:xfrm>
              <a:off x="4772898" y="563756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D8981E8B-8F54-4FA7-AEF6-2B85E86BF8E9}"/>
                </a:ext>
              </a:extLst>
            </p:cNvPr>
            <p:cNvSpPr/>
            <p:nvPr/>
          </p:nvSpPr>
          <p:spPr>
            <a:xfrm>
              <a:off x="5268014" y="50885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4729E7B5-BCE9-4477-AE69-A84F90FA8932}"/>
                </a:ext>
              </a:extLst>
            </p:cNvPr>
            <p:cNvSpPr/>
            <p:nvPr/>
          </p:nvSpPr>
          <p:spPr>
            <a:xfrm>
              <a:off x="5263251" y="526420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88AD01D0-A67C-4CAE-9C2D-A837E1BF334F}"/>
                </a:ext>
              </a:extLst>
            </p:cNvPr>
            <p:cNvSpPr/>
            <p:nvPr/>
          </p:nvSpPr>
          <p:spPr>
            <a:xfrm>
              <a:off x="5503036" y="518069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5BF53BB8-1E79-4282-9633-1DA493A77E62}"/>
                </a:ext>
              </a:extLst>
            </p:cNvPr>
            <p:cNvSpPr/>
            <p:nvPr/>
          </p:nvSpPr>
          <p:spPr>
            <a:xfrm>
              <a:off x="5498273" y="535634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A05392C7-4D1E-43D2-9705-84C066B43ACF}"/>
                </a:ext>
              </a:extLst>
            </p:cNvPr>
            <p:cNvSpPr/>
            <p:nvPr/>
          </p:nvSpPr>
          <p:spPr>
            <a:xfrm>
              <a:off x="5501593" y="554575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B23857B9-EF65-4902-ACB5-F1145BA584E2}"/>
                </a:ext>
              </a:extLst>
            </p:cNvPr>
            <p:cNvSpPr/>
            <p:nvPr/>
          </p:nvSpPr>
          <p:spPr>
            <a:xfrm>
              <a:off x="5496830" y="572140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1088057C-64B6-420C-B8CF-3B6FC97CB64B}"/>
                </a:ext>
              </a:extLst>
            </p:cNvPr>
            <p:cNvSpPr/>
            <p:nvPr/>
          </p:nvSpPr>
          <p:spPr>
            <a:xfrm>
              <a:off x="5499892" y="592249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0FE3A85C-1EB2-4A9B-973B-6E621181A267}"/>
                </a:ext>
              </a:extLst>
            </p:cNvPr>
            <p:cNvSpPr/>
            <p:nvPr/>
          </p:nvSpPr>
          <p:spPr>
            <a:xfrm>
              <a:off x="5495129" y="60981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35ACED20-870D-44B9-B8C1-E1CE6C42C851}"/>
                </a:ext>
              </a:extLst>
            </p:cNvPr>
            <p:cNvSpPr/>
            <p:nvPr/>
          </p:nvSpPr>
          <p:spPr>
            <a:xfrm>
              <a:off x="5259149" y="563739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3D0AB9A5-94E4-49FD-9AA9-A93D366AFCEC}"/>
                </a:ext>
              </a:extLst>
            </p:cNvPr>
            <p:cNvSpPr/>
            <p:nvPr/>
          </p:nvSpPr>
          <p:spPr>
            <a:xfrm>
              <a:off x="5262076" y="581204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65C252EF-85AE-45D5-ADAE-6E49A4AA2868}"/>
                </a:ext>
              </a:extLst>
            </p:cNvPr>
            <p:cNvSpPr/>
            <p:nvPr/>
          </p:nvSpPr>
          <p:spPr>
            <a:xfrm>
              <a:off x="5017445" y="55452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361D5B5D-F1B1-4FBC-8F47-F77DD9E69824}"/>
                </a:ext>
              </a:extLst>
            </p:cNvPr>
            <p:cNvSpPr/>
            <p:nvPr/>
          </p:nvSpPr>
          <p:spPr>
            <a:xfrm>
              <a:off x="5738727" y="61777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8908F91A-EDD6-4F61-9050-A843C462A48E}"/>
                </a:ext>
              </a:extLst>
            </p:cNvPr>
            <p:cNvSpPr/>
            <p:nvPr/>
          </p:nvSpPr>
          <p:spPr>
            <a:xfrm>
              <a:off x="5732001" y="563504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9F3D134D-C914-4490-8EFA-8EE6EF8CCB3D}"/>
                </a:ext>
              </a:extLst>
            </p:cNvPr>
            <p:cNvSpPr/>
            <p:nvPr/>
          </p:nvSpPr>
          <p:spPr>
            <a:xfrm>
              <a:off x="6443732" y="609229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8D248B3D-B990-4E1B-AB95-CD85AA2AD567}"/>
                </a:ext>
              </a:extLst>
            </p:cNvPr>
            <p:cNvSpPr/>
            <p:nvPr/>
          </p:nvSpPr>
          <p:spPr>
            <a:xfrm>
              <a:off x="6447838" y="589683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F943DF16-775B-4FCD-BC67-9A6E0E4D9008}"/>
                </a:ext>
              </a:extLst>
            </p:cNvPr>
            <p:cNvSpPr/>
            <p:nvPr/>
          </p:nvSpPr>
          <p:spPr>
            <a:xfrm>
              <a:off x="6215092" y="600099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2B3F86B0-8F99-4A36-B979-0236370F7564}"/>
                </a:ext>
              </a:extLst>
            </p:cNvPr>
            <p:cNvSpPr/>
            <p:nvPr/>
          </p:nvSpPr>
          <p:spPr>
            <a:xfrm>
              <a:off x="6438908" y="553757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AA231906-278C-4C49-B99D-6F7EF94D5437}"/>
                </a:ext>
              </a:extLst>
            </p:cNvPr>
            <p:cNvSpPr/>
            <p:nvPr/>
          </p:nvSpPr>
          <p:spPr>
            <a:xfrm>
              <a:off x="6206162" y="5641730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746F9264-6871-4FF0-9A84-67B97C45AD6B}"/>
                </a:ext>
              </a:extLst>
            </p:cNvPr>
            <p:cNvSpPr/>
            <p:nvPr/>
          </p:nvSpPr>
          <p:spPr>
            <a:xfrm>
              <a:off x="6921507" y="5902049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DEE646AF-AA20-4177-AA50-7421FF495B04}"/>
                </a:ext>
              </a:extLst>
            </p:cNvPr>
            <p:cNvSpPr/>
            <p:nvPr/>
          </p:nvSpPr>
          <p:spPr>
            <a:xfrm>
              <a:off x="6688761" y="599669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D7BDB3E9-7FF1-4798-827E-14B17BF257C2}"/>
                </a:ext>
              </a:extLst>
            </p:cNvPr>
            <p:cNvSpPr/>
            <p:nvPr/>
          </p:nvSpPr>
          <p:spPr>
            <a:xfrm>
              <a:off x="6435872" y="5173182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A4763D77-DE01-4FDB-9DA6-8E7A6264BACE}"/>
                </a:ext>
              </a:extLst>
            </p:cNvPr>
            <p:cNvSpPr/>
            <p:nvPr/>
          </p:nvSpPr>
          <p:spPr>
            <a:xfrm>
              <a:off x="6203126" y="5267828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9A0EDF5F-F290-48BF-B873-FC95FF1DDB77}"/>
                </a:ext>
              </a:extLst>
            </p:cNvPr>
            <p:cNvSpPr/>
            <p:nvPr/>
          </p:nvSpPr>
          <p:spPr>
            <a:xfrm>
              <a:off x="5725453" y="4716547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03F6BDC0-F9D2-4F12-95FD-BAEB524C977F}"/>
                </a:ext>
              </a:extLst>
            </p:cNvPr>
            <p:cNvSpPr/>
            <p:nvPr/>
          </p:nvSpPr>
          <p:spPr>
            <a:xfrm>
              <a:off x="5964859" y="498936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85EE16F3-EF08-4F8C-A789-A571C52C9A4E}"/>
                </a:ext>
              </a:extLst>
            </p:cNvPr>
            <p:cNvSpPr/>
            <p:nvPr/>
          </p:nvSpPr>
          <p:spPr>
            <a:xfrm>
              <a:off x="6668262" y="4897064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FAB95A7C-A404-4ECC-BF42-FEE56EAE4554}"/>
                </a:ext>
              </a:extLst>
            </p:cNvPr>
            <p:cNvSpPr/>
            <p:nvPr/>
          </p:nvSpPr>
          <p:spPr>
            <a:xfrm>
              <a:off x="6672723" y="4536031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703C16A1-60E8-4299-9D90-EB0589A31A64}"/>
                </a:ext>
              </a:extLst>
            </p:cNvPr>
            <p:cNvSpPr/>
            <p:nvPr/>
          </p:nvSpPr>
          <p:spPr>
            <a:xfrm>
              <a:off x="7626292" y="417052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122D1966-3FD0-4B47-B3D9-338513728A82}"/>
                </a:ext>
              </a:extLst>
            </p:cNvPr>
            <p:cNvSpPr/>
            <p:nvPr/>
          </p:nvSpPr>
          <p:spPr>
            <a:xfrm>
              <a:off x="7392800" y="4066775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12C0D98C-1796-476A-8641-91396ABDA736}"/>
                </a:ext>
              </a:extLst>
            </p:cNvPr>
            <p:cNvSpPr/>
            <p:nvPr/>
          </p:nvSpPr>
          <p:spPr>
            <a:xfrm>
              <a:off x="7154181" y="398711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E68A1353-A228-4C01-83F7-6BFACDD0A1C9}"/>
                </a:ext>
              </a:extLst>
            </p:cNvPr>
            <p:cNvSpPr/>
            <p:nvPr/>
          </p:nvSpPr>
          <p:spPr>
            <a:xfrm>
              <a:off x="8329661" y="445176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0D02F120-3F76-4099-9DDA-DB7A1862E6F3}"/>
                </a:ext>
              </a:extLst>
            </p:cNvPr>
            <p:cNvSpPr/>
            <p:nvPr/>
          </p:nvSpPr>
          <p:spPr>
            <a:xfrm>
              <a:off x="8096169" y="434801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D446AC13-4C2E-4507-B7A6-8526088AD08B}"/>
                </a:ext>
              </a:extLst>
            </p:cNvPr>
            <p:cNvSpPr/>
            <p:nvPr/>
          </p:nvSpPr>
          <p:spPr>
            <a:xfrm>
              <a:off x="7857550" y="4268357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D5D54667-82FE-4EB9-9CE1-641146AB5AB1}"/>
                </a:ext>
              </a:extLst>
            </p:cNvPr>
            <p:cNvSpPr/>
            <p:nvPr/>
          </p:nvSpPr>
          <p:spPr>
            <a:xfrm>
              <a:off x="7848908" y="4630236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40E5174-0F3B-4310-AFCC-2068536EB0CE}"/>
                </a:ext>
              </a:extLst>
            </p:cNvPr>
            <p:cNvSpPr/>
            <p:nvPr/>
          </p:nvSpPr>
          <p:spPr>
            <a:xfrm>
              <a:off x="7377395" y="462542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E93E10A4-110D-4CC2-A7B2-85EE0337634C}"/>
                </a:ext>
              </a:extLst>
            </p:cNvPr>
            <p:cNvSpPr/>
            <p:nvPr/>
          </p:nvSpPr>
          <p:spPr>
            <a:xfrm>
              <a:off x="7616945" y="43526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2A16FE81-8AED-40A9-86CF-D115078DB834}"/>
                </a:ext>
              </a:extLst>
            </p:cNvPr>
            <p:cNvSpPr/>
            <p:nvPr/>
          </p:nvSpPr>
          <p:spPr>
            <a:xfrm>
              <a:off x="8798527" y="4439293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B47C2BDF-F93F-421D-8300-0316336B08B7}"/>
                </a:ext>
              </a:extLst>
            </p:cNvPr>
            <p:cNvSpPr/>
            <p:nvPr/>
          </p:nvSpPr>
          <p:spPr>
            <a:xfrm>
              <a:off x="8322275" y="499986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F5871315-9C85-4761-8B56-BC99D2981BC6}"/>
                </a:ext>
              </a:extLst>
            </p:cNvPr>
            <p:cNvSpPr/>
            <p:nvPr/>
          </p:nvSpPr>
          <p:spPr>
            <a:xfrm>
              <a:off x="856754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54075B6C-6C96-4E3B-AD2F-AA52144474FE}"/>
                </a:ext>
              </a:extLst>
            </p:cNvPr>
            <p:cNvSpPr/>
            <p:nvPr/>
          </p:nvSpPr>
          <p:spPr>
            <a:xfrm>
              <a:off x="8810150" y="500246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5EF5F6E3-BBE9-4390-9FBF-1D61F7170120}"/>
                </a:ext>
              </a:extLst>
            </p:cNvPr>
            <p:cNvSpPr/>
            <p:nvPr/>
          </p:nvSpPr>
          <p:spPr>
            <a:xfrm>
              <a:off x="9043797" y="491083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0435081D-FBAA-4BF4-A519-F1F4E36B3B24}"/>
                </a:ext>
              </a:extLst>
            </p:cNvPr>
            <p:cNvSpPr/>
            <p:nvPr/>
          </p:nvSpPr>
          <p:spPr>
            <a:xfrm>
              <a:off x="7612343" y="50915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C542FD1C-450C-4A35-83A2-E576970027A5}"/>
                </a:ext>
              </a:extLst>
            </p:cNvPr>
            <p:cNvSpPr/>
            <p:nvPr/>
          </p:nvSpPr>
          <p:spPr>
            <a:xfrm>
              <a:off x="7857550" y="5003318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AA2F8F08-EE0E-4E8C-8CAB-69D209F04466}"/>
                </a:ext>
              </a:extLst>
            </p:cNvPr>
            <p:cNvSpPr/>
            <p:nvPr/>
          </p:nvSpPr>
          <p:spPr>
            <a:xfrm>
              <a:off x="7620968" y="526717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3E0992BA-F87C-421B-BF96-1992428C8B79}"/>
                </a:ext>
              </a:extLst>
            </p:cNvPr>
            <p:cNvSpPr/>
            <p:nvPr/>
          </p:nvSpPr>
          <p:spPr>
            <a:xfrm>
              <a:off x="8333858" y="537175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A236A3A0-3BA8-447F-AD91-4DDD99DF4411}"/>
                </a:ext>
              </a:extLst>
            </p:cNvPr>
            <p:cNvSpPr/>
            <p:nvPr/>
          </p:nvSpPr>
          <p:spPr>
            <a:xfrm>
              <a:off x="7152513" y="527481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BE68C05F-0C71-4F87-ACD8-58071BDFEAA2}"/>
                </a:ext>
              </a:extLst>
            </p:cNvPr>
            <p:cNvSpPr/>
            <p:nvPr/>
          </p:nvSpPr>
          <p:spPr>
            <a:xfrm>
              <a:off x="7616945" y="564521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7CF9B457-4388-446D-B087-EBD31209D8CA}"/>
                </a:ext>
              </a:extLst>
            </p:cNvPr>
            <p:cNvSpPr/>
            <p:nvPr/>
          </p:nvSpPr>
          <p:spPr>
            <a:xfrm>
              <a:off x="7150764" y="61934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2C3FCDA1-1F2D-474D-9E02-2B61A9F1BD1B}"/>
                </a:ext>
              </a:extLst>
            </p:cNvPr>
            <p:cNvSpPr/>
            <p:nvPr/>
          </p:nvSpPr>
          <p:spPr>
            <a:xfrm>
              <a:off x="7387277" y="6478003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EF42923F-FA48-4C62-B497-534B9A54D36D}"/>
                </a:ext>
              </a:extLst>
            </p:cNvPr>
            <p:cNvSpPr/>
            <p:nvPr/>
          </p:nvSpPr>
          <p:spPr>
            <a:xfrm>
              <a:off x="7394420" y="683578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30061708-7493-430E-A29D-727E50937046}"/>
                </a:ext>
              </a:extLst>
            </p:cNvPr>
            <p:cNvSpPr/>
            <p:nvPr/>
          </p:nvSpPr>
          <p:spPr>
            <a:xfrm>
              <a:off x="7863220" y="6656622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1EE2E08C-3CCB-47A8-901E-8100D9467772}"/>
                </a:ext>
              </a:extLst>
            </p:cNvPr>
            <p:cNvSpPr/>
            <p:nvPr/>
          </p:nvSpPr>
          <p:spPr>
            <a:xfrm>
              <a:off x="7626792" y="674480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FF00D72-4C39-4F8A-B1DE-DAF9867C9619}"/>
                </a:ext>
              </a:extLst>
            </p:cNvPr>
            <p:cNvSpPr/>
            <p:nvPr/>
          </p:nvSpPr>
          <p:spPr>
            <a:xfrm>
              <a:off x="6673814" y="693139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4DEDCE3D-C4F7-46D4-B0A0-B1C58B97053B}"/>
                </a:ext>
              </a:extLst>
            </p:cNvPr>
            <p:cNvSpPr/>
            <p:nvPr/>
          </p:nvSpPr>
          <p:spPr>
            <a:xfrm>
              <a:off x="6442137" y="6845310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D1F42241-6769-449D-A23D-B77110908095}"/>
                </a:ext>
              </a:extLst>
            </p:cNvPr>
            <p:cNvSpPr/>
            <p:nvPr/>
          </p:nvSpPr>
          <p:spPr>
            <a:xfrm>
              <a:off x="6203805" y="6742711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D7E69CCA-7B52-4EF0-B780-624A5DDAF587}"/>
                </a:ext>
              </a:extLst>
            </p:cNvPr>
            <p:cNvSpPr/>
            <p:nvPr/>
          </p:nvSpPr>
          <p:spPr>
            <a:xfrm>
              <a:off x="5956714" y="6654344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099A10DF-DA70-47B7-BF5D-2DEE22B49FF6}"/>
                </a:ext>
              </a:extLst>
            </p:cNvPr>
            <p:cNvSpPr/>
            <p:nvPr/>
          </p:nvSpPr>
          <p:spPr>
            <a:xfrm>
              <a:off x="8336299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2DBB871E-97F2-4DD4-89DD-417B3121929D}"/>
                </a:ext>
              </a:extLst>
            </p:cNvPr>
            <p:cNvSpPr/>
            <p:nvPr/>
          </p:nvSpPr>
          <p:spPr>
            <a:xfrm>
              <a:off x="8569592" y="5833715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FAA7EB20-55F6-4A2A-84F7-5F13360AA562}"/>
                </a:ext>
              </a:extLst>
            </p:cNvPr>
            <p:cNvSpPr/>
            <p:nvPr/>
          </p:nvSpPr>
          <p:spPr>
            <a:xfrm>
              <a:off x="8802885" y="5924389"/>
              <a:ext cx="309755" cy="17217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ACD17458-B9A5-4D76-BCBF-3677EE2BF007}"/>
                </a:ext>
              </a:extLst>
            </p:cNvPr>
            <p:cNvSpPr/>
            <p:nvPr/>
          </p:nvSpPr>
          <p:spPr>
            <a:xfrm>
              <a:off x="9993935" y="5074796"/>
              <a:ext cx="309755" cy="191985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12" name="瞭望塔" hidden="1">
            <a:extLst>
              <a:ext uri="{FF2B5EF4-FFF2-40B4-BE49-F238E27FC236}">
                <a16:creationId xmlns:a16="http://schemas.microsoft.com/office/drawing/2014/main" id="{F731CE99-E157-47F7-A900-2792DB08CB89}"/>
              </a:ext>
            </a:extLst>
          </p:cNvPr>
          <p:cNvGrpSpPr/>
          <p:nvPr/>
        </p:nvGrpSpPr>
        <p:grpSpPr>
          <a:xfrm>
            <a:off x="984352" y="2233784"/>
            <a:ext cx="10736162" cy="5885549"/>
            <a:chOff x="984352" y="2233784"/>
            <a:chExt cx="10736162" cy="5885549"/>
          </a:xfrm>
        </p:grpSpPr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A9767D7-424F-4786-9C5B-4FF4D140295C}"/>
                </a:ext>
              </a:extLst>
            </p:cNvPr>
            <p:cNvSpPr/>
            <p:nvPr/>
          </p:nvSpPr>
          <p:spPr>
            <a:xfrm>
              <a:off x="984352" y="6188870"/>
              <a:ext cx="334860" cy="18295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1" name="Hexagon 1590">
              <a:extLst>
                <a:ext uri="{FF2B5EF4-FFF2-40B4-BE49-F238E27FC236}">
                  <a16:creationId xmlns:a16="http://schemas.microsoft.com/office/drawing/2014/main" id="{B6D93C61-A768-4FF3-BDD2-5866B1289090}"/>
                </a:ext>
              </a:extLst>
            </p:cNvPr>
            <p:cNvSpPr/>
            <p:nvPr/>
          </p:nvSpPr>
          <p:spPr>
            <a:xfrm>
              <a:off x="2616704" y="223378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A7E80F26-3CA5-4716-8574-72EA34D1F7D3}"/>
                </a:ext>
              </a:extLst>
            </p:cNvPr>
            <p:cNvSpPr/>
            <p:nvPr/>
          </p:nvSpPr>
          <p:spPr>
            <a:xfrm>
              <a:off x="5966510" y="7949324"/>
              <a:ext cx="321759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87" name="Hexagon 1586">
              <a:extLst>
                <a:ext uri="{FF2B5EF4-FFF2-40B4-BE49-F238E27FC236}">
                  <a16:creationId xmlns:a16="http://schemas.microsoft.com/office/drawing/2014/main" id="{189BAD26-FC83-492E-8A3A-C3D10A2A25DB}"/>
                </a:ext>
              </a:extLst>
            </p:cNvPr>
            <p:cNvSpPr/>
            <p:nvPr/>
          </p:nvSpPr>
          <p:spPr>
            <a:xfrm>
              <a:off x="9263110" y="7013804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2" name="Hexagon 1591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11422830" y="3622901"/>
              <a:ext cx="297684" cy="18233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3" name="Hexagon 1592">
              <a:extLst>
                <a:ext uri="{FF2B5EF4-FFF2-40B4-BE49-F238E27FC236}">
                  <a16:creationId xmlns:a16="http://schemas.microsoft.com/office/drawing/2014/main" id="{BFDD011B-7449-4B27-9AEC-735C06F317F0}"/>
                </a:ext>
              </a:extLst>
            </p:cNvPr>
            <p:cNvSpPr/>
            <p:nvPr/>
          </p:nvSpPr>
          <p:spPr>
            <a:xfrm>
              <a:off x="9032903" y="3062251"/>
              <a:ext cx="31904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" name="5" hidden="1">
            <a:extLst>
              <a:ext uri="{FF2B5EF4-FFF2-40B4-BE49-F238E27FC236}">
                <a16:creationId xmlns:a16="http://schemas.microsoft.com/office/drawing/2014/main" id="{8CACB182-0858-4D2D-A8DE-576D03380444}"/>
              </a:ext>
            </a:extLst>
          </p:cNvPr>
          <p:cNvGrpSpPr/>
          <p:nvPr/>
        </p:nvGrpSpPr>
        <p:grpSpPr>
          <a:xfrm>
            <a:off x="5016207" y="846416"/>
            <a:ext cx="7685354" cy="2960661"/>
            <a:chOff x="5016207" y="846416"/>
            <a:chExt cx="7685354" cy="2960661"/>
          </a:xfrm>
        </p:grpSpPr>
        <p:sp>
          <p:nvSpPr>
            <p:cNvPr id="3405" name="Hexagon 3404">
              <a:extLst>
                <a:ext uri="{FF2B5EF4-FFF2-40B4-BE49-F238E27FC236}">
                  <a16:creationId xmlns:a16="http://schemas.microsoft.com/office/drawing/2014/main" id="{A0814AE2-A1CC-4B1B-B236-B369ADAAB9CB}"/>
                </a:ext>
              </a:extLst>
            </p:cNvPr>
            <p:cNvSpPr/>
            <p:nvPr/>
          </p:nvSpPr>
          <p:spPr>
            <a:xfrm>
              <a:off x="11873696" y="3242064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0" name="Hexagon 3409">
              <a:extLst>
                <a:ext uri="{FF2B5EF4-FFF2-40B4-BE49-F238E27FC236}">
                  <a16:creationId xmlns:a16="http://schemas.microsoft.com/office/drawing/2014/main" id="{DBCACD3D-2A52-4181-85A7-C569AC0FC5FC}"/>
                </a:ext>
              </a:extLst>
            </p:cNvPr>
            <p:cNvSpPr/>
            <p:nvPr/>
          </p:nvSpPr>
          <p:spPr>
            <a:xfrm>
              <a:off x="11883179" y="305176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893" name="Hexagon 892">
              <a:extLst>
                <a:ext uri="{FF2B5EF4-FFF2-40B4-BE49-F238E27FC236}">
                  <a16:creationId xmlns:a16="http://schemas.microsoft.com/office/drawing/2014/main" id="{73E96B75-1231-4E98-B59E-96CEEC376C45}"/>
                </a:ext>
              </a:extLst>
            </p:cNvPr>
            <p:cNvSpPr/>
            <p:nvPr/>
          </p:nvSpPr>
          <p:spPr>
            <a:xfrm>
              <a:off x="11873696" y="361677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3" name="Hexagon 3402">
              <a:extLst>
                <a:ext uri="{FF2B5EF4-FFF2-40B4-BE49-F238E27FC236}">
                  <a16:creationId xmlns:a16="http://schemas.microsoft.com/office/drawing/2014/main" id="{DBA8EF18-295C-4124-AE6F-E9695983F45E}"/>
                </a:ext>
              </a:extLst>
            </p:cNvPr>
            <p:cNvSpPr/>
            <p:nvPr/>
          </p:nvSpPr>
          <p:spPr>
            <a:xfrm>
              <a:off x="11873696" y="3426469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4" name="Hexagon 3403">
              <a:extLst>
                <a:ext uri="{FF2B5EF4-FFF2-40B4-BE49-F238E27FC236}">
                  <a16:creationId xmlns:a16="http://schemas.microsoft.com/office/drawing/2014/main" id="{EC262604-5952-4FEB-A409-A74271F6BDD5}"/>
                </a:ext>
              </a:extLst>
            </p:cNvPr>
            <p:cNvSpPr/>
            <p:nvPr/>
          </p:nvSpPr>
          <p:spPr>
            <a:xfrm>
              <a:off x="11630809" y="352162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6" name="Hexagon 3405">
              <a:extLst>
                <a:ext uri="{FF2B5EF4-FFF2-40B4-BE49-F238E27FC236}">
                  <a16:creationId xmlns:a16="http://schemas.microsoft.com/office/drawing/2014/main" id="{501AB56D-BC86-488D-B588-E6DCCFD8A637}"/>
                </a:ext>
              </a:extLst>
            </p:cNvPr>
            <p:cNvSpPr/>
            <p:nvPr/>
          </p:nvSpPr>
          <p:spPr>
            <a:xfrm>
              <a:off x="11629194" y="3331317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7" name="Hexagon 3406">
              <a:extLst>
                <a:ext uri="{FF2B5EF4-FFF2-40B4-BE49-F238E27FC236}">
                  <a16:creationId xmlns:a16="http://schemas.microsoft.com/office/drawing/2014/main" id="{0284A7E5-1E04-473E-BCC6-FD82295B1945}"/>
                </a:ext>
              </a:extLst>
            </p:cNvPr>
            <p:cNvSpPr/>
            <p:nvPr/>
          </p:nvSpPr>
          <p:spPr>
            <a:xfrm>
              <a:off x="11409352" y="3425839"/>
              <a:ext cx="301612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8" name="Hexagon 3407">
              <a:extLst>
                <a:ext uri="{FF2B5EF4-FFF2-40B4-BE49-F238E27FC236}">
                  <a16:creationId xmlns:a16="http://schemas.microsoft.com/office/drawing/2014/main" id="{5B36CE01-6FB8-4968-A8B9-674624E8000F}"/>
                </a:ext>
              </a:extLst>
            </p:cNvPr>
            <p:cNvSpPr/>
            <p:nvPr/>
          </p:nvSpPr>
          <p:spPr>
            <a:xfrm>
              <a:off x="11384692" y="323490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09" name="Hexagon 3408">
              <a:extLst>
                <a:ext uri="{FF2B5EF4-FFF2-40B4-BE49-F238E27FC236}">
                  <a16:creationId xmlns:a16="http://schemas.microsoft.com/office/drawing/2014/main" id="{D98BA85F-508D-40EA-B7F2-492ECE84EE56}"/>
                </a:ext>
              </a:extLst>
            </p:cNvPr>
            <p:cNvSpPr/>
            <p:nvPr/>
          </p:nvSpPr>
          <p:spPr>
            <a:xfrm>
              <a:off x="11629194" y="313912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1" name="Hexagon 3410">
              <a:extLst>
                <a:ext uri="{FF2B5EF4-FFF2-40B4-BE49-F238E27FC236}">
                  <a16:creationId xmlns:a16="http://schemas.microsoft.com/office/drawing/2014/main" id="{7BB9029D-39B7-4C35-96E0-CDA78C44E34E}"/>
                </a:ext>
              </a:extLst>
            </p:cNvPr>
            <p:cNvSpPr/>
            <p:nvPr/>
          </p:nvSpPr>
          <p:spPr>
            <a:xfrm>
              <a:off x="12127681" y="296649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2" name="Hexagon 3411">
              <a:extLst>
                <a:ext uri="{FF2B5EF4-FFF2-40B4-BE49-F238E27FC236}">
                  <a16:creationId xmlns:a16="http://schemas.microsoft.com/office/drawing/2014/main" id="{6B6F2A05-E6C0-408D-B9D5-ED48E0746A2E}"/>
                </a:ext>
              </a:extLst>
            </p:cNvPr>
            <p:cNvSpPr/>
            <p:nvPr/>
          </p:nvSpPr>
          <p:spPr>
            <a:xfrm>
              <a:off x="12127681" y="2776188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3" name="Hexagon 3412">
              <a:extLst>
                <a:ext uri="{FF2B5EF4-FFF2-40B4-BE49-F238E27FC236}">
                  <a16:creationId xmlns:a16="http://schemas.microsoft.com/office/drawing/2014/main" id="{B4BA3ABF-9968-4297-AF5F-1B0E720EE38B}"/>
                </a:ext>
              </a:extLst>
            </p:cNvPr>
            <p:cNvSpPr/>
            <p:nvPr/>
          </p:nvSpPr>
          <p:spPr>
            <a:xfrm>
              <a:off x="12377712" y="2690920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4" name="Hexagon 3413">
              <a:extLst>
                <a:ext uri="{FF2B5EF4-FFF2-40B4-BE49-F238E27FC236}">
                  <a16:creationId xmlns:a16="http://schemas.microsoft.com/office/drawing/2014/main" id="{224F9168-6E11-4CD7-95B6-E6B380C901A5}"/>
                </a:ext>
              </a:extLst>
            </p:cNvPr>
            <p:cNvSpPr/>
            <p:nvPr/>
          </p:nvSpPr>
          <p:spPr>
            <a:xfrm>
              <a:off x="1236261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5" name="Hexagon 3414">
              <a:extLst>
                <a:ext uri="{FF2B5EF4-FFF2-40B4-BE49-F238E27FC236}">
                  <a16:creationId xmlns:a16="http://schemas.microsoft.com/office/drawing/2014/main" id="{F3BC65E2-7572-4567-9311-9A10451231D2}"/>
                </a:ext>
              </a:extLst>
            </p:cNvPr>
            <p:cNvSpPr/>
            <p:nvPr/>
          </p:nvSpPr>
          <p:spPr>
            <a:xfrm>
              <a:off x="12127681" y="240846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6" name="Hexagon 3415">
              <a:extLst>
                <a:ext uri="{FF2B5EF4-FFF2-40B4-BE49-F238E27FC236}">
                  <a16:creationId xmlns:a16="http://schemas.microsoft.com/office/drawing/2014/main" id="{3A441D9E-7D11-4535-9A3B-D5CA07928F89}"/>
                </a:ext>
              </a:extLst>
            </p:cNvPr>
            <p:cNvSpPr/>
            <p:nvPr/>
          </p:nvSpPr>
          <p:spPr>
            <a:xfrm>
              <a:off x="11883179" y="2870395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7" name="Hexagon 3416">
              <a:extLst>
                <a:ext uri="{FF2B5EF4-FFF2-40B4-BE49-F238E27FC236}">
                  <a16:creationId xmlns:a16="http://schemas.microsoft.com/office/drawing/2014/main" id="{A8A61029-B829-4FBA-992E-57CB77D337B0}"/>
                </a:ext>
              </a:extLst>
            </p:cNvPr>
            <p:cNvSpPr/>
            <p:nvPr/>
          </p:nvSpPr>
          <p:spPr>
            <a:xfrm>
              <a:off x="11633913" y="2955663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8" name="Hexagon 3417">
              <a:extLst>
                <a:ext uri="{FF2B5EF4-FFF2-40B4-BE49-F238E27FC236}">
                  <a16:creationId xmlns:a16="http://schemas.microsoft.com/office/drawing/2014/main" id="{1CD59BA6-F505-46E1-830F-20122D204821}"/>
                </a:ext>
              </a:extLst>
            </p:cNvPr>
            <p:cNvSpPr/>
            <p:nvPr/>
          </p:nvSpPr>
          <p:spPr>
            <a:xfrm>
              <a:off x="11409352" y="3051760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19" name="Hexagon 3418">
              <a:extLst>
                <a:ext uri="{FF2B5EF4-FFF2-40B4-BE49-F238E27FC236}">
                  <a16:creationId xmlns:a16="http://schemas.microsoft.com/office/drawing/2014/main" id="{43EE50C0-8653-4EAA-AEF5-51852D623E13}"/>
                </a:ext>
              </a:extLst>
            </p:cNvPr>
            <p:cNvSpPr/>
            <p:nvPr/>
          </p:nvSpPr>
          <p:spPr>
            <a:xfrm>
              <a:off x="11406929" y="2866725"/>
              <a:ext cx="296766" cy="18740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0" name="Hexagon 3419">
              <a:extLst>
                <a:ext uri="{FF2B5EF4-FFF2-40B4-BE49-F238E27FC236}">
                  <a16:creationId xmlns:a16="http://schemas.microsoft.com/office/drawing/2014/main" id="{EAC6A5B0-F5C9-4937-95D1-956A393DF901}"/>
                </a:ext>
              </a:extLst>
            </p:cNvPr>
            <p:cNvSpPr/>
            <p:nvPr/>
          </p:nvSpPr>
          <p:spPr>
            <a:xfrm>
              <a:off x="11633913" y="2774582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1" name="Hexagon 3420">
              <a:extLst>
                <a:ext uri="{FF2B5EF4-FFF2-40B4-BE49-F238E27FC236}">
                  <a16:creationId xmlns:a16="http://schemas.microsoft.com/office/drawing/2014/main" id="{9EBACEDE-C4E6-4B85-833E-F280694A0CE2}"/>
                </a:ext>
              </a:extLst>
            </p:cNvPr>
            <p:cNvSpPr/>
            <p:nvPr/>
          </p:nvSpPr>
          <p:spPr>
            <a:xfrm>
              <a:off x="11880797" y="2677051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2" name="Hexagon 3421">
              <a:extLst>
                <a:ext uri="{FF2B5EF4-FFF2-40B4-BE49-F238E27FC236}">
                  <a16:creationId xmlns:a16="http://schemas.microsoft.com/office/drawing/2014/main" id="{0519759F-EC9E-4AB1-849E-3D64480C73EE}"/>
                </a:ext>
              </a:extLst>
            </p:cNvPr>
            <p:cNvSpPr/>
            <p:nvPr/>
          </p:nvSpPr>
          <p:spPr>
            <a:xfrm>
              <a:off x="11888345" y="2500616"/>
              <a:ext cx="323849" cy="19030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3" name="Hexagon 3422">
              <a:extLst>
                <a:ext uri="{FF2B5EF4-FFF2-40B4-BE49-F238E27FC236}">
                  <a16:creationId xmlns:a16="http://schemas.microsoft.com/office/drawing/2014/main" id="{D39D3ACF-2801-4C79-AE2A-F19606E95D2E}"/>
                </a:ext>
              </a:extLst>
            </p:cNvPr>
            <p:cNvSpPr/>
            <p:nvPr/>
          </p:nvSpPr>
          <p:spPr>
            <a:xfrm>
              <a:off x="11873695" y="233003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4" name="Hexagon 3423">
              <a:extLst>
                <a:ext uri="{FF2B5EF4-FFF2-40B4-BE49-F238E27FC236}">
                  <a16:creationId xmlns:a16="http://schemas.microsoft.com/office/drawing/2014/main" id="{DBBA793C-7D8D-46B7-87C3-4361EF04A340}"/>
                </a:ext>
              </a:extLst>
            </p:cNvPr>
            <p:cNvSpPr/>
            <p:nvPr/>
          </p:nvSpPr>
          <p:spPr>
            <a:xfrm>
              <a:off x="11632703" y="2418254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5" name="Hexagon 3424">
              <a:extLst>
                <a:ext uri="{FF2B5EF4-FFF2-40B4-BE49-F238E27FC236}">
                  <a16:creationId xmlns:a16="http://schemas.microsoft.com/office/drawing/2014/main" id="{8085852C-2390-4419-BBFE-F4FAEE4DFC76}"/>
                </a:ext>
              </a:extLst>
            </p:cNvPr>
            <p:cNvSpPr/>
            <p:nvPr/>
          </p:nvSpPr>
          <p:spPr>
            <a:xfrm>
              <a:off x="11634192" y="2594377"/>
              <a:ext cx="323849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6" name="Hexagon 3425">
              <a:extLst>
                <a:ext uri="{FF2B5EF4-FFF2-40B4-BE49-F238E27FC236}">
                  <a16:creationId xmlns:a16="http://schemas.microsoft.com/office/drawing/2014/main" id="{85ADB509-2549-4611-B17B-AC105C3B6C99}"/>
                </a:ext>
              </a:extLst>
            </p:cNvPr>
            <p:cNvSpPr/>
            <p:nvPr/>
          </p:nvSpPr>
          <p:spPr>
            <a:xfrm>
              <a:off x="11397769" y="251374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7" name="Hexagon 3426">
              <a:extLst>
                <a:ext uri="{FF2B5EF4-FFF2-40B4-BE49-F238E27FC236}">
                  <a16:creationId xmlns:a16="http://schemas.microsoft.com/office/drawing/2014/main" id="{DC959CDF-96A6-4D28-82EE-009B57B9C918}"/>
                </a:ext>
              </a:extLst>
            </p:cNvPr>
            <p:cNvSpPr/>
            <p:nvPr/>
          </p:nvSpPr>
          <p:spPr>
            <a:xfrm>
              <a:off x="11399258" y="26898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8" name="Hexagon 3427">
              <a:extLst>
                <a:ext uri="{FF2B5EF4-FFF2-40B4-BE49-F238E27FC236}">
                  <a16:creationId xmlns:a16="http://schemas.microsoft.com/office/drawing/2014/main" id="{E6C803D2-9737-4E7A-9D1F-869E4E6CF983}"/>
                </a:ext>
              </a:extLst>
            </p:cNvPr>
            <p:cNvSpPr/>
            <p:nvPr/>
          </p:nvSpPr>
          <p:spPr>
            <a:xfrm>
              <a:off x="11174695" y="26084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29" name="Hexagon 3428">
              <a:extLst>
                <a:ext uri="{FF2B5EF4-FFF2-40B4-BE49-F238E27FC236}">
                  <a16:creationId xmlns:a16="http://schemas.microsoft.com/office/drawing/2014/main" id="{6E577A88-B625-411D-BFF2-8F50D458D27A}"/>
                </a:ext>
              </a:extLst>
            </p:cNvPr>
            <p:cNvSpPr/>
            <p:nvPr/>
          </p:nvSpPr>
          <p:spPr>
            <a:xfrm>
              <a:off x="11176184" y="27845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0" name="Hexagon 3429">
              <a:extLst>
                <a:ext uri="{FF2B5EF4-FFF2-40B4-BE49-F238E27FC236}">
                  <a16:creationId xmlns:a16="http://schemas.microsoft.com/office/drawing/2014/main" id="{DD2E9C72-5F3C-4FA4-9D92-A1F3D420FB4B}"/>
                </a:ext>
              </a:extLst>
            </p:cNvPr>
            <p:cNvSpPr/>
            <p:nvPr/>
          </p:nvSpPr>
          <p:spPr>
            <a:xfrm>
              <a:off x="10939494" y="26944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1" name="Hexagon 3430">
              <a:extLst>
                <a:ext uri="{FF2B5EF4-FFF2-40B4-BE49-F238E27FC236}">
                  <a16:creationId xmlns:a16="http://schemas.microsoft.com/office/drawing/2014/main" id="{6735E3B2-274C-41CD-B03C-E15E0BC5EA06}"/>
                </a:ext>
              </a:extLst>
            </p:cNvPr>
            <p:cNvSpPr/>
            <p:nvPr/>
          </p:nvSpPr>
          <p:spPr>
            <a:xfrm>
              <a:off x="10940983" y="28705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2" name="Hexagon 3431">
              <a:extLst>
                <a:ext uri="{FF2B5EF4-FFF2-40B4-BE49-F238E27FC236}">
                  <a16:creationId xmlns:a16="http://schemas.microsoft.com/office/drawing/2014/main" id="{9E65A991-4FC1-437C-8F91-C800523B4E4F}"/>
                </a:ext>
              </a:extLst>
            </p:cNvPr>
            <p:cNvSpPr/>
            <p:nvPr/>
          </p:nvSpPr>
          <p:spPr>
            <a:xfrm>
              <a:off x="10706832" y="278589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3" name="Hexagon 3432">
              <a:extLst>
                <a:ext uri="{FF2B5EF4-FFF2-40B4-BE49-F238E27FC236}">
                  <a16:creationId xmlns:a16="http://schemas.microsoft.com/office/drawing/2014/main" id="{DC7249CD-11B1-4A43-8D87-DEA6847EA690}"/>
                </a:ext>
              </a:extLst>
            </p:cNvPr>
            <p:cNvSpPr/>
            <p:nvPr/>
          </p:nvSpPr>
          <p:spPr>
            <a:xfrm>
              <a:off x="10708321" y="29620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4" name="Hexagon 3433">
              <a:extLst>
                <a:ext uri="{FF2B5EF4-FFF2-40B4-BE49-F238E27FC236}">
                  <a16:creationId xmlns:a16="http://schemas.microsoft.com/office/drawing/2014/main" id="{DBF99941-9278-4CB4-A2B4-C28A4012EAF9}"/>
                </a:ext>
              </a:extLst>
            </p:cNvPr>
            <p:cNvSpPr/>
            <p:nvPr/>
          </p:nvSpPr>
          <p:spPr>
            <a:xfrm>
              <a:off x="10461393" y="270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5" name="Hexagon 3434">
              <a:extLst>
                <a:ext uri="{FF2B5EF4-FFF2-40B4-BE49-F238E27FC236}">
                  <a16:creationId xmlns:a16="http://schemas.microsoft.com/office/drawing/2014/main" id="{AD19CD7C-46F5-4AFC-87EC-4592D7EC4EB3}"/>
                </a:ext>
              </a:extLst>
            </p:cNvPr>
            <p:cNvSpPr/>
            <p:nvPr/>
          </p:nvSpPr>
          <p:spPr>
            <a:xfrm>
              <a:off x="10462882" y="288122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6" name="Hexagon 3435">
              <a:extLst>
                <a:ext uri="{FF2B5EF4-FFF2-40B4-BE49-F238E27FC236}">
                  <a16:creationId xmlns:a16="http://schemas.microsoft.com/office/drawing/2014/main" id="{018FB92B-9DC2-429E-8DB0-B6B87FDBE560}"/>
                </a:ext>
              </a:extLst>
            </p:cNvPr>
            <p:cNvSpPr/>
            <p:nvPr/>
          </p:nvSpPr>
          <p:spPr>
            <a:xfrm>
              <a:off x="10217721" y="26068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7" name="Hexagon 3436">
              <a:extLst>
                <a:ext uri="{FF2B5EF4-FFF2-40B4-BE49-F238E27FC236}">
                  <a16:creationId xmlns:a16="http://schemas.microsoft.com/office/drawing/2014/main" id="{F239E05C-928C-4B52-8D91-CC8F8D71D640}"/>
                </a:ext>
              </a:extLst>
            </p:cNvPr>
            <p:cNvSpPr/>
            <p:nvPr/>
          </p:nvSpPr>
          <p:spPr>
            <a:xfrm>
              <a:off x="10219210" y="27829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8" name="Hexagon 3437">
              <a:extLst>
                <a:ext uri="{FF2B5EF4-FFF2-40B4-BE49-F238E27FC236}">
                  <a16:creationId xmlns:a16="http://schemas.microsoft.com/office/drawing/2014/main" id="{649E20D4-6FF9-4726-98D1-49FB96637248}"/>
                </a:ext>
              </a:extLst>
            </p:cNvPr>
            <p:cNvSpPr/>
            <p:nvPr/>
          </p:nvSpPr>
          <p:spPr>
            <a:xfrm>
              <a:off x="10696064" y="242482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39" name="Hexagon 3438">
              <a:extLst>
                <a:ext uri="{FF2B5EF4-FFF2-40B4-BE49-F238E27FC236}">
                  <a16:creationId xmlns:a16="http://schemas.microsoft.com/office/drawing/2014/main" id="{01B39B9C-B69F-4B95-93F3-5B4931866A93}"/>
                </a:ext>
              </a:extLst>
            </p:cNvPr>
            <p:cNvSpPr/>
            <p:nvPr/>
          </p:nvSpPr>
          <p:spPr>
            <a:xfrm>
              <a:off x="10697553" y="260094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0" name="Hexagon 3439">
              <a:extLst>
                <a:ext uri="{FF2B5EF4-FFF2-40B4-BE49-F238E27FC236}">
                  <a16:creationId xmlns:a16="http://schemas.microsoft.com/office/drawing/2014/main" id="{3471D40E-E353-4B06-B61C-B0B2F4C8AFEC}"/>
                </a:ext>
              </a:extLst>
            </p:cNvPr>
            <p:cNvSpPr/>
            <p:nvPr/>
          </p:nvSpPr>
          <p:spPr>
            <a:xfrm>
              <a:off x="10938636" y="23339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1" name="Hexagon 3440">
              <a:extLst>
                <a:ext uri="{FF2B5EF4-FFF2-40B4-BE49-F238E27FC236}">
                  <a16:creationId xmlns:a16="http://schemas.microsoft.com/office/drawing/2014/main" id="{94FB2CF2-A8F9-4A3B-AFDC-F2B0108715A2}"/>
                </a:ext>
              </a:extLst>
            </p:cNvPr>
            <p:cNvSpPr/>
            <p:nvPr/>
          </p:nvSpPr>
          <p:spPr>
            <a:xfrm>
              <a:off x="10940125" y="251005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2" name="Hexagon 3441">
              <a:extLst>
                <a:ext uri="{FF2B5EF4-FFF2-40B4-BE49-F238E27FC236}">
                  <a16:creationId xmlns:a16="http://schemas.microsoft.com/office/drawing/2014/main" id="{FD767B9D-FBDC-4C5E-87D3-0F2C18DD9BD2}"/>
                </a:ext>
              </a:extLst>
            </p:cNvPr>
            <p:cNvSpPr/>
            <p:nvPr/>
          </p:nvSpPr>
          <p:spPr>
            <a:xfrm>
              <a:off x="11164619" y="224914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3" name="Hexagon 3442">
              <a:extLst>
                <a:ext uri="{FF2B5EF4-FFF2-40B4-BE49-F238E27FC236}">
                  <a16:creationId xmlns:a16="http://schemas.microsoft.com/office/drawing/2014/main" id="{9F09B701-5981-4323-B91F-5DA0F315370C}"/>
                </a:ext>
              </a:extLst>
            </p:cNvPr>
            <p:cNvSpPr/>
            <p:nvPr/>
          </p:nvSpPr>
          <p:spPr>
            <a:xfrm>
              <a:off x="11166108" y="24252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4" name="Hexagon 3443">
              <a:extLst>
                <a:ext uri="{FF2B5EF4-FFF2-40B4-BE49-F238E27FC236}">
                  <a16:creationId xmlns:a16="http://schemas.microsoft.com/office/drawing/2014/main" id="{E5BADB1B-3B58-41AF-90C6-32EEECED51DE}"/>
                </a:ext>
              </a:extLst>
            </p:cNvPr>
            <p:cNvSpPr/>
            <p:nvPr/>
          </p:nvSpPr>
          <p:spPr>
            <a:xfrm>
              <a:off x="11406614" y="215938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5" name="Hexagon 3444">
              <a:extLst>
                <a:ext uri="{FF2B5EF4-FFF2-40B4-BE49-F238E27FC236}">
                  <a16:creationId xmlns:a16="http://schemas.microsoft.com/office/drawing/2014/main" id="{F18A6CBB-DF2F-4677-9970-7B0B1B39711F}"/>
                </a:ext>
              </a:extLst>
            </p:cNvPr>
            <p:cNvSpPr/>
            <p:nvPr/>
          </p:nvSpPr>
          <p:spPr>
            <a:xfrm>
              <a:off x="11408103" y="23355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6" name="Hexagon 3445">
              <a:extLst>
                <a:ext uri="{FF2B5EF4-FFF2-40B4-BE49-F238E27FC236}">
                  <a16:creationId xmlns:a16="http://schemas.microsoft.com/office/drawing/2014/main" id="{B7FCC7DF-BE18-4C06-8FB1-FB0880AA8050}"/>
                </a:ext>
              </a:extLst>
            </p:cNvPr>
            <p:cNvSpPr/>
            <p:nvPr/>
          </p:nvSpPr>
          <p:spPr>
            <a:xfrm>
              <a:off x="1164986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7" name="Hexagon 3446">
              <a:extLst>
                <a:ext uri="{FF2B5EF4-FFF2-40B4-BE49-F238E27FC236}">
                  <a16:creationId xmlns:a16="http://schemas.microsoft.com/office/drawing/2014/main" id="{F7F76A45-FDA3-4C71-9365-247BD08532C1}"/>
                </a:ext>
              </a:extLst>
            </p:cNvPr>
            <p:cNvSpPr/>
            <p:nvPr/>
          </p:nvSpPr>
          <p:spPr>
            <a:xfrm>
              <a:off x="11651352" y="223448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8" name="Hexagon 3447">
              <a:extLst>
                <a:ext uri="{FF2B5EF4-FFF2-40B4-BE49-F238E27FC236}">
                  <a16:creationId xmlns:a16="http://schemas.microsoft.com/office/drawing/2014/main" id="{220BA7BB-7F39-4EC5-97C6-3705A3273FA2}"/>
                </a:ext>
              </a:extLst>
            </p:cNvPr>
            <p:cNvSpPr/>
            <p:nvPr/>
          </p:nvSpPr>
          <p:spPr>
            <a:xfrm>
              <a:off x="11890858" y="197034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49" name="Hexagon 3448">
              <a:extLst>
                <a:ext uri="{FF2B5EF4-FFF2-40B4-BE49-F238E27FC236}">
                  <a16:creationId xmlns:a16="http://schemas.microsoft.com/office/drawing/2014/main" id="{0100C68B-0F2F-4C56-8869-A2139AB5B12A}"/>
                </a:ext>
              </a:extLst>
            </p:cNvPr>
            <p:cNvSpPr/>
            <p:nvPr/>
          </p:nvSpPr>
          <p:spPr>
            <a:xfrm>
              <a:off x="11892347" y="21464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0" name="Hexagon 3449">
              <a:extLst>
                <a:ext uri="{FF2B5EF4-FFF2-40B4-BE49-F238E27FC236}">
                  <a16:creationId xmlns:a16="http://schemas.microsoft.com/office/drawing/2014/main" id="{3639E339-F331-4F03-BDDE-F960A5148632}"/>
                </a:ext>
              </a:extLst>
            </p:cNvPr>
            <p:cNvSpPr/>
            <p:nvPr/>
          </p:nvSpPr>
          <p:spPr>
            <a:xfrm>
              <a:off x="11888376" y="161357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1" name="Hexagon 3450">
              <a:extLst>
                <a:ext uri="{FF2B5EF4-FFF2-40B4-BE49-F238E27FC236}">
                  <a16:creationId xmlns:a16="http://schemas.microsoft.com/office/drawing/2014/main" id="{48A25B4E-F8F8-42D9-B77F-3D15FC31FF5A}"/>
                </a:ext>
              </a:extLst>
            </p:cNvPr>
            <p:cNvSpPr/>
            <p:nvPr/>
          </p:nvSpPr>
          <p:spPr>
            <a:xfrm>
              <a:off x="11889865" y="178969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2" name="Hexagon 3451">
              <a:extLst>
                <a:ext uri="{FF2B5EF4-FFF2-40B4-BE49-F238E27FC236}">
                  <a16:creationId xmlns:a16="http://schemas.microsoft.com/office/drawing/2014/main" id="{0DDD59B4-FB63-48E5-8969-4A140A4BA87F}"/>
                </a:ext>
              </a:extLst>
            </p:cNvPr>
            <p:cNvSpPr/>
            <p:nvPr/>
          </p:nvSpPr>
          <p:spPr>
            <a:xfrm>
              <a:off x="12127681" y="152186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3" name="Hexagon 3452">
              <a:extLst>
                <a:ext uri="{FF2B5EF4-FFF2-40B4-BE49-F238E27FC236}">
                  <a16:creationId xmlns:a16="http://schemas.microsoft.com/office/drawing/2014/main" id="{96CCBEAB-7246-494A-823F-1B4AE8DA11A2}"/>
                </a:ext>
              </a:extLst>
            </p:cNvPr>
            <p:cNvSpPr/>
            <p:nvPr/>
          </p:nvSpPr>
          <p:spPr>
            <a:xfrm>
              <a:off x="12129170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4" name="Hexagon 3453">
              <a:extLst>
                <a:ext uri="{FF2B5EF4-FFF2-40B4-BE49-F238E27FC236}">
                  <a16:creationId xmlns:a16="http://schemas.microsoft.com/office/drawing/2014/main" id="{38D1BFA2-6308-40AD-AF9A-D9CC2AE216EA}"/>
                </a:ext>
              </a:extLst>
            </p:cNvPr>
            <p:cNvSpPr/>
            <p:nvPr/>
          </p:nvSpPr>
          <p:spPr>
            <a:xfrm>
              <a:off x="11417434" y="180079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5" name="Hexagon 3454">
              <a:extLst>
                <a:ext uri="{FF2B5EF4-FFF2-40B4-BE49-F238E27FC236}">
                  <a16:creationId xmlns:a16="http://schemas.microsoft.com/office/drawing/2014/main" id="{1DCEFCB6-9DD4-467C-B9F0-1180ABEAC9FE}"/>
                </a:ext>
              </a:extLst>
            </p:cNvPr>
            <p:cNvSpPr/>
            <p:nvPr/>
          </p:nvSpPr>
          <p:spPr>
            <a:xfrm>
              <a:off x="11418923" y="197691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6" name="Hexagon 3455">
              <a:extLst>
                <a:ext uri="{FF2B5EF4-FFF2-40B4-BE49-F238E27FC236}">
                  <a16:creationId xmlns:a16="http://schemas.microsoft.com/office/drawing/2014/main" id="{27C6F1E9-5480-4ECA-BFD9-479D7634B7C4}"/>
                </a:ext>
              </a:extLst>
            </p:cNvPr>
            <p:cNvSpPr/>
            <p:nvPr/>
          </p:nvSpPr>
          <p:spPr>
            <a:xfrm>
              <a:off x="11174568" y="1883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7" name="Hexagon 3456">
              <a:extLst>
                <a:ext uri="{FF2B5EF4-FFF2-40B4-BE49-F238E27FC236}">
                  <a16:creationId xmlns:a16="http://schemas.microsoft.com/office/drawing/2014/main" id="{48CD134B-9B11-4F54-9480-857232E0E2F5}"/>
                </a:ext>
              </a:extLst>
            </p:cNvPr>
            <p:cNvSpPr/>
            <p:nvPr/>
          </p:nvSpPr>
          <p:spPr>
            <a:xfrm>
              <a:off x="11176057" y="2059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8" name="Hexagon 3457">
              <a:extLst>
                <a:ext uri="{FF2B5EF4-FFF2-40B4-BE49-F238E27FC236}">
                  <a16:creationId xmlns:a16="http://schemas.microsoft.com/office/drawing/2014/main" id="{42C1F0EC-CF9F-49C3-8D02-9C0063AC66CD}"/>
                </a:ext>
              </a:extLst>
            </p:cNvPr>
            <p:cNvSpPr/>
            <p:nvPr/>
          </p:nvSpPr>
          <p:spPr>
            <a:xfrm>
              <a:off x="10702998" y="20690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59" name="Hexagon 3458">
              <a:extLst>
                <a:ext uri="{FF2B5EF4-FFF2-40B4-BE49-F238E27FC236}">
                  <a16:creationId xmlns:a16="http://schemas.microsoft.com/office/drawing/2014/main" id="{369BB5FE-DB16-4F05-A3E6-340FBC2066B6}"/>
                </a:ext>
              </a:extLst>
            </p:cNvPr>
            <p:cNvSpPr/>
            <p:nvPr/>
          </p:nvSpPr>
          <p:spPr>
            <a:xfrm>
              <a:off x="10704487" y="22452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0" name="Hexagon 3459">
              <a:extLst>
                <a:ext uri="{FF2B5EF4-FFF2-40B4-BE49-F238E27FC236}">
                  <a16:creationId xmlns:a16="http://schemas.microsoft.com/office/drawing/2014/main" id="{12DE6D4D-7E33-4A6D-91F4-6C5E7428F27F}"/>
                </a:ext>
              </a:extLst>
            </p:cNvPr>
            <p:cNvSpPr/>
            <p:nvPr/>
          </p:nvSpPr>
          <p:spPr>
            <a:xfrm>
              <a:off x="10458260" y="197615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1" name="Hexagon 3460">
              <a:extLst>
                <a:ext uri="{FF2B5EF4-FFF2-40B4-BE49-F238E27FC236}">
                  <a16:creationId xmlns:a16="http://schemas.microsoft.com/office/drawing/2014/main" id="{C3F5B072-F77F-4EBA-830F-3D009D66675A}"/>
                </a:ext>
              </a:extLst>
            </p:cNvPr>
            <p:cNvSpPr/>
            <p:nvPr/>
          </p:nvSpPr>
          <p:spPr>
            <a:xfrm>
              <a:off x="10462130" y="21522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2" name="Hexagon 3461">
              <a:extLst>
                <a:ext uri="{FF2B5EF4-FFF2-40B4-BE49-F238E27FC236}">
                  <a16:creationId xmlns:a16="http://schemas.microsoft.com/office/drawing/2014/main" id="{E683E644-D8A1-4AF1-9793-3644253E2EFE}"/>
                </a:ext>
              </a:extLst>
            </p:cNvPr>
            <p:cNvSpPr/>
            <p:nvPr/>
          </p:nvSpPr>
          <p:spPr>
            <a:xfrm>
              <a:off x="10698745" y="17120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3" name="Hexagon 3462">
              <a:extLst>
                <a:ext uri="{FF2B5EF4-FFF2-40B4-BE49-F238E27FC236}">
                  <a16:creationId xmlns:a16="http://schemas.microsoft.com/office/drawing/2014/main" id="{58588BBF-1DE4-4371-AF59-0AF07F303CA2}"/>
                </a:ext>
              </a:extLst>
            </p:cNvPr>
            <p:cNvSpPr/>
            <p:nvPr/>
          </p:nvSpPr>
          <p:spPr>
            <a:xfrm>
              <a:off x="10702615" y="18881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4" name="Hexagon 3463">
              <a:extLst>
                <a:ext uri="{FF2B5EF4-FFF2-40B4-BE49-F238E27FC236}">
                  <a16:creationId xmlns:a16="http://schemas.microsoft.com/office/drawing/2014/main" id="{11B2A816-9E66-4C21-9367-8908EFB8DC44}"/>
                </a:ext>
              </a:extLst>
            </p:cNvPr>
            <p:cNvSpPr/>
            <p:nvPr/>
          </p:nvSpPr>
          <p:spPr>
            <a:xfrm>
              <a:off x="10931225" y="161679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5" name="Hexagon 3464">
              <a:extLst>
                <a:ext uri="{FF2B5EF4-FFF2-40B4-BE49-F238E27FC236}">
                  <a16:creationId xmlns:a16="http://schemas.microsoft.com/office/drawing/2014/main" id="{B0789CBF-5821-4C83-AE76-5B0D8FE01699}"/>
                </a:ext>
              </a:extLst>
            </p:cNvPr>
            <p:cNvSpPr/>
            <p:nvPr/>
          </p:nvSpPr>
          <p:spPr>
            <a:xfrm>
              <a:off x="10935095" y="17929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6" name="Hexagon 3465">
              <a:extLst>
                <a:ext uri="{FF2B5EF4-FFF2-40B4-BE49-F238E27FC236}">
                  <a16:creationId xmlns:a16="http://schemas.microsoft.com/office/drawing/2014/main" id="{D7B57B4A-E756-47BC-94C7-2977D1C698EE}"/>
                </a:ext>
              </a:extLst>
            </p:cNvPr>
            <p:cNvSpPr/>
            <p:nvPr/>
          </p:nvSpPr>
          <p:spPr>
            <a:xfrm>
              <a:off x="11166983" y="153465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7" name="Hexagon 3466">
              <a:extLst>
                <a:ext uri="{FF2B5EF4-FFF2-40B4-BE49-F238E27FC236}">
                  <a16:creationId xmlns:a16="http://schemas.microsoft.com/office/drawing/2014/main" id="{73FEB3EA-B984-481E-BD74-4F22B38E97C7}"/>
                </a:ext>
              </a:extLst>
            </p:cNvPr>
            <p:cNvSpPr/>
            <p:nvPr/>
          </p:nvSpPr>
          <p:spPr>
            <a:xfrm>
              <a:off x="11170853" y="17107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A87DFA71-95C5-4ABF-BF97-9A5897087004}"/>
                </a:ext>
              </a:extLst>
            </p:cNvPr>
            <p:cNvSpPr/>
            <p:nvPr/>
          </p:nvSpPr>
          <p:spPr>
            <a:xfrm>
              <a:off x="11404682" y="1438691"/>
              <a:ext cx="313002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69" name="Hexagon 3468">
              <a:extLst>
                <a:ext uri="{FF2B5EF4-FFF2-40B4-BE49-F238E27FC236}">
                  <a16:creationId xmlns:a16="http://schemas.microsoft.com/office/drawing/2014/main" id="{E056B838-CC7F-4C7A-8C90-1852167A8055}"/>
                </a:ext>
              </a:extLst>
            </p:cNvPr>
            <p:cNvSpPr/>
            <p:nvPr/>
          </p:nvSpPr>
          <p:spPr>
            <a:xfrm>
              <a:off x="11408552" y="162210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0" name="Hexagon 3469">
              <a:extLst>
                <a:ext uri="{FF2B5EF4-FFF2-40B4-BE49-F238E27FC236}">
                  <a16:creationId xmlns:a16="http://schemas.microsoft.com/office/drawing/2014/main" id="{9873B788-4F23-4996-ADD5-2EEFDBFC83C7}"/>
                </a:ext>
              </a:extLst>
            </p:cNvPr>
            <p:cNvSpPr/>
            <p:nvPr/>
          </p:nvSpPr>
          <p:spPr>
            <a:xfrm>
              <a:off x="11645476" y="152233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1" name="Hexagon 3470">
              <a:extLst>
                <a:ext uri="{FF2B5EF4-FFF2-40B4-BE49-F238E27FC236}">
                  <a16:creationId xmlns:a16="http://schemas.microsoft.com/office/drawing/2014/main" id="{8DC3A6FF-E1DE-47DA-A413-DDA903F80C1C}"/>
                </a:ext>
              </a:extLst>
            </p:cNvPr>
            <p:cNvSpPr/>
            <p:nvPr/>
          </p:nvSpPr>
          <p:spPr>
            <a:xfrm>
              <a:off x="11649346" y="16984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2" name="Hexagon 3471">
              <a:extLst>
                <a:ext uri="{FF2B5EF4-FFF2-40B4-BE49-F238E27FC236}">
                  <a16:creationId xmlns:a16="http://schemas.microsoft.com/office/drawing/2014/main" id="{EE043A5A-0844-4890-A575-4F5A25033682}"/>
                </a:ext>
              </a:extLst>
            </p:cNvPr>
            <p:cNvSpPr/>
            <p:nvPr/>
          </p:nvSpPr>
          <p:spPr>
            <a:xfrm>
              <a:off x="12362076" y="124406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3" name="Hexagon 3472">
              <a:extLst>
                <a:ext uri="{FF2B5EF4-FFF2-40B4-BE49-F238E27FC236}">
                  <a16:creationId xmlns:a16="http://schemas.microsoft.com/office/drawing/2014/main" id="{E48B94D3-7A3C-4186-8311-3B8B24E23946}"/>
                </a:ext>
              </a:extLst>
            </p:cNvPr>
            <p:cNvSpPr/>
            <p:nvPr/>
          </p:nvSpPr>
          <p:spPr>
            <a:xfrm>
              <a:off x="12365946" y="142018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4" name="Hexagon 3473">
              <a:extLst>
                <a:ext uri="{FF2B5EF4-FFF2-40B4-BE49-F238E27FC236}">
                  <a16:creationId xmlns:a16="http://schemas.microsoft.com/office/drawing/2014/main" id="{00AB21EC-3A44-41A0-B1FC-449654C7A199}"/>
                </a:ext>
              </a:extLst>
            </p:cNvPr>
            <p:cNvSpPr/>
            <p:nvPr/>
          </p:nvSpPr>
          <p:spPr>
            <a:xfrm>
              <a:off x="12131360" y="115949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5" name="Hexagon 3474">
              <a:extLst>
                <a:ext uri="{FF2B5EF4-FFF2-40B4-BE49-F238E27FC236}">
                  <a16:creationId xmlns:a16="http://schemas.microsoft.com/office/drawing/2014/main" id="{1F832CE9-1E99-43AB-BB09-F9AFD8C84FE3}"/>
                </a:ext>
              </a:extLst>
            </p:cNvPr>
            <p:cNvSpPr/>
            <p:nvPr/>
          </p:nvSpPr>
          <p:spPr>
            <a:xfrm>
              <a:off x="12135230" y="133561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6" name="Hexagon 3475">
              <a:extLst>
                <a:ext uri="{FF2B5EF4-FFF2-40B4-BE49-F238E27FC236}">
                  <a16:creationId xmlns:a16="http://schemas.microsoft.com/office/drawing/2014/main" id="{3A72450A-86C1-4213-A422-82F651C02A19}"/>
                </a:ext>
              </a:extLst>
            </p:cNvPr>
            <p:cNvSpPr/>
            <p:nvPr/>
          </p:nvSpPr>
          <p:spPr>
            <a:xfrm>
              <a:off x="11891962" y="14306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7" name="Hexagon 3476">
              <a:extLst>
                <a:ext uri="{FF2B5EF4-FFF2-40B4-BE49-F238E27FC236}">
                  <a16:creationId xmlns:a16="http://schemas.microsoft.com/office/drawing/2014/main" id="{26898C8B-8474-4075-9D14-CC60FD349CCD}"/>
                </a:ext>
              </a:extLst>
            </p:cNvPr>
            <p:cNvSpPr/>
            <p:nvPr/>
          </p:nvSpPr>
          <p:spPr>
            <a:xfrm>
              <a:off x="11895065" y="105660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8" name="Hexagon 3477">
              <a:extLst>
                <a:ext uri="{FF2B5EF4-FFF2-40B4-BE49-F238E27FC236}">
                  <a16:creationId xmlns:a16="http://schemas.microsoft.com/office/drawing/2014/main" id="{13549B85-368D-4EDD-BD98-40B6BC0078D0}"/>
                </a:ext>
              </a:extLst>
            </p:cNvPr>
            <p:cNvSpPr/>
            <p:nvPr/>
          </p:nvSpPr>
          <p:spPr>
            <a:xfrm>
              <a:off x="11643174" y="1344599"/>
              <a:ext cx="314956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79" name="Hexagon 3478">
              <a:extLst>
                <a:ext uri="{FF2B5EF4-FFF2-40B4-BE49-F238E27FC236}">
                  <a16:creationId xmlns:a16="http://schemas.microsoft.com/office/drawing/2014/main" id="{5D91BE0F-51EA-418A-A107-35B826186F2F}"/>
                </a:ext>
              </a:extLst>
            </p:cNvPr>
            <p:cNvSpPr/>
            <p:nvPr/>
          </p:nvSpPr>
          <p:spPr>
            <a:xfrm>
              <a:off x="11649346" y="11581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0" name="Hexagon 3479">
              <a:extLst>
                <a:ext uri="{FF2B5EF4-FFF2-40B4-BE49-F238E27FC236}">
                  <a16:creationId xmlns:a16="http://schemas.microsoft.com/office/drawing/2014/main" id="{8C2CCDB5-EDA0-45AA-B433-41C93D078217}"/>
                </a:ext>
              </a:extLst>
            </p:cNvPr>
            <p:cNvSpPr/>
            <p:nvPr/>
          </p:nvSpPr>
          <p:spPr>
            <a:xfrm>
              <a:off x="11407543" y="12520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1" name="Hexagon 3480">
              <a:extLst>
                <a:ext uri="{FF2B5EF4-FFF2-40B4-BE49-F238E27FC236}">
                  <a16:creationId xmlns:a16="http://schemas.microsoft.com/office/drawing/2014/main" id="{83739906-3CFA-4666-82F8-8BDB50D1EE13}"/>
                </a:ext>
              </a:extLst>
            </p:cNvPr>
            <p:cNvSpPr/>
            <p:nvPr/>
          </p:nvSpPr>
          <p:spPr>
            <a:xfrm>
              <a:off x="11409181" y="105870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2" name="Hexagon 3481">
              <a:extLst>
                <a:ext uri="{FF2B5EF4-FFF2-40B4-BE49-F238E27FC236}">
                  <a16:creationId xmlns:a16="http://schemas.microsoft.com/office/drawing/2014/main" id="{FA139B2D-D36C-444E-A167-B556B687C95F}"/>
                </a:ext>
              </a:extLst>
            </p:cNvPr>
            <p:cNvSpPr/>
            <p:nvPr/>
          </p:nvSpPr>
          <p:spPr>
            <a:xfrm>
              <a:off x="11163844" y="134428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6" name="Hexagon 3485">
              <a:extLst>
                <a:ext uri="{FF2B5EF4-FFF2-40B4-BE49-F238E27FC236}">
                  <a16:creationId xmlns:a16="http://schemas.microsoft.com/office/drawing/2014/main" id="{73AB2841-E50B-4CB3-8A4E-A179F20BC0CC}"/>
                </a:ext>
              </a:extLst>
            </p:cNvPr>
            <p:cNvSpPr/>
            <p:nvPr/>
          </p:nvSpPr>
          <p:spPr>
            <a:xfrm>
              <a:off x="11170407" y="115311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7" name="Hexagon 3486">
              <a:extLst>
                <a:ext uri="{FF2B5EF4-FFF2-40B4-BE49-F238E27FC236}">
                  <a16:creationId xmlns:a16="http://schemas.microsoft.com/office/drawing/2014/main" id="{9AFC94CF-19A4-4F49-B69B-1B4FCF351CD8}"/>
                </a:ext>
              </a:extLst>
            </p:cNvPr>
            <p:cNvSpPr/>
            <p:nvPr/>
          </p:nvSpPr>
          <p:spPr>
            <a:xfrm>
              <a:off x="11167268" y="96273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8" name="Hexagon 3487">
              <a:extLst>
                <a:ext uri="{FF2B5EF4-FFF2-40B4-BE49-F238E27FC236}">
                  <a16:creationId xmlns:a16="http://schemas.microsoft.com/office/drawing/2014/main" id="{53C9FBAA-3AF6-4425-BDCB-FB29637643B4}"/>
                </a:ext>
              </a:extLst>
            </p:cNvPr>
            <p:cNvSpPr/>
            <p:nvPr/>
          </p:nvSpPr>
          <p:spPr>
            <a:xfrm>
              <a:off x="10925160" y="14352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89" name="Hexagon 3488">
              <a:extLst>
                <a:ext uri="{FF2B5EF4-FFF2-40B4-BE49-F238E27FC236}">
                  <a16:creationId xmlns:a16="http://schemas.microsoft.com/office/drawing/2014/main" id="{45F95B55-C181-4109-A27A-DD091861AEA7}"/>
                </a:ext>
              </a:extLst>
            </p:cNvPr>
            <p:cNvSpPr/>
            <p:nvPr/>
          </p:nvSpPr>
          <p:spPr>
            <a:xfrm>
              <a:off x="10922021" y="12449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0" name="Hexagon 3489">
              <a:extLst>
                <a:ext uri="{FF2B5EF4-FFF2-40B4-BE49-F238E27FC236}">
                  <a16:creationId xmlns:a16="http://schemas.microsoft.com/office/drawing/2014/main" id="{5C187440-6FC6-48E7-9218-45FF46C5BDDB}"/>
                </a:ext>
              </a:extLst>
            </p:cNvPr>
            <p:cNvSpPr/>
            <p:nvPr/>
          </p:nvSpPr>
          <p:spPr>
            <a:xfrm>
              <a:off x="10695159" y="15304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1" name="Hexagon 3490">
              <a:extLst>
                <a:ext uri="{FF2B5EF4-FFF2-40B4-BE49-F238E27FC236}">
                  <a16:creationId xmlns:a16="http://schemas.microsoft.com/office/drawing/2014/main" id="{7A36A07D-2457-4419-AAB3-104FBF1EEE45}"/>
                </a:ext>
              </a:extLst>
            </p:cNvPr>
            <p:cNvSpPr/>
            <p:nvPr/>
          </p:nvSpPr>
          <p:spPr>
            <a:xfrm>
              <a:off x="10692020" y="13400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2" name="Hexagon 3491">
              <a:extLst>
                <a:ext uri="{FF2B5EF4-FFF2-40B4-BE49-F238E27FC236}">
                  <a16:creationId xmlns:a16="http://schemas.microsoft.com/office/drawing/2014/main" id="{E1702823-1AEA-4A4B-827F-E7A1334B39DA}"/>
                </a:ext>
              </a:extLst>
            </p:cNvPr>
            <p:cNvSpPr/>
            <p:nvPr/>
          </p:nvSpPr>
          <p:spPr>
            <a:xfrm>
              <a:off x="10466571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3" name="Hexagon 3492">
              <a:extLst>
                <a:ext uri="{FF2B5EF4-FFF2-40B4-BE49-F238E27FC236}">
                  <a16:creationId xmlns:a16="http://schemas.microsoft.com/office/drawing/2014/main" id="{F9731C97-DB4E-4315-9C07-ED71372F1965}"/>
                </a:ext>
              </a:extLst>
            </p:cNvPr>
            <p:cNvSpPr/>
            <p:nvPr/>
          </p:nvSpPr>
          <p:spPr>
            <a:xfrm>
              <a:off x="10463432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4" name="Hexagon 3493">
              <a:extLst>
                <a:ext uri="{FF2B5EF4-FFF2-40B4-BE49-F238E27FC236}">
                  <a16:creationId xmlns:a16="http://schemas.microsoft.com/office/drawing/2014/main" id="{41FA4647-FD42-4DED-9006-0903A577C110}"/>
                </a:ext>
              </a:extLst>
            </p:cNvPr>
            <p:cNvSpPr/>
            <p:nvPr/>
          </p:nvSpPr>
          <p:spPr>
            <a:xfrm>
              <a:off x="10233431" y="16919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5" name="Hexagon 3494">
              <a:extLst>
                <a:ext uri="{FF2B5EF4-FFF2-40B4-BE49-F238E27FC236}">
                  <a16:creationId xmlns:a16="http://schemas.microsoft.com/office/drawing/2014/main" id="{75116814-5CD1-47C0-A04F-7F804553353F}"/>
                </a:ext>
              </a:extLst>
            </p:cNvPr>
            <p:cNvSpPr/>
            <p:nvPr/>
          </p:nvSpPr>
          <p:spPr>
            <a:xfrm>
              <a:off x="10230292" y="15016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6" name="Hexagon 3495">
              <a:extLst>
                <a:ext uri="{FF2B5EF4-FFF2-40B4-BE49-F238E27FC236}">
                  <a16:creationId xmlns:a16="http://schemas.microsoft.com/office/drawing/2014/main" id="{4385E269-0FDE-4F72-ABDA-D050E44AAC2A}"/>
                </a:ext>
              </a:extLst>
            </p:cNvPr>
            <p:cNvSpPr/>
            <p:nvPr/>
          </p:nvSpPr>
          <p:spPr>
            <a:xfrm>
              <a:off x="9990319" y="160406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7" name="Hexagon 3496">
              <a:extLst>
                <a:ext uri="{FF2B5EF4-FFF2-40B4-BE49-F238E27FC236}">
                  <a16:creationId xmlns:a16="http://schemas.microsoft.com/office/drawing/2014/main" id="{87F81E4B-159C-46CA-89CA-CE7DE992E51B}"/>
                </a:ext>
              </a:extLst>
            </p:cNvPr>
            <p:cNvSpPr/>
            <p:nvPr/>
          </p:nvSpPr>
          <p:spPr>
            <a:xfrm>
              <a:off x="9987180" y="141369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8" name="Hexagon 3497">
              <a:extLst>
                <a:ext uri="{FF2B5EF4-FFF2-40B4-BE49-F238E27FC236}">
                  <a16:creationId xmlns:a16="http://schemas.microsoft.com/office/drawing/2014/main" id="{0E35D1B0-CA2B-41FD-965F-A27E53478775}"/>
                </a:ext>
              </a:extLst>
            </p:cNvPr>
            <p:cNvSpPr/>
            <p:nvPr/>
          </p:nvSpPr>
          <p:spPr>
            <a:xfrm>
              <a:off x="9980817" y="196957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499" name="Hexagon 3498">
              <a:extLst>
                <a:ext uri="{FF2B5EF4-FFF2-40B4-BE49-F238E27FC236}">
                  <a16:creationId xmlns:a16="http://schemas.microsoft.com/office/drawing/2014/main" id="{ACB595A3-0F5F-4228-B9ED-06F420A87098}"/>
                </a:ext>
              </a:extLst>
            </p:cNvPr>
            <p:cNvSpPr/>
            <p:nvPr/>
          </p:nvSpPr>
          <p:spPr>
            <a:xfrm>
              <a:off x="9977678" y="177920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0" name="Hexagon 3499">
              <a:extLst>
                <a:ext uri="{FF2B5EF4-FFF2-40B4-BE49-F238E27FC236}">
                  <a16:creationId xmlns:a16="http://schemas.microsoft.com/office/drawing/2014/main" id="{4663D1CD-2670-4E8D-B16F-CF4A73B5EA77}"/>
                </a:ext>
              </a:extLst>
            </p:cNvPr>
            <p:cNvSpPr/>
            <p:nvPr/>
          </p:nvSpPr>
          <p:spPr>
            <a:xfrm>
              <a:off x="9750019" y="16979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1" name="Hexagon 3500">
              <a:extLst>
                <a:ext uri="{FF2B5EF4-FFF2-40B4-BE49-F238E27FC236}">
                  <a16:creationId xmlns:a16="http://schemas.microsoft.com/office/drawing/2014/main" id="{AD8D93FE-8D43-4EC6-8644-A3FD94F82D03}"/>
                </a:ext>
              </a:extLst>
            </p:cNvPr>
            <p:cNvSpPr/>
            <p:nvPr/>
          </p:nvSpPr>
          <p:spPr>
            <a:xfrm>
              <a:off x="9746880" y="15076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2" name="Hexagon 3501">
              <a:extLst>
                <a:ext uri="{FF2B5EF4-FFF2-40B4-BE49-F238E27FC236}">
                  <a16:creationId xmlns:a16="http://schemas.microsoft.com/office/drawing/2014/main" id="{F8BD6C53-4B8C-4DE7-8DDF-3262F42D1E9D}"/>
                </a:ext>
              </a:extLst>
            </p:cNvPr>
            <p:cNvSpPr/>
            <p:nvPr/>
          </p:nvSpPr>
          <p:spPr>
            <a:xfrm>
              <a:off x="9514818" y="160927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3" name="Hexagon 3502">
              <a:extLst>
                <a:ext uri="{FF2B5EF4-FFF2-40B4-BE49-F238E27FC236}">
                  <a16:creationId xmlns:a16="http://schemas.microsoft.com/office/drawing/2014/main" id="{73E02854-2503-41DF-9EC6-0703570E6248}"/>
                </a:ext>
              </a:extLst>
            </p:cNvPr>
            <p:cNvSpPr/>
            <p:nvPr/>
          </p:nvSpPr>
          <p:spPr>
            <a:xfrm>
              <a:off x="9511679" y="141890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4" name="Hexagon 3503">
              <a:extLst>
                <a:ext uri="{FF2B5EF4-FFF2-40B4-BE49-F238E27FC236}">
                  <a16:creationId xmlns:a16="http://schemas.microsoft.com/office/drawing/2014/main" id="{8A5BF51B-E549-4BE6-A22F-409EA7FFF6CE}"/>
                </a:ext>
              </a:extLst>
            </p:cNvPr>
            <p:cNvSpPr/>
            <p:nvPr/>
          </p:nvSpPr>
          <p:spPr>
            <a:xfrm>
              <a:off x="9757860" y="132273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5" name="Hexagon 3504">
              <a:extLst>
                <a:ext uri="{FF2B5EF4-FFF2-40B4-BE49-F238E27FC236}">
                  <a16:creationId xmlns:a16="http://schemas.microsoft.com/office/drawing/2014/main" id="{3B31715A-A809-4930-8F85-9E30A453817A}"/>
                </a:ext>
              </a:extLst>
            </p:cNvPr>
            <p:cNvSpPr/>
            <p:nvPr/>
          </p:nvSpPr>
          <p:spPr>
            <a:xfrm>
              <a:off x="10469625" y="17829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6" name="Hexagon 3505">
              <a:extLst>
                <a:ext uri="{FF2B5EF4-FFF2-40B4-BE49-F238E27FC236}">
                  <a16:creationId xmlns:a16="http://schemas.microsoft.com/office/drawing/2014/main" id="{C04316B2-4842-4E75-B83A-3CDE611C5E39}"/>
                </a:ext>
              </a:extLst>
            </p:cNvPr>
            <p:cNvSpPr/>
            <p:nvPr/>
          </p:nvSpPr>
          <p:spPr>
            <a:xfrm>
              <a:off x="10217227" y="20546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7" name="Hexagon 3506">
              <a:extLst>
                <a:ext uri="{FF2B5EF4-FFF2-40B4-BE49-F238E27FC236}">
                  <a16:creationId xmlns:a16="http://schemas.microsoft.com/office/drawing/2014/main" id="{26A3C128-5D2C-4025-B93F-4A9D21C88D87}"/>
                </a:ext>
              </a:extLst>
            </p:cNvPr>
            <p:cNvSpPr/>
            <p:nvPr/>
          </p:nvSpPr>
          <p:spPr>
            <a:xfrm>
              <a:off x="10943432" y="214511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08" name="Hexagon 3507">
              <a:extLst>
                <a:ext uri="{FF2B5EF4-FFF2-40B4-BE49-F238E27FC236}">
                  <a16:creationId xmlns:a16="http://schemas.microsoft.com/office/drawing/2014/main" id="{AB6E0EB4-2AD6-4447-85BE-661A8944ADD0}"/>
                </a:ext>
              </a:extLst>
            </p:cNvPr>
            <p:cNvSpPr/>
            <p:nvPr/>
          </p:nvSpPr>
          <p:spPr>
            <a:xfrm>
              <a:off x="10457330" y="251142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0" name="Hexagon 3509">
              <a:extLst>
                <a:ext uri="{FF2B5EF4-FFF2-40B4-BE49-F238E27FC236}">
                  <a16:creationId xmlns:a16="http://schemas.microsoft.com/office/drawing/2014/main" id="{38516D56-7690-4276-9FE9-A82C883127CE}"/>
                </a:ext>
              </a:extLst>
            </p:cNvPr>
            <p:cNvSpPr/>
            <p:nvPr/>
          </p:nvSpPr>
          <p:spPr>
            <a:xfrm>
              <a:off x="9292611" y="27925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1" name="Hexagon 3510">
              <a:extLst>
                <a:ext uri="{FF2B5EF4-FFF2-40B4-BE49-F238E27FC236}">
                  <a16:creationId xmlns:a16="http://schemas.microsoft.com/office/drawing/2014/main" id="{23B6C72B-EB55-4DAC-BAEA-15FE79376256}"/>
                </a:ext>
              </a:extLst>
            </p:cNvPr>
            <p:cNvSpPr/>
            <p:nvPr/>
          </p:nvSpPr>
          <p:spPr>
            <a:xfrm>
              <a:off x="9289472" y="260214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2" name="Hexagon 3511">
              <a:extLst>
                <a:ext uri="{FF2B5EF4-FFF2-40B4-BE49-F238E27FC236}">
                  <a16:creationId xmlns:a16="http://schemas.microsoft.com/office/drawing/2014/main" id="{5886FDEC-070E-4E22-843E-0FB027620968}"/>
                </a:ext>
              </a:extLst>
            </p:cNvPr>
            <p:cNvSpPr/>
            <p:nvPr/>
          </p:nvSpPr>
          <p:spPr>
            <a:xfrm>
              <a:off x="9042229" y="288477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3" name="Hexagon 3512">
              <a:extLst>
                <a:ext uri="{FF2B5EF4-FFF2-40B4-BE49-F238E27FC236}">
                  <a16:creationId xmlns:a16="http://schemas.microsoft.com/office/drawing/2014/main" id="{98547C29-5E4E-4385-8360-1D60A6D18C8F}"/>
                </a:ext>
              </a:extLst>
            </p:cNvPr>
            <p:cNvSpPr/>
            <p:nvPr/>
          </p:nvSpPr>
          <p:spPr>
            <a:xfrm>
              <a:off x="9039090" y="269440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4" name="Hexagon 3513">
              <a:extLst>
                <a:ext uri="{FF2B5EF4-FFF2-40B4-BE49-F238E27FC236}">
                  <a16:creationId xmlns:a16="http://schemas.microsoft.com/office/drawing/2014/main" id="{C6996AA8-6560-4FE1-8140-06F60C0390E7}"/>
                </a:ext>
              </a:extLst>
            </p:cNvPr>
            <p:cNvSpPr/>
            <p:nvPr/>
          </p:nvSpPr>
          <p:spPr>
            <a:xfrm>
              <a:off x="9046875" y="25197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5" name="Hexagon 3514">
              <a:extLst>
                <a:ext uri="{FF2B5EF4-FFF2-40B4-BE49-F238E27FC236}">
                  <a16:creationId xmlns:a16="http://schemas.microsoft.com/office/drawing/2014/main" id="{0D7503F6-0F74-4A88-BF5A-2AA52AA8411B}"/>
                </a:ext>
              </a:extLst>
            </p:cNvPr>
            <p:cNvSpPr/>
            <p:nvPr/>
          </p:nvSpPr>
          <p:spPr>
            <a:xfrm>
              <a:off x="9043736" y="23293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6" name="Hexagon 3515">
              <a:extLst>
                <a:ext uri="{FF2B5EF4-FFF2-40B4-BE49-F238E27FC236}">
                  <a16:creationId xmlns:a16="http://schemas.microsoft.com/office/drawing/2014/main" id="{43859E83-B1AE-45F5-8CD1-C46B5B12072D}"/>
                </a:ext>
              </a:extLst>
            </p:cNvPr>
            <p:cNvSpPr/>
            <p:nvPr/>
          </p:nvSpPr>
          <p:spPr>
            <a:xfrm>
              <a:off x="8804577" y="279364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7" name="Hexagon 3516">
              <a:extLst>
                <a:ext uri="{FF2B5EF4-FFF2-40B4-BE49-F238E27FC236}">
                  <a16:creationId xmlns:a16="http://schemas.microsoft.com/office/drawing/2014/main" id="{B6698424-9FC4-4355-97A7-A85AB7879B72}"/>
                </a:ext>
              </a:extLst>
            </p:cNvPr>
            <p:cNvSpPr/>
            <p:nvPr/>
          </p:nvSpPr>
          <p:spPr>
            <a:xfrm>
              <a:off x="8801438" y="260327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8" name="Hexagon 3517">
              <a:extLst>
                <a:ext uri="{FF2B5EF4-FFF2-40B4-BE49-F238E27FC236}">
                  <a16:creationId xmlns:a16="http://schemas.microsoft.com/office/drawing/2014/main" id="{96A69189-7330-4BC6-B437-B366F0BF2834}"/>
                </a:ext>
              </a:extLst>
            </p:cNvPr>
            <p:cNvSpPr/>
            <p:nvPr/>
          </p:nvSpPr>
          <p:spPr>
            <a:xfrm>
              <a:off x="8806444" y="242669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19" name="Hexagon 3518">
              <a:extLst>
                <a:ext uri="{FF2B5EF4-FFF2-40B4-BE49-F238E27FC236}">
                  <a16:creationId xmlns:a16="http://schemas.microsoft.com/office/drawing/2014/main" id="{C1CAC456-E0BD-425F-B483-4E62EFD1707F}"/>
                </a:ext>
              </a:extLst>
            </p:cNvPr>
            <p:cNvSpPr/>
            <p:nvPr/>
          </p:nvSpPr>
          <p:spPr>
            <a:xfrm>
              <a:off x="8803305" y="223631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0" name="Hexagon 3519">
              <a:extLst>
                <a:ext uri="{FF2B5EF4-FFF2-40B4-BE49-F238E27FC236}">
                  <a16:creationId xmlns:a16="http://schemas.microsoft.com/office/drawing/2014/main" id="{EFD61BCC-CE52-4385-A2DB-73F90CC52C44}"/>
                </a:ext>
              </a:extLst>
            </p:cNvPr>
            <p:cNvSpPr/>
            <p:nvPr/>
          </p:nvSpPr>
          <p:spPr>
            <a:xfrm>
              <a:off x="8340318" y="280600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1" name="Hexagon 3520">
              <a:extLst>
                <a:ext uri="{FF2B5EF4-FFF2-40B4-BE49-F238E27FC236}">
                  <a16:creationId xmlns:a16="http://schemas.microsoft.com/office/drawing/2014/main" id="{AA13A00C-7011-489B-B6A5-310020ED148D}"/>
                </a:ext>
              </a:extLst>
            </p:cNvPr>
            <p:cNvSpPr/>
            <p:nvPr/>
          </p:nvSpPr>
          <p:spPr>
            <a:xfrm>
              <a:off x="8341941" y="262082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2" name="Hexagon 3521">
              <a:extLst>
                <a:ext uri="{FF2B5EF4-FFF2-40B4-BE49-F238E27FC236}">
                  <a16:creationId xmlns:a16="http://schemas.microsoft.com/office/drawing/2014/main" id="{D9039C9E-B1C5-4975-8C79-87654946E105}"/>
                </a:ext>
              </a:extLst>
            </p:cNvPr>
            <p:cNvSpPr/>
            <p:nvPr/>
          </p:nvSpPr>
          <p:spPr>
            <a:xfrm>
              <a:off x="8107428" y="28954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3" name="Hexagon 3522">
              <a:extLst>
                <a:ext uri="{FF2B5EF4-FFF2-40B4-BE49-F238E27FC236}">
                  <a16:creationId xmlns:a16="http://schemas.microsoft.com/office/drawing/2014/main" id="{F5B74961-5CC2-4873-AB06-F5587D9BA0A2}"/>
                </a:ext>
              </a:extLst>
            </p:cNvPr>
            <p:cNvSpPr/>
            <p:nvPr/>
          </p:nvSpPr>
          <p:spPr>
            <a:xfrm>
              <a:off x="8104289" y="27051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4" name="Hexagon 3523">
              <a:extLst>
                <a:ext uri="{FF2B5EF4-FFF2-40B4-BE49-F238E27FC236}">
                  <a16:creationId xmlns:a16="http://schemas.microsoft.com/office/drawing/2014/main" id="{E530077C-F6B3-421D-92AF-4D3EC8C4D24C}"/>
                </a:ext>
              </a:extLst>
            </p:cNvPr>
            <p:cNvSpPr/>
            <p:nvPr/>
          </p:nvSpPr>
          <p:spPr>
            <a:xfrm>
              <a:off x="7866346" y="261216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5" name="Hexagon 3524">
              <a:extLst>
                <a:ext uri="{FF2B5EF4-FFF2-40B4-BE49-F238E27FC236}">
                  <a16:creationId xmlns:a16="http://schemas.microsoft.com/office/drawing/2014/main" id="{70005B1D-8DF4-48F8-9B0F-11B8719677FC}"/>
                </a:ext>
              </a:extLst>
            </p:cNvPr>
            <p:cNvSpPr/>
            <p:nvPr/>
          </p:nvSpPr>
          <p:spPr>
            <a:xfrm>
              <a:off x="7863207" y="242179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6" name="Hexagon 3525">
              <a:extLst>
                <a:ext uri="{FF2B5EF4-FFF2-40B4-BE49-F238E27FC236}">
                  <a16:creationId xmlns:a16="http://schemas.microsoft.com/office/drawing/2014/main" id="{91A6EFE0-34D1-49E5-9DA2-4E6C26C8A8DA}"/>
                </a:ext>
              </a:extLst>
            </p:cNvPr>
            <p:cNvSpPr/>
            <p:nvPr/>
          </p:nvSpPr>
          <p:spPr>
            <a:xfrm>
              <a:off x="8109664" y="251698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7" name="Hexagon 3526">
              <a:extLst>
                <a:ext uri="{FF2B5EF4-FFF2-40B4-BE49-F238E27FC236}">
                  <a16:creationId xmlns:a16="http://schemas.microsoft.com/office/drawing/2014/main" id="{15223ECD-659D-49E2-80E8-B9A7085DFDBC}"/>
                </a:ext>
              </a:extLst>
            </p:cNvPr>
            <p:cNvSpPr/>
            <p:nvPr/>
          </p:nvSpPr>
          <p:spPr>
            <a:xfrm>
              <a:off x="8106525" y="23266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8" name="Hexagon 3527">
              <a:extLst>
                <a:ext uri="{FF2B5EF4-FFF2-40B4-BE49-F238E27FC236}">
                  <a16:creationId xmlns:a16="http://schemas.microsoft.com/office/drawing/2014/main" id="{A2FBCFDE-B2D3-4C81-A01C-F91047AF2635}"/>
                </a:ext>
              </a:extLst>
            </p:cNvPr>
            <p:cNvSpPr/>
            <p:nvPr/>
          </p:nvSpPr>
          <p:spPr>
            <a:xfrm>
              <a:off x="8342675" y="24364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29" name="Hexagon 3528">
              <a:extLst>
                <a:ext uri="{FF2B5EF4-FFF2-40B4-BE49-F238E27FC236}">
                  <a16:creationId xmlns:a16="http://schemas.microsoft.com/office/drawing/2014/main" id="{76254032-37F2-460B-8A54-2D2D535CAC70}"/>
                </a:ext>
              </a:extLst>
            </p:cNvPr>
            <p:cNvSpPr/>
            <p:nvPr/>
          </p:nvSpPr>
          <p:spPr>
            <a:xfrm>
              <a:off x="8339536" y="22460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0" name="Hexagon 3529">
              <a:extLst>
                <a:ext uri="{FF2B5EF4-FFF2-40B4-BE49-F238E27FC236}">
                  <a16:creationId xmlns:a16="http://schemas.microsoft.com/office/drawing/2014/main" id="{B54EF313-BA5A-41AA-A07B-57BA261D2FB1}"/>
                </a:ext>
              </a:extLst>
            </p:cNvPr>
            <p:cNvSpPr/>
            <p:nvPr/>
          </p:nvSpPr>
          <p:spPr>
            <a:xfrm>
              <a:off x="8581321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1" name="Hexagon 3530">
              <a:extLst>
                <a:ext uri="{FF2B5EF4-FFF2-40B4-BE49-F238E27FC236}">
                  <a16:creationId xmlns:a16="http://schemas.microsoft.com/office/drawing/2014/main" id="{BCA8A132-299B-4650-B176-26BD28BB7726}"/>
                </a:ext>
              </a:extLst>
            </p:cNvPr>
            <p:cNvSpPr/>
            <p:nvPr/>
          </p:nvSpPr>
          <p:spPr>
            <a:xfrm>
              <a:off x="8578182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2" name="Hexagon 3531">
              <a:extLst>
                <a:ext uri="{FF2B5EF4-FFF2-40B4-BE49-F238E27FC236}">
                  <a16:creationId xmlns:a16="http://schemas.microsoft.com/office/drawing/2014/main" id="{53EFBF9D-0667-4D5C-B931-287717F97489}"/>
                </a:ext>
              </a:extLst>
            </p:cNvPr>
            <p:cNvSpPr/>
            <p:nvPr/>
          </p:nvSpPr>
          <p:spPr>
            <a:xfrm>
              <a:off x="8343923" y="205835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3" name="Hexagon 3532">
              <a:extLst>
                <a:ext uri="{FF2B5EF4-FFF2-40B4-BE49-F238E27FC236}">
                  <a16:creationId xmlns:a16="http://schemas.microsoft.com/office/drawing/2014/main" id="{7AC62B5B-6EDB-400D-83A6-00BF2B381466}"/>
                </a:ext>
              </a:extLst>
            </p:cNvPr>
            <p:cNvSpPr/>
            <p:nvPr/>
          </p:nvSpPr>
          <p:spPr>
            <a:xfrm>
              <a:off x="8340784" y="186798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4" name="Hexagon 3533">
              <a:extLst>
                <a:ext uri="{FF2B5EF4-FFF2-40B4-BE49-F238E27FC236}">
                  <a16:creationId xmlns:a16="http://schemas.microsoft.com/office/drawing/2014/main" id="{A4E1FB17-D4AD-4882-B3E1-921219426038}"/>
                </a:ext>
              </a:extLst>
            </p:cNvPr>
            <p:cNvSpPr/>
            <p:nvPr/>
          </p:nvSpPr>
          <p:spPr>
            <a:xfrm>
              <a:off x="8101308" y="21486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35" name="Hexagon 3534">
              <a:extLst>
                <a:ext uri="{FF2B5EF4-FFF2-40B4-BE49-F238E27FC236}">
                  <a16:creationId xmlns:a16="http://schemas.microsoft.com/office/drawing/2014/main" id="{E7903C3C-1923-4261-A809-DB02CAD29C17}"/>
                </a:ext>
              </a:extLst>
            </p:cNvPr>
            <p:cNvSpPr/>
            <p:nvPr/>
          </p:nvSpPr>
          <p:spPr>
            <a:xfrm>
              <a:off x="8098169" y="19583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0" name="Hexagon 3539">
              <a:extLst>
                <a:ext uri="{FF2B5EF4-FFF2-40B4-BE49-F238E27FC236}">
                  <a16:creationId xmlns:a16="http://schemas.microsoft.com/office/drawing/2014/main" id="{0AFF38B8-E630-48F1-9DC8-0B5927AD6427}"/>
                </a:ext>
              </a:extLst>
            </p:cNvPr>
            <p:cNvSpPr/>
            <p:nvPr/>
          </p:nvSpPr>
          <p:spPr>
            <a:xfrm>
              <a:off x="8352992" y="169007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1" name="Hexagon 3540">
              <a:extLst>
                <a:ext uri="{FF2B5EF4-FFF2-40B4-BE49-F238E27FC236}">
                  <a16:creationId xmlns:a16="http://schemas.microsoft.com/office/drawing/2014/main" id="{F4B2CBE5-CCEA-4F55-9226-AC7B5A66113C}"/>
                </a:ext>
              </a:extLst>
            </p:cNvPr>
            <p:cNvSpPr/>
            <p:nvPr/>
          </p:nvSpPr>
          <p:spPr>
            <a:xfrm>
              <a:off x="8349853" y="149970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2" name="Hexagon 3541">
              <a:extLst>
                <a:ext uri="{FF2B5EF4-FFF2-40B4-BE49-F238E27FC236}">
                  <a16:creationId xmlns:a16="http://schemas.microsoft.com/office/drawing/2014/main" id="{A427C730-2603-4CC5-904E-3F041C658CCA}"/>
                </a:ext>
              </a:extLst>
            </p:cNvPr>
            <p:cNvSpPr/>
            <p:nvPr/>
          </p:nvSpPr>
          <p:spPr>
            <a:xfrm>
              <a:off x="8108819" y="17758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3" name="Hexagon 3542">
              <a:extLst>
                <a:ext uri="{FF2B5EF4-FFF2-40B4-BE49-F238E27FC236}">
                  <a16:creationId xmlns:a16="http://schemas.microsoft.com/office/drawing/2014/main" id="{5B0D2A75-F248-4AF1-B14F-BCE47B516953}"/>
                </a:ext>
              </a:extLst>
            </p:cNvPr>
            <p:cNvSpPr/>
            <p:nvPr/>
          </p:nvSpPr>
          <p:spPr>
            <a:xfrm>
              <a:off x="8105680" y="15854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4" name="Hexagon 3543">
              <a:extLst>
                <a:ext uri="{FF2B5EF4-FFF2-40B4-BE49-F238E27FC236}">
                  <a16:creationId xmlns:a16="http://schemas.microsoft.com/office/drawing/2014/main" id="{D6ADD2E5-D9EF-4EC2-BF2B-779AF60B285D}"/>
                </a:ext>
              </a:extLst>
            </p:cNvPr>
            <p:cNvSpPr/>
            <p:nvPr/>
          </p:nvSpPr>
          <p:spPr>
            <a:xfrm>
              <a:off x="8108819" y="141232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5" name="Hexagon 3544">
              <a:extLst>
                <a:ext uri="{FF2B5EF4-FFF2-40B4-BE49-F238E27FC236}">
                  <a16:creationId xmlns:a16="http://schemas.microsoft.com/office/drawing/2014/main" id="{1F955D0D-C24B-4F43-BAFC-941DF15E8968}"/>
                </a:ext>
              </a:extLst>
            </p:cNvPr>
            <p:cNvSpPr/>
            <p:nvPr/>
          </p:nvSpPr>
          <p:spPr>
            <a:xfrm>
              <a:off x="8105680" y="122195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6" name="Hexagon 3545">
              <a:extLst>
                <a:ext uri="{FF2B5EF4-FFF2-40B4-BE49-F238E27FC236}">
                  <a16:creationId xmlns:a16="http://schemas.microsoft.com/office/drawing/2014/main" id="{B637D0B8-3980-4E51-9A3F-02096ED72D00}"/>
                </a:ext>
              </a:extLst>
            </p:cNvPr>
            <p:cNvSpPr/>
            <p:nvPr/>
          </p:nvSpPr>
          <p:spPr>
            <a:xfrm>
              <a:off x="7865354" y="168289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7" name="Hexagon 3546">
              <a:extLst>
                <a:ext uri="{FF2B5EF4-FFF2-40B4-BE49-F238E27FC236}">
                  <a16:creationId xmlns:a16="http://schemas.microsoft.com/office/drawing/2014/main" id="{7A9FF99D-B02A-4A86-BADF-216D3A87CA8B}"/>
                </a:ext>
              </a:extLst>
            </p:cNvPr>
            <p:cNvSpPr/>
            <p:nvPr/>
          </p:nvSpPr>
          <p:spPr>
            <a:xfrm>
              <a:off x="7862215" y="14925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8" name="Hexagon 3547">
              <a:extLst>
                <a:ext uri="{FF2B5EF4-FFF2-40B4-BE49-F238E27FC236}">
                  <a16:creationId xmlns:a16="http://schemas.microsoft.com/office/drawing/2014/main" id="{E2B9BDC4-36D9-4E25-9022-CC6BABB6AAA9}"/>
                </a:ext>
              </a:extLst>
            </p:cNvPr>
            <p:cNvSpPr/>
            <p:nvPr/>
          </p:nvSpPr>
          <p:spPr>
            <a:xfrm>
              <a:off x="7865127" y="1323335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49" name="Hexagon 3548">
              <a:extLst>
                <a:ext uri="{FF2B5EF4-FFF2-40B4-BE49-F238E27FC236}">
                  <a16:creationId xmlns:a16="http://schemas.microsoft.com/office/drawing/2014/main" id="{35488060-1FDB-4C3C-8D71-552A89E54DC5}"/>
                </a:ext>
              </a:extLst>
            </p:cNvPr>
            <p:cNvSpPr/>
            <p:nvPr/>
          </p:nvSpPr>
          <p:spPr>
            <a:xfrm>
              <a:off x="7861988" y="1132964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0" name="Hexagon 3549">
              <a:extLst>
                <a:ext uri="{FF2B5EF4-FFF2-40B4-BE49-F238E27FC236}">
                  <a16:creationId xmlns:a16="http://schemas.microsoft.com/office/drawing/2014/main" id="{BCA8FB42-C1D0-48F5-A177-EE493D88C624}"/>
                </a:ext>
              </a:extLst>
            </p:cNvPr>
            <p:cNvSpPr/>
            <p:nvPr/>
          </p:nvSpPr>
          <p:spPr>
            <a:xfrm>
              <a:off x="7622514" y="177082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1" name="Hexagon 3550">
              <a:extLst>
                <a:ext uri="{FF2B5EF4-FFF2-40B4-BE49-F238E27FC236}">
                  <a16:creationId xmlns:a16="http://schemas.microsoft.com/office/drawing/2014/main" id="{E522094C-363A-4DDA-AC58-D31658532D2E}"/>
                </a:ext>
              </a:extLst>
            </p:cNvPr>
            <p:cNvSpPr/>
            <p:nvPr/>
          </p:nvSpPr>
          <p:spPr>
            <a:xfrm>
              <a:off x="7619375" y="158045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2" name="Hexagon 3551">
              <a:extLst>
                <a:ext uri="{FF2B5EF4-FFF2-40B4-BE49-F238E27FC236}">
                  <a16:creationId xmlns:a16="http://schemas.microsoft.com/office/drawing/2014/main" id="{534B151E-F3F7-44EA-BD8E-D5D48C96E39E}"/>
                </a:ext>
              </a:extLst>
            </p:cNvPr>
            <p:cNvSpPr/>
            <p:nvPr/>
          </p:nvSpPr>
          <p:spPr>
            <a:xfrm>
              <a:off x="7628726" y="14038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3" name="Hexagon 3552">
              <a:extLst>
                <a:ext uri="{FF2B5EF4-FFF2-40B4-BE49-F238E27FC236}">
                  <a16:creationId xmlns:a16="http://schemas.microsoft.com/office/drawing/2014/main" id="{ED105B87-CE68-4DE6-B21B-868FB8CA7819}"/>
                </a:ext>
              </a:extLst>
            </p:cNvPr>
            <p:cNvSpPr/>
            <p:nvPr/>
          </p:nvSpPr>
          <p:spPr>
            <a:xfrm>
              <a:off x="7625587" y="12134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4" name="Hexagon 3553">
              <a:extLst>
                <a:ext uri="{FF2B5EF4-FFF2-40B4-BE49-F238E27FC236}">
                  <a16:creationId xmlns:a16="http://schemas.microsoft.com/office/drawing/2014/main" id="{C4272AFF-9DEC-47F7-BB60-0566B5528079}"/>
                </a:ext>
              </a:extLst>
            </p:cNvPr>
            <p:cNvSpPr/>
            <p:nvPr/>
          </p:nvSpPr>
          <p:spPr>
            <a:xfrm>
              <a:off x="7631974" y="10400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5" name="Hexagon 3554">
              <a:extLst>
                <a:ext uri="{FF2B5EF4-FFF2-40B4-BE49-F238E27FC236}">
                  <a16:creationId xmlns:a16="http://schemas.microsoft.com/office/drawing/2014/main" id="{343A768A-2865-42B0-9C98-9FBACA6746E5}"/>
                </a:ext>
              </a:extLst>
            </p:cNvPr>
            <p:cNvSpPr/>
            <p:nvPr/>
          </p:nvSpPr>
          <p:spPr>
            <a:xfrm>
              <a:off x="7628835" y="8496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6" name="Hexagon 3555">
              <a:extLst>
                <a:ext uri="{FF2B5EF4-FFF2-40B4-BE49-F238E27FC236}">
                  <a16:creationId xmlns:a16="http://schemas.microsoft.com/office/drawing/2014/main" id="{CF2DD3ED-25A7-4B2F-9D6A-32DE248644BE}"/>
                </a:ext>
              </a:extLst>
            </p:cNvPr>
            <p:cNvSpPr/>
            <p:nvPr/>
          </p:nvSpPr>
          <p:spPr>
            <a:xfrm>
              <a:off x="7394871" y="113820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7" name="Hexagon 3556">
              <a:extLst>
                <a:ext uri="{FF2B5EF4-FFF2-40B4-BE49-F238E27FC236}">
                  <a16:creationId xmlns:a16="http://schemas.microsoft.com/office/drawing/2014/main" id="{289B13D4-1679-4904-AF94-D47F35C9777C}"/>
                </a:ext>
              </a:extLst>
            </p:cNvPr>
            <p:cNvSpPr/>
            <p:nvPr/>
          </p:nvSpPr>
          <p:spPr>
            <a:xfrm>
              <a:off x="7391732" y="94783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8" name="Hexagon 3557">
              <a:extLst>
                <a:ext uri="{FF2B5EF4-FFF2-40B4-BE49-F238E27FC236}">
                  <a16:creationId xmlns:a16="http://schemas.microsoft.com/office/drawing/2014/main" id="{31193BA1-4D74-4DF3-A423-29AF152AEF45}"/>
                </a:ext>
              </a:extLst>
            </p:cNvPr>
            <p:cNvSpPr/>
            <p:nvPr/>
          </p:nvSpPr>
          <p:spPr>
            <a:xfrm>
              <a:off x="7385715" y="150304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59" name="Hexagon 3558">
              <a:extLst>
                <a:ext uri="{FF2B5EF4-FFF2-40B4-BE49-F238E27FC236}">
                  <a16:creationId xmlns:a16="http://schemas.microsoft.com/office/drawing/2014/main" id="{2F37C951-F660-43E9-AECD-F3BBA7F06845}"/>
                </a:ext>
              </a:extLst>
            </p:cNvPr>
            <p:cNvSpPr/>
            <p:nvPr/>
          </p:nvSpPr>
          <p:spPr>
            <a:xfrm>
              <a:off x="7382576" y="131267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0" name="Hexagon 3559">
              <a:extLst>
                <a:ext uri="{FF2B5EF4-FFF2-40B4-BE49-F238E27FC236}">
                  <a16:creationId xmlns:a16="http://schemas.microsoft.com/office/drawing/2014/main" id="{4872DB50-5348-40C9-B60D-7D381B1B753F}"/>
                </a:ext>
              </a:extLst>
            </p:cNvPr>
            <p:cNvSpPr/>
            <p:nvPr/>
          </p:nvSpPr>
          <p:spPr>
            <a:xfrm>
              <a:off x="7388397" y="186031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1" name="Hexagon 3560">
              <a:extLst>
                <a:ext uri="{FF2B5EF4-FFF2-40B4-BE49-F238E27FC236}">
                  <a16:creationId xmlns:a16="http://schemas.microsoft.com/office/drawing/2014/main" id="{3B80919D-178A-4AF4-A03F-4CDE8C3BF2DA}"/>
                </a:ext>
              </a:extLst>
            </p:cNvPr>
            <p:cNvSpPr/>
            <p:nvPr/>
          </p:nvSpPr>
          <p:spPr>
            <a:xfrm>
              <a:off x="7385258" y="166994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2" name="Hexagon 3561">
              <a:extLst>
                <a:ext uri="{FF2B5EF4-FFF2-40B4-BE49-F238E27FC236}">
                  <a16:creationId xmlns:a16="http://schemas.microsoft.com/office/drawing/2014/main" id="{7E9AD097-40FF-4BF2-BFC4-B4BC8F1896DF}"/>
                </a:ext>
              </a:extLst>
            </p:cNvPr>
            <p:cNvSpPr/>
            <p:nvPr/>
          </p:nvSpPr>
          <p:spPr>
            <a:xfrm>
              <a:off x="7630354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3" name="Hexagon 3562">
              <a:extLst>
                <a:ext uri="{FF2B5EF4-FFF2-40B4-BE49-F238E27FC236}">
                  <a16:creationId xmlns:a16="http://schemas.microsoft.com/office/drawing/2014/main" id="{EE41B528-B171-4D6D-86E1-9F142A451E9E}"/>
                </a:ext>
              </a:extLst>
            </p:cNvPr>
            <p:cNvSpPr/>
            <p:nvPr/>
          </p:nvSpPr>
          <p:spPr>
            <a:xfrm>
              <a:off x="7627215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4" name="Hexagon 3563">
              <a:extLst>
                <a:ext uri="{FF2B5EF4-FFF2-40B4-BE49-F238E27FC236}">
                  <a16:creationId xmlns:a16="http://schemas.microsoft.com/office/drawing/2014/main" id="{414926BE-0F1F-424F-B30C-300B2E77556C}"/>
                </a:ext>
              </a:extLst>
            </p:cNvPr>
            <p:cNvSpPr/>
            <p:nvPr/>
          </p:nvSpPr>
          <p:spPr>
            <a:xfrm>
              <a:off x="7394912" y="243051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5" name="Hexagon 3564">
              <a:extLst>
                <a:ext uri="{FF2B5EF4-FFF2-40B4-BE49-F238E27FC236}">
                  <a16:creationId xmlns:a16="http://schemas.microsoft.com/office/drawing/2014/main" id="{ED8E814D-B3EF-452E-BB08-4549ED5EDB50}"/>
                </a:ext>
              </a:extLst>
            </p:cNvPr>
            <p:cNvSpPr/>
            <p:nvPr/>
          </p:nvSpPr>
          <p:spPr>
            <a:xfrm>
              <a:off x="7391773" y="22401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6" name="Hexagon 3565">
              <a:extLst>
                <a:ext uri="{FF2B5EF4-FFF2-40B4-BE49-F238E27FC236}">
                  <a16:creationId xmlns:a16="http://schemas.microsoft.com/office/drawing/2014/main" id="{B92F74EB-F950-4DB5-B995-C0C414D0C2F2}"/>
                </a:ext>
              </a:extLst>
            </p:cNvPr>
            <p:cNvSpPr/>
            <p:nvPr/>
          </p:nvSpPr>
          <p:spPr>
            <a:xfrm>
              <a:off x="7148909" y="141433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7" name="Hexagon 3566">
              <a:extLst>
                <a:ext uri="{FF2B5EF4-FFF2-40B4-BE49-F238E27FC236}">
                  <a16:creationId xmlns:a16="http://schemas.microsoft.com/office/drawing/2014/main" id="{9ED89082-37D5-4CB7-B88B-E93865519866}"/>
                </a:ext>
              </a:extLst>
            </p:cNvPr>
            <p:cNvSpPr/>
            <p:nvPr/>
          </p:nvSpPr>
          <p:spPr>
            <a:xfrm>
              <a:off x="7145770" y="12239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8" name="Hexagon 3567">
              <a:extLst>
                <a:ext uri="{FF2B5EF4-FFF2-40B4-BE49-F238E27FC236}">
                  <a16:creationId xmlns:a16="http://schemas.microsoft.com/office/drawing/2014/main" id="{2358F9CC-0047-46FB-8788-E383E1DD80AA}"/>
                </a:ext>
              </a:extLst>
            </p:cNvPr>
            <p:cNvSpPr/>
            <p:nvPr/>
          </p:nvSpPr>
          <p:spPr>
            <a:xfrm>
              <a:off x="7144654" y="17702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69" name="Hexagon 3568">
              <a:extLst>
                <a:ext uri="{FF2B5EF4-FFF2-40B4-BE49-F238E27FC236}">
                  <a16:creationId xmlns:a16="http://schemas.microsoft.com/office/drawing/2014/main" id="{0B7362CC-717D-4CC2-B1E0-18B894460E23}"/>
                </a:ext>
              </a:extLst>
            </p:cNvPr>
            <p:cNvSpPr/>
            <p:nvPr/>
          </p:nvSpPr>
          <p:spPr>
            <a:xfrm>
              <a:off x="7141515" y="15798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0" name="Hexagon 3569">
              <a:extLst>
                <a:ext uri="{FF2B5EF4-FFF2-40B4-BE49-F238E27FC236}">
                  <a16:creationId xmlns:a16="http://schemas.microsoft.com/office/drawing/2014/main" id="{E9E4EB43-B63C-4D24-8B67-9555504A14E3}"/>
                </a:ext>
              </a:extLst>
            </p:cNvPr>
            <p:cNvSpPr/>
            <p:nvPr/>
          </p:nvSpPr>
          <p:spPr>
            <a:xfrm>
              <a:off x="7158984" y="214670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1" name="Hexagon 3570">
              <a:extLst>
                <a:ext uri="{FF2B5EF4-FFF2-40B4-BE49-F238E27FC236}">
                  <a16:creationId xmlns:a16="http://schemas.microsoft.com/office/drawing/2014/main" id="{8CCDAB23-7502-4101-BCEF-4AC6C9D98FF0}"/>
                </a:ext>
              </a:extLst>
            </p:cNvPr>
            <p:cNvSpPr/>
            <p:nvPr/>
          </p:nvSpPr>
          <p:spPr>
            <a:xfrm>
              <a:off x="7155845" y="195633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2" name="Hexagon 3571">
              <a:extLst>
                <a:ext uri="{FF2B5EF4-FFF2-40B4-BE49-F238E27FC236}">
                  <a16:creationId xmlns:a16="http://schemas.microsoft.com/office/drawing/2014/main" id="{F4BB128E-1460-4414-9CB1-2FF54C6B88BB}"/>
                </a:ext>
              </a:extLst>
            </p:cNvPr>
            <p:cNvSpPr/>
            <p:nvPr/>
          </p:nvSpPr>
          <p:spPr>
            <a:xfrm>
              <a:off x="7157099" y="252495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3" name="Hexagon 3572">
              <a:extLst>
                <a:ext uri="{FF2B5EF4-FFF2-40B4-BE49-F238E27FC236}">
                  <a16:creationId xmlns:a16="http://schemas.microsoft.com/office/drawing/2014/main" id="{6349761C-661B-483F-A51C-754E1A943D86}"/>
                </a:ext>
              </a:extLst>
            </p:cNvPr>
            <p:cNvSpPr/>
            <p:nvPr/>
          </p:nvSpPr>
          <p:spPr>
            <a:xfrm>
              <a:off x="7153960" y="233458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4" name="Hexagon 3573">
              <a:extLst>
                <a:ext uri="{FF2B5EF4-FFF2-40B4-BE49-F238E27FC236}">
                  <a16:creationId xmlns:a16="http://schemas.microsoft.com/office/drawing/2014/main" id="{5C31EB76-D06C-4321-A752-F292F7050EB4}"/>
                </a:ext>
              </a:extLst>
            </p:cNvPr>
            <p:cNvSpPr/>
            <p:nvPr/>
          </p:nvSpPr>
          <p:spPr>
            <a:xfrm>
              <a:off x="6908845" y="132139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5" name="Hexagon 3574">
              <a:extLst>
                <a:ext uri="{FF2B5EF4-FFF2-40B4-BE49-F238E27FC236}">
                  <a16:creationId xmlns:a16="http://schemas.microsoft.com/office/drawing/2014/main" id="{291A0B2F-353A-424C-838A-3C873B25B4C7}"/>
                </a:ext>
              </a:extLst>
            </p:cNvPr>
            <p:cNvSpPr/>
            <p:nvPr/>
          </p:nvSpPr>
          <p:spPr>
            <a:xfrm>
              <a:off x="6905706" y="113102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6" name="Hexagon 3575">
              <a:extLst>
                <a:ext uri="{FF2B5EF4-FFF2-40B4-BE49-F238E27FC236}">
                  <a16:creationId xmlns:a16="http://schemas.microsoft.com/office/drawing/2014/main" id="{321D82B5-F3AC-45FA-9725-A25B2EB80CC0}"/>
                </a:ext>
              </a:extLst>
            </p:cNvPr>
            <p:cNvSpPr/>
            <p:nvPr/>
          </p:nvSpPr>
          <p:spPr>
            <a:xfrm>
              <a:off x="6672039" y="141510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7" name="Hexagon 3576">
              <a:extLst>
                <a:ext uri="{FF2B5EF4-FFF2-40B4-BE49-F238E27FC236}">
                  <a16:creationId xmlns:a16="http://schemas.microsoft.com/office/drawing/2014/main" id="{2892DA5B-E3A8-49F2-9EE4-714193B8AD40}"/>
                </a:ext>
              </a:extLst>
            </p:cNvPr>
            <p:cNvSpPr/>
            <p:nvPr/>
          </p:nvSpPr>
          <p:spPr>
            <a:xfrm>
              <a:off x="6668900" y="122473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8" name="Hexagon 3577">
              <a:extLst>
                <a:ext uri="{FF2B5EF4-FFF2-40B4-BE49-F238E27FC236}">
                  <a16:creationId xmlns:a16="http://schemas.microsoft.com/office/drawing/2014/main" id="{634E4B0C-1D25-49E2-B115-5EDE9C75B398}"/>
                </a:ext>
              </a:extLst>
            </p:cNvPr>
            <p:cNvSpPr/>
            <p:nvPr/>
          </p:nvSpPr>
          <p:spPr>
            <a:xfrm>
              <a:off x="6913492" y="169867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79" name="Hexagon 3578">
              <a:extLst>
                <a:ext uri="{FF2B5EF4-FFF2-40B4-BE49-F238E27FC236}">
                  <a16:creationId xmlns:a16="http://schemas.microsoft.com/office/drawing/2014/main" id="{222B14B0-9FA5-4CA4-A9EE-B8FCBD67EF2C}"/>
                </a:ext>
              </a:extLst>
            </p:cNvPr>
            <p:cNvSpPr/>
            <p:nvPr/>
          </p:nvSpPr>
          <p:spPr>
            <a:xfrm>
              <a:off x="6910353" y="150830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0" name="Hexagon 3579">
              <a:extLst>
                <a:ext uri="{FF2B5EF4-FFF2-40B4-BE49-F238E27FC236}">
                  <a16:creationId xmlns:a16="http://schemas.microsoft.com/office/drawing/2014/main" id="{AA72546A-4EE3-4F7A-9655-18D0A8FD6FCC}"/>
                </a:ext>
              </a:extLst>
            </p:cNvPr>
            <p:cNvSpPr/>
            <p:nvPr/>
          </p:nvSpPr>
          <p:spPr>
            <a:xfrm>
              <a:off x="6923326" y="205413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1" name="Hexagon 3580">
              <a:extLst>
                <a:ext uri="{FF2B5EF4-FFF2-40B4-BE49-F238E27FC236}">
                  <a16:creationId xmlns:a16="http://schemas.microsoft.com/office/drawing/2014/main" id="{6C8C5FF7-B735-492F-8EB0-DCD192E4378E}"/>
                </a:ext>
              </a:extLst>
            </p:cNvPr>
            <p:cNvSpPr/>
            <p:nvPr/>
          </p:nvSpPr>
          <p:spPr>
            <a:xfrm>
              <a:off x="6920187" y="186376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2" name="Hexagon 3581">
              <a:extLst>
                <a:ext uri="{FF2B5EF4-FFF2-40B4-BE49-F238E27FC236}">
                  <a16:creationId xmlns:a16="http://schemas.microsoft.com/office/drawing/2014/main" id="{BABC9E0C-B13C-4887-AA29-7522DB844084}"/>
                </a:ext>
              </a:extLst>
            </p:cNvPr>
            <p:cNvSpPr/>
            <p:nvPr/>
          </p:nvSpPr>
          <p:spPr>
            <a:xfrm>
              <a:off x="6676325" y="251922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3" name="Hexagon 3582">
              <a:extLst>
                <a:ext uri="{FF2B5EF4-FFF2-40B4-BE49-F238E27FC236}">
                  <a16:creationId xmlns:a16="http://schemas.microsoft.com/office/drawing/2014/main" id="{F72F6B94-8AC7-474D-BC56-491F6CBB76C9}"/>
                </a:ext>
              </a:extLst>
            </p:cNvPr>
            <p:cNvSpPr/>
            <p:nvPr/>
          </p:nvSpPr>
          <p:spPr>
            <a:xfrm>
              <a:off x="6673186" y="232885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4" name="Hexagon 3583">
              <a:extLst>
                <a:ext uri="{FF2B5EF4-FFF2-40B4-BE49-F238E27FC236}">
                  <a16:creationId xmlns:a16="http://schemas.microsoft.com/office/drawing/2014/main" id="{0BFA50F8-8982-444E-BA93-88FC4AB512A9}"/>
                </a:ext>
              </a:extLst>
            </p:cNvPr>
            <p:cNvSpPr/>
            <p:nvPr/>
          </p:nvSpPr>
          <p:spPr>
            <a:xfrm>
              <a:off x="6679153" y="214707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5" name="Hexagon 3584">
              <a:extLst>
                <a:ext uri="{FF2B5EF4-FFF2-40B4-BE49-F238E27FC236}">
                  <a16:creationId xmlns:a16="http://schemas.microsoft.com/office/drawing/2014/main" id="{A0C3B560-0731-4D7E-B389-82C34B621006}"/>
                </a:ext>
              </a:extLst>
            </p:cNvPr>
            <p:cNvSpPr/>
            <p:nvPr/>
          </p:nvSpPr>
          <p:spPr>
            <a:xfrm>
              <a:off x="6676014" y="19566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6" name="Hexagon 3585">
              <a:extLst>
                <a:ext uri="{FF2B5EF4-FFF2-40B4-BE49-F238E27FC236}">
                  <a16:creationId xmlns:a16="http://schemas.microsoft.com/office/drawing/2014/main" id="{2DB17382-9468-44C4-A108-4329658AF44D}"/>
                </a:ext>
              </a:extLst>
            </p:cNvPr>
            <p:cNvSpPr/>
            <p:nvPr/>
          </p:nvSpPr>
          <p:spPr>
            <a:xfrm>
              <a:off x="6678893" y="178070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7" name="Hexagon 3586">
              <a:extLst>
                <a:ext uri="{FF2B5EF4-FFF2-40B4-BE49-F238E27FC236}">
                  <a16:creationId xmlns:a16="http://schemas.microsoft.com/office/drawing/2014/main" id="{E434DB61-6E2C-42D3-829C-ADDA5CCBF62D}"/>
                </a:ext>
              </a:extLst>
            </p:cNvPr>
            <p:cNvSpPr/>
            <p:nvPr/>
          </p:nvSpPr>
          <p:spPr>
            <a:xfrm>
              <a:off x="6675754" y="159033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8" name="Hexagon 3587">
              <a:extLst>
                <a:ext uri="{FF2B5EF4-FFF2-40B4-BE49-F238E27FC236}">
                  <a16:creationId xmlns:a16="http://schemas.microsoft.com/office/drawing/2014/main" id="{1CAD0D87-95B3-41CA-A775-8FCDBB35F68B}"/>
                </a:ext>
              </a:extLst>
            </p:cNvPr>
            <p:cNvSpPr/>
            <p:nvPr/>
          </p:nvSpPr>
          <p:spPr>
            <a:xfrm>
              <a:off x="6438094" y="187889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89" name="Hexagon 3588">
              <a:extLst>
                <a:ext uri="{FF2B5EF4-FFF2-40B4-BE49-F238E27FC236}">
                  <a16:creationId xmlns:a16="http://schemas.microsoft.com/office/drawing/2014/main" id="{8F5EDA4D-0504-4751-B991-8BECE289B48F}"/>
                </a:ext>
              </a:extLst>
            </p:cNvPr>
            <p:cNvSpPr/>
            <p:nvPr/>
          </p:nvSpPr>
          <p:spPr>
            <a:xfrm>
              <a:off x="6434955" y="168852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0" name="Hexagon 3589">
              <a:extLst>
                <a:ext uri="{FF2B5EF4-FFF2-40B4-BE49-F238E27FC236}">
                  <a16:creationId xmlns:a16="http://schemas.microsoft.com/office/drawing/2014/main" id="{5480D9AD-DC7A-4201-8E55-0B313D6B3BA5}"/>
                </a:ext>
              </a:extLst>
            </p:cNvPr>
            <p:cNvSpPr/>
            <p:nvPr/>
          </p:nvSpPr>
          <p:spPr>
            <a:xfrm>
              <a:off x="6202392" y="197101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1" name="Hexagon 3590">
              <a:extLst>
                <a:ext uri="{FF2B5EF4-FFF2-40B4-BE49-F238E27FC236}">
                  <a16:creationId xmlns:a16="http://schemas.microsoft.com/office/drawing/2014/main" id="{B346172C-3DF9-4D90-9BD0-89565EC3247D}"/>
                </a:ext>
              </a:extLst>
            </p:cNvPr>
            <p:cNvSpPr/>
            <p:nvPr/>
          </p:nvSpPr>
          <p:spPr>
            <a:xfrm>
              <a:off x="6199253" y="178064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2" name="Hexagon 3591">
              <a:extLst>
                <a:ext uri="{FF2B5EF4-FFF2-40B4-BE49-F238E27FC236}">
                  <a16:creationId xmlns:a16="http://schemas.microsoft.com/office/drawing/2014/main" id="{BD20810A-9558-49C8-A962-6163E9F211F9}"/>
                </a:ext>
              </a:extLst>
            </p:cNvPr>
            <p:cNvSpPr/>
            <p:nvPr/>
          </p:nvSpPr>
          <p:spPr>
            <a:xfrm>
              <a:off x="5970977" y="187622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3" name="Hexagon 3592">
              <a:extLst>
                <a:ext uri="{FF2B5EF4-FFF2-40B4-BE49-F238E27FC236}">
                  <a16:creationId xmlns:a16="http://schemas.microsoft.com/office/drawing/2014/main" id="{FFB7938E-4855-4E72-BBE0-BB562735A9CA}"/>
                </a:ext>
              </a:extLst>
            </p:cNvPr>
            <p:cNvSpPr/>
            <p:nvPr/>
          </p:nvSpPr>
          <p:spPr>
            <a:xfrm>
              <a:off x="5967838" y="168585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4" name="Hexagon 3593">
              <a:extLst>
                <a:ext uri="{FF2B5EF4-FFF2-40B4-BE49-F238E27FC236}">
                  <a16:creationId xmlns:a16="http://schemas.microsoft.com/office/drawing/2014/main" id="{D75752FD-233F-4615-8370-42D62645A10E}"/>
                </a:ext>
              </a:extLst>
            </p:cNvPr>
            <p:cNvSpPr/>
            <p:nvPr/>
          </p:nvSpPr>
          <p:spPr>
            <a:xfrm>
              <a:off x="5730293" y="196620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5" name="Hexagon 3594">
              <a:extLst>
                <a:ext uri="{FF2B5EF4-FFF2-40B4-BE49-F238E27FC236}">
                  <a16:creationId xmlns:a16="http://schemas.microsoft.com/office/drawing/2014/main" id="{9E6620F3-CB18-4A5D-BDB3-213A2C9E9622}"/>
                </a:ext>
              </a:extLst>
            </p:cNvPr>
            <p:cNvSpPr/>
            <p:nvPr/>
          </p:nvSpPr>
          <p:spPr>
            <a:xfrm>
              <a:off x="5727154" y="177583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6" name="Hexagon 3595">
              <a:extLst>
                <a:ext uri="{FF2B5EF4-FFF2-40B4-BE49-F238E27FC236}">
                  <a16:creationId xmlns:a16="http://schemas.microsoft.com/office/drawing/2014/main" id="{0313F8DB-087F-4B20-B026-623FA2B22A04}"/>
                </a:ext>
              </a:extLst>
            </p:cNvPr>
            <p:cNvSpPr/>
            <p:nvPr/>
          </p:nvSpPr>
          <p:spPr>
            <a:xfrm>
              <a:off x="6441637" y="1504584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7" name="Hexagon 3596">
              <a:extLst>
                <a:ext uri="{FF2B5EF4-FFF2-40B4-BE49-F238E27FC236}">
                  <a16:creationId xmlns:a16="http://schemas.microsoft.com/office/drawing/2014/main" id="{48F25D66-A525-42AF-9118-95920D679792}"/>
                </a:ext>
              </a:extLst>
            </p:cNvPr>
            <p:cNvSpPr/>
            <p:nvPr/>
          </p:nvSpPr>
          <p:spPr>
            <a:xfrm>
              <a:off x="6438498" y="1314213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8" name="Hexagon 3597">
              <a:extLst>
                <a:ext uri="{FF2B5EF4-FFF2-40B4-BE49-F238E27FC236}">
                  <a16:creationId xmlns:a16="http://schemas.microsoft.com/office/drawing/2014/main" id="{37E8F413-9D3D-42E4-B370-604F3DBC5DFD}"/>
                </a:ext>
              </a:extLst>
            </p:cNvPr>
            <p:cNvSpPr/>
            <p:nvPr/>
          </p:nvSpPr>
          <p:spPr>
            <a:xfrm>
              <a:off x="6205011" y="140787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599" name="Hexagon 3598">
              <a:extLst>
                <a:ext uri="{FF2B5EF4-FFF2-40B4-BE49-F238E27FC236}">
                  <a16:creationId xmlns:a16="http://schemas.microsoft.com/office/drawing/2014/main" id="{123895A0-4275-4FDB-AC4B-2209F9A164B6}"/>
                </a:ext>
              </a:extLst>
            </p:cNvPr>
            <p:cNvSpPr/>
            <p:nvPr/>
          </p:nvSpPr>
          <p:spPr>
            <a:xfrm>
              <a:off x="6201872" y="1217501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0" name="Hexagon 3599">
              <a:extLst>
                <a:ext uri="{FF2B5EF4-FFF2-40B4-BE49-F238E27FC236}">
                  <a16:creationId xmlns:a16="http://schemas.microsoft.com/office/drawing/2014/main" id="{967D2B71-6615-4ECE-A00B-A0C549BA77D1}"/>
                </a:ext>
              </a:extLst>
            </p:cNvPr>
            <p:cNvSpPr/>
            <p:nvPr/>
          </p:nvSpPr>
          <p:spPr>
            <a:xfrm>
              <a:off x="5717805" y="1223958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1" name="Hexagon 3600">
              <a:extLst>
                <a:ext uri="{FF2B5EF4-FFF2-40B4-BE49-F238E27FC236}">
                  <a16:creationId xmlns:a16="http://schemas.microsoft.com/office/drawing/2014/main" id="{47FA7CAA-3269-4628-BE05-5DC6692FE863}"/>
                </a:ext>
              </a:extLst>
            </p:cNvPr>
            <p:cNvSpPr/>
            <p:nvPr/>
          </p:nvSpPr>
          <p:spPr>
            <a:xfrm>
              <a:off x="5714666" y="1033587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2" name="Hexagon 3601">
              <a:extLst>
                <a:ext uri="{FF2B5EF4-FFF2-40B4-BE49-F238E27FC236}">
                  <a16:creationId xmlns:a16="http://schemas.microsoft.com/office/drawing/2014/main" id="{6B11DDF4-45A6-43C5-8CAD-CC07CD651A11}"/>
                </a:ext>
              </a:extLst>
            </p:cNvPr>
            <p:cNvSpPr/>
            <p:nvPr/>
          </p:nvSpPr>
          <p:spPr>
            <a:xfrm>
              <a:off x="5262040" y="122786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3" name="Hexagon 3602">
              <a:extLst>
                <a:ext uri="{FF2B5EF4-FFF2-40B4-BE49-F238E27FC236}">
                  <a16:creationId xmlns:a16="http://schemas.microsoft.com/office/drawing/2014/main" id="{2A8A3474-F9EB-4012-B118-BDFD02016E92}"/>
                </a:ext>
              </a:extLst>
            </p:cNvPr>
            <p:cNvSpPr/>
            <p:nvPr/>
          </p:nvSpPr>
          <p:spPr>
            <a:xfrm>
              <a:off x="5258901" y="103749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4" name="Hexagon 3603">
              <a:extLst>
                <a:ext uri="{FF2B5EF4-FFF2-40B4-BE49-F238E27FC236}">
                  <a16:creationId xmlns:a16="http://schemas.microsoft.com/office/drawing/2014/main" id="{1DFBC503-2876-4E69-8371-DB03ED0E36D6}"/>
                </a:ext>
              </a:extLst>
            </p:cNvPr>
            <p:cNvSpPr/>
            <p:nvPr/>
          </p:nvSpPr>
          <p:spPr>
            <a:xfrm>
              <a:off x="5019346" y="1319336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5" name="Hexagon 3604">
              <a:extLst>
                <a:ext uri="{FF2B5EF4-FFF2-40B4-BE49-F238E27FC236}">
                  <a16:creationId xmlns:a16="http://schemas.microsoft.com/office/drawing/2014/main" id="{B647C3A6-1063-4252-8573-F8C71CEBD954}"/>
                </a:ext>
              </a:extLst>
            </p:cNvPr>
            <p:cNvSpPr/>
            <p:nvPr/>
          </p:nvSpPr>
          <p:spPr>
            <a:xfrm>
              <a:off x="5016207" y="112896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6" name="Hexagon 3605">
              <a:extLst>
                <a:ext uri="{FF2B5EF4-FFF2-40B4-BE49-F238E27FC236}">
                  <a16:creationId xmlns:a16="http://schemas.microsoft.com/office/drawing/2014/main" id="{010BE3FC-417A-4020-A0E7-F520098F1C59}"/>
                </a:ext>
              </a:extLst>
            </p:cNvPr>
            <p:cNvSpPr/>
            <p:nvPr/>
          </p:nvSpPr>
          <p:spPr>
            <a:xfrm>
              <a:off x="5022594" y="94019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7" name="Hexagon 3606">
              <a:extLst>
                <a:ext uri="{FF2B5EF4-FFF2-40B4-BE49-F238E27FC236}">
                  <a16:creationId xmlns:a16="http://schemas.microsoft.com/office/drawing/2014/main" id="{650FDF4D-2C7D-46B3-90F4-288D8DC2CC8E}"/>
                </a:ext>
              </a:extLst>
            </p:cNvPr>
            <p:cNvSpPr/>
            <p:nvPr/>
          </p:nvSpPr>
          <p:spPr>
            <a:xfrm>
              <a:off x="5257722" y="84712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8" name="Hexagon 3607">
              <a:extLst>
                <a:ext uri="{FF2B5EF4-FFF2-40B4-BE49-F238E27FC236}">
                  <a16:creationId xmlns:a16="http://schemas.microsoft.com/office/drawing/2014/main" id="{2FEADB55-5259-4513-9D94-202026317524}"/>
                </a:ext>
              </a:extLst>
            </p:cNvPr>
            <p:cNvSpPr/>
            <p:nvPr/>
          </p:nvSpPr>
          <p:spPr>
            <a:xfrm>
              <a:off x="5485605" y="94272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09" name="Hexagon 3608">
              <a:extLst>
                <a:ext uri="{FF2B5EF4-FFF2-40B4-BE49-F238E27FC236}">
                  <a16:creationId xmlns:a16="http://schemas.microsoft.com/office/drawing/2014/main" id="{AB0CAB9B-214B-4315-A453-6B87EFFDA6BC}"/>
                </a:ext>
              </a:extLst>
            </p:cNvPr>
            <p:cNvSpPr/>
            <p:nvPr/>
          </p:nvSpPr>
          <p:spPr>
            <a:xfrm>
              <a:off x="5727120" y="8464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0" name="Hexagon 3609">
              <a:extLst>
                <a:ext uri="{FF2B5EF4-FFF2-40B4-BE49-F238E27FC236}">
                  <a16:creationId xmlns:a16="http://schemas.microsoft.com/office/drawing/2014/main" id="{35D59B02-753E-43CF-8B93-E95F5B1BF52F}"/>
                </a:ext>
              </a:extLst>
            </p:cNvPr>
            <p:cNvSpPr/>
            <p:nvPr/>
          </p:nvSpPr>
          <p:spPr>
            <a:xfrm>
              <a:off x="5963015" y="94789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1" name="Hexagon 3610">
              <a:extLst>
                <a:ext uri="{FF2B5EF4-FFF2-40B4-BE49-F238E27FC236}">
                  <a16:creationId xmlns:a16="http://schemas.microsoft.com/office/drawing/2014/main" id="{B3035755-00F5-4CFF-A0E4-B56B51ADC6EE}"/>
                </a:ext>
              </a:extLst>
            </p:cNvPr>
            <p:cNvSpPr/>
            <p:nvPr/>
          </p:nvSpPr>
          <p:spPr>
            <a:xfrm>
              <a:off x="6196518" y="1034445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2" name="Hexagon 3611">
              <a:extLst>
                <a:ext uri="{FF2B5EF4-FFF2-40B4-BE49-F238E27FC236}">
                  <a16:creationId xmlns:a16="http://schemas.microsoft.com/office/drawing/2014/main" id="{9521B223-7963-4BF8-AB2C-7B7B67CDEFAC}"/>
                </a:ext>
              </a:extLst>
            </p:cNvPr>
            <p:cNvSpPr/>
            <p:nvPr/>
          </p:nvSpPr>
          <p:spPr>
            <a:xfrm>
              <a:off x="6434210" y="112534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3" name="Hexagon 3612">
              <a:extLst>
                <a:ext uri="{FF2B5EF4-FFF2-40B4-BE49-F238E27FC236}">
                  <a16:creationId xmlns:a16="http://schemas.microsoft.com/office/drawing/2014/main" id="{C6D9C769-F05E-47AE-943B-CA1B7A8A16C5}"/>
                </a:ext>
              </a:extLst>
            </p:cNvPr>
            <p:cNvSpPr/>
            <p:nvPr/>
          </p:nvSpPr>
          <p:spPr>
            <a:xfrm>
              <a:off x="5963015" y="1309716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4" name="Hexagon 3613">
              <a:extLst>
                <a:ext uri="{FF2B5EF4-FFF2-40B4-BE49-F238E27FC236}">
                  <a16:creationId xmlns:a16="http://schemas.microsoft.com/office/drawing/2014/main" id="{EAAD9AAE-B834-48A2-8C03-4D6B924A01FD}"/>
                </a:ext>
              </a:extLst>
            </p:cNvPr>
            <p:cNvSpPr/>
            <p:nvPr/>
          </p:nvSpPr>
          <p:spPr>
            <a:xfrm>
              <a:off x="5727489" y="159110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5" name="Hexagon 3614">
              <a:extLst>
                <a:ext uri="{FF2B5EF4-FFF2-40B4-BE49-F238E27FC236}">
                  <a16:creationId xmlns:a16="http://schemas.microsoft.com/office/drawing/2014/main" id="{8C1E71B5-DADC-41D8-9FC1-D4400E668438}"/>
                </a:ext>
              </a:extLst>
            </p:cNvPr>
            <p:cNvSpPr/>
            <p:nvPr/>
          </p:nvSpPr>
          <p:spPr>
            <a:xfrm>
              <a:off x="5493793" y="1684182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6" name="Hexagon 3615">
              <a:extLst>
                <a:ext uri="{FF2B5EF4-FFF2-40B4-BE49-F238E27FC236}">
                  <a16:creationId xmlns:a16="http://schemas.microsoft.com/office/drawing/2014/main" id="{F70280A0-F92C-4E1A-BA74-440FEBCB94FD}"/>
                </a:ext>
              </a:extLst>
            </p:cNvPr>
            <p:cNvSpPr/>
            <p:nvPr/>
          </p:nvSpPr>
          <p:spPr>
            <a:xfrm>
              <a:off x="6920420" y="2242551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7" name="Hexagon 3616">
              <a:extLst>
                <a:ext uri="{FF2B5EF4-FFF2-40B4-BE49-F238E27FC236}">
                  <a16:creationId xmlns:a16="http://schemas.microsoft.com/office/drawing/2014/main" id="{8F3EBBC8-9EF1-448A-9706-3CB6955D5B0A}"/>
                </a:ext>
              </a:extLst>
            </p:cNvPr>
            <p:cNvSpPr/>
            <p:nvPr/>
          </p:nvSpPr>
          <p:spPr>
            <a:xfrm>
              <a:off x="6912945" y="261516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8" name="Hexagon 3617">
              <a:extLst>
                <a:ext uri="{FF2B5EF4-FFF2-40B4-BE49-F238E27FC236}">
                  <a16:creationId xmlns:a16="http://schemas.microsoft.com/office/drawing/2014/main" id="{4B5777A6-6372-4017-9EF5-3F9D53394F7B}"/>
                </a:ext>
              </a:extLst>
            </p:cNvPr>
            <p:cNvSpPr/>
            <p:nvPr/>
          </p:nvSpPr>
          <p:spPr>
            <a:xfrm>
              <a:off x="7153078" y="2710020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19" name="Hexagon 3618">
              <a:extLst>
                <a:ext uri="{FF2B5EF4-FFF2-40B4-BE49-F238E27FC236}">
                  <a16:creationId xmlns:a16="http://schemas.microsoft.com/office/drawing/2014/main" id="{8D697988-09A1-46CB-A4A3-0BE4ED1E47D8}"/>
                </a:ext>
              </a:extLst>
            </p:cNvPr>
            <p:cNvSpPr/>
            <p:nvPr/>
          </p:nvSpPr>
          <p:spPr>
            <a:xfrm>
              <a:off x="7400240" y="2615089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0" name="Hexagon 3619">
              <a:extLst>
                <a:ext uri="{FF2B5EF4-FFF2-40B4-BE49-F238E27FC236}">
                  <a16:creationId xmlns:a16="http://schemas.microsoft.com/office/drawing/2014/main" id="{2083BE45-0C9E-4BBB-BB3D-931C4D3D997B}"/>
                </a:ext>
              </a:extLst>
            </p:cNvPr>
            <p:cNvSpPr/>
            <p:nvPr/>
          </p:nvSpPr>
          <p:spPr>
            <a:xfrm>
              <a:off x="7636154" y="2703612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6F394F01-2A4F-4E0E-9278-E2F7042CE9E6}"/>
                </a:ext>
              </a:extLst>
            </p:cNvPr>
            <p:cNvSpPr/>
            <p:nvPr/>
          </p:nvSpPr>
          <p:spPr>
            <a:xfrm>
              <a:off x="8579914" y="2714237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3" name="Hexagon 3622">
              <a:extLst>
                <a:ext uri="{FF2B5EF4-FFF2-40B4-BE49-F238E27FC236}">
                  <a16:creationId xmlns:a16="http://schemas.microsoft.com/office/drawing/2014/main" id="{0119F332-891F-4549-8737-BF0C57242807}"/>
                </a:ext>
              </a:extLst>
            </p:cNvPr>
            <p:cNvSpPr/>
            <p:nvPr/>
          </p:nvSpPr>
          <p:spPr>
            <a:xfrm>
              <a:off x="9519999" y="2882683"/>
              <a:ext cx="309581" cy="1774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E06FC05C-8328-43CE-81AA-EAE760AED011}"/>
                </a:ext>
              </a:extLst>
            </p:cNvPr>
            <p:cNvSpPr/>
            <p:nvPr/>
          </p:nvSpPr>
          <p:spPr>
            <a:xfrm>
              <a:off x="8817546" y="204825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69198CB4-BD44-4A32-B989-6EA45325D08B}"/>
                </a:ext>
              </a:extLst>
            </p:cNvPr>
            <p:cNvSpPr/>
            <p:nvPr/>
          </p:nvSpPr>
          <p:spPr>
            <a:xfrm>
              <a:off x="7857616" y="2234218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AECE4BAC-8E81-47B1-A480-76D4768802F6}"/>
                </a:ext>
              </a:extLst>
            </p:cNvPr>
            <p:cNvSpPr/>
            <p:nvPr/>
          </p:nvSpPr>
          <p:spPr>
            <a:xfrm>
              <a:off x="7865373" y="933400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341A3796-91A8-4861-A6B6-22A08975EA0C}"/>
                </a:ext>
              </a:extLst>
            </p:cNvPr>
            <p:cNvSpPr/>
            <p:nvPr/>
          </p:nvSpPr>
          <p:spPr>
            <a:xfrm>
              <a:off x="8351830" y="1310099"/>
              <a:ext cx="314956" cy="186146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0" name="Hexagon 3601">
              <a:extLst>
                <a:ext uri="{FF2B5EF4-FFF2-40B4-BE49-F238E27FC236}">
                  <a16:creationId xmlns:a16="http://schemas.microsoft.com/office/drawing/2014/main" id="{60A5CB08-1378-405B-98B7-018204E8C72A}"/>
                </a:ext>
              </a:extLst>
            </p:cNvPr>
            <p:cNvSpPr/>
            <p:nvPr/>
          </p:nvSpPr>
          <p:spPr>
            <a:xfrm>
              <a:off x="548134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1" name="Hexagon 3601">
              <a:extLst>
                <a:ext uri="{FF2B5EF4-FFF2-40B4-BE49-F238E27FC236}">
                  <a16:creationId xmlns:a16="http://schemas.microsoft.com/office/drawing/2014/main" id="{4AA4995D-9E9E-4054-89FD-D70BDD28C27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2" name="Hexagon 3601">
              <a:extLst>
                <a:ext uri="{FF2B5EF4-FFF2-40B4-BE49-F238E27FC236}">
                  <a16:creationId xmlns:a16="http://schemas.microsoft.com/office/drawing/2014/main" id="{FD2452F8-C8C0-440A-A43E-2F73C195860E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3" name="Hexagon 3601">
              <a:extLst>
                <a:ext uri="{FF2B5EF4-FFF2-40B4-BE49-F238E27FC236}">
                  <a16:creationId xmlns:a16="http://schemas.microsoft.com/office/drawing/2014/main" id="{051514BB-195A-4858-8CAE-D2F433077415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" name="2" hidden="1">
            <a:extLst>
              <a:ext uri="{FF2B5EF4-FFF2-40B4-BE49-F238E27FC236}">
                <a16:creationId xmlns:a16="http://schemas.microsoft.com/office/drawing/2014/main" id="{544B33CE-C498-41FD-899A-4C1C833309C4}"/>
              </a:ext>
            </a:extLst>
          </p:cNvPr>
          <p:cNvGrpSpPr/>
          <p:nvPr/>
        </p:nvGrpSpPr>
        <p:grpSpPr>
          <a:xfrm>
            <a:off x="1222153" y="1402465"/>
            <a:ext cx="11687180" cy="9388597"/>
            <a:chOff x="1222153" y="1402465"/>
            <a:chExt cx="11687180" cy="9388597"/>
          </a:xfrm>
        </p:grpSpPr>
        <p:sp>
          <p:nvSpPr>
            <p:cNvPr id="626" name="Hexagon 625">
              <a:extLst>
                <a:ext uri="{FF2B5EF4-FFF2-40B4-BE49-F238E27FC236}">
                  <a16:creationId xmlns:a16="http://schemas.microsoft.com/office/drawing/2014/main" id="{7E60FA52-D612-450D-A46A-F8A40F473E79}"/>
                </a:ext>
              </a:extLst>
            </p:cNvPr>
            <p:cNvSpPr/>
            <p:nvPr/>
          </p:nvSpPr>
          <p:spPr>
            <a:xfrm>
              <a:off x="1224316" y="16838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8" name="Hexagon 2557">
              <a:extLst>
                <a:ext uri="{FF2B5EF4-FFF2-40B4-BE49-F238E27FC236}">
                  <a16:creationId xmlns:a16="http://schemas.microsoft.com/office/drawing/2014/main" id="{DD66AAE5-A90E-472F-9B24-574E45339D57}"/>
                </a:ext>
              </a:extLst>
            </p:cNvPr>
            <p:cNvSpPr/>
            <p:nvPr/>
          </p:nvSpPr>
          <p:spPr>
            <a:xfrm>
              <a:off x="1222153" y="14982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59" name="Hexagon 2558">
              <a:extLst>
                <a:ext uri="{FF2B5EF4-FFF2-40B4-BE49-F238E27FC236}">
                  <a16:creationId xmlns:a16="http://schemas.microsoft.com/office/drawing/2014/main" id="{4F41B05C-1565-4D79-848E-D2F744C41D3A}"/>
                </a:ext>
              </a:extLst>
            </p:cNvPr>
            <p:cNvSpPr/>
            <p:nvPr/>
          </p:nvSpPr>
          <p:spPr>
            <a:xfrm>
              <a:off x="1459086" y="1771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0" name="Hexagon 2559">
              <a:extLst>
                <a:ext uri="{FF2B5EF4-FFF2-40B4-BE49-F238E27FC236}">
                  <a16:creationId xmlns:a16="http://schemas.microsoft.com/office/drawing/2014/main" id="{7A498DA7-EA53-4AD6-9246-4FE4A8EDE0E5}"/>
                </a:ext>
              </a:extLst>
            </p:cNvPr>
            <p:cNvSpPr/>
            <p:nvPr/>
          </p:nvSpPr>
          <p:spPr>
            <a:xfrm>
              <a:off x="1456923" y="1585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1" name="Hexagon 2560">
              <a:extLst>
                <a:ext uri="{FF2B5EF4-FFF2-40B4-BE49-F238E27FC236}">
                  <a16:creationId xmlns:a16="http://schemas.microsoft.com/office/drawing/2014/main" id="{C730F420-76C8-48E5-A15B-DA3D67F47353}"/>
                </a:ext>
              </a:extLst>
            </p:cNvPr>
            <p:cNvSpPr/>
            <p:nvPr/>
          </p:nvSpPr>
          <p:spPr>
            <a:xfrm>
              <a:off x="1459753" y="195732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2" name="Hexagon 2561">
              <a:extLst>
                <a:ext uri="{FF2B5EF4-FFF2-40B4-BE49-F238E27FC236}">
                  <a16:creationId xmlns:a16="http://schemas.microsoft.com/office/drawing/2014/main" id="{35E39DB2-03E8-4CF4-9EBE-F00E508E4BD4}"/>
                </a:ext>
              </a:extLst>
            </p:cNvPr>
            <p:cNvSpPr/>
            <p:nvPr/>
          </p:nvSpPr>
          <p:spPr>
            <a:xfrm>
              <a:off x="1690810" y="1862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3" name="Hexagon 2562">
              <a:extLst>
                <a:ext uri="{FF2B5EF4-FFF2-40B4-BE49-F238E27FC236}">
                  <a16:creationId xmlns:a16="http://schemas.microsoft.com/office/drawing/2014/main" id="{2B110BF3-C5EA-4D80-9D7C-9E0AB8D530D5}"/>
                </a:ext>
              </a:extLst>
            </p:cNvPr>
            <p:cNvSpPr/>
            <p:nvPr/>
          </p:nvSpPr>
          <p:spPr>
            <a:xfrm>
              <a:off x="1689399" y="1492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4" name="Hexagon 2563">
              <a:extLst>
                <a:ext uri="{FF2B5EF4-FFF2-40B4-BE49-F238E27FC236}">
                  <a16:creationId xmlns:a16="http://schemas.microsoft.com/office/drawing/2014/main" id="{9C861419-290D-40BB-825B-F9791453B981}"/>
                </a:ext>
              </a:extLst>
            </p:cNvPr>
            <p:cNvSpPr/>
            <p:nvPr/>
          </p:nvSpPr>
          <p:spPr>
            <a:xfrm>
              <a:off x="1920509" y="1771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5" name="Hexagon 2564">
              <a:extLst>
                <a:ext uri="{FF2B5EF4-FFF2-40B4-BE49-F238E27FC236}">
                  <a16:creationId xmlns:a16="http://schemas.microsoft.com/office/drawing/2014/main" id="{1C895998-AEF4-4DCE-87A2-A584C2876369}"/>
                </a:ext>
              </a:extLst>
            </p:cNvPr>
            <p:cNvSpPr/>
            <p:nvPr/>
          </p:nvSpPr>
          <p:spPr>
            <a:xfrm>
              <a:off x="1921176" y="19500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6" name="Hexagon 2565">
              <a:extLst>
                <a:ext uri="{FF2B5EF4-FFF2-40B4-BE49-F238E27FC236}">
                  <a16:creationId xmlns:a16="http://schemas.microsoft.com/office/drawing/2014/main" id="{FCC94809-A196-4B2E-82D9-330C5D2AD1EE}"/>
                </a:ext>
              </a:extLst>
            </p:cNvPr>
            <p:cNvSpPr/>
            <p:nvPr/>
          </p:nvSpPr>
          <p:spPr>
            <a:xfrm>
              <a:off x="1917912" y="1402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7" name="Hexagon 2566">
              <a:extLst>
                <a:ext uri="{FF2B5EF4-FFF2-40B4-BE49-F238E27FC236}">
                  <a16:creationId xmlns:a16="http://schemas.microsoft.com/office/drawing/2014/main" id="{51A83140-CB5D-4645-8A4F-26E6E7FB7BFC}"/>
                </a:ext>
              </a:extLst>
            </p:cNvPr>
            <p:cNvSpPr/>
            <p:nvPr/>
          </p:nvSpPr>
          <p:spPr>
            <a:xfrm>
              <a:off x="1920960" y="158373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8" name="Hexagon 2567">
              <a:extLst>
                <a:ext uri="{FF2B5EF4-FFF2-40B4-BE49-F238E27FC236}">
                  <a16:creationId xmlns:a16="http://schemas.microsoft.com/office/drawing/2014/main" id="{3DD9DDB1-2F1B-4733-9C3B-FB664B69B955}"/>
                </a:ext>
              </a:extLst>
            </p:cNvPr>
            <p:cNvSpPr/>
            <p:nvPr/>
          </p:nvSpPr>
          <p:spPr>
            <a:xfrm>
              <a:off x="2154494" y="1490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69" name="Hexagon 2568">
              <a:extLst>
                <a:ext uri="{FF2B5EF4-FFF2-40B4-BE49-F238E27FC236}">
                  <a16:creationId xmlns:a16="http://schemas.microsoft.com/office/drawing/2014/main" id="{8BAAA317-A6C6-4331-8B8A-5B29B04C6AD6}"/>
                </a:ext>
              </a:extLst>
            </p:cNvPr>
            <p:cNvSpPr/>
            <p:nvPr/>
          </p:nvSpPr>
          <p:spPr>
            <a:xfrm>
              <a:off x="2149460" y="18567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0" name="Hexagon 2569">
              <a:extLst>
                <a:ext uri="{FF2B5EF4-FFF2-40B4-BE49-F238E27FC236}">
                  <a16:creationId xmlns:a16="http://schemas.microsoft.com/office/drawing/2014/main" id="{2ABDD693-A9E0-4D2F-9644-E7B2F47CFC4E}"/>
                </a:ext>
              </a:extLst>
            </p:cNvPr>
            <p:cNvSpPr/>
            <p:nvPr/>
          </p:nvSpPr>
          <p:spPr>
            <a:xfrm>
              <a:off x="2150127" y="20380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1" name="Hexagon 2570">
              <a:extLst>
                <a:ext uri="{FF2B5EF4-FFF2-40B4-BE49-F238E27FC236}">
                  <a16:creationId xmlns:a16="http://schemas.microsoft.com/office/drawing/2014/main" id="{52D819B1-7AB7-44CD-A72E-8B7E92264FB3}"/>
                </a:ext>
              </a:extLst>
            </p:cNvPr>
            <p:cNvSpPr/>
            <p:nvPr/>
          </p:nvSpPr>
          <p:spPr>
            <a:xfrm>
              <a:off x="2381833" y="194768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2" name="Hexagon 2571">
              <a:extLst>
                <a:ext uri="{FF2B5EF4-FFF2-40B4-BE49-F238E27FC236}">
                  <a16:creationId xmlns:a16="http://schemas.microsoft.com/office/drawing/2014/main" id="{7375A439-5487-4800-9765-C7D6FAF99D98}"/>
                </a:ext>
              </a:extLst>
            </p:cNvPr>
            <p:cNvSpPr/>
            <p:nvPr/>
          </p:nvSpPr>
          <p:spPr>
            <a:xfrm>
              <a:off x="2389388" y="14025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3" name="Hexagon 2572">
              <a:extLst>
                <a:ext uri="{FF2B5EF4-FFF2-40B4-BE49-F238E27FC236}">
                  <a16:creationId xmlns:a16="http://schemas.microsoft.com/office/drawing/2014/main" id="{DA7FF837-A05D-4238-A1B2-5867C9DD0D2C}"/>
                </a:ext>
              </a:extLst>
            </p:cNvPr>
            <p:cNvSpPr/>
            <p:nvPr/>
          </p:nvSpPr>
          <p:spPr>
            <a:xfrm>
              <a:off x="2387674" y="15813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4" name="Hexagon 2573">
              <a:extLst>
                <a:ext uri="{FF2B5EF4-FFF2-40B4-BE49-F238E27FC236}">
                  <a16:creationId xmlns:a16="http://schemas.microsoft.com/office/drawing/2014/main" id="{9C07C61B-D8F5-427F-AE45-452BFAFAD8BE}"/>
                </a:ext>
              </a:extLst>
            </p:cNvPr>
            <p:cNvSpPr/>
            <p:nvPr/>
          </p:nvSpPr>
          <p:spPr>
            <a:xfrm>
              <a:off x="2622760" y="1493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5" name="Hexagon 2574">
              <a:extLst>
                <a:ext uri="{FF2B5EF4-FFF2-40B4-BE49-F238E27FC236}">
                  <a16:creationId xmlns:a16="http://schemas.microsoft.com/office/drawing/2014/main" id="{ADFB2633-8587-4EB3-BE5F-AB57B81BFD83}"/>
                </a:ext>
              </a:extLst>
            </p:cNvPr>
            <p:cNvSpPr/>
            <p:nvPr/>
          </p:nvSpPr>
          <p:spPr>
            <a:xfrm>
              <a:off x="2623427" y="16703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6" name="Hexagon 2575">
              <a:extLst>
                <a:ext uri="{FF2B5EF4-FFF2-40B4-BE49-F238E27FC236}">
                  <a16:creationId xmlns:a16="http://schemas.microsoft.com/office/drawing/2014/main" id="{840D6FEF-F36F-4A3C-AE87-D92DB39EBB3A}"/>
                </a:ext>
              </a:extLst>
            </p:cNvPr>
            <p:cNvSpPr/>
            <p:nvPr/>
          </p:nvSpPr>
          <p:spPr>
            <a:xfrm>
              <a:off x="2619400" y="18566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7" name="Hexagon 2576">
              <a:extLst>
                <a:ext uri="{FF2B5EF4-FFF2-40B4-BE49-F238E27FC236}">
                  <a16:creationId xmlns:a16="http://schemas.microsoft.com/office/drawing/2014/main" id="{75815A01-DB69-4C5A-8D89-6C6E351D729E}"/>
                </a:ext>
              </a:extLst>
            </p:cNvPr>
            <p:cNvSpPr/>
            <p:nvPr/>
          </p:nvSpPr>
          <p:spPr>
            <a:xfrm>
              <a:off x="2622448" y="203554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8" name="Hexagon 2577">
              <a:extLst>
                <a:ext uri="{FF2B5EF4-FFF2-40B4-BE49-F238E27FC236}">
                  <a16:creationId xmlns:a16="http://schemas.microsoft.com/office/drawing/2014/main" id="{D3099FBF-E3C5-44B1-990A-7C996D55FBD8}"/>
                </a:ext>
              </a:extLst>
            </p:cNvPr>
            <p:cNvSpPr/>
            <p:nvPr/>
          </p:nvSpPr>
          <p:spPr>
            <a:xfrm>
              <a:off x="2858509" y="14044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79" name="Hexagon 2578">
              <a:extLst>
                <a:ext uri="{FF2B5EF4-FFF2-40B4-BE49-F238E27FC236}">
                  <a16:creationId xmlns:a16="http://schemas.microsoft.com/office/drawing/2014/main" id="{94CE5D4D-63BC-48C2-80B9-2DF5E7E61305}"/>
                </a:ext>
              </a:extLst>
            </p:cNvPr>
            <p:cNvSpPr/>
            <p:nvPr/>
          </p:nvSpPr>
          <p:spPr>
            <a:xfrm>
              <a:off x="2861557" y="15833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0" name="Hexagon 2579">
              <a:extLst>
                <a:ext uri="{FF2B5EF4-FFF2-40B4-BE49-F238E27FC236}">
                  <a16:creationId xmlns:a16="http://schemas.microsoft.com/office/drawing/2014/main" id="{55857894-897D-485C-AAF3-91896D853375}"/>
                </a:ext>
              </a:extLst>
            </p:cNvPr>
            <p:cNvSpPr/>
            <p:nvPr/>
          </p:nvSpPr>
          <p:spPr>
            <a:xfrm>
              <a:off x="2857530" y="17649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1" name="Hexagon 2580">
              <a:extLst>
                <a:ext uri="{FF2B5EF4-FFF2-40B4-BE49-F238E27FC236}">
                  <a16:creationId xmlns:a16="http://schemas.microsoft.com/office/drawing/2014/main" id="{DD0C4D95-3059-4116-B356-D96A927EA363}"/>
                </a:ext>
              </a:extLst>
            </p:cNvPr>
            <p:cNvSpPr/>
            <p:nvPr/>
          </p:nvSpPr>
          <p:spPr>
            <a:xfrm>
              <a:off x="2858197" y="19462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2" name="Hexagon 2581">
              <a:extLst>
                <a:ext uri="{FF2B5EF4-FFF2-40B4-BE49-F238E27FC236}">
                  <a16:creationId xmlns:a16="http://schemas.microsoft.com/office/drawing/2014/main" id="{517936D0-C1AB-4670-B18A-6C17EA016373}"/>
                </a:ext>
              </a:extLst>
            </p:cNvPr>
            <p:cNvSpPr/>
            <p:nvPr/>
          </p:nvSpPr>
          <p:spPr>
            <a:xfrm>
              <a:off x="2860730" y="21273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3" name="Hexagon 2582">
              <a:extLst>
                <a:ext uri="{FF2B5EF4-FFF2-40B4-BE49-F238E27FC236}">
                  <a16:creationId xmlns:a16="http://schemas.microsoft.com/office/drawing/2014/main" id="{12EF796A-8E1F-4E2A-A02D-0C6A4059C0A6}"/>
                </a:ext>
              </a:extLst>
            </p:cNvPr>
            <p:cNvSpPr/>
            <p:nvPr/>
          </p:nvSpPr>
          <p:spPr>
            <a:xfrm>
              <a:off x="3097792" y="16791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4" name="Hexagon 2583">
              <a:extLst>
                <a:ext uri="{FF2B5EF4-FFF2-40B4-BE49-F238E27FC236}">
                  <a16:creationId xmlns:a16="http://schemas.microsoft.com/office/drawing/2014/main" id="{CE10E98D-0DC0-44E9-AE7C-5E7A5540442F}"/>
                </a:ext>
              </a:extLst>
            </p:cNvPr>
            <p:cNvSpPr/>
            <p:nvPr/>
          </p:nvSpPr>
          <p:spPr>
            <a:xfrm>
              <a:off x="3096146" y="1860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5" name="Hexagon 2584">
              <a:extLst>
                <a:ext uri="{FF2B5EF4-FFF2-40B4-BE49-F238E27FC236}">
                  <a16:creationId xmlns:a16="http://schemas.microsoft.com/office/drawing/2014/main" id="{C349A002-60E9-4803-9483-AEED84597EC2}"/>
                </a:ext>
              </a:extLst>
            </p:cNvPr>
            <p:cNvSpPr/>
            <p:nvPr/>
          </p:nvSpPr>
          <p:spPr>
            <a:xfrm>
              <a:off x="3094432" y="2042016"/>
              <a:ext cx="32492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6" name="Hexagon 2585">
              <a:extLst>
                <a:ext uri="{FF2B5EF4-FFF2-40B4-BE49-F238E27FC236}">
                  <a16:creationId xmlns:a16="http://schemas.microsoft.com/office/drawing/2014/main" id="{AA31D610-4182-4B0C-8EB3-E1939F1A6672}"/>
                </a:ext>
              </a:extLst>
            </p:cNvPr>
            <p:cNvSpPr/>
            <p:nvPr/>
          </p:nvSpPr>
          <p:spPr>
            <a:xfrm>
              <a:off x="3332531" y="1955564"/>
              <a:ext cx="32598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7" name="Hexagon 2586">
              <a:extLst>
                <a:ext uri="{FF2B5EF4-FFF2-40B4-BE49-F238E27FC236}">
                  <a16:creationId xmlns:a16="http://schemas.microsoft.com/office/drawing/2014/main" id="{ACA1E9C2-71E7-4329-8C43-DDE5BF23E600}"/>
                </a:ext>
              </a:extLst>
            </p:cNvPr>
            <p:cNvSpPr/>
            <p:nvPr/>
          </p:nvSpPr>
          <p:spPr>
            <a:xfrm>
              <a:off x="2624802" y="24077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8" name="Hexagon 2587">
              <a:extLst>
                <a:ext uri="{FF2B5EF4-FFF2-40B4-BE49-F238E27FC236}">
                  <a16:creationId xmlns:a16="http://schemas.microsoft.com/office/drawing/2014/main" id="{1221DBB1-065D-44EF-A55A-3AE646F814E9}"/>
                </a:ext>
              </a:extLst>
            </p:cNvPr>
            <p:cNvSpPr/>
            <p:nvPr/>
          </p:nvSpPr>
          <p:spPr>
            <a:xfrm>
              <a:off x="2625469" y="2584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89" name="Hexagon 2588">
              <a:extLst>
                <a:ext uri="{FF2B5EF4-FFF2-40B4-BE49-F238E27FC236}">
                  <a16:creationId xmlns:a16="http://schemas.microsoft.com/office/drawing/2014/main" id="{777D990E-0878-44CC-90CE-2C6C414B525C}"/>
                </a:ext>
              </a:extLst>
            </p:cNvPr>
            <p:cNvSpPr/>
            <p:nvPr/>
          </p:nvSpPr>
          <p:spPr>
            <a:xfrm>
              <a:off x="2623823" y="27706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0" name="Hexagon 2589">
              <a:extLst>
                <a:ext uri="{FF2B5EF4-FFF2-40B4-BE49-F238E27FC236}">
                  <a16:creationId xmlns:a16="http://schemas.microsoft.com/office/drawing/2014/main" id="{2193E828-7980-483B-A638-6B9CBB806B8B}"/>
                </a:ext>
              </a:extLst>
            </p:cNvPr>
            <p:cNvSpPr/>
            <p:nvPr/>
          </p:nvSpPr>
          <p:spPr>
            <a:xfrm>
              <a:off x="2629252" y="2959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1" name="Hexagon 2590">
              <a:extLst>
                <a:ext uri="{FF2B5EF4-FFF2-40B4-BE49-F238E27FC236}">
                  <a16:creationId xmlns:a16="http://schemas.microsoft.com/office/drawing/2014/main" id="{EA9F6D8F-504D-4B54-B8B0-76D7067EC0D5}"/>
                </a:ext>
              </a:extLst>
            </p:cNvPr>
            <p:cNvSpPr/>
            <p:nvPr/>
          </p:nvSpPr>
          <p:spPr>
            <a:xfrm>
              <a:off x="2634166" y="31449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2" name="Hexagon 2591">
              <a:extLst>
                <a:ext uri="{FF2B5EF4-FFF2-40B4-BE49-F238E27FC236}">
                  <a16:creationId xmlns:a16="http://schemas.microsoft.com/office/drawing/2014/main" id="{2ACE8CF0-2E4C-4B61-9726-4049884E4AE8}"/>
                </a:ext>
              </a:extLst>
            </p:cNvPr>
            <p:cNvSpPr/>
            <p:nvPr/>
          </p:nvSpPr>
          <p:spPr>
            <a:xfrm>
              <a:off x="2398659" y="30467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3" name="Hexagon 2592">
              <a:extLst>
                <a:ext uri="{FF2B5EF4-FFF2-40B4-BE49-F238E27FC236}">
                  <a16:creationId xmlns:a16="http://schemas.microsoft.com/office/drawing/2014/main" id="{843E39F8-7448-42E9-B61B-2030DB6F6896}"/>
                </a:ext>
              </a:extLst>
            </p:cNvPr>
            <p:cNvSpPr/>
            <p:nvPr/>
          </p:nvSpPr>
          <p:spPr>
            <a:xfrm>
              <a:off x="2396430" y="323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4" name="Hexagon 2593">
              <a:extLst>
                <a:ext uri="{FF2B5EF4-FFF2-40B4-BE49-F238E27FC236}">
                  <a16:creationId xmlns:a16="http://schemas.microsoft.com/office/drawing/2014/main" id="{8F3A952F-AA95-4650-92E0-D5C077E49EE7}"/>
                </a:ext>
              </a:extLst>
            </p:cNvPr>
            <p:cNvSpPr/>
            <p:nvPr/>
          </p:nvSpPr>
          <p:spPr>
            <a:xfrm>
              <a:off x="2161544" y="31365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5" name="Hexagon 2594">
              <a:extLst>
                <a:ext uri="{FF2B5EF4-FFF2-40B4-BE49-F238E27FC236}">
                  <a16:creationId xmlns:a16="http://schemas.microsoft.com/office/drawing/2014/main" id="{1AE0CCE6-D9B6-4BE9-8C41-A657B4AF6832}"/>
                </a:ext>
              </a:extLst>
            </p:cNvPr>
            <p:cNvSpPr/>
            <p:nvPr/>
          </p:nvSpPr>
          <p:spPr>
            <a:xfrm>
              <a:off x="2164077" y="33200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6" name="Hexagon 2595">
              <a:extLst>
                <a:ext uri="{FF2B5EF4-FFF2-40B4-BE49-F238E27FC236}">
                  <a16:creationId xmlns:a16="http://schemas.microsoft.com/office/drawing/2014/main" id="{CBAF2069-17B9-42DB-8DE5-417D510FB68D}"/>
                </a:ext>
              </a:extLst>
            </p:cNvPr>
            <p:cNvSpPr/>
            <p:nvPr/>
          </p:nvSpPr>
          <p:spPr>
            <a:xfrm>
              <a:off x="1931087" y="34173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7" name="Hexagon 2596">
              <a:extLst>
                <a:ext uri="{FF2B5EF4-FFF2-40B4-BE49-F238E27FC236}">
                  <a16:creationId xmlns:a16="http://schemas.microsoft.com/office/drawing/2014/main" id="{4ECF6E45-CF67-43E5-8967-00C012CAB1E2}"/>
                </a:ext>
              </a:extLst>
            </p:cNvPr>
            <p:cNvSpPr/>
            <p:nvPr/>
          </p:nvSpPr>
          <p:spPr>
            <a:xfrm>
              <a:off x="1931239" y="36032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8" name="Hexagon 2597">
              <a:extLst>
                <a:ext uri="{FF2B5EF4-FFF2-40B4-BE49-F238E27FC236}">
                  <a16:creationId xmlns:a16="http://schemas.microsoft.com/office/drawing/2014/main" id="{EDA61C17-DCD6-48E7-8A26-35CDF67882E2}"/>
                </a:ext>
              </a:extLst>
            </p:cNvPr>
            <p:cNvSpPr/>
            <p:nvPr/>
          </p:nvSpPr>
          <p:spPr>
            <a:xfrm>
              <a:off x="2862710" y="2311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599" name="Hexagon 2598">
              <a:extLst>
                <a:ext uri="{FF2B5EF4-FFF2-40B4-BE49-F238E27FC236}">
                  <a16:creationId xmlns:a16="http://schemas.microsoft.com/office/drawing/2014/main" id="{BBE8B276-82C9-4E7B-B182-B2C81AD2C1F5}"/>
                </a:ext>
              </a:extLst>
            </p:cNvPr>
            <p:cNvSpPr/>
            <p:nvPr/>
          </p:nvSpPr>
          <p:spPr>
            <a:xfrm>
              <a:off x="2862111" y="2686723"/>
              <a:ext cx="319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0" name="Hexagon 2599">
              <a:extLst>
                <a:ext uri="{FF2B5EF4-FFF2-40B4-BE49-F238E27FC236}">
                  <a16:creationId xmlns:a16="http://schemas.microsoft.com/office/drawing/2014/main" id="{82AB6D25-C0C6-4074-8C17-743DA8046496}"/>
                </a:ext>
              </a:extLst>
            </p:cNvPr>
            <p:cNvSpPr/>
            <p:nvPr/>
          </p:nvSpPr>
          <p:spPr>
            <a:xfrm>
              <a:off x="2860465" y="2865918"/>
              <a:ext cx="3207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1" name="Hexagon 2600">
              <a:extLst>
                <a:ext uri="{FF2B5EF4-FFF2-40B4-BE49-F238E27FC236}">
                  <a16:creationId xmlns:a16="http://schemas.microsoft.com/office/drawing/2014/main" id="{DD84DF40-EABA-4884-9CE5-53FFDDDE4BB4}"/>
                </a:ext>
              </a:extLst>
            </p:cNvPr>
            <p:cNvSpPr/>
            <p:nvPr/>
          </p:nvSpPr>
          <p:spPr>
            <a:xfrm>
              <a:off x="2868274" y="3051946"/>
              <a:ext cx="3185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2" name="Hexagon 2601">
              <a:extLst>
                <a:ext uri="{FF2B5EF4-FFF2-40B4-BE49-F238E27FC236}">
                  <a16:creationId xmlns:a16="http://schemas.microsoft.com/office/drawing/2014/main" id="{4C6A04C3-D50C-43A8-B4DC-19118DB01B57}"/>
                </a:ext>
              </a:extLst>
            </p:cNvPr>
            <p:cNvSpPr/>
            <p:nvPr/>
          </p:nvSpPr>
          <p:spPr>
            <a:xfrm>
              <a:off x="1463925" y="3973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3" name="Hexagon 2602">
              <a:extLst>
                <a:ext uri="{FF2B5EF4-FFF2-40B4-BE49-F238E27FC236}">
                  <a16:creationId xmlns:a16="http://schemas.microsoft.com/office/drawing/2014/main" id="{166192FA-7F3C-4442-BC23-9DB97DD0853A}"/>
                </a:ext>
              </a:extLst>
            </p:cNvPr>
            <p:cNvSpPr/>
            <p:nvPr/>
          </p:nvSpPr>
          <p:spPr>
            <a:xfrm>
              <a:off x="1464077" y="415703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4" name="Hexagon 2603">
              <a:extLst>
                <a:ext uri="{FF2B5EF4-FFF2-40B4-BE49-F238E27FC236}">
                  <a16:creationId xmlns:a16="http://schemas.microsoft.com/office/drawing/2014/main" id="{BD86CADA-D38D-4E6F-BBD0-90A835E5361C}"/>
                </a:ext>
              </a:extLst>
            </p:cNvPr>
            <p:cNvSpPr/>
            <p:nvPr/>
          </p:nvSpPr>
          <p:spPr>
            <a:xfrm>
              <a:off x="1695396" y="3694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5" name="Hexagon 2604">
              <a:extLst>
                <a:ext uri="{FF2B5EF4-FFF2-40B4-BE49-F238E27FC236}">
                  <a16:creationId xmlns:a16="http://schemas.microsoft.com/office/drawing/2014/main" id="{800F7BF2-F48F-4BC1-A4F8-15AB8DB57FA5}"/>
                </a:ext>
              </a:extLst>
            </p:cNvPr>
            <p:cNvSpPr/>
            <p:nvPr/>
          </p:nvSpPr>
          <p:spPr>
            <a:xfrm>
              <a:off x="1697929" y="3880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6" name="Hexagon 2605">
              <a:extLst>
                <a:ext uri="{FF2B5EF4-FFF2-40B4-BE49-F238E27FC236}">
                  <a16:creationId xmlns:a16="http://schemas.microsoft.com/office/drawing/2014/main" id="{A82E0940-3764-41F6-8D9F-DA94B1679FF2}"/>
                </a:ext>
              </a:extLst>
            </p:cNvPr>
            <p:cNvSpPr/>
            <p:nvPr/>
          </p:nvSpPr>
          <p:spPr>
            <a:xfrm>
              <a:off x="1696938" y="40695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7" name="Hexagon 2606">
              <a:extLst>
                <a:ext uri="{FF2B5EF4-FFF2-40B4-BE49-F238E27FC236}">
                  <a16:creationId xmlns:a16="http://schemas.microsoft.com/office/drawing/2014/main" id="{26836232-F86A-452A-AB40-111BAD15E76C}"/>
                </a:ext>
              </a:extLst>
            </p:cNvPr>
            <p:cNvSpPr/>
            <p:nvPr/>
          </p:nvSpPr>
          <p:spPr>
            <a:xfrm>
              <a:off x="1699471" y="42506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8" name="Hexagon 2607">
              <a:extLst>
                <a:ext uri="{FF2B5EF4-FFF2-40B4-BE49-F238E27FC236}">
                  <a16:creationId xmlns:a16="http://schemas.microsoft.com/office/drawing/2014/main" id="{01C9967F-18D7-4190-91DB-4F1AEDD873DB}"/>
                </a:ext>
              </a:extLst>
            </p:cNvPr>
            <p:cNvSpPr/>
            <p:nvPr/>
          </p:nvSpPr>
          <p:spPr>
            <a:xfrm>
              <a:off x="1700754" y="44373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09" name="Hexagon 2608">
              <a:extLst>
                <a:ext uri="{FF2B5EF4-FFF2-40B4-BE49-F238E27FC236}">
                  <a16:creationId xmlns:a16="http://schemas.microsoft.com/office/drawing/2014/main" id="{B6B2BA53-100E-4289-A734-6314B4732E90}"/>
                </a:ext>
              </a:extLst>
            </p:cNvPr>
            <p:cNvSpPr/>
            <p:nvPr/>
          </p:nvSpPr>
          <p:spPr>
            <a:xfrm>
              <a:off x="1708049" y="462326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0" name="Hexagon 2609">
              <a:extLst>
                <a:ext uri="{FF2B5EF4-FFF2-40B4-BE49-F238E27FC236}">
                  <a16:creationId xmlns:a16="http://schemas.microsoft.com/office/drawing/2014/main" id="{9CA8E003-EAAA-43A6-87A0-51B28A83BED0}"/>
                </a:ext>
              </a:extLst>
            </p:cNvPr>
            <p:cNvSpPr/>
            <p:nvPr/>
          </p:nvSpPr>
          <p:spPr>
            <a:xfrm>
              <a:off x="1931347" y="37945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1" name="Hexagon 2610">
              <a:extLst>
                <a:ext uri="{FF2B5EF4-FFF2-40B4-BE49-F238E27FC236}">
                  <a16:creationId xmlns:a16="http://schemas.microsoft.com/office/drawing/2014/main" id="{1D7F7141-85F3-432A-BCE5-D1C7D9E1396C}"/>
                </a:ext>
              </a:extLst>
            </p:cNvPr>
            <p:cNvSpPr/>
            <p:nvPr/>
          </p:nvSpPr>
          <p:spPr>
            <a:xfrm>
              <a:off x="1933880" y="397571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2" name="Hexagon 2611">
              <a:extLst>
                <a:ext uri="{FF2B5EF4-FFF2-40B4-BE49-F238E27FC236}">
                  <a16:creationId xmlns:a16="http://schemas.microsoft.com/office/drawing/2014/main" id="{ED378054-E2FE-4D86-A7E8-E8868828226C}"/>
                </a:ext>
              </a:extLst>
            </p:cNvPr>
            <p:cNvSpPr/>
            <p:nvPr/>
          </p:nvSpPr>
          <p:spPr>
            <a:xfrm>
              <a:off x="1932889" y="41643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3" name="Hexagon 2612">
              <a:extLst>
                <a:ext uri="{FF2B5EF4-FFF2-40B4-BE49-F238E27FC236}">
                  <a16:creationId xmlns:a16="http://schemas.microsoft.com/office/drawing/2014/main" id="{2205C02C-CA48-41AE-863A-1ECD9956B09F}"/>
                </a:ext>
              </a:extLst>
            </p:cNvPr>
            <p:cNvSpPr/>
            <p:nvPr/>
          </p:nvSpPr>
          <p:spPr>
            <a:xfrm>
              <a:off x="1935422" y="43454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4" name="Hexagon 2613">
              <a:extLst>
                <a:ext uri="{FF2B5EF4-FFF2-40B4-BE49-F238E27FC236}">
                  <a16:creationId xmlns:a16="http://schemas.microsoft.com/office/drawing/2014/main" id="{8CBD2460-DE8E-4C6F-98A6-3920CF26DDA2}"/>
                </a:ext>
              </a:extLst>
            </p:cNvPr>
            <p:cNvSpPr/>
            <p:nvPr/>
          </p:nvSpPr>
          <p:spPr>
            <a:xfrm>
              <a:off x="2164722" y="37002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5" name="Hexagon 2614">
              <a:extLst>
                <a:ext uri="{FF2B5EF4-FFF2-40B4-BE49-F238E27FC236}">
                  <a16:creationId xmlns:a16="http://schemas.microsoft.com/office/drawing/2014/main" id="{E3B9316E-DADF-469F-BB6C-ADAFA52EF51C}"/>
                </a:ext>
              </a:extLst>
            </p:cNvPr>
            <p:cNvSpPr/>
            <p:nvPr/>
          </p:nvSpPr>
          <p:spPr>
            <a:xfrm>
              <a:off x="2167211" y="38891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6" name="Hexagon 2615">
              <a:extLst>
                <a:ext uri="{FF2B5EF4-FFF2-40B4-BE49-F238E27FC236}">
                  <a16:creationId xmlns:a16="http://schemas.microsoft.com/office/drawing/2014/main" id="{4ABB123D-DD5C-4D55-BDDF-08250935FC62}"/>
                </a:ext>
              </a:extLst>
            </p:cNvPr>
            <p:cNvSpPr/>
            <p:nvPr/>
          </p:nvSpPr>
          <p:spPr>
            <a:xfrm>
              <a:off x="2167363" y="407268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7" name="Hexagon 2616">
              <a:extLst>
                <a:ext uri="{FF2B5EF4-FFF2-40B4-BE49-F238E27FC236}">
                  <a16:creationId xmlns:a16="http://schemas.microsoft.com/office/drawing/2014/main" id="{4DFA8213-1FD8-4808-93DE-5B463EF0F867}"/>
                </a:ext>
              </a:extLst>
            </p:cNvPr>
            <p:cNvSpPr/>
            <p:nvPr/>
          </p:nvSpPr>
          <p:spPr>
            <a:xfrm>
              <a:off x="2168753" y="42517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8" name="Hexagon 2617">
              <a:extLst>
                <a:ext uri="{FF2B5EF4-FFF2-40B4-BE49-F238E27FC236}">
                  <a16:creationId xmlns:a16="http://schemas.microsoft.com/office/drawing/2014/main" id="{D2B01210-4BC2-4B13-9C43-C9B9D825B42B}"/>
                </a:ext>
              </a:extLst>
            </p:cNvPr>
            <p:cNvSpPr/>
            <p:nvPr/>
          </p:nvSpPr>
          <p:spPr>
            <a:xfrm>
              <a:off x="2404765" y="3614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19" name="Hexagon 2618">
              <a:extLst>
                <a:ext uri="{FF2B5EF4-FFF2-40B4-BE49-F238E27FC236}">
                  <a16:creationId xmlns:a16="http://schemas.microsoft.com/office/drawing/2014/main" id="{42949EBF-C02E-41CA-A0AE-B8868AF2C12A}"/>
                </a:ext>
              </a:extLst>
            </p:cNvPr>
            <p:cNvSpPr/>
            <p:nvPr/>
          </p:nvSpPr>
          <p:spPr>
            <a:xfrm>
              <a:off x="2400155" y="38004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0" name="Hexagon 2619">
              <a:extLst>
                <a:ext uri="{FF2B5EF4-FFF2-40B4-BE49-F238E27FC236}">
                  <a16:creationId xmlns:a16="http://schemas.microsoft.com/office/drawing/2014/main" id="{D6BD4552-4DBD-45FA-BEDF-762C65D9CD85}"/>
                </a:ext>
              </a:extLst>
            </p:cNvPr>
            <p:cNvSpPr/>
            <p:nvPr/>
          </p:nvSpPr>
          <p:spPr>
            <a:xfrm>
              <a:off x="2400263" y="39870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1" name="Hexagon 2620">
              <a:extLst>
                <a:ext uri="{FF2B5EF4-FFF2-40B4-BE49-F238E27FC236}">
                  <a16:creationId xmlns:a16="http://schemas.microsoft.com/office/drawing/2014/main" id="{11433AEB-1E0D-45C3-B285-BCBC1F41A504}"/>
                </a:ext>
              </a:extLst>
            </p:cNvPr>
            <p:cNvSpPr/>
            <p:nvPr/>
          </p:nvSpPr>
          <p:spPr>
            <a:xfrm>
              <a:off x="2402796" y="41681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2" name="Hexagon 2621">
              <a:extLst>
                <a:ext uri="{FF2B5EF4-FFF2-40B4-BE49-F238E27FC236}">
                  <a16:creationId xmlns:a16="http://schemas.microsoft.com/office/drawing/2014/main" id="{61370FF7-A3E0-4AE9-A6A3-EC23242C4511}"/>
                </a:ext>
              </a:extLst>
            </p:cNvPr>
            <p:cNvSpPr/>
            <p:nvPr/>
          </p:nvSpPr>
          <p:spPr>
            <a:xfrm>
              <a:off x="2404186" y="435202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3" name="Hexagon 2622">
              <a:extLst>
                <a:ext uri="{FF2B5EF4-FFF2-40B4-BE49-F238E27FC236}">
                  <a16:creationId xmlns:a16="http://schemas.microsoft.com/office/drawing/2014/main" id="{D56EE218-4210-43EC-8DF1-76296B62BDC2}"/>
                </a:ext>
              </a:extLst>
            </p:cNvPr>
            <p:cNvSpPr/>
            <p:nvPr/>
          </p:nvSpPr>
          <p:spPr>
            <a:xfrm>
              <a:off x="2404338" y="45379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4" name="Hexagon 2623">
              <a:extLst>
                <a:ext uri="{FF2B5EF4-FFF2-40B4-BE49-F238E27FC236}">
                  <a16:creationId xmlns:a16="http://schemas.microsoft.com/office/drawing/2014/main" id="{49F03A93-E467-4E1B-AD12-48AC134A4F3B}"/>
                </a:ext>
              </a:extLst>
            </p:cNvPr>
            <p:cNvSpPr/>
            <p:nvPr/>
          </p:nvSpPr>
          <p:spPr>
            <a:xfrm>
              <a:off x="2409954" y="4725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5" name="Hexagon 2624">
              <a:extLst>
                <a:ext uri="{FF2B5EF4-FFF2-40B4-BE49-F238E27FC236}">
                  <a16:creationId xmlns:a16="http://schemas.microsoft.com/office/drawing/2014/main" id="{41F2B006-578B-4428-AF14-FC5A94165182}"/>
                </a:ext>
              </a:extLst>
            </p:cNvPr>
            <p:cNvSpPr/>
            <p:nvPr/>
          </p:nvSpPr>
          <p:spPr>
            <a:xfrm>
              <a:off x="2411344" y="490952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6" name="Hexagon 2625">
              <a:extLst>
                <a:ext uri="{FF2B5EF4-FFF2-40B4-BE49-F238E27FC236}">
                  <a16:creationId xmlns:a16="http://schemas.microsoft.com/office/drawing/2014/main" id="{3BE9C414-895C-4F66-BDB0-705978DB96AB}"/>
                </a:ext>
              </a:extLst>
            </p:cNvPr>
            <p:cNvSpPr/>
            <p:nvPr/>
          </p:nvSpPr>
          <p:spPr>
            <a:xfrm>
              <a:off x="2413877" y="50930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7" name="Hexagon 2626">
              <a:extLst>
                <a:ext uri="{FF2B5EF4-FFF2-40B4-BE49-F238E27FC236}">
                  <a16:creationId xmlns:a16="http://schemas.microsoft.com/office/drawing/2014/main" id="{EC6EC4DA-BF6A-4363-B091-5DC16A015FFE}"/>
                </a:ext>
              </a:extLst>
            </p:cNvPr>
            <p:cNvSpPr/>
            <p:nvPr/>
          </p:nvSpPr>
          <p:spPr>
            <a:xfrm>
              <a:off x="2170775" y="46338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8" name="Hexagon 2627">
              <a:extLst>
                <a:ext uri="{FF2B5EF4-FFF2-40B4-BE49-F238E27FC236}">
                  <a16:creationId xmlns:a16="http://schemas.microsoft.com/office/drawing/2014/main" id="{61C648E3-F4D6-4212-8B44-D6122F33233F}"/>
                </a:ext>
              </a:extLst>
            </p:cNvPr>
            <p:cNvSpPr/>
            <p:nvPr/>
          </p:nvSpPr>
          <p:spPr>
            <a:xfrm>
              <a:off x="2173308" y="4822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29" name="Hexagon 2628">
              <a:extLst>
                <a:ext uri="{FF2B5EF4-FFF2-40B4-BE49-F238E27FC236}">
                  <a16:creationId xmlns:a16="http://schemas.microsoft.com/office/drawing/2014/main" id="{444BD519-0706-49F1-87D1-52F6F9299F6A}"/>
                </a:ext>
              </a:extLst>
            </p:cNvPr>
            <p:cNvSpPr/>
            <p:nvPr/>
          </p:nvSpPr>
          <p:spPr>
            <a:xfrm>
              <a:off x="2174162" y="50074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0" name="Hexagon 2629">
              <a:extLst>
                <a:ext uri="{FF2B5EF4-FFF2-40B4-BE49-F238E27FC236}">
                  <a16:creationId xmlns:a16="http://schemas.microsoft.com/office/drawing/2014/main" id="{C7B27218-FA0C-4D19-8C39-BE093B997F91}"/>
                </a:ext>
              </a:extLst>
            </p:cNvPr>
            <p:cNvSpPr/>
            <p:nvPr/>
          </p:nvSpPr>
          <p:spPr>
            <a:xfrm>
              <a:off x="2182695" y="51937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1" name="Hexagon 2630">
              <a:extLst>
                <a:ext uri="{FF2B5EF4-FFF2-40B4-BE49-F238E27FC236}">
                  <a16:creationId xmlns:a16="http://schemas.microsoft.com/office/drawing/2014/main" id="{7DA2B651-D7DD-41CC-B304-1A863E5D0D1D}"/>
                </a:ext>
              </a:extLst>
            </p:cNvPr>
            <p:cNvSpPr/>
            <p:nvPr/>
          </p:nvSpPr>
          <p:spPr>
            <a:xfrm>
              <a:off x="2180466" y="537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2" name="Hexagon 2631">
              <a:extLst>
                <a:ext uri="{FF2B5EF4-FFF2-40B4-BE49-F238E27FC236}">
                  <a16:creationId xmlns:a16="http://schemas.microsoft.com/office/drawing/2014/main" id="{E70BFE90-F686-4CAB-A8AC-F6263EEBEB57}"/>
                </a:ext>
              </a:extLst>
            </p:cNvPr>
            <p:cNvSpPr/>
            <p:nvPr/>
          </p:nvSpPr>
          <p:spPr>
            <a:xfrm>
              <a:off x="1938487" y="47229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3" name="Hexagon 2632">
              <a:extLst>
                <a:ext uri="{FF2B5EF4-FFF2-40B4-BE49-F238E27FC236}">
                  <a16:creationId xmlns:a16="http://schemas.microsoft.com/office/drawing/2014/main" id="{7E438413-F446-4DDE-89FA-2070060B6126}"/>
                </a:ext>
              </a:extLst>
            </p:cNvPr>
            <p:cNvSpPr/>
            <p:nvPr/>
          </p:nvSpPr>
          <p:spPr>
            <a:xfrm>
              <a:off x="1938639" y="490887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4" name="Hexagon 2633">
              <a:extLst>
                <a:ext uri="{FF2B5EF4-FFF2-40B4-BE49-F238E27FC236}">
                  <a16:creationId xmlns:a16="http://schemas.microsoft.com/office/drawing/2014/main" id="{AECA6FFA-69AA-4209-823F-9B90958334DD}"/>
                </a:ext>
              </a:extLst>
            </p:cNvPr>
            <p:cNvSpPr/>
            <p:nvPr/>
          </p:nvSpPr>
          <p:spPr>
            <a:xfrm>
              <a:off x="1944255" y="509659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5" name="Hexagon 2634">
              <a:extLst>
                <a:ext uri="{FF2B5EF4-FFF2-40B4-BE49-F238E27FC236}">
                  <a16:creationId xmlns:a16="http://schemas.microsoft.com/office/drawing/2014/main" id="{449A3B0A-2B3E-4D53-88B2-018ABEF6DF88}"/>
                </a:ext>
              </a:extLst>
            </p:cNvPr>
            <p:cNvSpPr/>
            <p:nvPr/>
          </p:nvSpPr>
          <p:spPr>
            <a:xfrm>
              <a:off x="1945645" y="52804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6" name="Hexagon 2635">
              <a:extLst>
                <a:ext uri="{FF2B5EF4-FFF2-40B4-BE49-F238E27FC236}">
                  <a16:creationId xmlns:a16="http://schemas.microsoft.com/office/drawing/2014/main" id="{FDCFE4ED-A741-454A-AA67-C963946A5E71}"/>
                </a:ext>
              </a:extLst>
            </p:cNvPr>
            <p:cNvSpPr/>
            <p:nvPr/>
          </p:nvSpPr>
          <p:spPr>
            <a:xfrm>
              <a:off x="1945797" y="54663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7" name="Hexagon 2636">
              <a:extLst>
                <a:ext uri="{FF2B5EF4-FFF2-40B4-BE49-F238E27FC236}">
                  <a16:creationId xmlns:a16="http://schemas.microsoft.com/office/drawing/2014/main" id="{E1FFD968-7413-4846-B13D-99E34EBAB039}"/>
                </a:ext>
              </a:extLst>
            </p:cNvPr>
            <p:cNvSpPr/>
            <p:nvPr/>
          </p:nvSpPr>
          <p:spPr>
            <a:xfrm>
              <a:off x="1708811" y="53662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8" name="Hexagon 2637">
              <a:extLst>
                <a:ext uri="{FF2B5EF4-FFF2-40B4-BE49-F238E27FC236}">
                  <a16:creationId xmlns:a16="http://schemas.microsoft.com/office/drawing/2014/main" id="{BDB0815C-C2A6-40AD-82F1-B7ACA1B4CF67}"/>
                </a:ext>
              </a:extLst>
            </p:cNvPr>
            <p:cNvSpPr/>
            <p:nvPr/>
          </p:nvSpPr>
          <p:spPr>
            <a:xfrm>
              <a:off x="1945645" y="565463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39" name="Hexagon 2638">
              <a:extLst>
                <a:ext uri="{FF2B5EF4-FFF2-40B4-BE49-F238E27FC236}">
                  <a16:creationId xmlns:a16="http://schemas.microsoft.com/office/drawing/2014/main" id="{E9749560-4718-4854-88C7-14CD626171F6}"/>
                </a:ext>
              </a:extLst>
            </p:cNvPr>
            <p:cNvSpPr/>
            <p:nvPr/>
          </p:nvSpPr>
          <p:spPr>
            <a:xfrm>
              <a:off x="1945797" y="58405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0" name="Hexagon 2639">
              <a:extLst>
                <a:ext uri="{FF2B5EF4-FFF2-40B4-BE49-F238E27FC236}">
                  <a16:creationId xmlns:a16="http://schemas.microsoft.com/office/drawing/2014/main" id="{FBE5F892-883F-4601-B855-CF5CCF1749E0}"/>
                </a:ext>
              </a:extLst>
            </p:cNvPr>
            <p:cNvSpPr/>
            <p:nvPr/>
          </p:nvSpPr>
          <p:spPr>
            <a:xfrm>
              <a:off x="1713012" y="55485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1" name="Hexagon 2640">
              <a:extLst>
                <a:ext uri="{FF2B5EF4-FFF2-40B4-BE49-F238E27FC236}">
                  <a16:creationId xmlns:a16="http://schemas.microsoft.com/office/drawing/2014/main" id="{215428C6-29E0-4629-BEC4-192ECD065B72}"/>
                </a:ext>
              </a:extLst>
            </p:cNvPr>
            <p:cNvSpPr/>
            <p:nvPr/>
          </p:nvSpPr>
          <p:spPr>
            <a:xfrm>
              <a:off x="1709640" y="57371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2" name="Hexagon 2641">
              <a:extLst>
                <a:ext uri="{FF2B5EF4-FFF2-40B4-BE49-F238E27FC236}">
                  <a16:creationId xmlns:a16="http://schemas.microsoft.com/office/drawing/2014/main" id="{58873D54-C324-4AEC-BACE-24C06D6114CD}"/>
                </a:ext>
              </a:extLst>
            </p:cNvPr>
            <p:cNvSpPr/>
            <p:nvPr/>
          </p:nvSpPr>
          <p:spPr>
            <a:xfrm>
              <a:off x="1712173" y="592310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3" name="Hexagon 2642">
              <a:extLst>
                <a:ext uri="{FF2B5EF4-FFF2-40B4-BE49-F238E27FC236}">
                  <a16:creationId xmlns:a16="http://schemas.microsoft.com/office/drawing/2014/main" id="{6382A924-5681-4814-8DE1-D9EF4FA06BB3}"/>
                </a:ext>
              </a:extLst>
            </p:cNvPr>
            <p:cNvSpPr/>
            <p:nvPr/>
          </p:nvSpPr>
          <p:spPr>
            <a:xfrm>
              <a:off x="1712021" y="6104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4" name="Hexagon 2643">
              <a:extLst>
                <a:ext uri="{FF2B5EF4-FFF2-40B4-BE49-F238E27FC236}">
                  <a16:creationId xmlns:a16="http://schemas.microsoft.com/office/drawing/2014/main" id="{86F28016-D824-422C-A4B5-CCA3EAB8422B}"/>
                </a:ext>
              </a:extLst>
            </p:cNvPr>
            <p:cNvSpPr/>
            <p:nvPr/>
          </p:nvSpPr>
          <p:spPr>
            <a:xfrm>
              <a:off x="1714554" y="62829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5" name="Hexagon 2644">
              <a:extLst>
                <a:ext uri="{FF2B5EF4-FFF2-40B4-BE49-F238E27FC236}">
                  <a16:creationId xmlns:a16="http://schemas.microsoft.com/office/drawing/2014/main" id="{1C906E09-606E-49BA-AFF9-97A79625A4FF}"/>
                </a:ext>
              </a:extLst>
            </p:cNvPr>
            <p:cNvSpPr/>
            <p:nvPr/>
          </p:nvSpPr>
          <p:spPr>
            <a:xfrm>
              <a:off x="1476032" y="63755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6" name="Hexagon 2645">
              <a:extLst>
                <a:ext uri="{FF2B5EF4-FFF2-40B4-BE49-F238E27FC236}">
                  <a16:creationId xmlns:a16="http://schemas.microsoft.com/office/drawing/2014/main" id="{D42F0632-3B9F-425D-B529-A1E14D78B08C}"/>
                </a:ext>
              </a:extLst>
            </p:cNvPr>
            <p:cNvSpPr/>
            <p:nvPr/>
          </p:nvSpPr>
          <p:spPr>
            <a:xfrm>
              <a:off x="1244869" y="59126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7" name="Hexagon 2646">
              <a:extLst>
                <a:ext uri="{FF2B5EF4-FFF2-40B4-BE49-F238E27FC236}">
                  <a16:creationId xmlns:a16="http://schemas.microsoft.com/office/drawing/2014/main" id="{D331E019-178B-4F16-9023-242AF3458CA2}"/>
                </a:ext>
              </a:extLst>
            </p:cNvPr>
            <p:cNvSpPr/>
            <p:nvPr/>
          </p:nvSpPr>
          <p:spPr>
            <a:xfrm>
              <a:off x="1244717" y="60937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8" name="Hexagon 2647">
              <a:extLst>
                <a:ext uri="{FF2B5EF4-FFF2-40B4-BE49-F238E27FC236}">
                  <a16:creationId xmlns:a16="http://schemas.microsoft.com/office/drawing/2014/main" id="{2D0CACF6-AD42-4985-86F8-72F1000EE46B}"/>
                </a:ext>
              </a:extLst>
            </p:cNvPr>
            <p:cNvSpPr/>
            <p:nvPr/>
          </p:nvSpPr>
          <p:spPr>
            <a:xfrm>
              <a:off x="1475496" y="60088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49" name="Hexagon 2648">
              <a:extLst>
                <a:ext uri="{FF2B5EF4-FFF2-40B4-BE49-F238E27FC236}">
                  <a16:creationId xmlns:a16="http://schemas.microsoft.com/office/drawing/2014/main" id="{E37AB76F-D06E-4B18-9EA9-F25328813FC1}"/>
                </a:ext>
              </a:extLst>
            </p:cNvPr>
            <p:cNvSpPr/>
            <p:nvPr/>
          </p:nvSpPr>
          <p:spPr>
            <a:xfrm>
              <a:off x="1475344" y="61900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0" name="Hexagon 2649">
              <a:extLst>
                <a:ext uri="{FF2B5EF4-FFF2-40B4-BE49-F238E27FC236}">
                  <a16:creationId xmlns:a16="http://schemas.microsoft.com/office/drawing/2014/main" id="{2D8FC517-864B-491A-AFF2-05D1DB94E58B}"/>
                </a:ext>
              </a:extLst>
            </p:cNvPr>
            <p:cNvSpPr/>
            <p:nvPr/>
          </p:nvSpPr>
          <p:spPr>
            <a:xfrm>
              <a:off x="1477654" y="564175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1" name="Hexagon 2650">
              <a:extLst>
                <a:ext uri="{FF2B5EF4-FFF2-40B4-BE49-F238E27FC236}">
                  <a16:creationId xmlns:a16="http://schemas.microsoft.com/office/drawing/2014/main" id="{308BDAFE-36C6-40FD-AADD-FEFF5FD041B7}"/>
                </a:ext>
              </a:extLst>
            </p:cNvPr>
            <p:cNvSpPr/>
            <p:nvPr/>
          </p:nvSpPr>
          <p:spPr>
            <a:xfrm>
              <a:off x="1477502" y="58228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2" name="Hexagon 2651">
              <a:extLst>
                <a:ext uri="{FF2B5EF4-FFF2-40B4-BE49-F238E27FC236}">
                  <a16:creationId xmlns:a16="http://schemas.microsoft.com/office/drawing/2014/main" id="{9A027A7D-F82E-45E5-87B8-1AAF39326349}"/>
                </a:ext>
              </a:extLst>
            </p:cNvPr>
            <p:cNvSpPr/>
            <p:nvPr/>
          </p:nvSpPr>
          <p:spPr>
            <a:xfrm>
              <a:off x="2868393" y="3427729"/>
              <a:ext cx="32474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3" name="Hexagon 2652">
              <a:extLst>
                <a:ext uri="{FF2B5EF4-FFF2-40B4-BE49-F238E27FC236}">
                  <a16:creationId xmlns:a16="http://schemas.microsoft.com/office/drawing/2014/main" id="{75384287-BA14-418D-90F8-DBF87603C9F2}"/>
                </a:ext>
              </a:extLst>
            </p:cNvPr>
            <p:cNvSpPr/>
            <p:nvPr/>
          </p:nvSpPr>
          <p:spPr>
            <a:xfrm>
              <a:off x="2878655" y="3616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4" name="Hexagon 2653">
              <a:extLst>
                <a:ext uri="{FF2B5EF4-FFF2-40B4-BE49-F238E27FC236}">
                  <a16:creationId xmlns:a16="http://schemas.microsoft.com/office/drawing/2014/main" id="{DBA83383-C502-49AB-BD1F-BC38A606A676}"/>
                </a:ext>
              </a:extLst>
            </p:cNvPr>
            <p:cNvSpPr/>
            <p:nvPr/>
          </p:nvSpPr>
          <p:spPr>
            <a:xfrm>
              <a:off x="2641944" y="37090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5" name="Hexagon 2654">
              <a:extLst>
                <a:ext uri="{FF2B5EF4-FFF2-40B4-BE49-F238E27FC236}">
                  <a16:creationId xmlns:a16="http://schemas.microsoft.com/office/drawing/2014/main" id="{2E3C8346-22CC-422E-9ED2-DBADB0D63E08}"/>
                </a:ext>
              </a:extLst>
            </p:cNvPr>
            <p:cNvSpPr/>
            <p:nvPr/>
          </p:nvSpPr>
          <p:spPr>
            <a:xfrm>
              <a:off x="2634953" y="38901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6" name="Hexagon 2655">
              <a:extLst>
                <a:ext uri="{FF2B5EF4-FFF2-40B4-BE49-F238E27FC236}">
                  <a16:creationId xmlns:a16="http://schemas.microsoft.com/office/drawing/2014/main" id="{D10AA94F-4CFC-4555-B11A-51811DBF8F1C}"/>
                </a:ext>
              </a:extLst>
            </p:cNvPr>
            <p:cNvSpPr/>
            <p:nvPr/>
          </p:nvSpPr>
          <p:spPr>
            <a:xfrm>
              <a:off x="2873836" y="3985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7" name="Hexagon 2656">
              <a:extLst>
                <a:ext uri="{FF2B5EF4-FFF2-40B4-BE49-F238E27FC236}">
                  <a16:creationId xmlns:a16="http://schemas.microsoft.com/office/drawing/2014/main" id="{2B8DE025-5CAC-474A-862D-919500DF70CE}"/>
                </a:ext>
              </a:extLst>
            </p:cNvPr>
            <p:cNvSpPr/>
            <p:nvPr/>
          </p:nvSpPr>
          <p:spPr>
            <a:xfrm>
              <a:off x="2871607" y="4168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8" name="Hexagon 2657">
              <a:extLst>
                <a:ext uri="{FF2B5EF4-FFF2-40B4-BE49-F238E27FC236}">
                  <a16:creationId xmlns:a16="http://schemas.microsoft.com/office/drawing/2014/main" id="{5707E722-3E7A-4BBC-9E2E-DAE988B2BBBD}"/>
                </a:ext>
              </a:extLst>
            </p:cNvPr>
            <p:cNvSpPr/>
            <p:nvPr/>
          </p:nvSpPr>
          <p:spPr>
            <a:xfrm>
              <a:off x="2869334" y="43575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59" name="Hexagon 2658">
              <a:extLst>
                <a:ext uri="{FF2B5EF4-FFF2-40B4-BE49-F238E27FC236}">
                  <a16:creationId xmlns:a16="http://schemas.microsoft.com/office/drawing/2014/main" id="{C63D8BD7-4EC3-4F2B-94E5-8EEC1320836B}"/>
                </a:ext>
              </a:extLst>
            </p:cNvPr>
            <p:cNvSpPr/>
            <p:nvPr/>
          </p:nvSpPr>
          <p:spPr>
            <a:xfrm>
              <a:off x="2867105" y="453871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0" name="Hexagon 2659">
              <a:extLst>
                <a:ext uri="{FF2B5EF4-FFF2-40B4-BE49-F238E27FC236}">
                  <a16:creationId xmlns:a16="http://schemas.microsoft.com/office/drawing/2014/main" id="{60F76974-24FE-45DC-A413-A1F1BBDE07D6}"/>
                </a:ext>
              </a:extLst>
            </p:cNvPr>
            <p:cNvSpPr/>
            <p:nvPr/>
          </p:nvSpPr>
          <p:spPr>
            <a:xfrm>
              <a:off x="2640336" y="42635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1" name="Hexagon 2660">
              <a:extLst>
                <a:ext uri="{FF2B5EF4-FFF2-40B4-BE49-F238E27FC236}">
                  <a16:creationId xmlns:a16="http://schemas.microsoft.com/office/drawing/2014/main" id="{D50D68F0-59CF-420F-AEE7-A3EDA4D7FE16}"/>
                </a:ext>
              </a:extLst>
            </p:cNvPr>
            <p:cNvSpPr/>
            <p:nvPr/>
          </p:nvSpPr>
          <p:spPr>
            <a:xfrm>
              <a:off x="2638107" y="44518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2" name="Hexagon 2661">
              <a:extLst>
                <a:ext uri="{FF2B5EF4-FFF2-40B4-BE49-F238E27FC236}">
                  <a16:creationId xmlns:a16="http://schemas.microsoft.com/office/drawing/2014/main" id="{16CC25F8-B3C2-446F-B89E-4357D6CAAD12}"/>
                </a:ext>
              </a:extLst>
            </p:cNvPr>
            <p:cNvSpPr/>
            <p:nvPr/>
          </p:nvSpPr>
          <p:spPr>
            <a:xfrm>
              <a:off x="2638215" y="46383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3" name="Hexagon 2662">
              <a:extLst>
                <a:ext uri="{FF2B5EF4-FFF2-40B4-BE49-F238E27FC236}">
                  <a16:creationId xmlns:a16="http://schemas.microsoft.com/office/drawing/2014/main" id="{B7B560A5-87EC-42A4-ADE7-10184918A16B}"/>
                </a:ext>
              </a:extLst>
            </p:cNvPr>
            <p:cNvSpPr/>
            <p:nvPr/>
          </p:nvSpPr>
          <p:spPr>
            <a:xfrm>
              <a:off x="2640748" y="48195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4" name="Hexagon 2663">
              <a:extLst>
                <a:ext uri="{FF2B5EF4-FFF2-40B4-BE49-F238E27FC236}">
                  <a16:creationId xmlns:a16="http://schemas.microsoft.com/office/drawing/2014/main" id="{CA6C6C21-DD9B-48E8-97B2-CE8C405B4585}"/>
                </a:ext>
              </a:extLst>
            </p:cNvPr>
            <p:cNvSpPr/>
            <p:nvPr/>
          </p:nvSpPr>
          <p:spPr>
            <a:xfrm>
              <a:off x="2641944" y="5007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5" name="Hexagon 2664">
              <a:extLst>
                <a:ext uri="{FF2B5EF4-FFF2-40B4-BE49-F238E27FC236}">
                  <a16:creationId xmlns:a16="http://schemas.microsoft.com/office/drawing/2014/main" id="{62D63133-7E8F-439D-89FF-58EDC28103CA}"/>
                </a:ext>
              </a:extLst>
            </p:cNvPr>
            <p:cNvSpPr/>
            <p:nvPr/>
          </p:nvSpPr>
          <p:spPr>
            <a:xfrm>
              <a:off x="3106735" y="4075970"/>
              <a:ext cx="30996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6" name="Hexagon 2665">
              <a:extLst>
                <a:ext uri="{FF2B5EF4-FFF2-40B4-BE49-F238E27FC236}">
                  <a16:creationId xmlns:a16="http://schemas.microsoft.com/office/drawing/2014/main" id="{6745D196-C852-47FB-8C75-F7C926BD4027}"/>
                </a:ext>
              </a:extLst>
            </p:cNvPr>
            <p:cNvSpPr/>
            <p:nvPr/>
          </p:nvSpPr>
          <p:spPr>
            <a:xfrm>
              <a:off x="3102125" y="4261880"/>
              <a:ext cx="32588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67" name="Hexagon 2666">
              <a:extLst>
                <a:ext uri="{FF2B5EF4-FFF2-40B4-BE49-F238E27FC236}">
                  <a16:creationId xmlns:a16="http://schemas.microsoft.com/office/drawing/2014/main" id="{0E25FCA4-D359-47B2-A748-F9C04A999390}"/>
                </a:ext>
              </a:extLst>
            </p:cNvPr>
            <p:cNvSpPr/>
            <p:nvPr/>
          </p:nvSpPr>
          <p:spPr>
            <a:xfrm>
              <a:off x="3112570" y="4447673"/>
              <a:ext cx="31305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3" name="Hexagon 2692">
              <a:extLst>
                <a:ext uri="{FF2B5EF4-FFF2-40B4-BE49-F238E27FC236}">
                  <a16:creationId xmlns:a16="http://schemas.microsoft.com/office/drawing/2014/main" id="{D38C6084-3AB1-406E-AAC0-5A9962A94B3E}"/>
                </a:ext>
              </a:extLst>
            </p:cNvPr>
            <p:cNvSpPr/>
            <p:nvPr/>
          </p:nvSpPr>
          <p:spPr>
            <a:xfrm>
              <a:off x="2644853" y="5921254"/>
              <a:ext cx="3086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4" name="Hexagon 2693">
              <a:extLst>
                <a:ext uri="{FF2B5EF4-FFF2-40B4-BE49-F238E27FC236}">
                  <a16:creationId xmlns:a16="http://schemas.microsoft.com/office/drawing/2014/main" id="{2F025D1F-827F-405E-A059-5A0D8F379D7A}"/>
                </a:ext>
              </a:extLst>
            </p:cNvPr>
            <p:cNvSpPr/>
            <p:nvPr/>
          </p:nvSpPr>
          <p:spPr>
            <a:xfrm>
              <a:off x="2887665" y="601992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5" name="Hexagon 2694">
              <a:extLst>
                <a:ext uri="{FF2B5EF4-FFF2-40B4-BE49-F238E27FC236}">
                  <a16:creationId xmlns:a16="http://schemas.microsoft.com/office/drawing/2014/main" id="{374C1831-20BF-4F49-955B-66CA399C7E8C}"/>
                </a:ext>
              </a:extLst>
            </p:cNvPr>
            <p:cNvSpPr/>
            <p:nvPr/>
          </p:nvSpPr>
          <p:spPr>
            <a:xfrm>
              <a:off x="2885263" y="58253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6" name="Hexagon 2695">
              <a:extLst>
                <a:ext uri="{FF2B5EF4-FFF2-40B4-BE49-F238E27FC236}">
                  <a16:creationId xmlns:a16="http://schemas.microsoft.com/office/drawing/2014/main" id="{98C3CD73-8E0C-4F60-BD87-A4AB5451591F}"/>
                </a:ext>
              </a:extLst>
            </p:cNvPr>
            <p:cNvSpPr/>
            <p:nvPr/>
          </p:nvSpPr>
          <p:spPr>
            <a:xfrm>
              <a:off x="2883502" y="564411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7" name="Hexagon 2696">
              <a:extLst>
                <a:ext uri="{FF2B5EF4-FFF2-40B4-BE49-F238E27FC236}">
                  <a16:creationId xmlns:a16="http://schemas.microsoft.com/office/drawing/2014/main" id="{96C0EFA8-DD08-4C9C-A90A-C8FB16B52FF6}"/>
                </a:ext>
              </a:extLst>
            </p:cNvPr>
            <p:cNvSpPr/>
            <p:nvPr/>
          </p:nvSpPr>
          <p:spPr>
            <a:xfrm>
              <a:off x="3115001" y="55632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8" name="Hexagon 2697">
              <a:extLst>
                <a:ext uri="{FF2B5EF4-FFF2-40B4-BE49-F238E27FC236}">
                  <a16:creationId xmlns:a16="http://schemas.microsoft.com/office/drawing/2014/main" id="{5B6ED6CE-BC5A-4AD6-9817-1169BBA915FA}"/>
                </a:ext>
              </a:extLst>
            </p:cNvPr>
            <p:cNvSpPr/>
            <p:nvPr/>
          </p:nvSpPr>
          <p:spPr>
            <a:xfrm>
              <a:off x="3346972" y="54753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699" name="Hexagon 2698">
              <a:extLst>
                <a:ext uri="{FF2B5EF4-FFF2-40B4-BE49-F238E27FC236}">
                  <a16:creationId xmlns:a16="http://schemas.microsoft.com/office/drawing/2014/main" id="{1D88C212-A48C-465A-B4DB-3F0AB718256D}"/>
                </a:ext>
              </a:extLst>
            </p:cNvPr>
            <p:cNvSpPr/>
            <p:nvPr/>
          </p:nvSpPr>
          <p:spPr>
            <a:xfrm>
              <a:off x="3345211" y="52869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0" name="Hexagon 2699">
              <a:extLst>
                <a:ext uri="{FF2B5EF4-FFF2-40B4-BE49-F238E27FC236}">
                  <a16:creationId xmlns:a16="http://schemas.microsoft.com/office/drawing/2014/main" id="{2C79ABBC-B07C-4126-90E4-6D62F196D9CE}"/>
                </a:ext>
              </a:extLst>
            </p:cNvPr>
            <p:cNvSpPr/>
            <p:nvPr/>
          </p:nvSpPr>
          <p:spPr>
            <a:xfrm>
              <a:off x="3582412" y="5564775"/>
              <a:ext cx="31999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1" name="Hexagon 2700">
              <a:extLst>
                <a:ext uri="{FF2B5EF4-FFF2-40B4-BE49-F238E27FC236}">
                  <a16:creationId xmlns:a16="http://schemas.microsoft.com/office/drawing/2014/main" id="{556391FE-E2F3-4D63-8398-E73AA7B2CA30}"/>
                </a:ext>
              </a:extLst>
            </p:cNvPr>
            <p:cNvSpPr/>
            <p:nvPr/>
          </p:nvSpPr>
          <p:spPr>
            <a:xfrm>
              <a:off x="3583033" y="5378748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2" name="Hexagon 2701">
              <a:extLst>
                <a:ext uri="{FF2B5EF4-FFF2-40B4-BE49-F238E27FC236}">
                  <a16:creationId xmlns:a16="http://schemas.microsoft.com/office/drawing/2014/main" id="{BD8F05F6-3610-4231-BEF5-3B1BA5CE7ECB}"/>
                </a:ext>
              </a:extLst>
            </p:cNvPr>
            <p:cNvSpPr/>
            <p:nvPr/>
          </p:nvSpPr>
          <p:spPr>
            <a:xfrm>
              <a:off x="3809881" y="5276539"/>
              <a:ext cx="33337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3" name="Hexagon 2702">
              <a:extLst>
                <a:ext uri="{FF2B5EF4-FFF2-40B4-BE49-F238E27FC236}">
                  <a16:creationId xmlns:a16="http://schemas.microsoft.com/office/drawing/2014/main" id="{E8D21B8D-616B-4F81-B6AD-4934FED9FAF5}"/>
                </a:ext>
              </a:extLst>
            </p:cNvPr>
            <p:cNvSpPr/>
            <p:nvPr/>
          </p:nvSpPr>
          <p:spPr>
            <a:xfrm>
              <a:off x="3126257" y="62952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4" name="Hexagon 2703">
              <a:extLst>
                <a:ext uri="{FF2B5EF4-FFF2-40B4-BE49-F238E27FC236}">
                  <a16:creationId xmlns:a16="http://schemas.microsoft.com/office/drawing/2014/main" id="{C6F2C575-3144-4D62-ADF9-9472502A0AB2}"/>
                </a:ext>
              </a:extLst>
            </p:cNvPr>
            <p:cNvSpPr/>
            <p:nvPr/>
          </p:nvSpPr>
          <p:spPr>
            <a:xfrm>
              <a:off x="3119093" y="61102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5" name="Hexagon 2704">
              <a:extLst>
                <a:ext uri="{FF2B5EF4-FFF2-40B4-BE49-F238E27FC236}">
                  <a16:creationId xmlns:a16="http://schemas.microsoft.com/office/drawing/2014/main" id="{37D5A177-1662-417E-A56D-BB9D32D573E5}"/>
                </a:ext>
              </a:extLst>
            </p:cNvPr>
            <p:cNvSpPr/>
            <p:nvPr/>
          </p:nvSpPr>
          <p:spPr>
            <a:xfrm>
              <a:off x="3114951" y="5921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6" name="Hexagon 2705">
              <a:extLst>
                <a:ext uri="{FF2B5EF4-FFF2-40B4-BE49-F238E27FC236}">
                  <a16:creationId xmlns:a16="http://schemas.microsoft.com/office/drawing/2014/main" id="{A6432503-9536-4F70-995B-DA74A6472B9A}"/>
                </a:ext>
              </a:extLst>
            </p:cNvPr>
            <p:cNvSpPr/>
            <p:nvPr/>
          </p:nvSpPr>
          <p:spPr>
            <a:xfrm>
              <a:off x="3115556" y="68393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7" name="Hexagon 2706">
              <a:extLst>
                <a:ext uri="{FF2B5EF4-FFF2-40B4-BE49-F238E27FC236}">
                  <a16:creationId xmlns:a16="http://schemas.microsoft.com/office/drawing/2014/main" id="{25023F94-9C96-41FA-A088-52C8419DAA1E}"/>
                </a:ext>
              </a:extLst>
            </p:cNvPr>
            <p:cNvSpPr/>
            <p:nvPr/>
          </p:nvSpPr>
          <p:spPr>
            <a:xfrm>
              <a:off x="3119504" y="66583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8" name="Hexagon 2707">
              <a:extLst>
                <a:ext uri="{FF2B5EF4-FFF2-40B4-BE49-F238E27FC236}">
                  <a16:creationId xmlns:a16="http://schemas.microsoft.com/office/drawing/2014/main" id="{36CAD709-A20D-47B7-B7FC-7F5302E16E9C}"/>
                </a:ext>
              </a:extLst>
            </p:cNvPr>
            <p:cNvSpPr/>
            <p:nvPr/>
          </p:nvSpPr>
          <p:spPr>
            <a:xfrm>
              <a:off x="3120124" y="64722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09" name="Hexagon 2708">
              <a:extLst>
                <a:ext uri="{FF2B5EF4-FFF2-40B4-BE49-F238E27FC236}">
                  <a16:creationId xmlns:a16="http://schemas.microsoft.com/office/drawing/2014/main" id="{06EEA7BF-CA6A-4701-B0FA-C2013B5CFE4D}"/>
                </a:ext>
              </a:extLst>
            </p:cNvPr>
            <p:cNvSpPr/>
            <p:nvPr/>
          </p:nvSpPr>
          <p:spPr>
            <a:xfrm>
              <a:off x="3351564" y="62027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0" name="Hexagon 2709">
              <a:extLst>
                <a:ext uri="{FF2B5EF4-FFF2-40B4-BE49-F238E27FC236}">
                  <a16:creationId xmlns:a16="http://schemas.microsoft.com/office/drawing/2014/main" id="{ACB7E494-9621-496F-BCBD-1CEA296BE69C}"/>
                </a:ext>
              </a:extLst>
            </p:cNvPr>
            <p:cNvSpPr/>
            <p:nvPr/>
          </p:nvSpPr>
          <p:spPr>
            <a:xfrm>
              <a:off x="3355282" y="6011983"/>
              <a:ext cx="31114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1" name="Hexagon 2710">
              <a:extLst>
                <a:ext uri="{FF2B5EF4-FFF2-40B4-BE49-F238E27FC236}">
                  <a16:creationId xmlns:a16="http://schemas.microsoft.com/office/drawing/2014/main" id="{58CF4A5D-ACB0-4B5B-87FB-1F664B3D526D}"/>
                </a:ext>
              </a:extLst>
            </p:cNvPr>
            <p:cNvSpPr/>
            <p:nvPr/>
          </p:nvSpPr>
          <p:spPr>
            <a:xfrm>
              <a:off x="3358284" y="5825956"/>
              <a:ext cx="3199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2" name="Hexagon 2711">
              <a:extLst>
                <a:ext uri="{FF2B5EF4-FFF2-40B4-BE49-F238E27FC236}">
                  <a16:creationId xmlns:a16="http://schemas.microsoft.com/office/drawing/2014/main" id="{55628D12-8267-4DD3-B6E5-BAAF26AD077A}"/>
                </a:ext>
              </a:extLst>
            </p:cNvPr>
            <p:cNvSpPr/>
            <p:nvPr/>
          </p:nvSpPr>
          <p:spPr>
            <a:xfrm>
              <a:off x="3356314" y="63858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3" name="Hexagon 2712">
              <a:extLst>
                <a:ext uri="{FF2B5EF4-FFF2-40B4-BE49-F238E27FC236}">
                  <a16:creationId xmlns:a16="http://schemas.microsoft.com/office/drawing/2014/main" id="{A6B01D27-B8AD-4588-A908-038376500409}"/>
                </a:ext>
              </a:extLst>
            </p:cNvPr>
            <p:cNvSpPr/>
            <p:nvPr/>
          </p:nvSpPr>
          <p:spPr>
            <a:xfrm>
              <a:off x="3590861" y="62965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4" name="Hexagon 2713">
              <a:extLst>
                <a:ext uri="{FF2B5EF4-FFF2-40B4-BE49-F238E27FC236}">
                  <a16:creationId xmlns:a16="http://schemas.microsoft.com/office/drawing/2014/main" id="{C3C42D78-385A-46EB-B13D-D706F55F3324}"/>
                </a:ext>
              </a:extLst>
            </p:cNvPr>
            <p:cNvSpPr/>
            <p:nvPr/>
          </p:nvSpPr>
          <p:spPr>
            <a:xfrm>
              <a:off x="3589490" y="648546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5" name="Hexagon 2714">
              <a:extLst>
                <a:ext uri="{FF2B5EF4-FFF2-40B4-BE49-F238E27FC236}">
                  <a16:creationId xmlns:a16="http://schemas.microsoft.com/office/drawing/2014/main" id="{F599E739-AB6B-4A03-86B5-7584BC2BF36C}"/>
                </a:ext>
              </a:extLst>
            </p:cNvPr>
            <p:cNvSpPr/>
            <p:nvPr/>
          </p:nvSpPr>
          <p:spPr>
            <a:xfrm>
              <a:off x="3345210" y="6938264"/>
              <a:ext cx="312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6" name="Hexagon 2715">
              <a:extLst>
                <a:ext uri="{FF2B5EF4-FFF2-40B4-BE49-F238E27FC236}">
                  <a16:creationId xmlns:a16="http://schemas.microsoft.com/office/drawing/2014/main" id="{AE2CC6B2-7EFA-426A-A049-97503952FDE9}"/>
                </a:ext>
              </a:extLst>
            </p:cNvPr>
            <p:cNvSpPr/>
            <p:nvPr/>
          </p:nvSpPr>
          <p:spPr>
            <a:xfrm>
              <a:off x="3358662" y="67515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7" name="Hexagon 2716">
              <a:extLst>
                <a:ext uri="{FF2B5EF4-FFF2-40B4-BE49-F238E27FC236}">
                  <a16:creationId xmlns:a16="http://schemas.microsoft.com/office/drawing/2014/main" id="{08C07DF3-3E59-47A8-855F-748CA8D1678A}"/>
                </a:ext>
              </a:extLst>
            </p:cNvPr>
            <p:cNvSpPr/>
            <p:nvPr/>
          </p:nvSpPr>
          <p:spPr>
            <a:xfrm>
              <a:off x="3594264" y="68363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8" name="Hexagon 2717">
              <a:extLst>
                <a:ext uri="{FF2B5EF4-FFF2-40B4-BE49-F238E27FC236}">
                  <a16:creationId xmlns:a16="http://schemas.microsoft.com/office/drawing/2014/main" id="{016A4F85-08DC-48A5-B8E9-0168C5A39F64}"/>
                </a:ext>
              </a:extLst>
            </p:cNvPr>
            <p:cNvSpPr/>
            <p:nvPr/>
          </p:nvSpPr>
          <p:spPr>
            <a:xfrm>
              <a:off x="3832186" y="656657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19" name="Hexagon 2718">
              <a:extLst>
                <a:ext uri="{FF2B5EF4-FFF2-40B4-BE49-F238E27FC236}">
                  <a16:creationId xmlns:a16="http://schemas.microsoft.com/office/drawing/2014/main" id="{5423DDE7-BC2C-40CD-8E16-93C32A536A79}"/>
                </a:ext>
              </a:extLst>
            </p:cNvPr>
            <p:cNvSpPr/>
            <p:nvPr/>
          </p:nvSpPr>
          <p:spPr>
            <a:xfrm>
              <a:off x="3822641" y="6388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0" name="Hexagon 2719">
              <a:extLst>
                <a:ext uri="{FF2B5EF4-FFF2-40B4-BE49-F238E27FC236}">
                  <a16:creationId xmlns:a16="http://schemas.microsoft.com/office/drawing/2014/main" id="{1050842A-D43E-4AE7-A51D-81E20A8415F2}"/>
                </a:ext>
              </a:extLst>
            </p:cNvPr>
            <p:cNvSpPr/>
            <p:nvPr/>
          </p:nvSpPr>
          <p:spPr>
            <a:xfrm>
              <a:off x="3823261" y="6195526"/>
              <a:ext cx="319998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1" name="Hexagon 2720">
              <a:extLst>
                <a:ext uri="{FF2B5EF4-FFF2-40B4-BE49-F238E27FC236}">
                  <a16:creationId xmlns:a16="http://schemas.microsoft.com/office/drawing/2014/main" id="{26C13072-94FA-44FF-8D12-DC11B35EB63D}"/>
                </a:ext>
              </a:extLst>
            </p:cNvPr>
            <p:cNvSpPr/>
            <p:nvPr/>
          </p:nvSpPr>
          <p:spPr>
            <a:xfrm>
              <a:off x="3826053" y="676022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2" name="Hexagon 2721">
              <a:extLst>
                <a:ext uri="{FF2B5EF4-FFF2-40B4-BE49-F238E27FC236}">
                  <a16:creationId xmlns:a16="http://schemas.microsoft.com/office/drawing/2014/main" id="{5304229E-41C8-4B59-8984-B6E2EE49D4B8}"/>
                </a:ext>
              </a:extLst>
            </p:cNvPr>
            <p:cNvSpPr/>
            <p:nvPr/>
          </p:nvSpPr>
          <p:spPr>
            <a:xfrm>
              <a:off x="4065682" y="6290980"/>
              <a:ext cx="31166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3" name="Hexagon 2722">
              <a:extLst>
                <a:ext uri="{FF2B5EF4-FFF2-40B4-BE49-F238E27FC236}">
                  <a16:creationId xmlns:a16="http://schemas.microsoft.com/office/drawing/2014/main" id="{64D4CF4F-79D2-4FA9-BFAA-1A5BB54847D8}"/>
                </a:ext>
              </a:extLst>
            </p:cNvPr>
            <p:cNvSpPr/>
            <p:nvPr/>
          </p:nvSpPr>
          <p:spPr>
            <a:xfrm>
              <a:off x="4065703" y="7023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4" name="Hexagon 2723">
              <a:extLst>
                <a:ext uri="{FF2B5EF4-FFF2-40B4-BE49-F238E27FC236}">
                  <a16:creationId xmlns:a16="http://schemas.microsoft.com/office/drawing/2014/main" id="{C6A0489A-796F-417A-A894-A677B4C3763C}"/>
                </a:ext>
              </a:extLst>
            </p:cNvPr>
            <p:cNvSpPr/>
            <p:nvPr/>
          </p:nvSpPr>
          <p:spPr>
            <a:xfrm>
              <a:off x="4065682" y="68437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5" name="Hexagon 2724">
              <a:extLst>
                <a:ext uri="{FF2B5EF4-FFF2-40B4-BE49-F238E27FC236}">
                  <a16:creationId xmlns:a16="http://schemas.microsoft.com/office/drawing/2014/main" id="{DCD10EF2-0864-4C95-AE42-66944F92F78A}"/>
                </a:ext>
              </a:extLst>
            </p:cNvPr>
            <p:cNvSpPr/>
            <p:nvPr/>
          </p:nvSpPr>
          <p:spPr>
            <a:xfrm>
              <a:off x="4059159" y="66577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6" name="Hexagon 2725">
              <a:extLst>
                <a:ext uri="{FF2B5EF4-FFF2-40B4-BE49-F238E27FC236}">
                  <a16:creationId xmlns:a16="http://schemas.microsoft.com/office/drawing/2014/main" id="{B53F9542-8C5D-4DB0-8C13-00AD893F101A}"/>
                </a:ext>
              </a:extLst>
            </p:cNvPr>
            <p:cNvSpPr/>
            <p:nvPr/>
          </p:nvSpPr>
          <p:spPr>
            <a:xfrm>
              <a:off x="4059570" y="72105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7" name="Hexagon 2726">
              <a:extLst>
                <a:ext uri="{FF2B5EF4-FFF2-40B4-BE49-F238E27FC236}">
                  <a16:creationId xmlns:a16="http://schemas.microsoft.com/office/drawing/2014/main" id="{F369195B-F8B9-4745-8D0F-98FB4413C011}"/>
                </a:ext>
              </a:extLst>
            </p:cNvPr>
            <p:cNvSpPr/>
            <p:nvPr/>
          </p:nvSpPr>
          <p:spPr>
            <a:xfrm>
              <a:off x="4303604" y="6745232"/>
              <a:ext cx="32492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8" name="Hexagon 2727">
              <a:extLst>
                <a:ext uri="{FF2B5EF4-FFF2-40B4-BE49-F238E27FC236}">
                  <a16:creationId xmlns:a16="http://schemas.microsoft.com/office/drawing/2014/main" id="{CD693426-C83D-46C2-9DEF-A12023C958A3}"/>
                </a:ext>
              </a:extLst>
            </p:cNvPr>
            <p:cNvSpPr/>
            <p:nvPr/>
          </p:nvSpPr>
          <p:spPr>
            <a:xfrm>
              <a:off x="4304289" y="6563662"/>
              <a:ext cx="324923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29" name="Hexagon 2728">
              <a:extLst>
                <a:ext uri="{FF2B5EF4-FFF2-40B4-BE49-F238E27FC236}">
                  <a16:creationId xmlns:a16="http://schemas.microsoft.com/office/drawing/2014/main" id="{6FEF023D-2381-429C-96DB-7D74D076927B}"/>
                </a:ext>
              </a:extLst>
            </p:cNvPr>
            <p:cNvSpPr/>
            <p:nvPr/>
          </p:nvSpPr>
          <p:spPr>
            <a:xfrm>
              <a:off x="4300096" y="6374937"/>
              <a:ext cx="3291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0" name="Hexagon 2729">
              <a:extLst>
                <a:ext uri="{FF2B5EF4-FFF2-40B4-BE49-F238E27FC236}">
                  <a16:creationId xmlns:a16="http://schemas.microsoft.com/office/drawing/2014/main" id="{34982291-DA64-4242-836D-46CB85297A88}"/>
                </a:ext>
              </a:extLst>
            </p:cNvPr>
            <p:cNvSpPr/>
            <p:nvPr/>
          </p:nvSpPr>
          <p:spPr>
            <a:xfrm>
              <a:off x="4300720" y="6928314"/>
              <a:ext cx="31021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1" name="Hexagon 2730">
              <a:extLst>
                <a:ext uri="{FF2B5EF4-FFF2-40B4-BE49-F238E27FC236}">
                  <a16:creationId xmlns:a16="http://schemas.microsoft.com/office/drawing/2014/main" id="{6D07B604-89E9-486E-9506-CD2B739EB196}"/>
                </a:ext>
              </a:extLst>
            </p:cNvPr>
            <p:cNvSpPr/>
            <p:nvPr/>
          </p:nvSpPr>
          <p:spPr>
            <a:xfrm>
              <a:off x="4303277" y="7114819"/>
              <a:ext cx="31684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2" name="Hexagon 2731">
              <a:extLst>
                <a:ext uri="{FF2B5EF4-FFF2-40B4-BE49-F238E27FC236}">
                  <a16:creationId xmlns:a16="http://schemas.microsoft.com/office/drawing/2014/main" id="{9D320C63-B30A-40CD-855B-4731F7C44D37}"/>
                </a:ext>
              </a:extLst>
            </p:cNvPr>
            <p:cNvSpPr/>
            <p:nvPr/>
          </p:nvSpPr>
          <p:spPr>
            <a:xfrm>
              <a:off x="4298111" y="730186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3" name="Hexagon 2732">
              <a:extLst>
                <a:ext uri="{FF2B5EF4-FFF2-40B4-BE49-F238E27FC236}">
                  <a16:creationId xmlns:a16="http://schemas.microsoft.com/office/drawing/2014/main" id="{A9852335-42DF-488A-A5ED-B6E737ACC983}"/>
                </a:ext>
              </a:extLst>
            </p:cNvPr>
            <p:cNvSpPr/>
            <p:nvPr/>
          </p:nvSpPr>
          <p:spPr>
            <a:xfrm>
              <a:off x="4552455" y="701922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4" name="Hexagon 2733">
              <a:extLst>
                <a:ext uri="{FF2B5EF4-FFF2-40B4-BE49-F238E27FC236}">
                  <a16:creationId xmlns:a16="http://schemas.microsoft.com/office/drawing/2014/main" id="{9825044B-9D6F-48EB-9C6E-FB0E2C1C21D9}"/>
                </a:ext>
              </a:extLst>
            </p:cNvPr>
            <p:cNvSpPr/>
            <p:nvPr/>
          </p:nvSpPr>
          <p:spPr>
            <a:xfrm>
              <a:off x="4544868" y="6837714"/>
              <a:ext cx="31051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5" name="Hexagon 2734">
              <a:extLst>
                <a:ext uri="{FF2B5EF4-FFF2-40B4-BE49-F238E27FC236}">
                  <a16:creationId xmlns:a16="http://schemas.microsoft.com/office/drawing/2014/main" id="{0A25B577-950C-466F-8B4C-5FBDC93A38EA}"/>
                </a:ext>
              </a:extLst>
            </p:cNvPr>
            <p:cNvSpPr/>
            <p:nvPr/>
          </p:nvSpPr>
          <p:spPr>
            <a:xfrm>
              <a:off x="4544868" y="66544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6" name="Hexagon 2735">
              <a:extLst>
                <a:ext uri="{FF2B5EF4-FFF2-40B4-BE49-F238E27FC236}">
                  <a16:creationId xmlns:a16="http://schemas.microsoft.com/office/drawing/2014/main" id="{FE2487EF-84C6-4DCD-B335-1594A8E69470}"/>
                </a:ext>
              </a:extLst>
            </p:cNvPr>
            <p:cNvSpPr/>
            <p:nvPr/>
          </p:nvSpPr>
          <p:spPr>
            <a:xfrm>
              <a:off x="4544868" y="720904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7" name="Hexagon 2736">
              <a:extLst>
                <a:ext uri="{FF2B5EF4-FFF2-40B4-BE49-F238E27FC236}">
                  <a16:creationId xmlns:a16="http://schemas.microsoft.com/office/drawing/2014/main" id="{ABA6B7C3-4E8D-4412-A31D-42455DC2F32B}"/>
                </a:ext>
              </a:extLst>
            </p:cNvPr>
            <p:cNvSpPr/>
            <p:nvPr/>
          </p:nvSpPr>
          <p:spPr>
            <a:xfrm>
              <a:off x="4783184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8" name="Hexagon 2737">
              <a:extLst>
                <a:ext uri="{FF2B5EF4-FFF2-40B4-BE49-F238E27FC236}">
                  <a16:creationId xmlns:a16="http://schemas.microsoft.com/office/drawing/2014/main" id="{200291B3-094C-442F-A95F-4008B2619D97}"/>
                </a:ext>
              </a:extLst>
            </p:cNvPr>
            <p:cNvSpPr/>
            <p:nvPr/>
          </p:nvSpPr>
          <p:spPr>
            <a:xfrm>
              <a:off x="4789237" y="69288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39" name="Hexagon 2738">
              <a:extLst>
                <a:ext uri="{FF2B5EF4-FFF2-40B4-BE49-F238E27FC236}">
                  <a16:creationId xmlns:a16="http://schemas.microsoft.com/office/drawing/2014/main" id="{602FB558-A967-45F7-947F-1C3A40BC1990}"/>
                </a:ext>
              </a:extLst>
            </p:cNvPr>
            <p:cNvSpPr/>
            <p:nvPr/>
          </p:nvSpPr>
          <p:spPr>
            <a:xfrm>
              <a:off x="5011625" y="72080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0" name="Hexagon 2739">
              <a:extLst>
                <a:ext uri="{FF2B5EF4-FFF2-40B4-BE49-F238E27FC236}">
                  <a16:creationId xmlns:a16="http://schemas.microsoft.com/office/drawing/2014/main" id="{D0B45DDD-1759-4DEB-BEF2-234C44E3DEED}"/>
                </a:ext>
              </a:extLst>
            </p:cNvPr>
            <p:cNvSpPr/>
            <p:nvPr/>
          </p:nvSpPr>
          <p:spPr>
            <a:xfrm>
              <a:off x="5238360" y="7483227"/>
              <a:ext cx="32412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1" name="Hexagon 2740">
              <a:extLst>
                <a:ext uri="{FF2B5EF4-FFF2-40B4-BE49-F238E27FC236}">
                  <a16:creationId xmlns:a16="http://schemas.microsoft.com/office/drawing/2014/main" id="{7C394337-7BEC-4AA1-82D5-5E2C0EA466D2}"/>
                </a:ext>
              </a:extLst>
            </p:cNvPr>
            <p:cNvSpPr/>
            <p:nvPr/>
          </p:nvSpPr>
          <p:spPr>
            <a:xfrm>
              <a:off x="5246587" y="729484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2" name="Hexagon 2741">
              <a:extLst>
                <a:ext uri="{FF2B5EF4-FFF2-40B4-BE49-F238E27FC236}">
                  <a16:creationId xmlns:a16="http://schemas.microsoft.com/office/drawing/2014/main" id="{5FF4516A-B51A-4787-A9E4-8BA428DF1A50}"/>
                </a:ext>
              </a:extLst>
            </p:cNvPr>
            <p:cNvSpPr/>
            <p:nvPr/>
          </p:nvSpPr>
          <p:spPr>
            <a:xfrm>
              <a:off x="5484138" y="75799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3" name="Hexagon 2742">
              <a:extLst>
                <a:ext uri="{FF2B5EF4-FFF2-40B4-BE49-F238E27FC236}">
                  <a16:creationId xmlns:a16="http://schemas.microsoft.com/office/drawing/2014/main" id="{3C573B10-446C-44F3-AC8F-1D659B16FF9C}"/>
                </a:ext>
              </a:extLst>
            </p:cNvPr>
            <p:cNvSpPr/>
            <p:nvPr/>
          </p:nvSpPr>
          <p:spPr>
            <a:xfrm>
              <a:off x="5484138" y="73978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4" name="Hexagon 2743">
              <a:extLst>
                <a:ext uri="{FF2B5EF4-FFF2-40B4-BE49-F238E27FC236}">
                  <a16:creationId xmlns:a16="http://schemas.microsoft.com/office/drawing/2014/main" id="{B984DA28-CC0E-40B5-8476-F0511E8D7827}"/>
                </a:ext>
              </a:extLst>
            </p:cNvPr>
            <p:cNvSpPr/>
            <p:nvPr/>
          </p:nvSpPr>
          <p:spPr>
            <a:xfrm>
              <a:off x="5956586" y="775686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5" name="Hexagon 2744">
              <a:extLst>
                <a:ext uri="{FF2B5EF4-FFF2-40B4-BE49-F238E27FC236}">
                  <a16:creationId xmlns:a16="http://schemas.microsoft.com/office/drawing/2014/main" id="{74CF5927-9D27-4BF2-BC95-9356AEBFF750}"/>
                </a:ext>
              </a:extLst>
            </p:cNvPr>
            <p:cNvSpPr/>
            <p:nvPr/>
          </p:nvSpPr>
          <p:spPr>
            <a:xfrm>
              <a:off x="5972589" y="8124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6" name="Hexagon 2745">
              <a:extLst>
                <a:ext uri="{FF2B5EF4-FFF2-40B4-BE49-F238E27FC236}">
                  <a16:creationId xmlns:a16="http://schemas.microsoft.com/office/drawing/2014/main" id="{2644367F-C186-4DD7-8750-BAFF43169BF1}"/>
                </a:ext>
              </a:extLst>
            </p:cNvPr>
            <p:cNvSpPr/>
            <p:nvPr/>
          </p:nvSpPr>
          <p:spPr>
            <a:xfrm>
              <a:off x="6203817" y="802537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7" name="Hexagon 2746">
              <a:extLst>
                <a:ext uri="{FF2B5EF4-FFF2-40B4-BE49-F238E27FC236}">
                  <a16:creationId xmlns:a16="http://schemas.microsoft.com/office/drawing/2014/main" id="{6788431A-09E3-4801-9B92-7C7D358056F5}"/>
                </a:ext>
              </a:extLst>
            </p:cNvPr>
            <p:cNvSpPr/>
            <p:nvPr/>
          </p:nvSpPr>
          <p:spPr>
            <a:xfrm>
              <a:off x="6190713" y="7846859"/>
              <a:ext cx="31485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8" name="Hexagon 2747">
              <a:extLst>
                <a:ext uri="{FF2B5EF4-FFF2-40B4-BE49-F238E27FC236}">
                  <a16:creationId xmlns:a16="http://schemas.microsoft.com/office/drawing/2014/main" id="{CC91D6B7-C1BF-4F63-9301-C2A767F5963D}"/>
                </a:ext>
              </a:extLst>
            </p:cNvPr>
            <p:cNvSpPr/>
            <p:nvPr/>
          </p:nvSpPr>
          <p:spPr>
            <a:xfrm>
              <a:off x="6441677" y="79404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49" name="Hexagon 2748">
              <a:extLst>
                <a:ext uri="{FF2B5EF4-FFF2-40B4-BE49-F238E27FC236}">
                  <a16:creationId xmlns:a16="http://schemas.microsoft.com/office/drawing/2014/main" id="{8DEFC152-A54D-4ECF-8D17-EC6ADE45EE48}"/>
                </a:ext>
              </a:extLst>
            </p:cNvPr>
            <p:cNvSpPr/>
            <p:nvPr/>
          </p:nvSpPr>
          <p:spPr>
            <a:xfrm>
              <a:off x="6438201" y="7749427"/>
              <a:ext cx="31347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0" name="Hexagon 2749">
              <a:extLst>
                <a:ext uri="{FF2B5EF4-FFF2-40B4-BE49-F238E27FC236}">
                  <a16:creationId xmlns:a16="http://schemas.microsoft.com/office/drawing/2014/main" id="{0ADE6AFA-FD8F-4121-B0D5-5C16F2B0A29C}"/>
                </a:ext>
              </a:extLst>
            </p:cNvPr>
            <p:cNvSpPr/>
            <p:nvPr/>
          </p:nvSpPr>
          <p:spPr>
            <a:xfrm>
              <a:off x="6436009" y="8126917"/>
              <a:ext cx="313469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1" name="Hexagon 2750">
              <a:extLst>
                <a:ext uri="{FF2B5EF4-FFF2-40B4-BE49-F238E27FC236}">
                  <a16:creationId xmlns:a16="http://schemas.microsoft.com/office/drawing/2014/main" id="{7BDEB9F4-117B-487A-83AE-C7DB4EAEA237}"/>
                </a:ext>
              </a:extLst>
            </p:cNvPr>
            <p:cNvSpPr/>
            <p:nvPr/>
          </p:nvSpPr>
          <p:spPr>
            <a:xfrm>
              <a:off x="7622069" y="80238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2" name="Hexagon 2751">
              <a:extLst>
                <a:ext uri="{FF2B5EF4-FFF2-40B4-BE49-F238E27FC236}">
                  <a16:creationId xmlns:a16="http://schemas.microsoft.com/office/drawing/2014/main" id="{A4812DDB-EA97-4325-A0EB-377EF2075242}"/>
                </a:ext>
              </a:extLst>
            </p:cNvPr>
            <p:cNvSpPr/>
            <p:nvPr/>
          </p:nvSpPr>
          <p:spPr>
            <a:xfrm>
              <a:off x="7622069" y="78370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3" name="Hexagon 2752">
              <a:extLst>
                <a:ext uri="{FF2B5EF4-FFF2-40B4-BE49-F238E27FC236}">
                  <a16:creationId xmlns:a16="http://schemas.microsoft.com/office/drawing/2014/main" id="{EEB65517-727B-4EAA-8D09-6270386D8556}"/>
                </a:ext>
              </a:extLst>
            </p:cNvPr>
            <p:cNvSpPr/>
            <p:nvPr/>
          </p:nvSpPr>
          <p:spPr>
            <a:xfrm>
              <a:off x="7619768" y="76512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4" name="Hexagon 2753">
              <a:extLst>
                <a:ext uri="{FF2B5EF4-FFF2-40B4-BE49-F238E27FC236}">
                  <a16:creationId xmlns:a16="http://schemas.microsoft.com/office/drawing/2014/main" id="{ECD25BD4-2F8B-48BA-BBD3-586139AD544B}"/>
                </a:ext>
              </a:extLst>
            </p:cNvPr>
            <p:cNvSpPr/>
            <p:nvPr/>
          </p:nvSpPr>
          <p:spPr>
            <a:xfrm>
              <a:off x="7619768" y="74654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5" name="Hexagon 2754">
              <a:extLst>
                <a:ext uri="{FF2B5EF4-FFF2-40B4-BE49-F238E27FC236}">
                  <a16:creationId xmlns:a16="http://schemas.microsoft.com/office/drawing/2014/main" id="{E56C5A00-6C17-402C-80FC-6B287A866F68}"/>
                </a:ext>
              </a:extLst>
            </p:cNvPr>
            <p:cNvSpPr/>
            <p:nvPr/>
          </p:nvSpPr>
          <p:spPr>
            <a:xfrm>
              <a:off x="7851821" y="793583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6" name="Hexagon 2755">
              <a:extLst>
                <a:ext uri="{FF2B5EF4-FFF2-40B4-BE49-F238E27FC236}">
                  <a16:creationId xmlns:a16="http://schemas.microsoft.com/office/drawing/2014/main" id="{3E370E38-7C53-4010-9183-B25617C1AC7E}"/>
                </a:ext>
              </a:extLst>
            </p:cNvPr>
            <p:cNvSpPr/>
            <p:nvPr/>
          </p:nvSpPr>
          <p:spPr>
            <a:xfrm>
              <a:off x="7847139" y="77476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7" name="Hexagon 2756">
              <a:extLst>
                <a:ext uri="{FF2B5EF4-FFF2-40B4-BE49-F238E27FC236}">
                  <a16:creationId xmlns:a16="http://schemas.microsoft.com/office/drawing/2014/main" id="{923CA153-16E8-4DA2-BC11-0129FE37962D}"/>
                </a:ext>
              </a:extLst>
            </p:cNvPr>
            <p:cNvSpPr/>
            <p:nvPr/>
          </p:nvSpPr>
          <p:spPr>
            <a:xfrm>
              <a:off x="7847139" y="75618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8" name="Hexagon 2757">
              <a:extLst>
                <a:ext uri="{FF2B5EF4-FFF2-40B4-BE49-F238E27FC236}">
                  <a16:creationId xmlns:a16="http://schemas.microsoft.com/office/drawing/2014/main" id="{02BB2F05-F028-45C2-82B5-0C045D618B66}"/>
                </a:ext>
              </a:extLst>
            </p:cNvPr>
            <p:cNvSpPr/>
            <p:nvPr/>
          </p:nvSpPr>
          <p:spPr>
            <a:xfrm>
              <a:off x="8084690" y="76521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59" name="Hexagon 2758">
              <a:extLst>
                <a:ext uri="{FF2B5EF4-FFF2-40B4-BE49-F238E27FC236}">
                  <a16:creationId xmlns:a16="http://schemas.microsoft.com/office/drawing/2014/main" id="{9DD38ABA-6368-410E-BD55-D0EB41C215F5}"/>
                </a:ext>
              </a:extLst>
            </p:cNvPr>
            <p:cNvSpPr/>
            <p:nvPr/>
          </p:nvSpPr>
          <p:spPr>
            <a:xfrm>
              <a:off x="8084690" y="74663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0" name="Hexagon 2759">
              <a:extLst>
                <a:ext uri="{FF2B5EF4-FFF2-40B4-BE49-F238E27FC236}">
                  <a16:creationId xmlns:a16="http://schemas.microsoft.com/office/drawing/2014/main" id="{4A713849-B104-4C62-9693-FCD8AE25E19C}"/>
                </a:ext>
              </a:extLst>
            </p:cNvPr>
            <p:cNvSpPr/>
            <p:nvPr/>
          </p:nvSpPr>
          <p:spPr>
            <a:xfrm>
              <a:off x="8086002" y="82123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1" name="Hexagon 2760">
              <a:extLst>
                <a:ext uri="{FF2B5EF4-FFF2-40B4-BE49-F238E27FC236}">
                  <a16:creationId xmlns:a16="http://schemas.microsoft.com/office/drawing/2014/main" id="{DE029A44-2347-4664-8266-4C594515A265}"/>
                </a:ext>
              </a:extLst>
            </p:cNvPr>
            <p:cNvSpPr/>
            <p:nvPr/>
          </p:nvSpPr>
          <p:spPr>
            <a:xfrm>
              <a:off x="8086002" y="803134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2" name="Hexagon 2761">
              <a:extLst>
                <a:ext uri="{FF2B5EF4-FFF2-40B4-BE49-F238E27FC236}">
                  <a16:creationId xmlns:a16="http://schemas.microsoft.com/office/drawing/2014/main" id="{53CFC92D-BB1A-442A-B3C2-8F34D9303B07}"/>
                </a:ext>
              </a:extLst>
            </p:cNvPr>
            <p:cNvSpPr/>
            <p:nvPr/>
          </p:nvSpPr>
          <p:spPr>
            <a:xfrm>
              <a:off x="8089833" y="87606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3" name="Hexagon 2762">
              <a:extLst>
                <a:ext uri="{FF2B5EF4-FFF2-40B4-BE49-F238E27FC236}">
                  <a16:creationId xmlns:a16="http://schemas.microsoft.com/office/drawing/2014/main" id="{DA56A98D-5D6E-4AB5-9B39-C81E0DBDA8A4}"/>
                </a:ext>
              </a:extLst>
            </p:cNvPr>
            <p:cNvSpPr/>
            <p:nvPr/>
          </p:nvSpPr>
          <p:spPr>
            <a:xfrm>
              <a:off x="8089833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4" name="Hexagon 2763">
              <a:extLst>
                <a:ext uri="{FF2B5EF4-FFF2-40B4-BE49-F238E27FC236}">
                  <a16:creationId xmlns:a16="http://schemas.microsoft.com/office/drawing/2014/main" id="{85882E1C-F9A8-4D7A-BC95-517F1880D4B3}"/>
                </a:ext>
              </a:extLst>
            </p:cNvPr>
            <p:cNvSpPr/>
            <p:nvPr/>
          </p:nvSpPr>
          <p:spPr>
            <a:xfrm>
              <a:off x="8087532" y="83927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5" name="Hexagon 2764">
              <a:extLst>
                <a:ext uri="{FF2B5EF4-FFF2-40B4-BE49-F238E27FC236}">
                  <a16:creationId xmlns:a16="http://schemas.microsoft.com/office/drawing/2014/main" id="{CA0E6B92-3E78-411A-A493-89023D444356}"/>
                </a:ext>
              </a:extLst>
            </p:cNvPr>
            <p:cNvSpPr/>
            <p:nvPr/>
          </p:nvSpPr>
          <p:spPr>
            <a:xfrm>
              <a:off x="7859471" y="88548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6" name="Hexagon 2765">
              <a:extLst>
                <a:ext uri="{FF2B5EF4-FFF2-40B4-BE49-F238E27FC236}">
                  <a16:creationId xmlns:a16="http://schemas.microsoft.com/office/drawing/2014/main" id="{203D3B07-76B0-4071-B20F-E6037255B46B}"/>
                </a:ext>
              </a:extLst>
            </p:cNvPr>
            <p:cNvSpPr/>
            <p:nvPr/>
          </p:nvSpPr>
          <p:spPr>
            <a:xfrm>
              <a:off x="7859471" y="867040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7" name="Hexagon 2766">
              <a:extLst>
                <a:ext uri="{FF2B5EF4-FFF2-40B4-BE49-F238E27FC236}">
                  <a16:creationId xmlns:a16="http://schemas.microsoft.com/office/drawing/2014/main" id="{4EC597A1-7395-48BA-8C97-E95679135C6F}"/>
                </a:ext>
              </a:extLst>
            </p:cNvPr>
            <p:cNvSpPr/>
            <p:nvPr/>
          </p:nvSpPr>
          <p:spPr>
            <a:xfrm>
              <a:off x="8103479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8" name="Hexagon 2767">
              <a:extLst>
                <a:ext uri="{FF2B5EF4-FFF2-40B4-BE49-F238E27FC236}">
                  <a16:creationId xmlns:a16="http://schemas.microsoft.com/office/drawing/2014/main" id="{5224473D-463F-41A0-BA65-3FE809FC5BB8}"/>
                </a:ext>
              </a:extLst>
            </p:cNvPr>
            <p:cNvSpPr/>
            <p:nvPr/>
          </p:nvSpPr>
          <p:spPr>
            <a:xfrm>
              <a:off x="8093955" y="91322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69" name="Hexagon 2768">
              <a:extLst>
                <a:ext uri="{FF2B5EF4-FFF2-40B4-BE49-F238E27FC236}">
                  <a16:creationId xmlns:a16="http://schemas.microsoft.com/office/drawing/2014/main" id="{2EDFC867-6272-4B69-8266-2FAB93DD57AF}"/>
                </a:ext>
              </a:extLst>
            </p:cNvPr>
            <p:cNvSpPr/>
            <p:nvPr/>
          </p:nvSpPr>
          <p:spPr>
            <a:xfrm>
              <a:off x="8330243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0" name="Hexagon 2769">
              <a:extLst>
                <a:ext uri="{FF2B5EF4-FFF2-40B4-BE49-F238E27FC236}">
                  <a16:creationId xmlns:a16="http://schemas.microsoft.com/office/drawing/2014/main" id="{506E2CD3-4751-4437-8B25-26B4D2C1EA45}"/>
                </a:ext>
              </a:extLst>
            </p:cNvPr>
            <p:cNvSpPr/>
            <p:nvPr/>
          </p:nvSpPr>
          <p:spPr>
            <a:xfrm>
              <a:off x="8320719" y="90416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1" name="Hexagon 2770">
              <a:extLst>
                <a:ext uri="{FF2B5EF4-FFF2-40B4-BE49-F238E27FC236}">
                  <a16:creationId xmlns:a16="http://schemas.microsoft.com/office/drawing/2014/main" id="{D48D9260-08AF-4423-B4F7-9F3E0945061D}"/>
                </a:ext>
              </a:extLst>
            </p:cNvPr>
            <p:cNvSpPr/>
            <p:nvPr/>
          </p:nvSpPr>
          <p:spPr>
            <a:xfrm>
              <a:off x="8563143" y="89516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2" name="Hexagon 2771">
              <a:extLst>
                <a:ext uri="{FF2B5EF4-FFF2-40B4-BE49-F238E27FC236}">
                  <a16:creationId xmlns:a16="http://schemas.microsoft.com/office/drawing/2014/main" id="{BBB0DE0E-BCC5-4F57-BA78-C9AE9157EC78}"/>
                </a:ext>
              </a:extLst>
            </p:cNvPr>
            <p:cNvSpPr/>
            <p:nvPr/>
          </p:nvSpPr>
          <p:spPr>
            <a:xfrm>
              <a:off x="8559831" y="9507021"/>
              <a:ext cx="32643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3" name="Hexagon 2772">
              <a:extLst>
                <a:ext uri="{FF2B5EF4-FFF2-40B4-BE49-F238E27FC236}">
                  <a16:creationId xmlns:a16="http://schemas.microsoft.com/office/drawing/2014/main" id="{917C60CA-EB18-48A0-A5D3-A7EC242A0A4E}"/>
                </a:ext>
              </a:extLst>
            </p:cNvPr>
            <p:cNvSpPr/>
            <p:nvPr/>
          </p:nvSpPr>
          <p:spPr>
            <a:xfrm>
              <a:off x="8559830" y="9322531"/>
              <a:ext cx="32643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4" name="Hexagon 2773">
              <a:extLst>
                <a:ext uri="{FF2B5EF4-FFF2-40B4-BE49-F238E27FC236}">
                  <a16:creationId xmlns:a16="http://schemas.microsoft.com/office/drawing/2014/main" id="{C651A880-ACBE-4A58-9BE3-53F49C30A69A}"/>
                </a:ext>
              </a:extLst>
            </p:cNvPr>
            <p:cNvSpPr/>
            <p:nvPr/>
          </p:nvSpPr>
          <p:spPr>
            <a:xfrm>
              <a:off x="8552768" y="9134350"/>
              <a:ext cx="31683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5" name="Hexagon 2774">
              <a:extLst>
                <a:ext uri="{FF2B5EF4-FFF2-40B4-BE49-F238E27FC236}">
                  <a16:creationId xmlns:a16="http://schemas.microsoft.com/office/drawing/2014/main" id="{2AB3F306-D34C-41F1-976C-502D24D9BA1D}"/>
                </a:ext>
              </a:extLst>
            </p:cNvPr>
            <p:cNvSpPr/>
            <p:nvPr/>
          </p:nvSpPr>
          <p:spPr>
            <a:xfrm>
              <a:off x="8789110" y="9045042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6" name="Hexagon 2775">
              <a:extLst>
                <a:ext uri="{FF2B5EF4-FFF2-40B4-BE49-F238E27FC236}">
                  <a16:creationId xmlns:a16="http://schemas.microsoft.com/office/drawing/2014/main" id="{10F77C3F-3877-4CBB-8094-14688159C44F}"/>
                </a:ext>
              </a:extLst>
            </p:cNvPr>
            <p:cNvSpPr/>
            <p:nvPr/>
          </p:nvSpPr>
          <p:spPr>
            <a:xfrm>
              <a:off x="8318378" y="811681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7" name="Hexagon 2776">
              <a:extLst>
                <a:ext uri="{FF2B5EF4-FFF2-40B4-BE49-F238E27FC236}">
                  <a16:creationId xmlns:a16="http://schemas.microsoft.com/office/drawing/2014/main" id="{B166B91A-5E8D-4C15-8C41-DED5E32C7B6B}"/>
                </a:ext>
              </a:extLst>
            </p:cNvPr>
            <p:cNvSpPr/>
            <p:nvPr/>
          </p:nvSpPr>
          <p:spPr>
            <a:xfrm>
              <a:off x="8318378" y="793577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8" name="Hexagon 2777">
              <a:extLst>
                <a:ext uri="{FF2B5EF4-FFF2-40B4-BE49-F238E27FC236}">
                  <a16:creationId xmlns:a16="http://schemas.microsoft.com/office/drawing/2014/main" id="{F4C74F40-654A-4600-9B02-FC4450B59661}"/>
                </a:ext>
              </a:extLst>
            </p:cNvPr>
            <p:cNvSpPr/>
            <p:nvPr/>
          </p:nvSpPr>
          <p:spPr>
            <a:xfrm>
              <a:off x="8322209" y="8665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79" name="Hexagon 2778">
              <a:extLst>
                <a:ext uri="{FF2B5EF4-FFF2-40B4-BE49-F238E27FC236}">
                  <a16:creationId xmlns:a16="http://schemas.microsoft.com/office/drawing/2014/main" id="{66A824B6-3A69-46D7-91BC-2F73AAE8B0C5}"/>
                </a:ext>
              </a:extLst>
            </p:cNvPr>
            <p:cNvSpPr/>
            <p:nvPr/>
          </p:nvSpPr>
          <p:spPr>
            <a:xfrm>
              <a:off x="8322209" y="84805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0" name="Hexagon 2779">
              <a:extLst>
                <a:ext uri="{FF2B5EF4-FFF2-40B4-BE49-F238E27FC236}">
                  <a16:creationId xmlns:a16="http://schemas.microsoft.com/office/drawing/2014/main" id="{F3F9DC9B-A8DC-47D6-AC0C-418CBEDB029D}"/>
                </a:ext>
              </a:extLst>
            </p:cNvPr>
            <p:cNvSpPr/>
            <p:nvPr/>
          </p:nvSpPr>
          <p:spPr>
            <a:xfrm>
              <a:off x="8319908" y="82971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1" name="Hexagon 2780">
              <a:extLst>
                <a:ext uri="{FF2B5EF4-FFF2-40B4-BE49-F238E27FC236}">
                  <a16:creationId xmlns:a16="http://schemas.microsoft.com/office/drawing/2014/main" id="{E8D5E8A2-FD2B-4F9B-85DE-07D0117712D1}"/>
                </a:ext>
              </a:extLst>
            </p:cNvPr>
            <p:cNvSpPr/>
            <p:nvPr/>
          </p:nvSpPr>
          <p:spPr>
            <a:xfrm>
              <a:off x="8318895" y="75596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2" name="Hexagon 2781">
              <a:extLst>
                <a:ext uri="{FF2B5EF4-FFF2-40B4-BE49-F238E27FC236}">
                  <a16:creationId xmlns:a16="http://schemas.microsoft.com/office/drawing/2014/main" id="{F8386532-7647-4873-9233-A346384512A4}"/>
                </a:ext>
              </a:extLst>
            </p:cNvPr>
            <p:cNvSpPr/>
            <p:nvPr/>
          </p:nvSpPr>
          <p:spPr>
            <a:xfrm>
              <a:off x="8318895" y="737382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3" name="Hexagon 2782">
              <a:extLst>
                <a:ext uri="{FF2B5EF4-FFF2-40B4-BE49-F238E27FC236}">
                  <a16:creationId xmlns:a16="http://schemas.microsoft.com/office/drawing/2014/main" id="{1FF647BE-14AF-472D-B9EB-2EFC30625450}"/>
                </a:ext>
              </a:extLst>
            </p:cNvPr>
            <p:cNvSpPr/>
            <p:nvPr/>
          </p:nvSpPr>
          <p:spPr>
            <a:xfrm>
              <a:off x="8320425" y="774472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4" name="Hexagon 2783">
              <a:extLst>
                <a:ext uri="{FF2B5EF4-FFF2-40B4-BE49-F238E27FC236}">
                  <a16:creationId xmlns:a16="http://schemas.microsoft.com/office/drawing/2014/main" id="{05929708-9778-430E-8BB8-B6B70E04FE65}"/>
                </a:ext>
              </a:extLst>
            </p:cNvPr>
            <p:cNvSpPr/>
            <p:nvPr/>
          </p:nvSpPr>
          <p:spPr>
            <a:xfrm>
              <a:off x="8556000" y="87604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5" name="Hexagon 2784">
              <a:extLst>
                <a:ext uri="{FF2B5EF4-FFF2-40B4-BE49-F238E27FC236}">
                  <a16:creationId xmlns:a16="http://schemas.microsoft.com/office/drawing/2014/main" id="{40674D0A-52DD-45F1-939E-B8CD5F498668}"/>
                </a:ext>
              </a:extLst>
            </p:cNvPr>
            <p:cNvSpPr/>
            <p:nvPr/>
          </p:nvSpPr>
          <p:spPr>
            <a:xfrm>
              <a:off x="8553699" y="802789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6" name="Hexagon 2785">
              <a:extLst>
                <a:ext uri="{FF2B5EF4-FFF2-40B4-BE49-F238E27FC236}">
                  <a16:creationId xmlns:a16="http://schemas.microsoft.com/office/drawing/2014/main" id="{56833FB7-7370-40C1-B87F-ACF486E1782A}"/>
                </a:ext>
              </a:extLst>
            </p:cNvPr>
            <p:cNvSpPr/>
            <p:nvPr/>
          </p:nvSpPr>
          <p:spPr>
            <a:xfrm>
              <a:off x="8553699" y="784685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7" name="Hexagon 2786">
              <a:extLst>
                <a:ext uri="{FF2B5EF4-FFF2-40B4-BE49-F238E27FC236}">
                  <a16:creationId xmlns:a16="http://schemas.microsoft.com/office/drawing/2014/main" id="{A34F0A11-8436-40BB-AE98-E5FB40718137}"/>
                </a:ext>
              </a:extLst>
            </p:cNvPr>
            <p:cNvSpPr/>
            <p:nvPr/>
          </p:nvSpPr>
          <p:spPr>
            <a:xfrm>
              <a:off x="8557530" y="857614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8" name="Hexagon 2787">
              <a:extLst>
                <a:ext uri="{FF2B5EF4-FFF2-40B4-BE49-F238E27FC236}">
                  <a16:creationId xmlns:a16="http://schemas.microsoft.com/office/drawing/2014/main" id="{64DD89BB-1AD2-4AE3-B4B8-1625ED3D0028}"/>
                </a:ext>
              </a:extLst>
            </p:cNvPr>
            <p:cNvSpPr/>
            <p:nvPr/>
          </p:nvSpPr>
          <p:spPr>
            <a:xfrm>
              <a:off x="8557530" y="839165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89" name="Hexagon 2788">
              <a:extLst>
                <a:ext uri="{FF2B5EF4-FFF2-40B4-BE49-F238E27FC236}">
                  <a16:creationId xmlns:a16="http://schemas.microsoft.com/office/drawing/2014/main" id="{EBA97AFD-61AA-4C94-91E9-501344DBFEF9}"/>
                </a:ext>
              </a:extLst>
            </p:cNvPr>
            <p:cNvSpPr/>
            <p:nvPr/>
          </p:nvSpPr>
          <p:spPr>
            <a:xfrm>
              <a:off x="8555229" y="82129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0" name="Hexagon 2789">
              <a:extLst>
                <a:ext uri="{FF2B5EF4-FFF2-40B4-BE49-F238E27FC236}">
                  <a16:creationId xmlns:a16="http://schemas.microsoft.com/office/drawing/2014/main" id="{EBE8F4C6-C204-4A95-ABBA-EFED98BDD903}"/>
                </a:ext>
              </a:extLst>
            </p:cNvPr>
            <p:cNvSpPr/>
            <p:nvPr/>
          </p:nvSpPr>
          <p:spPr>
            <a:xfrm>
              <a:off x="8555746" y="7658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1" name="Hexagon 2790">
              <a:extLst>
                <a:ext uri="{FF2B5EF4-FFF2-40B4-BE49-F238E27FC236}">
                  <a16:creationId xmlns:a16="http://schemas.microsoft.com/office/drawing/2014/main" id="{E074A5A8-7CF7-43CA-83F8-1EDB0FB1E6C0}"/>
                </a:ext>
              </a:extLst>
            </p:cNvPr>
            <p:cNvSpPr/>
            <p:nvPr/>
          </p:nvSpPr>
          <p:spPr>
            <a:xfrm>
              <a:off x="8551406" y="72765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2" name="Hexagon 2791">
              <a:extLst>
                <a:ext uri="{FF2B5EF4-FFF2-40B4-BE49-F238E27FC236}">
                  <a16:creationId xmlns:a16="http://schemas.microsoft.com/office/drawing/2014/main" id="{BB1E534C-4B8E-4B3E-9605-BAAEAD6D9A57}"/>
                </a:ext>
              </a:extLst>
            </p:cNvPr>
            <p:cNvSpPr/>
            <p:nvPr/>
          </p:nvSpPr>
          <p:spPr>
            <a:xfrm>
              <a:off x="8558549" y="70907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3" name="Hexagon 2792">
              <a:extLst>
                <a:ext uri="{FF2B5EF4-FFF2-40B4-BE49-F238E27FC236}">
                  <a16:creationId xmlns:a16="http://schemas.microsoft.com/office/drawing/2014/main" id="{BA7C2282-5CDE-4A3C-A5C6-F01D909BCD90}"/>
                </a:ext>
              </a:extLst>
            </p:cNvPr>
            <p:cNvSpPr/>
            <p:nvPr/>
          </p:nvSpPr>
          <p:spPr>
            <a:xfrm>
              <a:off x="8788779" y="812337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4" name="Hexagon 2793">
              <a:extLst>
                <a:ext uri="{FF2B5EF4-FFF2-40B4-BE49-F238E27FC236}">
                  <a16:creationId xmlns:a16="http://schemas.microsoft.com/office/drawing/2014/main" id="{200F59C1-780C-4552-A957-5C627029BC3B}"/>
                </a:ext>
              </a:extLst>
            </p:cNvPr>
            <p:cNvSpPr/>
            <p:nvPr/>
          </p:nvSpPr>
          <p:spPr>
            <a:xfrm>
              <a:off x="8788779" y="79399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5" name="Hexagon 2794">
              <a:extLst>
                <a:ext uri="{FF2B5EF4-FFF2-40B4-BE49-F238E27FC236}">
                  <a16:creationId xmlns:a16="http://schemas.microsoft.com/office/drawing/2014/main" id="{61967394-C1FC-41B0-9874-6DC528E89BE3}"/>
                </a:ext>
              </a:extLst>
            </p:cNvPr>
            <p:cNvSpPr/>
            <p:nvPr/>
          </p:nvSpPr>
          <p:spPr>
            <a:xfrm>
              <a:off x="8794991" y="866924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6" name="Hexagon 2795">
              <a:extLst>
                <a:ext uri="{FF2B5EF4-FFF2-40B4-BE49-F238E27FC236}">
                  <a16:creationId xmlns:a16="http://schemas.microsoft.com/office/drawing/2014/main" id="{539EB541-69C5-4AFE-AFD6-2D3043699824}"/>
                </a:ext>
              </a:extLst>
            </p:cNvPr>
            <p:cNvSpPr/>
            <p:nvPr/>
          </p:nvSpPr>
          <p:spPr>
            <a:xfrm>
              <a:off x="8794991" y="848475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7" name="Hexagon 2796">
              <a:extLst>
                <a:ext uri="{FF2B5EF4-FFF2-40B4-BE49-F238E27FC236}">
                  <a16:creationId xmlns:a16="http://schemas.microsoft.com/office/drawing/2014/main" id="{727B01C4-804D-4418-AF46-406FC93B39D6}"/>
                </a:ext>
              </a:extLst>
            </p:cNvPr>
            <p:cNvSpPr/>
            <p:nvPr/>
          </p:nvSpPr>
          <p:spPr>
            <a:xfrm>
              <a:off x="8797452" y="8306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8" name="Hexagon 2797">
              <a:extLst>
                <a:ext uri="{FF2B5EF4-FFF2-40B4-BE49-F238E27FC236}">
                  <a16:creationId xmlns:a16="http://schemas.microsoft.com/office/drawing/2014/main" id="{58F0DE51-EB79-4DDE-8A22-6285B7269B41}"/>
                </a:ext>
              </a:extLst>
            </p:cNvPr>
            <p:cNvSpPr/>
            <p:nvPr/>
          </p:nvSpPr>
          <p:spPr>
            <a:xfrm>
              <a:off x="8790826" y="77489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799" name="Hexagon 2798">
              <a:extLst>
                <a:ext uri="{FF2B5EF4-FFF2-40B4-BE49-F238E27FC236}">
                  <a16:creationId xmlns:a16="http://schemas.microsoft.com/office/drawing/2014/main" id="{9A3403C2-8B94-4E82-8AEA-9A0BD17DE57D}"/>
                </a:ext>
              </a:extLst>
            </p:cNvPr>
            <p:cNvSpPr/>
            <p:nvPr/>
          </p:nvSpPr>
          <p:spPr>
            <a:xfrm>
              <a:off x="8787001" y="73690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0" name="Hexagon 2799">
              <a:extLst>
                <a:ext uri="{FF2B5EF4-FFF2-40B4-BE49-F238E27FC236}">
                  <a16:creationId xmlns:a16="http://schemas.microsoft.com/office/drawing/2014/main" id="{B3473678-ED55-4300-94AF-0D82E4B5F15D}"/>
                </a:ext>
              </a:extLst>
            </p:cNvPr>
            <p:cNvSpPr/>
            <p:nvPr/>
          </p:nvSpPr>
          <p:spPr>
            <a:xfrm>
              <a:off x="8784620" y="718328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1" name="Hexagon 2800">
              <a:extLst>
                <a:ext uri="{FF2B5EF4-FFF2-40B4-BE49-F238E27FC236}">
                  <a16:creationId xmlns:a16="http://schemas.microsoft.com/office/drawing/2014/main" id="{29BC133D-079B-4A03-B624-235295340615}"/>
                </a:ext>
              </a:extLst>
            </p:cNvPr>
            <p:cNvSpPr/>
            <p:nvPr/>
          </p:nvSpPr>
          <p:spPr>
            <a:xfrm>
              <a:off x="8796191" y="70041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2" name="Hexagon 2801">
              <a:extLst>
                <a:ext uri="{FF2B5EF4-FFF2-40B4-BE49-F238E27FC236}">
                  <a16:creationId xmlns:a16="http://schemas.microsoft.com/office/drawing/2014/main" id="{F379BA1D-17ED-42CE-A296-D2EEF44DD506}"/>
                </a:ext>
              </a:extLst>
            </p:cNvPr>
            <p:cNvSpPr/>
            <p:nvPr/>
          </p:nvSpPr>
          <p:spPr>
            <a:xfrm>
              <a:off x="9036490" y="87673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3" name="Hexagon 2802">
              <a:extLst>
                <a:ext uri="{FF2B5EF4-FFF2-40B4-BE49-F238E27FC236}">
                  <a16:creationId xmlns:a16="http://schemas.microsoft.com/office/drawing/2014/main" id="{A5ED7C26-837D-408B-B74D-2C8009CBEB8D}"/>
                </a:ext>
              </a:extLst>
            </p:cNvPr>
            <p:cNvSpPr/>
            <p:nvPr/>
          </p:nvSpPr>
          <p:spPr>
            <a:xfrm>
              <a:off x="9031728" y="857813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4" name="Hexagon 2803">
              <a:extLst>
                <a:ext uri="{FF2B5EF4-FFF2-40B4-BE49-F238E27FC236}">
                  <a16:creationId xmlns:a16="http://schemas.microsoft.com/office/drawing/2014/main" id="{6B769E8D-A580-41F6-9D11-20E08A325BFB}"/>
                </a:ext>
              </a:extLst>
            </p:cNvPr>
            <p:cNvSpPr/>
            <p:nvPr/>
          </p:nvSpPr>
          <p:spPr>
            <a:xfrm>
              <a:off x="9036570" y="839709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5" name="Hexagon 2804">
              <a:extLst>
                <a:ext uri="{FF2B5EF4-FFF2-40B4-BE49-F238E27FC236}">
                  <a16:creationId xmlns:a16="http://schemas.microsoft.com/office/drawing/2014/main" id="{99BE4162-1780-4FB2-8229-7F28FAAC089F}"/>
                </a:ext>
              </a:extLst>
            </p:cNvPr>
            <p:cNvSpPr/>
            <p:nvPr/>
          </p:nvSpPr>
          <p:spPr>
            <a:xfrm>
              <a:off x="9022923" y="746819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6" name="Hexagon 2805">
              <a:extLst>
                <a:ext uri="{FF2B5EF4-FFF2-40B4-BE49-F238E27FC236}">
                  <a16:creationId xmlns:a16="http://schemas.microsoft.com/office/drawing/2014/main" id="{897ABBA8-F05E-4150-8EC0-91B0186001E5}"/>
                </a:ext>
              </a:extLst>
            </p:cNvPr>
            <p:cNvSpPr/>
            <p:nvPr/>
          </p:nvSpPr>
          <p:spPr>
            <a:xfrm>
              <a:off x="9027685" y="72800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7" name="Hexagon 2806">
              <a:extLst>
                <a:ext uri="{FF2B5EF4-FFF2-40B4-BE49-F238E27FC236}">
                  <a16:creationId xmlns:a16="http://schemas.microsoft.com/office/drawing/2014/main" id="{5B7A57D5-A46A-4650-B207-8EF810A88FF4}"/>
                </a:ext>
              </a:extLst>
            </p:cNvPr>
            <p:cNvSpPr/>
            <p:nvPr/>
          </p:nvSpPr>
          <p:spPr>
            <a:xfrm>
              <a:off x="9026754" y="80235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8" name="Hexagon 2807">
              <a:extLst>
                <a:ext uri="{FF2B5EF4-FFF2-40B4-BE49-F238E27FC236}">
                  <a16:creationId xmlns:a16="http://schemas.microsoft.com/office/drawing/2014/main" id="{0BBC2654-6D54-4DF9-B863-7D24C9C3F252}"/>
                </a:ext>
              </a:extLst>
            </p:cNvPr>
            <p:cNvSpPr/>
            <p:nvPr/>
          </p:nvSpPr>
          <p:spPr>
            <a:xfrm>
              <a:off x="9026754" y="783909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09" name="Hexagon 2808">
              <a:extLst>
                <a:ext uri="{FF2B5EF4-FFF2-40B4-BE49-F238E27FC236}">
                  <a16:creationId xmlns:a16="http://schemas.microsoft.com/office/drawing/2014/main" id="{E3BC29C0-64B5-4EA4-98FB-E11BA2E82908}"/>
                </a:ext>
              </a:extLst>
            </p:cNvPr>
            <p:cNvSpPr/>
            <p:nvPr/>
          </p:nvSpPr>
          <p:spPr>
            <a:xfrm>
              <a:off x="9024453" y="765567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0" name="Hexagon 2809">
              <a:extLst>
                <a:ext uri="{FF2B5EF4-FFF2-40B4-BE49-F238E27FC236}">
                  <a16:creationId xmlns:a16="http://schemas.microsoft.com/office/drawing/2014/main" id="{EB2D2E22-08CF-4A4E-BE89-C2E12385B0BE}"/>
                </a:ext>
              </a:extLst>
            </p:cNvPr>
            <p:cNvSpPr/>
            <p:nvPr/>
          </p:nvSpPr>
          <p:spPr>
            <a:xfrm>
              <a:off x="9032113" y="709610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1" name="Hexagon 2810">
              <a:extLst>
                <a:ext uri="{FF2B5EF4-FFF2-40B4-BE49-F238E27FC236}">
                  <a16:creationId xmlns:a16="http://schemas.microsoft.com/office/drawing/2014/main" id="{C796C95A-0045-4697-9B68-3DE6D2EFD714}"/>
                </a:ext>
              </a:extLst>
            </p:cNvPr>
            <p:cNvSpPr/>
            <p:nvPr/>
          </p:nvSpPr>
          <p:spPr>
            <a:xfrm>
              <a:off x="9273164" y="86726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2" name="Hexagon 2811">
              <a:extLst>
                <a:ext uri="{FF2B5EF4-FFF2-40B4-BE49-F238E27FC236}">
                  <a16:creationId xmlns:a16="http://schemas.microsoft.com/office/drawing/2014/main" id="{B2BE8097-A2D0-418D-A3B2-7DE6C884EFB4}"/>
                </a:ext>
              </a:extLst>
            </p:cNvPr>
            <p:cNvSpPr/>
            <p:nvPr/>
          </p:nvSpPr>
          <p:spPr>
            <a:xfrm>
              <a:off x="9278007" y="84892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3" name="Hexagon 2812">
              <a:extLst>
                <a:ext uri="{FF2B5EF4-FFF2-40B4-BE49-F238E27FC236}">
                  <a16:creationId xmlns:a16="http://schemas.microsoft.com/office/drawing/2014/main" id="{4073B918-3C89-4A8B-AD95-317E9348A118}"/>
                </a:ext>
              </a:extLst>
            </p:cNvPr>
            <p:cNvSpPr/>
            <p:nvPr/>
          </p:nvSpPr>
          <p:spPr>
            <a:xfrm>
              <a:off x="9264584" y="75590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4" name="Hexagon 2813">
              <a:extLst>
                <a:ext uri="{FF2B5EF4-FFF2-40B4-BE49-F238E27FC236}">
                  <a16:creationId xmlns:a16="http://schemas.microsoft.com/office/drawing/2014/main" id="{D06D110A-4A12-4ABA-AC0F-D85792B351C8}"/>
                </a:ext>
              </a:extLst>
            </p:cNvPr>
            <p:cNvSpPr/>
            <p:nvPr/>
          </p:nvSpPr>
          <p:spPr>
            <a:xfrm>
              <a:off x="9262203" y="73732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5" name="Hexagon 2814">
              <a:extLst>
                <a:ext uri="{FF2B5EF4-FFF2-40B4-BE49-F238E27FC236}">
                  <a16:creationId xmlns:a16="http://schemas.microsoft.com/office/drawing/2014/main" id="{7D8DF343-B156-4C82-9C0A-99D78C0DC625}"/>
                </a:ext>
              </a:extLst>
            </p:cNvPr>
            <p:cNvSpPr/>
            <p:nvPr/>
          </p:nvSpPr>
          <p:spPr>
            <a:xfrm>
              <a:off x="9263653" y="8109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6" name="Hexagon 2815">
              <a:extLst>
                <a:ext uri="{FF2B5EF4-FFF2-40B4-BE49-F238E27FC236}">
                  <a16:creationId xmlns:a16="http://schemas.microsoft.com/office/drawing/2014/main" id="{C9A6A7FE-A93C-4F66-A0F6-A459FE7E9497}"/>
                </a:ext>
              </a:extLst>
            </p:cNvPr>
            <p:cNvSpPr/>
            <p:nvPr/>
          </p:nvSpPr>
          <p:spPr>
            <a:xfrm>
              <a:off x="9261272" y="79323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7" name="Hexagon 2816">
              <a:extLst>
                <a:ext uri="{FF2B5EF4-FFF2-40B4-BE49-F238E27FC236}">
                  <a16:creationId xmlns:a16="http://schemas.microsoft.com/office/drawing/2014/main" id="{0DBBA1F3-906C-448F-83E7-2A02271CA9D2}"/>
                </a:ext>
              </a:extLst>
            </p:cNvPr>
            <p:cNvSpPr/>
            <p:nvPr/>
          </p:nvSpPr>
          <p:spPr>
            <a:xfrm>
              <a:off x="9263733" y="77465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8" name="Hexagon 2817">
              <a:extLst>
                <a:ext uri="{FF2B5EF4-FFF2-40B4-BE49-F238E27FC236}">
                  <a16:creationId xmlns:a16="http://schemas.microsoft.com/office/drawing/2014/main" id="{3404DDFE-6DD9-4674-B627-7569E48663DC}"/>
                </a:ext>
              </a:extLst>
            </p:cNvPr>
            <p:cNvSpPr/>
            <p:nvPr/>
          </p:nvSpPr>
          <p:spPr>
            <a:xfrm>
              <a:off x="9271393" y="71893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19" name="Hexagon 2818">
              <a:extLst>
                <a:ext uri="{FF2B5EF4-FFF2-40B4-BE49-F238E27FC236}">
                  <a16:creationId xmlns:a16="http://schemas.microsoft.com/office/drawing/2014/main" id="{CE6F9D55-5B76-4A84-B959-E65F89EDAC38}"/>
                </a:ext>
              </a:extLst>
            </p:cNvPr>
            <p:cNvSpPr/>
            <p:nvPr/>
          </p:nvSpPr>
          <p:spPr>
            <a:xfrm>
              <a:off x="9500945" y="8022596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0" name="Hexagon 2819">
              <a:extLst>
                <a:ext uri="{FF2B5EF4-FFF2-40B4-BE49-F238E27FC236}">
                  <a16:creationId xmlns:a16="http://schemas.microsoft.com/office/drawing/2014/main" id="{B99B48FD-A1CD-4E31-A687-9D378194078D}"/>
                </a:ext>
              </a:extLst>
            </p:cNvPr>
            <p:cNvSpPr/>
            <p:nvPr/>
          </p:nvSpPr>
          <p:spPr>
            <a:xfrm>
              <a:off x="9500944" y="7834415"/>
              <a:ext cx="317751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1" name="Hexagon 2820">
              <a:extLst>
                <a:ext uri="{FF2B5EF4-FFF2-40B4-BE49-F238E27FC236}">
                  <a16:creationId xmlns:a16="http://schemas.microsoft.com/office/drawing/2014/main" id="{EA04E015-F58C-4351-8AEE-546B32E7300C}"/>
                </a:ext>
              </a:extLst>
            </p:cNvPr>
            <p:cNvSpPr/>
            <p:nvPr/>
          </p:nvSpPr>
          <p:spPr>
            <a:xfrm>
              <a:off x="9511919" y="85827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2" name="Hexagon 2821">
              <a:extLst>
                <a:ext uri="{FF2B5EF4-FFF2-40B4-BE49-F238E27FC236}">
                  <a16:creationId xmlns:a16="http://schemas.microsoft.com/office/drawing/2014/main" id="{1F5AEB83-12E0-4509-94DA-15303EC9FFA1}"/>
                </a:ext>
              </a:extLst>
            </p:cNvPr>
            <p:cNvSpPr/>
            <p:nvPr/>
          </p:nvSpPr>
          <p:spPr>
            <a:xfrm>
              <a:off x="9509538" y="83911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3" name="Hexagon 2822">
              <a:extLst>
                <a:ext uri="{FF2B5EF4-FFF2-40B4-BE49-F238E27FC236}">
                  <a16:creationId xmlns:a16="http://schemas.microsoft.com/office/drawing/2014/main" id="{D336C56B-7091-473C-95BD-1AE81AE5E8EC}"/>
                </a:ext>
              </a:extLst>
            </p:cNvPr>
            <p:cNvSpPr/>
            <p:nvPr/>
          </p:nvSpPr>
          <p:spPr>
            <a:xfrm>
              <a:off x="9502475" y="8210079"/>
              <a:ext cx="31417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4" name="Hexagon 2823">
              <a:extLst>
                <a:ext uri="{FF2B5EF4-FFF2-40B4-BE49-F238E27FC236}">
                  <a16:creationId xmlns:a16="http://schemas.microsoft.com/office/drawing/2014/main" id="{B5299A5A-A7B8-4997-B211-A52B68E78899}"/>
                </a:ext>
              </a:extLst>
            </p:cNvPr>
            <p:cNvSpPr/>
            <p:nvPr/>
          </p:nvSpPr>
          <p:spPr>
            <a:xfrm>
              <a:off x="9500611" y="7655271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5" name="Hexagon 2824">
              <a:extLst>
                <a:ext uri="{FF2B5EF4-FFF2-40B4-BE49-F238E27FC236}">
                  <a16:creationId xmlns:a16="http://schemas.microsoft.com/office/drawing/2014/main" id="{FE585C73-88C7-42D2-BD7C-8EF07F13C7DC}"/>
                </a:ext>
              </a:extLst>
            </p:cNvPr>
            <p:cNvSpPr/>
            <p:nvPr/>
          </p:nvSpPr>
          <p:spPr>
            <a:xfrm>
              <a:off x="9498564" y="7471940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6" name="Hexagon 2825">
              <a:extLst>
                <a:ext uri="{FF2B5EF4-FFF2-40B4-BE49-F238E27FC236}">
                  <a16:creationId xmlns:a16="http://schemas.microsoft.com/office/drawing/2014/main" id="{4E15B974-FB5F-432D-B12C-F09795C2C70C}"/>
                </a:ext>
              </a:extLst>
            </p:cNvPr>
            <p:cNvSpPr/>
            <p:nvPr/>
          </p:nvSpPr>
          <p:spPr>
            <a:xfrm>
              <a:off x="9500945" y="7295664"/>
              <a:ext cx="315704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7" name="Hexagon 2826">
              <a:extLst>
                <a:ext uri="{FF2B5EF4-FFF2-40B4-BE49-F238E27FC236}">
                  <a16:creationId xmlns:a16="http://schemas.microsoft.com/office/drawing/2014/main" id="{7179A040-1A91-456B-94FA-B193E294C0F6}"/>
                </a:ext>
              </a:extLst>
            </p:cNvPr>
            <p:cNvSpPr/>
            <p:nvPr/>
          </p:nvSpPr>
          <p:spPr>
            <a:xfrm>
              <a:off x="9514897" y="71069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8" name="Hexagon 2827">
              <a:extLst>
                <a:ext uri="{FF2B5EF4-FFF2-40B4-BE49-F238E27FC236}">
                  <a16:creationId xmlns:a16="http://schemas.microsoft.com/office/drawing/2014/main" id="{0D894194-2677-4966-85CD-F7B0703A6E42}"/>
                </a:ext>
              </a:extLst>
            </p:cNvPr>
            <p:cNvSpPr/>
            <p:nvPr/>
          </p:nvSpPr>
          <p:spPr>
            <a:xfrm>
              <a:off x="9751614" y="72034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29" name="Hexagon 2828">
              <a:extLst>
                <a:ext uri="{FF2B5EF4-FFF2-40B4-BE49-F238E27FC236}">
                  <a16:creationId xmlns:a16="http://schemas.microsoft.com/office/drawing/2014/main" id="{B84FF53D-049E-4D92-9DB4-08ED484D56DC}"/>
                </a:ext>
              </a:extLst>
            </p:cNvPr>
            <p:cNvSpPr/>
            <p:nvPr/>
          </p:nvSpPr>
          <p:spPr>
            <a:xfrm>
              <a:off x="9749688" y="8489517"/>
              <a:ext cx="308440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0" name="Hexagon 2829">
              <a:extLst>
                <a:ext uri="{FF2B5EF4-FFF2-40B4-BE49-F238E27FC236}">
                  <a16:creationId xmlns:a16="http://schemas.microsoft.com/office/drawing/2014/main" id="{DCB4420C-A951-43FF-87CA-7BE1E70E79DD}"/>
                </a:ext>
              </a:extLst>
            </p:cNvPr>
            <p:cNvSpPr/>
            <p:nvPr/>
          </p:nvSpPr>
          <p:spPr>
            <a:xfrm>
              <a:off x="9735146" y="8110539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1" name="Hexagon 2830">
              <a:extLst>
                <a:ext uri="{FF2B5EF4-FFF2-40B4-BE49-F238E27FC236}">
                  <a16:creationId xmlns:a16="http://schemas.microsoft.com/office/drawing/2014/main" id="{9DCD0D10-138B-4649-83AD-605F33162C88}"/>
                </a:ext>
              </a:extLst>
            </p:cNvPr>
            <p:cNvSpPr/>
            <p:nvPr/>
          </p:nvSpPr>
          <p:spPr>
            <a:xfrm>
              <a:off x="9737527" y="7928793"/>
              <a:ext cx="33028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2" name="Hexagon 2831">
              <a:extLst>
                <a:ext uri="{FF2B5EF4-FFF2-40B4-BE49-F238E27FC236}">
                  <a16:creationId xmlns:a16="http://schemas.microsoft.com/office/drawing/2014/main" id="{2C15A826-521C-4C39-8B17-BEE723682F6A}"/>
                </a:ext>
              </a:extLst>
            </p:cNvPr>
            <p:cNvSpPr/>
            <p:nvPr/>
          </p:nvSpPr>
          <p:spPr>
            <a:xfrm>
              <a:off x="9984277" y="857593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3" name="Hexagon 2832">
              <a:extLst>
                <a:ext uri="{FF2B5EF4-FFF2-40B4-BE49-F238E27FC236}">
                  <a16:creationId xmlns:a16="http://schemas.microsoft.com/office/drawing/2014/main" id="{DEFEA083-5551-43C9-BA38-235655AF1879}"/>
                </a:ext>
              </a:extLst>
            </p:cNvPr>
            <p:cNvSpPr/>
            <p:nvPr/>
          </p:nvSpPr>
          <p:spPr>
            <a:xfrm>
              <a:off x="9986658" y="83890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4" name="Hexagon 2833">
              <a:extLst>
                <a:ext uri="{FF2B5EF4-FFF2-40B4-BE49-F238E27FC236}">
                  <a16:creationId xmlns:a16="http://schemas.microsoft.com/office/drawing/2014/main" id="{603B5C52-EC18-4290-AD05-58A09CD45541}"/>
                </a:ext>
              </a:extLst>
            </p:cNvPr>
            <p:cNvSpPr/>
            <p:nvPr/>
          </p:nvSpPr>
          <p:spPr>
            <a:xfrm>
              <a:off x="10223971" y="8482702"/>
              <a:ext cx="320087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5" name="Hexagon 2834">
              <a:extLst>
                <a:ext uri="{FF2B5EF4-FFF2-40B4-BE49-F238E27FC236}">
                  <a16:creationId xmlns:a16="http://schemas.microsoft.com/office/drawing/2014/main" id="{889E8AAF-CCA3-469D-8FAD-0EA1831F6486}"/>
                </a:ext>
              </a:extLst>
            </p:cNvPr>
            <p:cNvSpPr/>
            <p:nvPr/>
          </p:nvSpPr>
          <p:spPr>
            <a:xfrm>
              <a:off x="9282112" y="1014587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6" name="Hexagon 2835">
              <a:extLst>
                <a:ext uri="{FF2B5EF4-FFF2-40B4-BE49-F238E27FC236}">
                  <a16:creationId xmlns:a16="http://schemas.microsoft.com/office/drawing/2014/main" id="{1AD2757F-DC7F-42DE-9CCD-079D7CB72009}"/>
                </a:ext>
              </a:extLst>
            </p:cNvPr>
            <p:cNvSpPr/>
            <p:nvPr/>
          </p:nvSpPr>
          <p:spPr>
            <a:xfrm>
              <a:off x="9279731" y="9959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7" name="Hexagon 2836">
              <a:extLst>
                <a:ext uri="{FF2B5EF4-FFF2-40B4-BE49-F238E27FC236}">
                  <a16:creationId xmlns:a16="http://schemas.microsoft.com/office/drawing/2014/main" id="{3C0A68F9-7FD7-4F18-82FC-4AE7886DBF15}"/>
                </a:ext>
              </a:extLst>
            </p:cNvPr>
            <p:cNvSpPr/>
            <p:nvPr/>
          </p:nvSpPr>
          <p:spPr>
            <a:xfrm>
              <a:off x="9286956" y="97732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8" name="Hexagon 2837">
              <a:extLst>
                <a:ext uri="{FF2B5EF4-FFF2-40B4-BE49-F238E27FC236}">
                  <a16:creationId xmlns:a16="http://schemas.microsoft.com/office/drawing/2014/main" id="{50D3EFA4-98A8-44AC-9637-0666165BE182}"/>
                </a:ext>
              </a:extLst>
            </p:cNvPr>
            <p:cNvSpPr/>
            <p:nvPr/>
          </p:nvSpPr>
          <p:spPr>
            <a:xfrm>
              <a:off x="9523825" y="102399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39" name="Hexagon 2838">
              <a:extLst>
                <a:ext uri="{FF2B5EF4-FFF2-40B4-BE49-F238E27FC236}">
                  <a16:creationId xmlns:a16="http://schemas.microsoft.com/office/drawing/2014/main" id="{6F8F06A2-00F5-4A1E-AF42-BB39AAAE7F4F}"/>
                </a:ext>
              </a:extLst>
            </p:cNvPr>
            <p:cNvSpPr/>
            <p:nvPr/>
          </p:nvSpPr>
          <p:spPr>
            <a:xfrm>
              <a:off x="9519064" y="100531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0" name="Hexagon 2839">
              <a:extLst>
                <a:ext uri="{FF2B5EF4-FFF2-40B4-BE49-F238E27FC236}">
                  <a16:creationId xmlns:a16="http://schemas.microsoft.com/office/drawing/2014/main" id="{D9673E5C-E368-4E8C-8C31-8F1C2BCC7B5C}"/>
                </a:ext>
              </a:extLst>
            </p:cNvPr>
            <p:cNvSpPr/>
            <p:nvPr/>
          </p:nvSpPr>
          <p:spPr>
            <a:xfrm>
              <a:off x="9521526" y="986731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1" name="Hexagon 2840">
              <a:extLst>
                <a:ext uri="{FF2B5EF4-FFF2-40B4-BE49-F238E27FC236}">
                  <a16:creationId xmlns:a16="http://schemas.microsoft.com/office/drawing/2014/main" id="{5924DFD9-7927-4571-9A5D-08537362B05E}"/>
                </a:ext>
              </a:extLst>
            </p:cNvPr>
            <p:cNvSpPr/>
            <p:nvPr/>
          </p:nvSpPr>
          <p:spPr>
            <a:xfrm>
              <a:off x="9519145" y="967371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2" name="Hexagon 2841">
              <a:extLst>
                <a:ext uri="{FF2B5EF4-FFF2-40B4-BE49-F238E27FC236}">
                  <a16:creationId xmlns:a16="http://schemas.microsoft.com/office/drawing/2014/main" id="{AE046BFE-C96A-46DA-84A5-3B6EB52E1305}"/>
                </a:ext>
              </a:extLst>
            </p:cNvPr>
            <p:cNvSpPr/>
            <p:nvPr/>
          </p:nvSpPr>
          <p:spPr>
            <a:xfrm>
              <a:off x="9766565" y="1014145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3" name="Hexagon 2842">
              <a:extLst>
                <a:ext uri="{FF2B5EF4-FFF2-40B4-BE49-F238E27FC236}">
                  <a16:creationId xmlns:a16="http://schemas.microsoft.com/office/drawing/2014/main" id="{D26D8F9C-4BCC-4D8D-B2C5-D24B8C2EE8E0}"/>
                </a:ext>
              </a:extLst>
            </p:cNvPr>
            <p:cNvSpPr/>
            <p:nvPr/>
          </p:nvSpPr>
          <p:spPr>
            <a:xfrm>
              <a:off x="9754660" y="995458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4" name="Hexagon 2843">
              <a:extLst>
                <a:ext uri="{FF2B5EF4-FFF2-40B4-BE49-F238E27FC236}">
                  <a16:creationId xmlns:a16="http://schemas.microsoft.com/office/drawing/2014/main" id="{38C4B277-7CCB-4EFC-B8E6-9BA2CEFC0FF9}"/>
                </a:ext>
              </a:extLst>
            </p:cNvPr>
            <p:cNvSpPr/>
            <p:nvPr/>
          </p:nvSpPr>
          <p:spPr>
            <a:xfrm>
              <a:off x="9760055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5" name="Hexagon 2844">
              <a:extLst>
                <a:ext uri="{FF2B5EF4-FFF2-40B4-BE49-F238E27FC236}">
                  <a16:creationId xmlns:a16="http://schemas.microsoft.com/office/drawing/2014/main" id="{38BF8988-EC09-41C7-ABD1-B56FAC6B4838}"/>
                </a:ext>
              </a:extLst>
            </p:cNvPr>
            <p:cNvSpPr/>
            <p:nvPr/>
          </p:nvSpPr>
          <p:spPr>
            <a:xfrm>
              <a:off x="9760055" y="94078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6" name="Hexagon 2845">
              <a:extLst>
                <a:ext uri="{FF2B5EF4-FFF2-40B4-BE49-F238E27FC236}">
                  <a16:creationId xmlns:a16="http://schemas.microsoft.com/office/drawing/2014/main" id="{7200792E-D4E9-40A7-9EF4-776C1F0DF759}"/>
                </a:ext>
              </a:extLst>
            </p:cNvPr>
            <p:cNvSpPr/>
            <p:nvPr/>
          </p:nvSpPr>
          <p:spPr>
            <a:xfrm>
              <a:off x="9992368" y="100432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7" name="Hexagon 2846">
              <a:extLst>
                <a:ext uri="{FF2B5EF4-FFF2-40B4-BE49-F238E27FC236}">
                  <a16:creationId xmlns:a16="http://schemas.microsoft.com/office/drawing/2014/main" id="{F3D16170-65E6-4C3C-868D-CC269CD86BFA}"/>
                </a:ext>
              </a:extLst>
            </p:cNvPr>
            <p:cNvSpPr/>
            <p:nvPr/>
          </p:nvSpPr>
          <p:spPr>
            <a:xfrm>
              <a:off x="9987606" y="98587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8" name="Hexagon 2847">
              <a:extLst>
                <a:ext uri="{FF2B5EF4-FFF2-40B4-BE49-F238E27FC236}">
                  <a16:creationId xmlns:a16="http://schemas.microsoft.com/office/drawing/2014/main" id="{BDD28163-8235-4CD9-816B-05192EA3FF8C}"/>
                </a:ext>
              </a:extLst>
            </p:cNvPr>
            <p:cNvSpPr/>
            <p:nvPr/>
          </p:nvSpPr>
          <p:spPr>
            <a:xfrm>
              <a:off x="9985305" y="96705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49" name="Hexagon 2848">
              <a:extLst>
                <a:ext uri="{FF2B5EF4-FFF2-40B4-BE49-F238E27FC236}">
                  <a16:creationId xmlns:a16="http://schemas.microsoft.com/office/drawing/2014/main" id="{F219F692-9D05-481A-B1E5-601CB1BBD8A0}"/>
                </a:ext>
              </a:extLst>
            </p:cNvPr>
            <p:cNvSpPr/>
            <p:nvPr/>
          </p:nvSpPr>
          <p:spPr>
            <a:xfrm>
              <a:off x="9980543" y="948170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0" name="Hexagon 2849">
              <a:extLst>
                <a:ext uri="{FF2B5EF4-FFF2-40B4-BE49-F238E27FC236}">
                  <a16:creationId xmlns:a16="http://schemas.microsoft.com/office/drawing/2014/main" id="{7F731ECD-E46D-4C35-B74F-81F15155D615}"/>
                </a:ext>
              </a:extLst>
            </p:cNvPr>
            <p:cNvSpPr/>
            <p:nvPr/>
          </p:nvSpPr>
          <p:spPr>
            <a:xfrm>
              <a:off x="9995062" y="93177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2" name="Hexagon 2851">
              <a:extLst>
                <a:ext uri="{FF2B5EF4-FFF2-40B4-BE49-F238E27FC236}">
                  <a16:creationId xmlns:a16="http://schemas.microsoft.com/office/drawing/2014/main" id="{868500C1-8228-4DC4-B207-4062852A64B5}"/>
                </a:ext>
              </a:extLst>
            </p:cNvPr>
            <p:cNvSpPr/>
            <p:nvPr/>
          </p:nvSpPr>
          <p:spPr>
            <a:xfrm>
              <a:off x="10219795" y="97628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3" name="Hexagon 2852">
              <a:extLst>
                <a:ext uri="{FF2B5EF4-FFF2-40B4-BE49-F238E27FC236}">
                  <a16:creationId xmlns:a16="http://schemas.microsoft.com/office/drawing/2014/main" id="{703076D5-2314-4F1C-AA2E-8A35C3C061E3}"/>
                </a:ext>
              </a:extLst>
            </p:cNvPr>
            <p:cNvSpPr/>
            <p:nvPr/>
          </p:nvSpPr>
          <p:spPr>
            <a:xfrm>
              <a:off x="10217414" y="957401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4" name="Hexagon 2853">
              <a:extLst>
                <a:ext uri="{FF2B5EF4-FFF2-40B4-BE49-F238E27FC236}">
                  <a16:creationId xmlns:a16="http://schemas.microsoft.com/office/drawing/2014/main" id="{098AC144-3990-4B4A-826C-036EC781DF20}"/>
                </a:ext>
              </a:extLst>
            </p:cNvPr>
            <p:cNvSpPr/>
            <p:nvPr/>
          </p:nvSpPr>
          <p:spPr>
            <a:xfrm>
              <a:off x="10226876" y="94108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5" name="Hexagon 2854">
              <a:extLst>
                <a:ext uri="{FF2B5EF4-FFF2-40B4-BE49-F238E27FC236}">
                  <a16:creationId xmlns:a16="http://schemas.microsoft.com/office/drawing/2014/main" id="{C7B68067-E305-4DA3-9039-F7E6FA9C6DB7}"/>
                </a:ext>
              </a:extLst>
            </p:cNvPr>
            <p:cNvSpPr/>
            <p:nvPr/>
          </p:nvSpPr>
          <p:spPr>
            <a:xfrm>
              <a:off x="10235880" y="103267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6" name="Hexagon 2855">
              <a:extLst>
                <a:ext uri="{FF2B5EF4-FFF2-40B4-BE49-F238E27FC236}">
                  <a16:creationId xmlns:a16="http://schemas.microsoft.com/office/drawing/2014/main" id="{613C447B-5158-44D7-A187-645CD86C2F6E}"/>
                </a:ext>
              </a:extLst>
            </p:cNvPr>
            <p:cNvSpPr/>
            <p:nvPr/>
          </p:nvSpPr>
          <p:spPr>
            <a:xfrm>
              <a:off x="10228737" y="1013746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7" name="Hexagon 2856">
              <a:extLst>
                <a:ext uri="{FF2B5EF4-FFF2-40B4-BE49-F238E27FC236}">
                  <a16:creationId xmlns:a16="http://schemas.microsoft.com/office/drawing/2014/main" id="{E5A1ED50-2A1D-41FD-8B2B-9E3BC89873F0}"/>
                </a:ext>
              </a:extLst>
            </p:cNvPr>
            <p:cNvSpPr/>
            <p:nvPr/>
          </p:nvSpPr>
          <p:spPr>
            <a:xfrm>
              <a:off x="10473093" y="1041765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8" name="Hexagon 2857">
              <a:extLst>
                <a:ext uri="{FF2B5EF4-FFF2-40B4-BE49-F238E27FC236}">
                  <a16:creationId xmlns:a16="http://schemas.microsoft.com/office/drawing/2014/main" id="{46B8CDAB-0E81-4CE9-8BD2-5D3264A2F9ED}"/>
                </a:ext>
              </a:extLst>
            </p:cNvPr>
            <p:cNvSpPr/>
            <p:nvPr/>
          </p:nvSpPr>
          <p:spPr>
            <a:xfrm>
              <a:off x="10463569" y="1023316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59" name="Hexagon 2858">
              <a:extLst>
                <a:ext uri="{FF2B5EF4-FFF2-40B4-BE49-F238E27FC236}">
                  <a16:creationId xmlns:a16="http://schemas.microsoft.com/office/drawing/2014/main" id="{8BEB3212-8BEF-4D04-93A5-2B32D9EA94E3}"/>
                </a:ext>
              </a:extLst>
            </p:cNvPr>
            <p:cNvSpPr/>
            <p:nvPr/>
          </p:nvSpPr>
          <p:spPr>
            <a:xfrm>
              <a:off x="10463649" y="100449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0" name="Hexagon 2859">
              <a:extLst>
                <a:ext uri="{FF2B5EF4-FFF2-40B4-BE49-F238E27FC236}">
                  <a16:creationId xmlns:a16="http://schemas.microsoft.com/office/drawing/2014/main" id="{0AB5613E-1974-4FA4-9555-C43236B7AB3C}"/>
                </a:ext>
              </a:extLst>
            </p:cNvPr>
            <p:cNvSpPr/>
            <p:nvPr/>
          </p:nvSpPr>
          <p:spPr>
            <a:xfrm>
              <a:off x="10456506" y="985615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1" name="Hexagon 2860">
              <a:extLst>
                <a:ext uri="{FF2B5EF4-FFF2-40B4-BE49-F238E27FC236}">
                  <a16:creationId xmlns:a16="http://schemas.microsoft.com/office/drawing/2014/main" id="{3799A02D-18CA-4618-B170-4ACA3752D287}"/>
                </a:ext>
              </a:extLst>
            </p:cNvPr>
            <p:cNvSpPr/>
            <p:nvPr/>
          </p:nvSpPr>
          <p:spPr>
            <a:xfrm>
              <a:off x="10452683" y="94790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2" name="Hexagon 2861">
              <a:extLst>
                <a:ext uri="{FF2B5EF4-FFF2-40B4-BE49-F238E27FC236}">
                  <a16:creationId xmlns:a16="http://schemas.microsoft.com/office/drawing/2014/main" id="{56AD642A-B004-4AED-B14B-6C09883BE2BB}"/>
                </a:ext>
              </a:extLst>
            </p:cNvPr>
            <p:cNvSpPr/>
            <p:nvPr/>
          </p:nvSpPr>
          <p:spPr>
            <a:xfrm>
              <a:off x="10465593" y="93111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5" name="Hexagon 2864">
              <a:extLst>
                <a:ext uri="{FF2B5EF4-FFF2-40B4-BE49-F238E27FC236}">
                  <a16:creationId xmlns:a16="http://schemas.microsoft.com/office/drawing/2014/main" id="{592183A1-2C80-4BCB-8CF7-137584B116C2}"/>
                </a:ext>
              </a:extLst>
            </p:cNvPr>
            <p:cNvSpPr/>
            <p:nvPr/>
          </p:nvSpPr>
          <p:spPr>
            <a:xfrm>
              <a:off x="10697196" y="1013692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6" name="Hexagon 2865">
              <a:extLst>
                <a:ext uri="{FF2B5EF4-FFF2-40B4-BE49-F238E27FC236}">
                  <a16:creationId xmlns:a16="http://schemas.microsoft.com/office/drawing/2014/main" id="{2B5B8DEE-AA78-4AA8-AB53-029B3ABBB5FE}"/>
                </a:ext>
              </a:extLst>
            </p:cNvPr>
            <p:cNvSpPr/>
            <p:nvPr/>
          </p:nvSpPr>
          <p:spPr>
            <a:xfrm>
              <a:off x="10694815" y="994809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7" name="Hexagon 2866">
              <a:extLst>
                <a:ext uri="{FF2B5EF4-FFF2-40B4-BE49-F238E27FC236}">
                  <a16:creationId xmlns:a16="http://schemas.microsoft.com/office/drawing/2014/main" id="{39EE6642-279D-4037-B92F-75175359377E}"/>
                </a:ext>
              </a:extLst>
            </p:cNvPr>
            <p:cNvSpPr/>
            <p:nvPr/>
          </p:nvSpPr>
          <p:spPr>
            <a:xfrm>
              <a:off x="10692636" y="976462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8" name="Hexagon 2867">
              <a:extLst>
                <a:ext uri="{FF2B5EF4-FFF2-40B4-BE49-F238E27FC236}">
                  <a16:creationId xmlns:a16="http://schemas.microsoft.com/office/drawing/2014/main" id="{92A790B7-3AA8-4519-A91C-71D3F6BF2F9A}"/>
                </a:ext>
              </a:extLst>
            </p:cNvPr>
            <p:cNvSpPr/>
            <p:nvPr/>
          </p:nvSpPr>
          <p:spPr>
            <a:xfrm>
              <a:off x="10688872" y="95795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69" name="Hexagon 2868">
              <a:extLst>
                <a:ext uri="{FF2B5EF4-FFF2-40B4-BE49-F238E27FC236}">
                  <a16:creationId xmlns:a16="http://schemas.microsoft.com/office/drawing/2014/main" id="{C7F823AB-9C38-4440-9506-3901EA8F4780}"/>
                </a:ext>
              </a:extLst>
            </p:cNvPr>
            <p:cNvSpPr/>
            <p:nvPr/>
          </p:nvSpPr>
          <p:spPr>
            <a:xfrm>
              <a:off x="10699375" y="939529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0" name="Hexagon 2869">
              <a:extLst>
                <a:ext uri="{FF2B5EF4-FFF2-40B4-BE49-F238E27FC236}">
                  <a16:creationId xmlns:a16="http://schemas.microsoft.com/office/drawing/2014/main" id="{41823AF0-98CF-4DDC-A140-563B28F32317}"/>
                </a:ext>
              </a:extLst>
            </p:cNvPr>
            <p:cNvSpPr/>
            <p:nvPr/>
          </p:nvSpPr>
          <p:spPr>
            <a:xfrm>
              <a:off x="10697196" y="923109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1" name="Hexagon 2870">
              <a:extLst>
                <a:ext uri="{FF2B5EF4-FFF2-40B4-BE49-F238E27FC236}">
                  <a16:creationId xmlns:a16="http://schemas.microsoft.com/office/drawing/2014/main" id="{BEE65D27-1B03-487B-8242-83F37EB6ED0A}"/>
                </a:ext>
              </a:extLst>
            </p:cNvPr>
            <p:cNvSpPr/>
            <p:nvPr/>
          </p:nvSpPr>
          <p:spPr>
            <a:xfrm>
              <a:off x="10709021" y="1051198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2" name="Hexagon 2871">
              <a:extLst>
                <a:ext uri="{FF2B5EF4-FFF2-40B4-BE49-F238E27FC236}">
                  <a16:creationId xmlns:a16="http://schemas.microsoft.com/office/drawing/2014/main" id="{BF6E476D-BF79-4AA3-8D3B-3570CBB7EFD9}"/>
                </a:ext>
              </a:extLst>
            </p:cNvPr>
            <p:cNvSpPr/>
            <p:nvPr/>
          </p:nvSpPr>
          <p:spPr>
            <a:xfrm>
              <a:off x="10701878" y="10325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3" name="Hexagon 2872">
              <a:extLst>
                <a:ext uri="{FF2B5EF4-FFF2-40B4-BE49-F238E27FC236}">
                  <a16:creationId xmlns:a16="http://schemas.microsoft.com/office/drawing/2014/main" id="{86D4C757-55E0-40AE-A028-98F65B0C4D87}"/>
                </a:ext>
              </a:extLst>
            </p:cNvPr>
            <p:cNvSpPr/>
            <p:nvPr/>
          </p:nvSpPr>
          <p:spPr>
            <a:xfrm>
              <a:off x="10943853" y="1060818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4" name="Hexagon 2873">
              <a:extLst>
                <a:ext uri="{FF2B5EF4-FFF2-40B4-BE49-F238E27FC236}">
                  <a16:creationId xmlns:a16="http://schemas.microsoft.com/office/drawing/2014/main" id="{FD1A15D7-9D82-4706-A77B-0136CCA19D33}"/>
                </a:ext>
              </a:extLst>
            </p:cNvPr>
            <p:cNvSpPr/>
            <p:nvPr/>
          </p:nvSpPr>
          <p:spPr>
            <a:xfrm>
              <a:off x="10936710" y="104213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5" name="Hexagon 2874">
              <a:extLst>
                <a:ext uri="{FF2B5EF4-FFF2-40B4-BE49-F238E27FC236}">
                  <a16:creationId xmlns:a16="http://schemas.microsoft.com/office/drawing/2014/main" id="{CCF21A91-8F13-43E7-B95A-D4BFCD04405E}"/>
                </a:ext>
              </a:extLst>
            </p:cNvPr>
            <p:cNvSpPr/>
            <p:nvPr/>
          </p:nvSpPr>
          <p:spPr>
            <a:xfrm>
              <a:off x="10928883" y="985140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6" name="Hexagon 2875">
              <a:extLst>
                <a:ext uri="{FF2B5EF4-FFF2-40B4-BE49-F238E27FC236}">
                  <a16:creationId xmlns:a16="http://schemas.microsoft.com/office/drawing/2014/main" id="{A78354D4-2A74-476D-A5C9-CD8054F00DAB}"/>
                </a:ext>
              </a:extLst>
            </p:cNvPr>
            <p:cNvSpPr/>
            <p:nvPr/>
          </p:nvSpPr>
          <p:spPr>
            <a:xfrm>
              <a:off x="10938334" y="96742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7" name="Hexagon 2876">
              <a:extLst>
                <a:ext uri="{FF2B5EF4-FFF2-40B4-BE49-F238E27FC236}">
                  <a16:creationId xmlns:a16="http://schemas.microsoft.com/office/drawing/2014/main" id="{BEDA6151-2534-4FD8-A1FD-A804B0EC0DB9}"/>
                </a:ext>
              </a:extLst>
            </p:cNvPr>
            <p:cNvSpPr/>
            <p:nvPr/>
          </p:nvSpPr>
          <p:spPr>
            <a:xfrm>
              <a:off x="10928403" y="949800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8" name="Hexagon 2877">
              <a:extLst>
                <a:ext uri="{FF2B5EF4-FFF2-40B4-BE49-F238E27FC236}">
                  <a16:creationId xmlns:a16="http://schemas.microsoft.com/office/drawing/2014/main" id="{C68565DE-8CB1-4C48-8736-490012E74A54}"/>
                </a:ext>
              </a:extLst>
            </p:cNvPr>
            <p:cNvSpPr/>
            <p:nvPr/>
          </p:nvSpPr>
          <p:spPr>
            <a:xfrm>
              <a:off x="10925647" y="9327247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79" name="Hexagon 2878">
              <a:extLst>
                <a:ext uri="{FF2B5EF4-FFF2-40B4-BE49-F238E27FC236}">
                  <a16:creationId xmlns:a16="http://schemas.microsoft.com/office/drawing/2014/main" id="{A3A5B329-A6A5-4BBE-99E4-E08A8F5DC723}"/>
                </a:ext>
              </a:extLst>
            </p:cNvPr>
            <p:cNvSpPr/>
            <p:nvPr/>
          </p:nvSpPr>
          <p:spPr>
            <a:xfrm>
              <a:off x="10929420" y="913878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0" name="Hexagon 2879">
              <a:extLst>
                <a:ext uri="{FF2B5EF4-FFF2-40B4-BE49-F238E27FC236}">
                  <a16:creationId xmlns:a16="http://schemas.microsoft.com/office/drawing/2014/main" id="{F9DC0BDE-C07F-434C-9C6F-5EE3C2D05C81}"/>
                </a:ext>
              </a:extLst>
            </p:cNvPr>
            <p:cNvSpPr/>
            <p:nvPr/>
          </p:nvSpPr>
          <p:spPr>
            <a:xfrm>
              <a:off x="10931184" y="1003958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1" name="Hexagon 2880">
              <a:extLst>
                <a:ext uri="{FF2B5EF4-FFF2-40B4-BE49-F238E27FC236}">
                  <a16:creationId xmlns:a16="http://schemas.microsoft.com/office/drawing/2014/main" id="{11A443E0-D4CD-489B-A66A-5DCE021A17D0}"/>
                </a:ext>
              </a:extLst>
            </p:cNvPr>
            <p:cNvSpPr/>
            <p:nvPr/>
          </p:nvSpPr>
          <p:spPr>
            <a:xfrm>
              <a:off x="11177741" y="103198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2" name="Hexagon 2881">
              <a:extLst>
                <a:ext uri="{FF2B5EF4-FFF2-40B4-BE49-F238E27FC236}">
                  <a16:creationId xmlns:a16="http://schemas.microsoft.com/office/drawing/2014/main" id="{A4D984BA-09BC-4C8F-897B-D8E8A2D4FFF7}"/>
                </a:ext>
              </a:extLst>
            </p:cNvPr>
            <p:cNvSpPr/>
            <p:nvPr/>
          </p:nvSpPr>
          <p:spPr>
            <a:xfrm>
              <a:off x="11168217" y="1013574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3" name="Hexagon 2882">
              <a:extLst>
                <a:ext uri="{FF2B5EF4-FFF2-40B4-BE49-F238E27FC236}">
                  <a16:creationId xmlns:a16="http://schemas.microsoft.com/office/drawing/2014/main" id="{BBEEEBD0-3478-4FE6-B9B1-9844BF062AD9}"/>
                </a:ext>
              </a:extLst>
            </p:cNvPr>
            <p:cNvSpPr/>
            <p:nvPr/>
          </p:nvSpPr>
          <p:spPr>
            <a:xfrm>
              <a:off x="11166038" y="994750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4" name="Hexagon 2883">
              <a:extLst>
                <a:ext uri="{FF2B5EF4-FFF2-40B4-BE49-F238E27FC236}">
                  <a16:creationId xmlns:a16="http://schemas.microsoft.com/office/drawing/2014/main" id="{2477F8D6-537F-4769-8162-891B56CCFFAE}"/>
                </a:ext>
              </a:extLst>
            </p:cNvPr>
            <p:cNvSpPr/>
            <p:nvPr/>
          </p:nvSpPr>
          <p:spPr>
            <a:xfrm>
              <a:off x="11174438" y="97634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5" name="Hexagon 2884">
              <a:extLst>
                <a:ext uri="{FF2B5EF4-FFF2-40B4-BE49-F238E27FC236}">
                  <a16:creationId xmlns:a16="http://schemas.microsoft.com/office/drawing/2014/main" id="{CCA65EF4-480E-44F2-8247-17A1AAC41F9B}"/>
                </a:ext>
              </a:extLst>
            </p:cNvPr>
            <p:cNvSpPr/>
            <p:nvPr/>
          </p:nvSpPr>
          <p:spPr>
            <a:xfrm>
              <a:off x="11179997" y="9583884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6" name="Hexagon 2885">
              <a:extLst>
                <a:ext uri="{FF2B5EF4-FFF2-40B4-BE49-F238E27FC236}">
                  <a16:creationId xmlns:a16="http://schemas.microsoft.com/office/drawing/2014/main" id="{0B5A2E81-BE5B-4AFA-BE56-F7BBD4E9461D}"/>
                </a:ext>
              </a:extLst>
            </p:cNvPr>
            <p:cNvSpPr/>
            <p:nvPr/>
          </p:nvSpPr>
          <p:spPr>
            <a:xfrm>
              <a:off x="11184804" y="105079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7" name="Hexagon 2886">
              <a:extLst>
                <a:ext uri="{FF2B5EF4-FFF2-40B4-BE49-F238E27FC236}">
                  <a16:creationId xmlns:a16="http://schemas.microsoft.com/office/drawing/2014/main" id="{597C28CA-62C2-40CD-8B99-71842A9AD01C}"/>
                </a:ext>
              </a:extLst>
            </p:cNvPr>
            <p:cNvSpPr/>
            <p:nvPr/>
          </p:nvSpPr>
          <p:spPr>
            <a:xfrm>
              <a:off x="11157871" y="922296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8" name="Hexagon 2887">
              <a:extLst>
                <a:ext uri="{FF2B5EF4-FFF2-40B4-BE49-F238E27FC236}">
                  <a16:creationId xmlns:a16="http://schemas.microsoft.com/office/drawing/2014/main" id="{512F438A-5FDA-4587-99AD-A33A00C93FC0}"/>
                </a:ext>
              </a:extLst>
            </p:cNvPr>
            <p:cNvSpPr/>
            <p:nvPr/>
          </p:nvSpPr>
          <p:spPr>
            <a:xfrm>
              <a:off x="11170423" y="904139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89" name="Hexagon 2888">
              <a:extLst>
                <a:ext uri="{FF2B5EF4-FFF2-40B4-BE49-F238E27FC236}">
                  <a16:creationId xmlns:a16="http://schemas.microsoft.com/office/drawing/2014/main" id="{A13F0811-E5D8-4B13-978A-2297CB53A33B}"/>
                </a:ext>
              </a:extLst>
            </p:cNvPr>
            <p:cNvSpPr/>
            <p:nvPr/>
          </p:nvSpPr>
          <p:spPr>
            <a:xfrm>
              <a:off x="11174541" y="8851936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0" name="Hexagon 2889">
              <a:extLst>
                <a:ext uri="{FF2B5EF4-FFF2-40B4-BE49-F238E27FC236}">
                  <a16:creationId xmlns:a16="http://schemas.microsoft.com/office/drawing/2014/main" id="{DFCED8D1-5EF3-43EC-97C8-01E7DD04D4E3}"/>
                </a:ext>
              </a:extLst>
            </p:cNvPr>
            <p:cNvSpPr/>
            <p:nvPr/>
          </p:nvSpPr>
          <p:spPr>
            <a:xfrm>
              <a:off x="11408203" y="1004665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1" name="Hexagon 2890">
              <a:extLst>
                <a:ext uri="{FF2B5EF4-FFF2-40B4-BE49-F238E27FC236}">
                  <a16:creationId xmlns:a16="http://schemas.microsoft.com/office/drawing/2014/main" id="{720C2D8D-357F-4BFC-B98A-DC137E982B95}"/>
                </a:ext>
              </a:extLst>
            </p:cNvPr>
            <p:cNvSpPr/>
            <p:nvPr/>
          </p:nvSpPr>
          <p:spPr>
            <a:xfrm>
              <a:off x="11410976" y="985845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2" name="Hexagon 2891">
              <a:extLst>
                <a:ext uri="{FF2B5EF4-FFF2-40B4-BE49-F238E27FC236}">
                  <a16:creationId xmlns:a16="http://schemas.microsoft.com/office/drawing/2014/main" id="{792F15F3-C75F-4A85-8B44-23944478758D}"/>
                </a:ext>
              </a:extLst>
            </p:cNvPr>
            <p:cNvSpPr/>
            <p:nvPr/>
          </p:nvSpPr>
          <p:spPr>
            <a:xfrm>
              <a:off x="11404563" y="967994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3" name="Hexagon 2892">
              <a:extLst>
                <a:ext uri="{FF2B5EF4-FFF2-40B4-BE49-F238E27FC236}">
                  <a16:creationId xmlns:a16="http://schemas.microsoft.com/office/drawing/2014/main" id="{39826229-31F8-415B-9128-C51BBB1C0BE6}"/>
                </a:ext>
              </a:extLst>
            </p:cNvPr>
            <p:cNvSpPr/>
            <p:nvPr/>
          </p:nvSpPr>
          <p:spPr>
            <a:xfrm>
              <a:off x="11414565" y="949400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4" name="Hexagon 2893">
              <a:extLst>
                <a:ext uri="{FF2B5EF4-FFF2-40B4-BE49-F238E27FC236}">
                  <a16:creationId xmlns:a16="http://schemas.microsoft.com/office/drawing/2014/main" id="{901E4B75-0773-4625-A4B0-A92639A675FE}"/>
                </a:ext>
              </a:extLst>
            </p:cNvPr>
            <p:cNvSpPr/>
            <p:nvPr/>
          </p:nvSpPr>
          <p:spPr>
            <a:xfrm>
              <a:off x="11404563" y="931436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5" name="Hexagon 2894">
              <a:extLst>
                <a:ext uri="{FF2B5EF4-FFF2-40B4-BE49-F238E27FC236}">
                  <a16:creationId xmlns:a16="http://schemas.microsoft.com/office/drawing/2014/main" id="{BCA92C17-1044-4AF9-BBB2-D3FA97D734EB}"/>
                </a:ext>
              </a:extLst>
            </p:cNvPr>
            <p:cNvSpPr/>
            <p:nvPr/>
          </p:nvSpPr>
          <p:spPr>
            <a:xfrm>
              <a:off x="11404743" y="9136555"/>
              <a:ext cx="310895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6" name="Hexagon 2895">
              <a:extLst>
                <a:ext uri="{FF2B5EF4-FFF2-40B4-BE49-F238E27FC236}">
                  <a16:creationId xmlns:a16="http://schemas.microsoft.com/office/drawing/2014/main" id="{DDBDF2BC-BD53-45EC-A0D5-48C75CCA0967}"/>
                </a:ext>
              </a:extLst>
            </p:cNvPr>
            <p:cNvSpPr/>
            <p:nvPr/>
          </p:nvSpPr>
          <p:spPr>
            <a:xfrm>
              <a:off x="11420028" y="1041217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7" name="Hexagon 2896">
              <a:extLst>
                <a:ext uri="{FF2B5EF4-FFF2-40B4-BE49-F238E27FC236}">
                  <a16:creationId xmlns:a16="http://schemas.microsoft.com/office/drawing/2014/main" id="{384B5325-D515-499D-B4FB-C72C0A139F0B}"/>
                </a:ext>
              </a:extLst>
            </p:cNvPr>
            <p:cNvSpPr/>
            <p:nvPr/>
          </p:nvSpPr>
          <p:spPr>
            <a:xfrm>
              <a:off x="11412885" y="102253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8" name="Hexagon 2897">
              <a:extLst>
                <a:ext uri="{FF2B5EF4-FFF2-40B4-BE49-F238E27FC236}">
                  <a16:creationId xmlns:a16="http://schemas.microsoft.com/office/drawing/2014/main" id="{E28D6301-B004-4B89-8798-8BE6F981E150}"/>
                </a:ext>
              </a:extLst>
            </p:cNvPr>
            <p:cNvSpPr/>
            <p:nvPr/>
          </p:nvSpPr>
          <p:spPr>
            <a:xfrm>
              <a:off x="11397336" y="8943376"/>
              <a:ext cx="32643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899" name="Hexagon 2898">
              <a:extLst>
                <a:ext uri="{FF2B5EF4-FFF2-40B4-BE49-F238E27FC236}">
                  <a16:creationId xmlns:a16="http://schemas.microsoft.com/office/drawing/2014/main" id="{74204070-74C1-4B53-9D83-0D2A883D41A6}"/>
                </a:ext>
              </a:extLst>
            </p:cNvPr>
            <p:cNvSpPr/>
            <p:nvPr/>
          </p:nvSpPr>
          <p:spPr>
            <a:xfrm>
              <a:off x="11420028" y="8766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2" name="Hexagon 2901">
              <a:extLst>
                <a:ext uri="{FF2B5EF4-FFF2-40B4-BE49-F238E27FC236}">
                  <a16:creationId xmlns:a16="http://schemas.microsoft.com/office/drawing/2014/main" id="{C4EED3AC-4878-4622-9B9C-D5712308A062}"/>
                </a:ext>
              </a:extLst>
            </p:cNvPr>
            <p:cNvSpPr/>
            <p:nvPr/>
          </p:nvSpPr>
          <p:spPr>
            <a:xfrm>
              <a:off x="11645019" y="10143433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3" name="Hexagon 2902">
              <a:extLst>
                <a:ext uri="{FF2B5EF4-FFF2-40B4-BE49-F238E27FC236}">
                  <a16:creationId xmlns:a16="http://schemas.microsoft.com/office/drawing/2014/main" id="{DE2CB2BB-C9F3-4572-8EAA-3E4B0E5871D9}"/>
                </a:ext>
              </a:extLst>
            </p:cNvPr>
            <p:cNvSpPr/>
            <p:nvPr/>
          </p:nvSpPr>
          <p:spPr>
            <a:xfrm>
              <a:off x="11647223" y="9957608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4" name="Hexagon 2903">
              <a:extLst>
                <a:ext uri="{FF2B5EF4-FFF2-40B4-BE49-F238E27FC236}">
                  <a16:creationId xmlns:a16="http://schemas.microsoft.com/office/drawing/2014/main" id="{B05BC9FD-73DB-4D84-912A-F8951B13E7A6}"/>
                </a:ext>
              </a:extLst>
            </p:cNvPr>
            <p:cNvSpPr/>
            <p:nvPr/>
          </p:nvSpPr>
          <p:spPr>
            <a:xfrm>
              <a:off x="11640667" y="959156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5" name="Hexagon 2904">
              <a:extLst>
                <a:ext uri="{FF2B5EF4-FFF2-40B4-BE49-F238E27FC236}">
                  <a16:creationId xmlns:a16="http://schemas.microsoft.com/office/drawing/2014/main" id="{998FB6F9-0446-4256-AEDC-9BBC920CC3AE}"/>
                </a:ext>
              </a:extLst>
            </p:cNvPr>
            <p:cNvSpPr/>
            <p:nvPr/>
          </p:nvSpPr>
          <p:spPr>
            <a:xfrm>
              <a:off x="11640793" y="940779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6" name="Hexagon 2905">
              <a:extLst>
                <a:ext uri="{FF2B5EF4-FFF2-40B4-BE49-F238E27FC236}">
                  <a16:creationId xmlns:a16="http://schemas.microsoft.com/office/drawing/2014/main" id="{42FD07AB-DD5B-4F90-A154-3481E2161027}"/>
                </a:ext>
              </a:extLst>
            </p:cNvPr>
            <p:cNvSpPr/>
            <p:nvPr/>
          </p:nvSpPr>
          <p:spPr>
            <a:xfrm>
              <a:off x="11634282" y="922663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07" name="Hexagon 2906">
              <a:extLst>
                <a:ext uri="{FF2B5EF4-FFF2-40B4-BE49-F238E27FC236}">
                  <a16:creationId xmlns:a16="http://schemas.microsoft.com/office/drawing/2014/main" id="{50EC0391-CAFB-4885-9FD0-D2F859F3E02C}"/>
                </a:ext>
              </a:extLst>
            </p:cNvPr>
            <p:cNvSpPr/>
            <p:nvPr/>
          </p:nvSpPr>
          <p:spPr>
            <a:xfrm>
              <a:off x="11656371" y="885517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67" name="Hexagon 2966">
              <a:extLst>
                <a:ext uri="{FF2B5EF4-FFF2-40B4-BE49-F238E27FC236}">
                  <a16:creationId xmlns:a16="http://schemas.microsoft.com/office/drawing/2014/main" id="{79FD5ED3-120A-4F40-A2A0-3776F8E397A3}"/>
                </a:ext>
              </a:extLst>
            </p:cNvPr>
            <p:cNvSpPr/>
            <p:nvPr/>
          </p:nvSpPr>
          <p:spPr>
            <a:xfrm>
              <a:off x="11647223" y="86732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2" name="Hexagon 2971">
              <a:extLst>
                <a:ext uri="{FF2B5EF4-FFF2-40B4-BE49-F238E27FC236}">
                  <a16:creationId xmlns:a16="http://schemas.microsoft.com/office/drawing/2014/main" id="{D837F351-914B-4827-B8C0-052B5D838838}"/>
                </a:ext>
              </a:extLst>
            </p:cNvPr>
            <p:cNvSpPr/>
            <p:nvPr/>
          </p:nvSpPr>
          <p:spPr>
            <a:xfrm>
              <a:off x="10942338" y="85805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3" name="Hexagon 2972">
              <a:extLst>
                <a:ext uri="{FF2B5EF4-FFF2-40B4-BE49-F238E27FC236}">
                  <a16:creationId xmlns:a16="http://schemas.microsoft.com/office/drawing/2014/main" id="{1AE37D1B-3474-4337-B591-CC54B50D6F1B}"/>
                </a:ext>
              </a:extLst>
            </p:cNvPr>
            <p:cNvSpPr/>
            <p:nvPr/>
          </p:nvSpPr>
          <p:spPr>
            <a:xfrm>
              <a:off x="10927566" y="83912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4" name="Hexagon 2973">
              <a:extLst>
                <a:ext uri="{FF2B5EF4-FFF2-40B4-BE49-F238E27FC236}">
                  <a16:creationId xmlns:a16="http://schemas.microsoft.com/office/drawing/2014/main" id="{7D884BB2-F961-4891-9A82-6A3847D5F261}"/>
                </a:ext>
              </a:extLst>
            </p:cNvPr>
            <p:cNvSpPr/>
            <p:nvPr/>
          </p:nvSpPr>
          <p:spPr>
            <a:xfrm>
              <a:off x="11175660" y="84959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5" name="Hexagon 2974">
              <a:extLst>
                <a:ext uri="{FF2B5EF4-FFF2-40B4-BE49-F238E27FC236}">
                  <a16:creationId xmlns:a16="http://schemas.microsoft.com/office/drawing/2014/main" id="{8FE9A5EA-CB84-4E09-B3FD-4BC3DB90D9D3}"/>
                </a:ext>
              </a:extLst>
            </p:cNvPr>
            <p:cNvSpPr/>
            <p:nvPr/>
          </p:nvSpPr>
          <p:spPr>
            <a:xfrm>
              <a:off x="11415954" y="8397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6" name="Hexagon 2975">
              <a:extLst>
                <a:ext uri="{FF2B5EF4-FFF2-40B4-BE49-F238E27FC236}">
                  <a16:creationId xmlns:a16="http://schemas.microsoft.com/office/drawing/2014/main" id="{FC7A3833-BF2A-4901-99E0-09820900CEBB}"/>
                </a:ext>
              </a:extLst>
            </p:cNvPr>
            <p:cNvSpPr/>
            <p:nvPr/>
          </p:nvSpPr>
          <p:spPr>
            <a:xfrm>
              <a:off x="11656248" y="849137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7" name="Hexagon 2976">
              <a:extLst>
                <a:ext uri="{FF2B5EF4-FFF2-40B4-BE49-F238E27FC236}">
                  <a16:creationId xmlns:a16="http://schemas.microsoft.com/office/drawing/2014/main" id="{FAED656D-948A-4859-A469-2769D0E4B72A}"/>
                </a:ext>
              </a:extLst>
            </p:cNvPr>
            <p:cNvSpPr/>
            <p:nvPr/>
          </p:nvSpPr>
          <p:spPr>
            <a:xfrm>
              <a:off x="11887517" y="8586038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8" name="Hexagon 2977">
              <a:extLst>
                <a:ext uri="{FF2B5EF4-FFF2-40B4-BE49-F238E27FC236}">
                  <a16:creationId xmlns:a16="http://schemas.microsoft.com/office/drawing/2014/main" id="{C551F73B-7DD5-431E-8E06-339137A6340D}"/>
                </a:ext>
              </a:extLst>
            </p:cNvPr>
            <p:cNvSpPr/>
            <p:nvPr/>
          </p:nvSpPr>
          <p:spPr>
            <a:xfrm>
              <a:off x="11887517" y="8765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79" name="Hexagon 2978">
              <a:extLst>
                <a:ext uri="{FF2B5EF4-FFF2-40B4-BE49-F238E27FC236}">
                  <a16:creationId xmlns:a16="http://schemas.microsoft.com/office/drawing/2014/main" id="{3B928DE2-A51D-4602-8CBB-4FDC17BDA828}"/>
                </a:ext>
              </a:extLst>
            </p:cNvPr>
            <p:cNvSpPr/>
            <p:nvPr/>
          </p:nvSpPr>
          <p:spPr>
            <a:xfrm>
              <a:off x="11879276" y="895093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0" name="Hexagon 2979">
              <a:extLst>
                <a:ext uri="{FF2B5EF4-FFF2-40B4-BE49-F238E27FC236}">
                  <a16:creationId xmlns:a16="http://schemas.microsoft.com/office/drawing/2014/main" id="{19978C01-4155-4238-B122-6408A8558FA7}"/>
                </a:ext>
              </a:extLst>
            </p:cNvPr>
            <p:cNvSpPr/>
            <p:nvPr/>
          </p:nvSpPr>
          <p:spPr>
            <a:xfrm>
              <a:off x="11876142" y="91358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1" name="Hexagon 2980">
              <a:extLst>
                <a:ext uri="{FF2B5EF4-FFF2-40B4-BE49-F238E27FC236}">
                  <a16:creationId xmlns:a16="http://schemas.microsoft.com/office/drawing/2014/main" id="{05686249-63D6-4019-848F-D2C2843EE2A8}"/>
                </a:ext>
              </a:extLst>
            </p:cNvPr>
            <p:cNvSpPr/>
            <p:nvPr/>
          </p:nvSpPr>
          <p:spPr>
            <a:xfrm>
              <a:off x="11879706" y="93114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2" name="Hexagon 2981">
              <a:extLst>
                <a:ext uri="{FF2B5EF4-FFF2-40B4-BE49-F238E27FC236}">
                  <a16:creationId xmlns:a16="http://schemas.microsoft.com/office/drawing/2014/main" id="{6828BEE0-0F1C-4BAB-A6FE-6B9441B3C87E}"/>
                </a:ext>
              </a:extLst>
            </p:cNvPr>
            <p:cNvSpPr/>
            <p:nvPr/>
          </p:nvSpPr>
          <p:spPr>
            <a:xfrm>
              <a:off x="11883844" y="95006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3" name="Hexagon 2982">
              <a:extLst>
                <a:ext uri="{FF2B5EF4-FFF2-40B4-BE49-F238E27FC236}">
                  <a16:creationId xmlns:a16="http://schemas.microsoft.com/office/drawing/2014/main" id="{B2885BC2-E910-4AEC-8B09-CB48D3791001}"/>
                </a:ext>
              </a:extLst>
            </p:cNvPr>
            <p:cNvSpPr/>
            <p:nvPr/>
          </p:nvSpPr>
          <p:spPr>
            <a:xfrm>
              <a:off x="11871574" y="96927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4" name="Hexagon 2983">
              <a:extLst>
                <a:ext uri="{FF2B5EF4-FFF2-40B4-BE49-F238E27FC236}">
                  <a16:creationId xmlns:a16="http://schemas.microsoft.com/office/drawing/2014/main" id="{4ED8EACF-5095-4F8C-91E0-5D18D1418161}"/>
                </a:ext>
              </a:extLst>
            </p:cNvPr>
            <p:cNvSpPr/>
            <p:nvPr/>
          </p:nvSpPr>
          <p:spPr>
            <a:xfrm>
              <a:off x="11875138" y="986838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5" name="Hexagon 2984">
              <a:extLst>
                <a:ext uri="{FF2B5EF4-FFF2-40B4-BE49-F238E27FC236}">
                  <a16:creationId xmlns:a16="http://schemas.microsoft.com/office/drawing/2014/main" id="{8BE53FC6-F063-4EC4-BC25-4408DD1EBD44}"/>
                </a:ext>
              </a:extLst>
            </p:cNvPr>
            <p:cNvSpPr/>
            <p:nvPr/>
          </p:nvSpPr>
          <p:spPr>
            <a:xfrm>
              <a:off x="11879276" y="1005756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6" name="Hexagon 2985">
              <a:extLst>
                <a:ext uri="{FF2B5EF4-FFF2-40B4-BE49-F238E27FC236}">
                  <a16:creationId xmlns:a16="http://schemas.microsoft.com/office/drawing/2014/main" id="{52D538F6-7B75-45A7-B7B7-9C4E30F0277B}"/>
                </a:ext>
              </a:extLst>
            </p:cNvPr>
            <p:cNvSpPr/>
            <p:nvPr/>
          </p:nvSpPr>
          <p:spPr>
            <a:xfrm>
              <a:off x="12111388" y="96032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7" name="Hexagon 2986">
              <a:extLst>
                <a:ext uri="{FF2B5EF4-FFF2-40B4-BE49-F238E27FC236}">
                  <a16:creationId xmlns:a16="http://schemas.microsoft.com/office/drawing/2014/main" id="{47E5297B-C478-4333-8A2A-5CB6A70DA04A}"/>
                </a:ext>
              </a:extLst>
            </p:cNvPr>
            <p:cNvSpPr/>
            <p:nvPr/>
          </p:nvSpPr>
          <p:spPr>
            <a:xfrm>
              <a:off x="12114952" y="977883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8" name="Hexagon 2987">
              <a:extLst>
                <a:ext uri="{FF2B5EF4-FFF2-40B4-BE49-F238E27FC236}">
                  <a16:creationId xmlns:a16="http://schemas.microsoft.com/office/drawing/2014/main" id="{36428B7B-6904-47F2-9DC7-E8C8340F3095}"/>
                </a:ext>
              </a:extLst>
            </p:cNvPr>
            <p:cNvSpPr/>
            <p:nvPr/>
          </p:nvSpPr>
          <p:spPr>
            <a:xfrm>
              <a:off x="12119090" y="996801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89" name="Hexagon 2988">
              <a:extLst>
                <a:ext uri="{FF2B5EF4-FFF2-40B4-BE49-F238E27FC236}">
                  <a16:creationId xmlns:a16="http://schemas.microsoft.com/office/drawing/2014/main" id="{C1B9F903-7C13-4217-9F98-331E2566C54B}"/>
                </a:ext>
              </a:extLst>
            </p:cNvPr>
            <p:cNvSpPr/>
            <p:nvPr/>
          </p:nvSpPr>
          <p:spPr>
            <a:xfrm>
              <a:off x="12350628" y="95099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0" name="Hexagon 2989">
              <a:extLst>
                <a:ext uri="{FF2B5EF4-FFF2-40B4-BE49-F238E27FC236}">
                  <a16:creationId xmlns:a16="http://schemas.microsoft.com/office/drawing/2014/main" id="{4711CC26-B803-4B88-B587-6392D8F87270}"/>
                </a:ext>
              </a:extLst>
            </p:cNvPr>
            <p:cNvSpPr/>
            <p:nvPr/>
          </p:nvSpPr>
          <p:spPr>
            <a:xfrm>
              <a:off x="12354192" y="968550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1" name="Hexagon 2990">
              <a:extLst>
                <a:ext uri="{FF2B5EF4-FFF2-40B4-BE49-F238E27FC236}">
                  <a16:creationId xmlns:a16="http://schemas.microsoft.com/office/drawing/2014/main" id="{27B81225-793B-4320-936D-BB1836A120C3}"/>
                </a:ext>
              </a:extLst>
            </p:cNvPr>
            <p:cNvSpPr/>
            <p:nvPr/>
          </p:nvSpPr>
          <p:spPr>
            <a:xfrm>
              <a:off x="12358330" y="987468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2" name="Hexagon 2991">
              <a:extLst>
                <a:ext uri="{FF2B5EF4-FFF2-40B4-BE49-F238E27FC236}">
                  <a16:creationId xmlns:a16="http://schemas.microsoft.com/office/drawing/2014/main" id="{7D79EF9E-C6EF-420F-B8BF-BDE229A3E1C8}"/>
                </a:ext>
              </a:extLst>
            </p:cNvPr>
            <p:cNvSpPr/>
            <p:nvPr/>
          </p:nvSpPr>
          <p:spPr>
            <a:xfrm>
              <a:off x="12359053" y="89577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3" name="Hexagon 2992">
              <a:extLst>
                <a:ext uri="{FF2B5EF4-FFF2-40B4-BE49-F238E27FC236}">
                  <a16:creationId xmlns:a16="http://schemas.microsoft.com/office/drawing/2014/main" id="{776E9B50-8BE9-47D2-B2C5-51ED5D6CDDDB}"/>
                </a:ext>
              </a:extLst>
            </p:cNvPr>
            <p:cNvSpPr/>
            <p:nvPr/>
          </p:nvSpPr>
          <p:spPr>
            <a:xfrm>
              <a:off x="12362617" y="913334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4" name="Hexagon 2993">
              <a:extLst>
                <a:ext uri="{FF2B5EF4-FFF2-40B4-BE49-F238E27FC236}">
                  <a16:creationId xmlns:a16="http://schemas.microsoft.com/office/drawing/2014/main" id="{56623D94-9048-41E1-8886-9DD543FBDC13}"/>
                </a:ext>
              </a:extLst>
            </p:cNvPr>
            <p:cNvSpPr/>
            <p:nvPr/>
          </p:nvSpPr>
          <p:spPr>
            <a:xfrm>
              <a:off x="12366755" y="93225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5" name="Hexagon 2994">
              <a:extLst>
                <a:ext uri="{FF2B5EF4-FFF2-40B4-BE49-F238E27FC236}">
                  <a16:creationId xmlns:a16="http://schemas.microsoft.com/office/drawing/2014/main" id="{AFC2280F-0E27-4589-B6DE-504989D3F041}"/>
                </a:ext>
              </a:extLst>
            </p:cNvPr>
            <p:cNvSpPr/>
            <p:nvPr/>
          </p:nvSpPr>
          <p:spPr>
            <a:xfrm>
              <a:off x="12119090" y="904365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6" name="Hexagon 2995">
              <a:extLst>
                <a:ext uri="{FF2B5EF4-FFF2-40B4-BE49-F238E27FC236}">
                  <a16:creationId xmlns:a16="http://schemas.microsoft.com/office/drawing/2014/main" id="{B5690215-2B4C-4375-8E7D-3B73496DDED1}"/>
                </a:ext>
              </a:extLst>
            </p:cNvPr>
            <p:cNvSpPr/>
            <p:nvPr/>
          </p:nvSpPr>
          <p:spPr>
            <a:xfrm>
              <a:off x="12121757" y="88614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7" name="Hexagon 2996">
              <a:extLst>
                <a:ext uri="{FF2B5EF4-FFF2-40B4-BE49-F238E27FC236}">
                  <a16:creationId xmlns:a16="http://schemas.microsoft.com/office/drawing/2014/main" id="{1AE359B6-7060-4803-BF59-D13954A72868}"/>
                </a:ext>
              </a:extLst>
            </p:cNvPr>
            <p:cNvSpPr/>
            <p:nvPr/>
          </p:nvSpPr>
          <p:spPr>
            <a:xfrm>
              <a:off x="12355631" y="876778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8" name="Hexagon 2997">
              <a:extLst>
                <a:ext uri="{FF2B5EF4-FFF2-40B4-BE49-F238E27FC236}">
                  <a16:creationId xmlns:a16="http://schemas.microsoft.com/office/drawing/2014/main" id="{AF371875-7C06-4A6F-B041-95D2DE3FE803}"/>
                </a:ext>
              </a:extLst>
            </p:cNvPr>
            <p:cNvSpPr/>
            <p:nvPr/>
          </p:nvSpPr>
          <p:spPr>
            <a:xfrm>
              <a:off x="12595276" y="922290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999" name="Hexagon 2998">
              <a:extLst>
                <a:ext uri="{FF2B5EF4-FFF2-40B4-BE49-F238E27FC236}">
                  <a16:creationId xmlns:a16="http://schemas.microsoft.com/office/drawing/2014/main" id="{83E8F622-3793-4734-815C-FDA4EDBA64BF}"/>
                </a:ext>
              </a:extLst>
            </p:cNvPr>
            <p:cNvSpPr/>
            <p:nvPr/>
          </p:nvSpPr>
          <p:spPr>
            <a:xfrm>
              <a:off x="12598437" y="9415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25" name="Hexagon 1524">
              <a:extLst>
                <a:ext uri="{FF2B5EF4-FFF2-40B4-BE49-F238E27FC236}">
                  <a16:creationId xmlns:a16="http://schemas.microsoft.com/office/drawing/2014/main" id="{369073A6-C785-4608-9872-9E8AF0D5BB63}"/>
                </a:ext>
              </a:extLst>
            </p:cNvPr>
            <p:cNvSpPr/>
            <p:nvPr/>
          </p:nvSpPr>
          <p:spPr>
            <a:xfrm>
              <a:off x="5727238" y="8036590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524" name="Group 1523">
            <a:extLst>
              <a:ext uri="{FF2B5EF4-FFF2-40B4-BE49-F238E27FC236}">
                <a16:creationId xmlns:a16="http://schemas.microsoft.com/office/drawing/2014/main" id="{8481F373-C4D4-4B48-BD93-59586A623E6A}"/>
              </a:ext>
            </a:extLst>
          </p:cNvPr>
          <p:cNvGrpSpPr/>
          <p:nvPr/>
        </p:nvGrpSpPr>
        <p:grpSpPr>
          <a:xfrm>
            <a:off x="-410261" y="246385"/>
            <a:ext cx="13202820" cy="10456029"/>
            <a:chOff x="-410261" y="246385"/>
            <a:chExt cx="13202820" cy="10456029"/>
          </a:xfrm>
        </p:grpSpPr>
        <p:cxnSp>
          <p:nvCxnSpPr>
            <p:cNvPr id="1526" name="Straight Connector 452">
              <a:extLst>
                <a:ext uri="{FF2B5EF4-FFF2-40B4-BE49-F238E27FC236}">
                  <a16:creationId xmlns:a16="http://schemas.microsoft.com/office/drawing/2014/main" id="{E0044D35-8D8C-46F5-923D-8CDFB281A5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381D1393-89E1-46F8-A795-335E88DDEF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8" name="Straight Connector 452">
              <a:extLst>
                <a:ext uri="{FF2B5EF4-FFF2-40B4-BE49-F238E27FC236}">
                  <a16:creationId xmlns:a16="http://schemas.microsoft.com/office/drawing/2014/main" id="{217A8325-5E08-4008-9327-553444304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9" name="Straight Connector 452">
              <a:extLst>
                <a:ext uri="{FF2B5EF4-FFF2-40B4-BE49-F238E27FC236}">
                  <a16:creationId xmlns:a16="http://schemas.microsoft.com/office/drawing/2014/main" id="{77099E52-36EE-450E-AB51-FB20609E76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2F8B7D84-02DE-4CBF-B252-C342516D73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1" name="Straight Connector 452">
              <a:extLst>
                <a:ext uri="{FF2B5EF4-FFF2-40B4-BE49-F238E27FC236}">
                  <a16:creationId xmlns:a16="http://schemas.microsoft.com/office/drawing/2014/main" id="{B66D9651-BD39-4B7E-B247-BF6D3ABFAF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1471CF93-0556-4E0C-AB42-AF32B22C96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3" name="Straight Connector 452">
              <a:extLst>
                <a:ext uri="{FF2B5EF4-FFF2-40B4-BE49-F238E27FC236}">
                  <a16:creationId xmlns:a16="http://schemas.microsoft.com/office/drawing/2014/main" id="{34876D27-EEFB-4DF7-9F39-82AC2AA501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D85AF10C-685E-46A8-B0DE-77E15657DA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5" name="Straight Connector 452">
              <a:extLst>
                <a:ext uri="{FF2B5EF4-FFF2-40B4-BE49-F238E27FC236}">
                  <a16:creationId xmlns:a16="http://schemas.microsoft.com/office/drawing/2014/main" id="{37A3AB97-B6AF-43A6-BCF8-A10A92787A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531767F3-C267-49B7-947C-223373EE1A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" name="Straight Connector 452">
              <a:extLst>
                <a:ext uri="{FF2B5EF4-FFF2-40B4-BE49-F238E27FC236}">
                  <a16:creationId xmlns:a16="http://schemas.microsoft.com/office/drawing/2014/main" id="{CA966FD0-6822-4162-86CE-E712D7BC75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8" name="Straight Connector 452">
              <a:extLst>
                <a:ext uri="{FF2B5EF4-FFF2-40B4-BE49-F238E27FC236}">
                  <a16:creationId xmlns:a16="http://schemas.microsoft.com/office/drawing/2014/main" id="{C1DC43D8-7201-43A5-994C-5C69098A3A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546E399B-8A54-45E0-8CE1-E481DF6482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0" name="Straight Connector 452">
              <a:extLst>
                <a:ext uri="{FF2B5EF4-FFF2-40B4-BE49-F238E27FC236}">
                  <a16:creationId xmlns:a16="http://schemas.microsoft.com/office/drawing/2014/main" id="{63BC2E93-CDB8-4886-9673-B3EF66366D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B3478B3E-6ADD-4B50-B260-A7C865911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2" name="Straight Connector 452">
              <a:extLst>
                <a:ext uri="{FF2B5EF4-FFF2-40B4-BE49-F238E27FC236}">
                  <a16:creationId xmlns:a16="http://schemas.microsoft.com/office/drawing/2014/main" id="{01474418-1852-4206-A43E-E882D3649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BCD464B-B02E-456E-88EE-BEFC4C2D85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4" name="Straight Connector 452">
              <a:extLst>
                <a:ext uri="{FF2B5EF4-FFF2-40B4-BE49-F238E27FC236}">
                  <a16:creationId xmlns:a16="http://schemas.microsoft.com/office/drawing/2014/main" id="{44E48E2D-C657-4B0A-A3CC-3896D753AF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57E49967-99AC-4585-A3ED-410711261004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6" name="Straight Connector 452">
              <a:extLst>
                <a:ext uri="{FF2B5EF4-FFF2-40B4-BE49-F238E27FC236}">
                  <a16:creationId xmlns:a16="http://schemas.microsoft.com/office/drawing/2014/main" id="{8C05F01F-BDF3-4A5E-B496-F01B7307BC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683C09DC-C96F-406B-8ADE-4A8461139D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8" name="Straight Connector 452">
              <a:extLst>
                <a:ext uri="{FF2B5EF4-FFF2-40B4-BE49-F238E27FC236}">
                  <a16:creationId xmlns:a16="http://schemas.microsoft.com/office/drawing/2014/main" id="{E7C8439E-82D5-4458-B4F5-F65C6CA102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C3CF90AF-6076-4AD4-AF86-6F041BC4AB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0" name="Straight Connector 452">
              <a:extLst>
                <a:ext uri="{FF2B5EF4-FFF2-40B4-BE49-F238E27FC236}">
                  <a16:creationId xmlns:a16="http://schemas.microsoft.com/office/drawing/2014/main" id="{9B6B23ED-8CE4-4809-A6AF-309361FC3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980BF966-A74B-41BE-8B49-B72886D233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2" name="Straight Connector 452">
              <a:extLst>
                <a:ext uri="{FF2B5EF4-FFF2-40B4-BE49-F238E27FC236}">
                  <a16:creationId xmlns:a16="http://schemas.microsoft.com/office/drawing/2014/main" id="{4EB917D0-F646-4797-9040-D84B7BB133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0221A0B7-2F17-4184-BF47-99D8C54C2F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4" name="Straight Connector 452">
              <a:extLst>
                <a:ext uri="{FF2B5EF4-FFF2-40B4-BE49-F238E27FC236}">
                  <a16:creationId xmlns:a16="http://schemas.microsoft.com/office/drawing/2014/main" id="{F607AF99-1DEC-46B4-8353-5E9C2866BE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5" name="Straight Connector 452">
              <a:extLst>
                <a:ext uri="{FF2B5EF4-FFF2-40B4-BE49-F238E27FC236}">
                  <a16:creationId xmlns:a16="http://schemas.microsoft.com/office/drawing/2014/main" id="{C3C19C80-0320-4309-B9A9-EFC4A8BE5D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B1CF4DBD-C7C8-46D7-B1B3-8CF278703E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7" name="Straight Connector 452">
              <a:extLst>
                <a:ext uri="{FF2B5EF4-FFF2-40B4-BE49-F238E27FC236}">
                  <a16:creationId xmlns:a16="http://schemas.microsoft.com/office/drawing/2014/main" id="{EC0EDCF0-A038-4128-8398-BDF7721DE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58" name="Straight Connector 452">
              <a:extLst>
                <a:ext uri="{FF2B5EF4-FFF2-40B4-BE49-F238E27FC236}">
                  <a16:creationId xmlns:a16="http://schemas.microsoft.com/office/drawing/2014/main" id="{49808724-F200-4937-BD0E-E721CDF7F7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5EF4B56D-D142-4C52-892D-8841D009C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0" name="Straight Connector 452">
              <a:extLst>
                <a:ext uri="{FF2B5EF4-FFF2-40B4-BE49-F238E27FC236}">
                  <a16:creationId xmlns:a16="http://schemas.microsoft.com/office/drawing/2014/main" id="{A5B35D2B-AF11-4C78-9966-C1582A30E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1" name="Straight Connector 452">
              <a:extLst>
                <a:ext uri="{FF2B5EF4-FFF2-40B4-BE49-F238E27FC236}">
                  <a16:creationId xmlns:a16="http://schemas.microsoft.com/office/drawing/2014/main" id="{CBA14524-672D-4B44-81D3-3ABE30665A25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76D885F1-9C96-48BF-91D3-FBA7B4B9D3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295F2065-B8D3-4B1A-A5D4-A82E0A901F1B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4" name="Straight Connector 452">
              <a:extLst>
                <a:ext uri="{FF2B5EF4-FFF2-40B4-BE49-F238E27FC236}">
                  <a16:creationId xmlns:a16="http://schemas.microsoft.com/office/drawing/2014/main" id="{338E98C8-7572-4C90-88F8-4E25A4685B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15E1FCCE-1ABE-4D04-AE3D-4DE6ACDDEB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66" name="Straight Connector 452">
              <a:extLst>
                <a:ext uri="{FF2B5EF4-FFF2-40B4-BE49-F238E27FC236}">
                  <a16:creationId xmlns:a16="http://schemas.microsoft.com/office/drawing/2014/main" id="{67952C8C-6BD3-4D6B-BB03-50BD4151A8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63ACABF4-8551-4B14-84B5-2BF7AE7FF0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8" name="Straight Connector 452">
              <a:extLst>
                <a:ext uri="{FF2B5EF4-FFF2-40B4-BE49-F238E27FC236}">
                  <a16:creationId xmlns:a16="http://schemas.microsoft.com/office/drawing/2014/main" id="{B0AF1155-2835-4875-87A1-888D4D3EA3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9381542A-B87B-4758-816C-7FF1C61EAE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3808381F-54A3-4C37-815D-937EB496A2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1" name="Straight Connector 452">
              <a:extLst>
                <a:ext uri="{FF2B5EF4-FFF2-40B4-BE49-F238E27FC236}">
                  <a16:creationId xmlns:a16="http://schemas.microsoft.com/office/drawing/2014/main" id="{D81345F6-9478-448B-8A59-B8F93847D6E7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2" name="Straight Connector 452">
              <a:extLst>
                <a:ext uri="{FF2B5EF4-FFF2-40B4-BE49-F238E27FC236}">
                  <a16:creationId xmlns:a16="http://schemas.microsoft.com/office/drawing/2014/main" id="{DA0E2E09-BA08-4E8E-BB5E-DC21E506D709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073948FA-9548-4E2C-8890-C90D6D3702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74" name="Straight Connector 452">
              <a:extLst>
                <a:ext uri="{FF2B5EF4-FFF2-40B4-BE49-F238E27FC236}">
                  <a16:creationId xmlns:a16="http://schemas.microsoft.com/office/drawing/2014/main" id="{51ACDF10-F969-4CF0-9210-EF45446A5D7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5" name="Straight Connector 452">
              <a:extLst>
                <a:ext uri="{FF2B5EF4-FFF2-40B4-BE49-F238E27FC236}">
                  <a16:creationId xmlns:a16="http://schemas.microsoft.com/office/drawing/2014/main" id="{4C5E25AD-A9F5-4E9A-86E9-5021D69E1E7E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660CE988-3597-4816-B328-BB2435F26E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DDA94000-BA31-42BD-8697-1098252F71A5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9C49E517-9927-4829-8A6C-9408E48C1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9" name="Straight Connector 452">
              <a:extLst>
                <a:ext uri="{FF2B5EF4-FFF2-40B4-BE49-F238E27FC236}">
                  <a16:creationId xmlns:a16="http://schemas.microsoft.com/office/drawing/2014/main" id="{2A65AB46-1028-4C7B-AC7E-2C83BD9F53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6F67F451-438F-4F6A-AA60-DB8E6EBC0A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ADF038A5-9727-4474-803E-DF5CE22F89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452">
              <a:extLst>
                <a:ext uri="{FF2B5EF4-FFF2-40B4-BE49-F238E27FC236}">
                  <a16:creationId xmlns:a16="http://schemas.microsoft.com/office/drawing/2014/main" id="{D079F208-4B97-46F4-9D35-179FE8CC46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6C1295DA-6FFF-429F-93B7-4AB46BF94724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4" name="Straight Connector 452">
              <a:extLst>
                <a:ext uri="{FF2B5EF4-FFF2-40B4-BE49-F238E27FC236}">
                  <a16:creationId xmlns:a16="http://schemas.microsoft.com/office/drawing/2014/main" id="{A88FB33D-DDFE-4C69-832D-9A2FAA1614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EE6F5F7D-C631-43F8-807E-DE4EDD0A379E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6" name="Straight Connector 452">
              <a:extLst>
                <a:ext uri="{FF2B5EF4-FFF2-40B4-BE49-F238E27FC236}">
                  <a16:creationId xmlns:a16="http://schemas.microsoft.com/office/drawing/2014/main" id="{E0C6B5CC-E4D9-4F26-8E5E-FBE3400F5D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8" name="Straight Connector 452">
              <a:extLst>
                <a:ext uri="{FF2B5EF4-FFF2-40B4-BE49-F238E27FC236}">
                  <a16:creationId xmlns:a16="http://schemas.microsoft.com/office/drawing/2014/main" id="{309DAC97-C2AC-4C0A-8436-812F13AB8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452">
              <a:extLst>
                <a:ext uri="{FF2B5EF4-FFF2-40B4-BE49-F238E27FC236}">
                  <a16:creationId xmlns:a16="http://schemas.microsoft.com/office/drawing/2014/main" id="{F37307A7-A5B6-44D3-898D-4973457016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452">
              <a:extLst>
                <a:ext uri="{FF2B5EF4-FFF2-40B4-BE49-F238E27FC236}">
                  <a16:creationId xmlns:a16="http://schemas.microsoft.com/office/drawing/2014/main" id="{5DBEE658-10AE-4710-8097-E97DDD58D3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1" name="Straight Connector 452">
              <a:extLst>
                <a:ext uri="{FF2B5EF4-FFF2-40B4-BE49-F238E27FC236}">
                  <a16:creationId xmlns:a16="http://schemas.microsoft.com/office/drawing/2014/main" id="{98761735-DF81-45A5-B5D1-B3F94C72339C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D11453E4-6ADF-462F-9AFB-38DA6CB5B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3" name="Straight Connector 452">
              <a:extLst>
                <a:ext uri="{FF2B5EF4-FFF2-40B4-BE49-F238E27FC236}">
                  <a16:creationId xmlns:a16="http://schemas.microsoft.com/office/drawing/2014/main" id="{8F803BEA-BB7E-4270-8453-D35076AA3A0C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F531164D-E70E-4668-867A-552430E4F8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5" name="Straight Connector 452">
              <a:extLst>
                <a:ext uri="{FF2B5EF4-FFF2-40B4-BE49-F238E27FC236}">
                  <a16:creationId xmlns:a16="http://schemas.microsoft.com/office/drawing/2014/main" id="{EED748C6-914C-4150-97B9-8E008FE3BD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9EEEA81-333C-4EE0-915C-FFCD0E23A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7" name="Straight Connector 452">
              <a:extLst>
                <a:ext uri="{FF2B5EF4-FFF2-40B4-BE49-F238E27FC236}">
                  <a16:creationId xmlns:a16="http://schemas.microsoft.com/office/drawing/2014/main" id="{E037022B-5672-4FC4-A7E6-AB1B3889E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8" name="箭头: 上弧形 181">
              <a:extLst>
                <a:ext uri="{FF2B5EF4-FFF2-40B4-BE49-F238E27FC236}">
                  <a16:creationId xmlns:a16="http://schemas.microsoft.com/office/drawing/2014/main" id="{1C33E995-DEB3-46D5-8B66-AD78D0BCDD03}"/>
                </a:ext>
              </a:extLst>
            </p:cNvPr>
            <p:cNvSpPr/>
            <p:nvPr/>
          </p:nvSpPr>
          <p:spPr>
            <a:xfrm rot="19342108">
              <a:off x="3709720" y="736240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02E31DDF-54F1-4E7F-B8E9-CE98E9F4C3E1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Straight Connector 452">
              <a:extLst>
                <a:ext uri="{FF2B5EF4-FFF2-40B4-BE49-F238E27FC236}">
                  <a16:creationId xmlns:a16="http://schemas.microsoft.com/office/drawing/2014/main" id="{D0645A7E-0BD9-47BB-B0FF-D198C08E4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C3798A8-8F42-43C6-951D-F121A0F91517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Straight Connector 452">
              <a:extLst>
                <a:ext uri="{FF2B5EF4-FFF2-40B4-BE49-F238E27FC236}">
                  <a16:creationId xmlns:a16="http://schemas.microsoft.com/office/drawing/2014/main" id="{C7E3A746-1872-44DE-9077-53AD2C09C9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3A261E18-A29F-40BC-821F-D59665ACA60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Straight Connector 452">
              <a:extLst>
                <a:ext uri="{FF2B5EF4-FFF2-40B4-BE49-F238E27FC236}">
                  <a16:creationId xmlns:a16="http://schemas.microsoft.com/office/drawing/2014/main" id="{88A9388B-C2F6-42C2-B9DF-D1B52A536AA4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1B5501CA-94E3-4FF2-8CFA-50E56B573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EFB279C6-845C-4C8B-AEF8-5EBAE11EDB5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7" name="Straight Connector 452">
              <a:extLst>
                <a:ext uri="{FF2B5EF4-FFF2-40B4-BE49-F238E27FC236}">
                  <a16:creationId xmlns:a16="http://schemas.microsoft.com/office/drawing/2014/main" id="{FF4A8022-E4B7-43A9-B07B-85EDE18068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C510759C-D90B-4FBD-A8E1-E88FA8DD05F1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9" name="Straight Connector 452">
              <a:extLst>
                <a:ext uri="{FF2B5EF4-FFF2-40B4-BE49-F238E27FC236}">
                  <a16:creationId xmlns:a16="http://schemas.microsoft.com/office/drawing/2014/main" id="{EB529A48-7FAF-443E-84A8-F91025C4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0" name="Straight Connector 452">
              <a:extLst>
                <a:ext uri="{FF2B5EF4-FFF2-40B4-BE49-F238E27FC236}">
                  <a16:creationId xmlns:a16="http://schemas.microsoft.com/office/drawing/2014/main" id="{63148B78-B752-46F7-9A29-C9FF77F48E53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333313A0-5B11-41D8-9D8E-DB42FC45178A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2" name="Straight Connector 452">
              <a:extLst>
                <a:ext uri="{FF2B5EF4-FFF2-40B4-BE49-F238E27FC236}">
                  <a16:creationId xmlns:a16="http://schemas.microsoft.com/office/drawing/2014/main" id="{01F5C733-6C69-4FD1-9D70-E1368C058F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3" name="Straight Connector 452">
              <a:extLst>
                <a:ext uri="{FF2B5EF4-FFF2-40B4-BE49-F238E27FC236}">
                  <a16:creationId xmlns:a16="http://schemas.microsoft.com/office/drawing/2014/main" id="{C4E1D7F9-D2E3-4146-AC7D-1FC12AE40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A470B21B-E33A-416C-944C-B0F54B2BB6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5" name="Straight Connector 452">
              <a:extLst>
                <a:ext uri="{FF2B5EF4-FFF2-40B4-BE49-F238E27FC236}">
                  <a16:creationId xmlns:a16="http://schemas.microsoft.com/office/drawing/2014/main" id="{CF63F54C-A30F-49F2-B8A3-65F12B2B03DF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6" name="Straight Connector 452">
              <a:extLst>
                <a:ext uri="{FF2B5EF4-FFF2-40B4-BE49-F238E27FC236}">
                  <a16:creationId xmlns:a16="http://schemas.microsoft.com/office/drawing/2014/main" id="{5F2C06DA-7211-4D04-B14C-4F22A4FC77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AB307A30-40EA-4272-B5CD-0B998A1FC8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8" name="Straight Connector 452">
              <a:extLst>
                <a:ext uri="{FF2B5EF4-FFF2-40B4-BE49-F238E27FC236}">
                  <a16:creationId xmlns:a16="http://schemas.microsoft.com/office/drawing/2014/main" id="{7657142E-FEF3-49FE-95E5-21B0B8B1D2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9" name="Straight Connector 452">
              <a:extLst>
                <a:ext uri="{FF2B5EF4-FFF2-40B4-BE49-F238E27FC236}">
                  <a16:creationId xmlns:a16="http://schemas.microsoft.com/office/drawing/2014/main" id="{62EB4AE0-4F2A-416B-A9A2-751634FAEAC8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96CB2C9A-2E4C-4216-A8BF-84F245647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AC242279-5576-49CD-B0FF-5A87522447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2" name="Straight Connector 452">
              <a:extLst>
                <a:ext uri="{FF2B5EF4-FFF2-40B4-BE49-F238E27FC236}">
                  <a16:creationId xmlns:a16="http://schemas.microsoft.com/office/drawing/2014/main" id="{EC161723-CAD3-4809-9604-7D96547373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B628A522-C219-434B-90A1-E5A43A2C41AC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4" name="Straight Connector 452">
              <a:extLst>
                <a:ext uri="{FF2B5EF4-FFF2-40B4-BE49-F238E27FC236}">
                  <a16:creationId xmlns:a16="http://schemas.microsoft.com/office/drawing/2014/main" id="{E9F15AC2-5CBB-4ED1-BE4B-70E672CCD7F5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8A4833E2-50D2-4A1E-8611-938CB854D3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6" name="Straight Connector 452">
              <a:extLst>
                <a:ext uri="{FF2B5EF4-FFF2-40B4-BE49-F238E27FC236}">
                  <a16:creationId xmlns:a16="http://schemas.microsoft.com/office/drawing/2014/main" id="{007025EE-36DA-4ED6-A3D7-013FF004C19E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CAA915CC-E43E-46C7-8D2B-8A5D8999D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8" name="Straight Connector 452">
              <a:extLst>
                <a:ext uri="{FF2B5EF4-FFF2-40B4-BE49-F238E27FC236}">
                  <a16:creationId xmlns:a16="http://schemas.microsoft.com/office/drawing/2014/main" id="{D3AD0693-970C-4F3D-94CF-7087885082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9" name="Straight Connector 452">
              <a:extLst>
                <a:ext uri="{FF2B5EF4-FFF2-40B4-BE49-F238E27FC236}">
                  <a16:creationId xmlns:a16="http://schemas.microsoft.com/office/drawing/2014/main" id="{EB7F7589-14AD-444F-893F-75EC7D3DDA01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0" name="Straight Connector 452">
              <a:extLst>
                <a:ext uri="{FF2B5EF4-FFF2-40B4-BE49-F238E27FC236}">
                  <a16:creationId xmlns:a16="http://schemas.microsoft.com/office/drawing/2014/main" id="{64A24A55-E6DD-4CA8-B2F9-B096C8BF556C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1" name="Straight Connector 452">
              <a:extLst>
                <a:ext uri="{FF2B5EF4-FFF2-40B4-BE49-F238E27FC236}">
                  <a16:creationId xmlns:a16="http://schemas.microsoft.com/office/drawing/2014/main" id="{400166E3-8CB1-4382-9AFB-48D842B194B0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2" name="Straight Connector 452">
              <a:extLst>
                <a:ext uri="{FF2B5EF4-FFF2-40B4-BE49-F238E27FC236}">
                  <a16:creationId xmlns:a16="http://schemas.microsoft.com/office/drawing/2014/main" id="{A83897A0-2575-4DC6-90DC-D516DD76656B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3" name="Straight Connector 452">
              <a:extLst>
                <a:ext uri="{FF2B5EF4-FFF2-40B4-BE49-F238E27FC236}">
                  <a16:creationId xmlns:a16="http://schemas.microsoft.com/office/drawing/2014/main" id="{BF962E19-5992-481B-96CE-3C891BC51DEA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4" name="Straight Connector 452">
              <a:extLst>
                <a:ext uri="{FF2B5EF4-FFF2-40B4-BE49-F238E27FC236}">
                  <a16:creationId xmlns:a16="http://schemas.microsoft.com/office/drawing/2014/main" id="{B2273191-BD7C-4CB9-B720-77829EA56277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5" name="Straight Connector 452">
              <a:extLst>
                <a:ext uri="{FF2B5EF4-FFF2-40B4-BE49-F238E27FC236}">
                  <a16:creationId xmlns:a16="http://schemas.microsoft.com/office/drawing/2014/main" id="{AE86BD33-9B55-4861-91C8-3474ABF0A26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6" name="Straight Connector 452">
              <a:extLst>
                <a:ext uri="{FF2B5EF4-FFF2-40B4-BE49-F238E27FC236}">
                  <a16:creationId xmlns:a16="http://schemas.microsoft.com/office/drawing/2014/main" id="{E80E492E-D340-4797-9364-9DFCAB8B70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7" name="Straight Connector 452">
              <a:extLst>
                <a:ext uri="{FF2B5EF4-FFF2-40B4-BE49-F238E27FC236}">
                  <a16:creationId xmlns:a16="http://schemas.microsoft.com/office/drawing/2014/main" id="{D978D6E1-B694-4FFF-9F03-04F10A511B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8" name="Straight Connector 452">
              <a:extLst>
                <a:ext uri="{FF2B5EF4-FFF2-40B4-BE49-F238E27FC236}">
                  <a16:creationId xmlns:a16="http://schemas.microsoft.com/office/drawing/2014/main" id="{F89108EC-E16F-4B6A-98CC-4D3CBE2A1F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9" name="Straight Connector 452">
              <a:extLst>
                <a:ext uri="{FF2B5EF4-FFF2-40B4-BE49-F238E27FC236}">
                  <a16:creationId xmlns:a16="http://schemas.microsoft.com/office/drawing/2014/main" id="{72D04E10-DB62-408E-916B-C62DDEA60F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0" name="Straight Connector 452">
              <a:extLst>
                <a:ext uri="{FF2B5EF4-FFF2-40B4-BE49-F238E27FC236}">
                  <a16:creationId xmlns:a16="http://schemas.microsoft.com/office/drawing/2014/main" id="{A82D5FC4-F806-48BC-92DE-494DEEC68D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1" name="Straight Connector 452">
              <a:extLst>
                <a:ext uri="{FF2B5EF4-FFF2-40B4-BE49-F238E27FC236}">
                  <a16:creationId xmlns:a16="http://schemas.microsoft.com/office/drawing/2014/main" id="{03146C5E-2DD5-4B80-A244-9ED2176532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2" name="Straight Connector 452">
              <a:extLst>
                <a:ext uri="{FF2B5EF4-FFF2-40B4-BE49-F238E27FC236}">
                  <a16:creationId xmlns:a16="http://schemas.microsoft.com/office/drawing/2014/main" id="{1AA90714-CB59-4F7E-877D-E74E7755CB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3" name="Straight Connector 452">
              <a:extLst>
                <a:ext uri="{FF2B5EF4-FFF2-40B4-BE49-F238E27FC236}">
                  <a16:creationId xmlns:a16="http://schemas.microsoft.com/office/drawing/2014/main" id="{56CEB31A-D958-4FD0-A767-4074FEFE9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4" name="Straight Connector 452">
              <a:extLst>
                <a:ext uri="{FF2B5EF4-FFF2-40B4-BE49-F238E27FC236}">
                  <a16:creationId xmlns:a16="http://schemas.microsoft.com/office/drawing/2014/main" id="{81CF91D5-F247-4F06-9B2C-03299E7EAF6D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5" name="Straight Connector 452">
              <a:extLst>
                <a:ext uri="{FF2B5EF4-FFF2-40B4-BE49-F238E27FC236}">
                  <a16:creationId xmlns:a16="http://schemas.microsoft.com/office/drawing/2014/main" id="{B2741B29-D318-4976-8D93-F5C8604CB46D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452">
              <a:extLst>
                <a:ext uri="{FF2B5EF4-FFF2-40B4-BE49-F238E27FC236}">
                  <a16:creationId xmlns:a16="http://schemas.microsoft.com/office/drawing/2014/main" id="{9B1D2BBA-75AA-4E8D-B6B9-2586B5F7DD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7" name="Straight Connector 452">
              <a:extLst>
                <a:ext uri="{FF2B5EF4-FFF2-40B4-BE49-F238E27FC236}">
                  <a16:creationId xmlns:a16="http://schemas.microsoft.com/office/drawing/2014/main" id="{DB5FBB67-1FD8-4ABD-BE18-4D6C38C04E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8" name="Straight Connector 452">
              <a:extLst>
                <a:ext uri="{FF2B5EF4-FFF2-40B4-BE49-F238E27FC236}">
                  <a16:creationId xmlns:a16="http://schemas.microsoft.com/office/drawing/2014/main" id="{79522E61-243A-4AE0-888E-792190F27883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9" name="Straight Connector 452">
              <a:extLst>
                <a:ext uri="{FF2B5EF4-FFF2-40B4-BE49-F238E27FC236}">
                  <a16:creationId xmlns:a16="http://schemas.microsoft.com/office/drawing/2014/main" id="{F67622CC-7ECC-46B6-81FD-C186A77E59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0" name="Straight Connector 452">
              <a:extLst>
                <a:ext uri="{FF2B5EF4-FFF2-40B4-BE49-F238E27FC236}">
                  <a16:creationId xmlns:a16="http://schemas.microsoft.com/office/drawing/2014/main" id="{EB8A8B97-5D74-4458-86A5-D620022059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1" name="Straight Connector 452">
              <a:extLst>
                <a:ext uri="{FF2B5EF4-FFF2-40B4-BE49-F238E27FC236}">
                  <a16:creationId xmlns:a16="http://schemas.microsoft.com/office/drawing/2014/main" id="{37645610-345A-43BA-A8E3-2E45FBCD31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2" name="Straight Connector 452">
              <a:extLst>
                <a:ext uri="{FF2B5EF4-FFF2-40B4-BE49-F238E27FC236}">
                  <a16:creationId xmlns:a16="http://schemas.microsoft.com/office/drawing/2014/main" id="{FD2BE23A-CF79-4322-A1C1-DBB2FB1C6D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3" name="Straight Connector 452">
              <a:extLst>
                <a:ext uri="{FF2B5EF4-FFF2-40B4-BE49-F238E27FC236}">
                  <a16:creationId xmlns:a16="http://schemas.microsoft.com/office/drawing/2014/main" id="{4ED7E9CB-9949-4046-AA20-D73F3A61E9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4" name="Straight Connector 452">
              <a:extLst>
                <a:ext uri="{FF2B5EF4-FFF2-40B4-BE49-F238E27FC236}">
                  <a16:creationId xmlns:a16="http://schemas.microsoft.com/office/drawing/2014/main" id="{FF76DEDE-E6EB-496D-92A5-B1ABD4A97E6C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5" name="Straight Connector 452">
              <a:extLst>
                <a:ext uri="{FF2B5EF4-FFF2-40B4-BE49-F238E27FC236}">
                  <a16:creationId xmlns:a16="http://schemas.microsoft.com/office/drawing/2014/main" id="{85A8DCEF-25E2-4BA1-8D6B-7B4B7CAB3E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6" name="Straight Connector 452">
              <a:extLst>
                <a:ext uri="{FF2B5EF4-FFF2-40B4-BE49-F238E27FC236}">
                  <a16:creationId xmlns:a16="http://schemas.microsoft.com/office/drawing/2014/main" id="{F17D1EEA-2C36-4C29-AC1D-7E18C18053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7" name="Straight Connector 452">
              <a:extLst>
                <a:ext uri="{FF2B5EF4-FFF2-40B4-BE49-F238E27FC236}">
                  <a16:creationId xmlns:a16="http://schemas.microsoft.com/office/drawing/2014/main" id="{D5854C54-C064-47A2-BA05-75B5C0D23AAD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8" name="Straight Connector 452">
              <a:extLst>
                <a:ext uri="{FF2B5EF4-FFF2-40B4-BE49-F238E27FC236}">
                  <a16:creationId xmlns:a16="http://schemas.microsoft.com/office/drawing/2014/main" id="{B16A153D-1892-425F-9BF3-09ABBCF5AAAE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9" name="Straight Connector 452">
              <a:extLst>
                <a:ext uri="{FF2B5EF4-FFF2-40B4-BE49-F238E27FC236}">
                  <a16:creationId xmlns:a16="http://schemas.microsoft.com/office/drawing/2014/main" id="{3EF3504F-A507-489C-9C1A-4E2E81888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0" name="Straight Connector 452">
              <a:extLst>
                <a:ext uri="{FF2B5EF4-FFF2-40B4-BE49-F238E27FC236}">
                  <a16:creationId xmlns:a16="http://schemas.microsoft.com/office/drawing/2014/main" id="{459ECD3A-FAE2-4F57-B14D-DF5720E612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1" name="Straight Connector 452">
              <a:extLst>
                <a:ext uri="{FF2B5EF4-FFF2-40B4-BE49-F238E27FC236}">
                  <a16:creationId xmlns:a16="http://schemas.microsoft.com/office/drawing/2014/main" id="{C4E42B4F-54E4-43E2-B11E-59C8C6843C5F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5E74AFEE-D1E5-4B7C-A308-D3B2AD5542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3" name="Straight Connector 452">
              <a:extLst>
                <a:ext uri="{FF2B5EF4-FFF2-40B4-BE49-F238E27FC236}">
                  <a16:creationId xmlns:a16="http://schemas.microsoft.com/office/drawing/2014/main" id="{EFF637D1-FB21-410E-AD02-9830AD3670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DF9E460C-64BD-44B0-BE5B-AA33C4240C22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3578C46E-ABBC-44C1-8FEB-43211A4D9D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6" name="Straight Connector 452">
              <a:extLst>
                <a:ext uri="{FF2B5EF4-FFF2-40B4-BE49-F238E27FC236}">
                  <a16:creationId xmlns:a16="http://schemas.microsoft.com/office/drawing/2014/main" id="{72229B2E-91EE-40B3-973D-1BCCFE398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028B0E48-AD2B-4C88-9630-AD3C4F125E22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8" name="Straight Connector 452">
              <a:extLst>
                <a:ext uri="{FF2B5EF4-FFF2-40B4-BE49-F238E27FC236}">
                  <a16:creationId xmlns:a16="http://schemas.microsoft.com/office/drawing/2014/main" id="{CA8A2631-9255-49AB-A462-364EF29902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609DFEFA-BCE4-477A-A0A0-336AB5D8B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0" name="Straight Connector 452">
              <a:extLst>
                <a:ext uri="{FF2B5EF4-FFF2-40B4-BE49-F238E27FC236}">
                  <a16:creationId xmlns:a16="http://schemas.microsoft.com/office/drawing/2014/main" id="{0C12764D-28C5-49AE-9577-FC29855B35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1" name="Straight Connector 452">
              <a:extLst>
                <a:ext uri="{FF2B5EF4-FFF2-40B4-BE49-F238E27FC236}">
                  <a16:creationId xmlns:a16="http://schemas.microsoft.com/office/drawing/2014/main" id="{77703F23-E72D-47D5-AF09-0AB1914B73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2" name="Straight Connector 452">
              <a:extLst>
                <a:ext uri="{FF2B5EF4-FFF2-40B4-BE49-F238E27FC236}">
                  <a16:creationId xmlns:a16="http://schemas.microsoft.com/office/drawing/2014/main" id="{DD816C73-3595-4087-BF44-28776C9E45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3" name="Straight Connector 452">
              <a:extLst>
                <a:ext uri="{FF2B5EF4-FFF2-40B4-BE49-F238E27FC236}">
                  <a16:creationId xmlns:a16="http://schemas.microsoft.com/office/drawing/2014/main" id="{1742947D-88CF-44D5-AC14-53B537CDD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E42C5721-0170-4FD1-B500-C338C6079E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5" name="Straight Connector 452">
              <a:extLst>
                <a:ext uri="{FF2B5EF4-FFF2-40B4-BE49-F238E27FC236}">
                  <a16:creationId xmlns:a16="http://schemas.microsoft.com/office/drawing/2014/main" id="{FEE92D57-888B-497F-BC60-A29C48866B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6" name="Straight Connector 452">
              <a:extLst>
                <a:ext uri="{FF2B5EF4-FFF2-40B4-BE49-F238E27FC236}">
                  <a16:creationId xmlns:a16="http://schemas.microsoft.com/office/drawing/2014/main" id="{BED8D30B-ABE9-4546-9001-7D2D238D88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7" name="Straight Connector 452">
              <a:extLst>
                <a:ext uri="{FF2B5EF4-FFF2-40B4-BE49-F238E27FC236}">
                  <a16:creationId xmlns:a16="http://schemas.microsoft.com/office/drawing/2014/main" id="{C520710A-3CEA-4E8A-915D-54AABCA9A5A0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8" name="Straight Connector 452">
              <a:extLst>
                <a:ext uri="{FF2B5EF4-FFF2-40B4-BE49-F238E27FC236}">
                  <a16:creationId xmlns:a16="http://schemas.microsoft.com/office/drawing/2014/main" id="{46D5456F-AF18-4498-B742-35E5C06E01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9" name="Straight Connector 452">
              <a:extLst>
                <a:ext uri="{FF2B5EF4-FFF2-40B4-BE49-F238E27FC236}">
                  <a16:creationId xmlns:a16="http://schemas.microsoft.com/office/drawing/2014/main" id="{CE8329F3-1568-40D7-9DCF-A4C3D31D1BF4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452">
              <a:extLst>
                <a:ext uri="{FF2B5EF4-FFF2-40B4-BE49-F238E27FC236}">
                  <a16:creationId xmlns:a16="http://schemas.microsoft.com/office/drawing/2014/main" id="{5663111C-848B-48FF-ABBE-245AF8738B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1" name="Straight Connector 452">
              <a:extLst>
                <a:ext uri="{FF2B5EF4-FFF2-40B4-BE49-F238E27FC236}">
                  <a16:creationId xmlns:a16="http://schemas.microsoft.com/office/drawing/2014/main" id="{3AD78761-53C2-459C-A850-CBEF093FF4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2" name="Straight Connector 452">
              <a:extLst>
                <a:ext uri="{FF2B5EF4-FFF2-40B4-BE49-F238E27FC236}">
                  <a16:creationId xmlns:a16="http://schemas.microsoft.com/office/drawing/2014/main" id="{EC362D25-23BA-431D-9A24-A04B45541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3" name="Straight Connector 452">
              <a:extLst>
                <a:ext uri="{FF2B5EF4-FFF2-40B4-BE49-F238E27FC236}">
                  <a16:creationId xmlns:a16="http://schemas.microsoft.com/office/drawing/2014/main" id="{DEAD115E-549F-413E-BB8B-489C90C92602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4" name="Straight Connector 452">
              <a:extLst>
                <a:ext uri="{FF2B5EF4-FFF2-40B4-BE49-F238E27FC236}">
                  <a16:creationId xmlns:a16="http://schemas.microsoft.com/office/drawing/2014/main" id="{2AA83EA7-81C8-4161-B04B-2091C6D07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5" name="Straight Connector 452">
              <a:extLst>
                <a:ext uri="{FF2B5EF4-FFF2-40B4-BE49-F238E27FC236}">
                  <a16:creationId xmlns:a16="http://schemas.microsoft.com/office/drawing/2014/main" id="{68F2B2F9-14DC-40A0-B7BB-FAC2B9A335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6" name="Straight Connector 452">
              <a:extLst>
                <a:ext uri="{FF2B5EF4-FFF2-40B4-BE49-F238E27FC236}">
                  <a16:creationId xmlns:a16="http://schemas.microsoft.com/office/drawing/2014/main" id="{CF2DD3A1-EF97-4E26-B52A-3D66EDA0F4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7" name="Straight Connector 452">
              <a:extLst>
                <a:ext uri="{FF2B5EF4-FFF2-40B4-BE49-F238E27FC236}">
                  <a16:creationId xmlns:a16="http://schemas.microsoft.com/office/drawing/2014/main" id="{3B5E7B94-0EF7-427F-9D17-D2ADF76F45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8" name="Straight Connector 452">
              <a:extLst>
                <a:ext uri="{FF2B5EF4-FFF2-40B4-BE49-F238E27FC236}">
                  <a16:creationId xmlns:a16="http://schemas.microsoft.com/office/drawing/2014/main" id="{6DAA36A0-87DB-4F50-9A0C-2F3964FF48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9" name="Straight Connector 452">
              <a:extLst>
                <a:ext uri="{FF2B5EF4-FFF2-40B4-BE49-F238E27FC236}">
                  <a16:creationId xmlns:a16="http://schemas.microsoft.com/office/drawing/2014/main" id="{2ECB46A8-DA74-4CBF-9D08-E1785A36EB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Straight Connector 452">
              <a:extLst>
                <a:ext uri="{FF2B5EF4-FFF2-40B4-BE49-F238E27FC236}">
                  <a16:creationId xmlns:a16="http://schemas.microsoft.com/office/drawing/2014/main" id="{15AAC53F-44EB-4C82-A4B1-D0FABC35B8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Straight Connector 452">
              <a:extLst>
                <a:ext uri="{FF2B5EF4-FFF2-40B4-BE49-F238E27FC236}">
                  <a16:creationId xmlns:a16="http://schemas.microsoft.com/office/drawing/2014/main" id="{7C5445CF-8FF2-4062-BDDC-65D7F6F2BC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2" name="Straight Connector 452">
              <a:extLst>
                <a:ext uri="{FF2B5EF4-FFF2-40B4-BE49-F238E27FC236}">
                  <a16:creationId xmlns:a16="http://schemas.microsoft.com/office/drawing/2014/main" id="{86ADE8F4-A649-47F6-B5E0-E578E73669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452">
              <a:extLst>
                <a:ext uri="{FF2B5EF4-FFF2-40B4-BE49-F238E27FC236}">
                  <a16:creationId xmlns:a16="http://schemas.microsoft.com/office/drawing/2014/main" id="{DAEDAC49-AFEE-49D3-8915-55BDC53BBD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4" name="Straight Connector 452">
              <a:extLst>
                <a:ext uri="{FF2B5EF4-FFF2-40B4-BE49-F238E27FC236}">
                  <a16:creationId xmlns:a16="http://schemas.microsoft.com/office/drawing/2014/main" id="{665C60A4-FF9E-4B53-AAB8-995EE72997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5" name="Straight Connector 452">
              <a:extLst>
                <a:ext uri="{FF2B5EF4-FFF2-40B4-BE49-F238E27FC236}">
                  <a16:creationId xmlns:a16="http://schemas.microsoft.com/office/drawing/2014/main" id="{0CC42FBF-E94D-4F37-9F85-B3D6EDD0F6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6" name="Straight Connector 452">
              <a:extLst>
                <a:ext uri="{FF2B5EF4-FFF2-40B4-BE49-F238E27FC236}">
                  <a16:creationId xmlns:a16="http://schemas.microsoft.com/office/drawing/2014/main" id="{E0D78D18-42C5-41A2-A8AA-A17C2CB64E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7" name="Straight Connector 452">
              <a:extLst>
                <a:ext uri="{FF2B5EF4-FFF2-40B4-BE49-F238E27FC236}">
                  <a16:creationId xmlns:a16="http://schemas.microsoft.com/office/drawing/2014/main" id="{BCE8A684-3812-475B-AD29-9638AEE42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8" name="Straight Connector 452">
              <a:extLst>
                <a:ext uri="{FF2B5EF4-FFF2-40B4-BE49-F238E27FC236}">
                  <a16:creationId xmlns:a16="http://schemas.microsoft.com/office/drawing/2014/main" id="{0FAE2252-A414-4173-B100-2168C06FC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9" name="Straight Connector 452">
              <a:extLst>
                <a:ext uri="{FF2B5EF4-FFF2-40B4-BE49-F238E27FC236}">
                  <a16:creationId xmlns:a16="http://schemas.microsoft.com/office/drawing/2014/main" id="{CE0E12C8-9DD7-48BA-B916-03949DB324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Straight Connector 452">
              <a:extLst>
                <a:ext uri="{FF2B5EF4-FFF2-40B4-BE49-F238E27FC236}">
                  <a16:creationId xmlns:a16="http://schemas.microsoft.com/office/drawing/2014/main" id="{1BCD13A2-E8C4-4407-9F58-24F5B3240E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03C150B1-C164-4CAF-A2A4-CC90A65DEB64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3A7F5B92-A428-423B-A697-105229E9D1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" name="Straight Connector 452">
              <a:extLst>
                <a:ext uri="{FF2B5EF4-FFF2-40B4-BE49-F238E27FC236}">
                  <a16:creationId xmlns:a16="http://schemas.microsoft.com/office/drawing/2014/main" id="{28C92575-AD1E-49B6-BC8A-8A9C6F597F3E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08268645-1507-4428-AF33-71EAC32EA9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Straight Connector 452">
              <a:extLst>
                <a:ext uri="{FF2B5EF4-FFF2-40B4-BE49-F238E27FC236}">
                  <a16:creationId xmlns:a16="http://schemas.microsoft.com/office/drawing/2014/main" id="{557DADED-9B90-48B9-A67A-89F87CC7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1166B18-BAFC-47D0-8446-DA75610B7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Straight Connector 452">
              <a:extLst>
                <a:ext uri="{FF2B5EF4-FFF2-40B4-BE49-F238E27FC236}">
                  <a16:creationId xmlns:a16="http://schemas.microsoft.com/office/drawing/2014/main" id="{F40118C5-5069-4AB3-B036-10D9C21F97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F1FB646C-C524-4BEF-856B-07B77F446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Straight Connector 452">
              <a:extLst>
                <a:ext uri="{FF2B5EF4-FFF2-40B4-BE49-F238E27FC236}">
                  <a16:creationId xmlns:a16="http://schemas.microsoft.com/office/drawing/2014/main" id="{86871621-4D3B-440B-B813-602B35F5D72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F7778BE0-C608-4052-9794-6276ECEB75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Straight Connector 452">
              <a:extLst>
                <a:ext uri="{FF2B5EF4-FFF2-40B4-BE49-F238E27FC236}">
                  <a16:creationId xmlns:a16="http://schemas.microsoft.com/office/drawing/2014/main" id="{ACFFA1F7-19B4-4EE5-86D8-D9FF73B8CB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Straight Connector 452">
              <a:extLst>
                <a:ext uri="{FF2B5EF4-FFF2-40B4-BE49-F238E27FC236}">
                  <a16:creationId xmlns:a16="http://schemas.microsoft.com/office/drawing/2014/main" id="{93B62B85-3F78-439E-BA8E-F78AE4A8AE76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Straight Connector 452">
              <a:extLst>
                <a:ext uri="{FF2B5EF4-FFF2-40B4-BE49-F238E27FC236}">
                  <a16:creationId xmlns:a16="http://schemas.microsoft.com/office/drawing/2014/main" id="{79635D6F-ED30-4634-9D45-13612ADE73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4" name="Straight Connector 452">
              <a:extLst>
                <a:ext uri="{FF2B5EF4-FFF2-40B4-BE49-F238E27FC236}">
                  <a16:creationId xmlns:a16="http://schemas.microsoft.com/office/drawing/2014/main" id="{89476FFF-BFC1-4596-A8B3-C189142153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8E7057A5-1D6B-4CCC-9DFB-81E0D94F3A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6" name="Straight Connector 452">
              <a:extLst>
                <a:ext uri="{FF2B5EF4-FFF2-40B4-BE49-F238E27FC236}">
                  <a16:creationId xmlns:a16="http://schemas.microsoft.com/office/drawing/2014/main" id="{92385A80-DBBD-449D-A93C-600322A1533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7" name="Straight Connector 452">
              <a:extLst>
                <a:ext uri="{FF2B5EF4-FFF2-40B4-BE49-F238E27FC236}">
                  <a16:creationId xmlns:a16="http://schemas.microsoft.com/office/drawing/2014/main" id="{D6BAEEB1-B5D7-4407-A8B4-44D069540A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0621CB5-4441-4289-ABFB-2D282CD811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Straight Connector 452">
              <a:extLst>
                <a:ext uri="{FF2B5EF4-FFF2-40B4-BE49-F238E27FC236}">
                  <a16:creationId xmlns:a16="http://schemas.microsoft.com/office/drawing/2014/main" id="{DD8891EC-698F-47CF-BAF3-68BC317144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480C28A6-8884-48EB-A258-ABF09EB4AB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1" name="Straight Connector 452">
              <a:extLst>
                <a:ext uri="{FF2B5EF4-FFF2-40B4-BE49-F238E27FC236}">
                  <a16:creationId xmlns:a16="http://schemas.microsoft.com/office/drawing/2014/main" id="{937D08FA-B7EE-40B8-874D-54A62D9C8C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7FF3EF6C-68DD-4D50-AB74-C658CD91A9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" name="Straight Connector 452">
              <a:extLst>
                <a:ext uri="{FF2B5EF4-FFF2-40B4-BE49-F238E27FC236}">
                  <a16:creationId xmlns:a16="http://schemas.microsoft.com/office/drawing/2014/main" id="{840FA612-1477-4970-842A-D458FEB0C2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4" name="Straight Connector 452">
              <a:extLst>
                <a:ext uri="{FF2B5EF4-FFF2-40B4-BE49-F238E27FC236}">
                  <a16:creationId xmlns:a16="http://schemas.microsoft.com/office/drawing/2014/main" id="{922243B2-047E-4515-8F22-DEA3984E5F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B839ACCC-2A06-4F1C-80D9-484D5C5201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6" name="Straight Connector 452">
              <a:extLst>
                <a:ext uri="{FF2B5EF4-FFF2-40B4-BE49-F238E27FC236}">
                  <a16:creationId xmlns:a16="http://schemas.microsoft.com/office/drawing/2014/main" id="{30C08547-89B2-47CC-BBDF-B4E584D0DC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DE389025-6D29-461C-8E75-895288B644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8" name="Straight Connector 452">
              <a:extLst>
                <a:ext uri="{FF2B5EF4-FFF2-40B4-BE49-F238E27FC236}">
                  <a16:creationId xmlns:a16="http://schemas.microsoft.com/office/drawing/2014/main" id="{D11FBEFF-CD80-4074-8877-42B5817DA1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3355B8F8-7182-4670-A1F5-AE4A10694C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0" name="Straight Connector 452">
              <a:extLst>
                <a:ext uri="{FF2B5EF4-FFF2-40B4-BE49-F238E27FC236}">
                  <a16:creationId xmlns:a16="http://schemas.microsoft.com/office/drawing/2014/main" id="{995623D0-D214-4B58-B516-136DB38AB9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BB50C804-C5FF-4AFE-916D-9A05006DE58F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9E3D3511-5470-4C99-A852-625640045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3" name="Straight Connector 452">
              <a:extLst>
                <a:ext uri="{FF2B5EF4-FFF2-40B4-BE49-F238E27FC236}">
                  <a16:creationId xmlns:a16="http://schemas.microsoft.com/office/drawing/2014/main" id="{5E741645-F384-4492-A6C5-F3D790301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0B0B340E-6857-4A6F-9737-31E9ADEA90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5" name="Straight Connector 452">
              <a:extLst>
                <a:ext uri="{FF2B5EF4-FFF2-40B4-BE49-F238E27FC236}">
                  <a16:creationId xmlns:a16="http://schemas.microsoft.com/office/drawing/2014/main" id="{9540CDF0-CB3B-4034-808B-EAEA4F9A6B2C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6" name="Straight Connector 452">
              <a:extLst>
                <a:ext uri="{FF2B5EF4-FFF2-40B4-BE49-F238E27FC236}">
                  <a16:creationId xmlns:a16="http://schemas.microsoft.com/office/drawing/2014/main" id="{9FC0BE21-04A6-4540-8BAE-D2296C474B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7" name="Straight Connector 452">
              <a:extLst>
                <a:ext uri="{FF2B5EF4-FFF2-40B4-BE49-F238E27FC236}">
                  <a16:creationId xmlns:a16="http://schemas.microsoft.com/office/drawing/2014/main" id="{B59FAFE5-5810-4038-801E-8B33C30DC4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A628BFE4-9C27-46F5-A16F-085AB60CA396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9" name="Straight Connector 452">
              <a:extLst>
                <a:ext uri="{FF2B5EF4-FFF2-40B4-BE49-F238E27FC236}">
                  <a16:creationId xmlns:a16="http://schemas.microsoft.com/office/drawing/2014/main" id="{E216BD32-2478-4FA6-B935-CFC5C5CF86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35740865-466F-4E37-8CDB-FDFA123695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1" name="Straight Connector 452">
              <a:extLst>
                <a:ext uri="{FF2B5EF4-FFF2-40B4-BE49-F238E27FC236}">
                  <a16:creationId xmlns:a16="http://schemas.microsoft.com/office/drawing/2014/main" id="{FE969AA8-A10F-47DA-AB30-7C1FE63AE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Straight Connector 452">
              <a:extLst>
                <a:ext uri="{FF2B5EF4-FFF2-40B4-BE49-F238E27FC236}">
                  <a16:creationId xmlns:a16="http://schemas.microsoft.com/office/drawing/2014/main" id="{73591587-E26F-4C38-A711-C62995FB6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DCA8A6CE-F7F8-48FD-95F3-D05AF04A6E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4" name="Straight Connector 452">
              <a:extLst>
                <a:ext uri="{FF2B5EF4-FFF2-40B4-BE49-F238E27FC236}">
                  <a16:creationId xmlns:a16="http://schemas.microsoft.com/office/drawing/2014/main" id="{9AB2292C-B64C-4509-B6DF-93C230235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5" name="Straight Connector 452">
              <a:extLst>
                <a:ext uri="{FF2B5EF4-FFF2-40B4-BE49-F238E27FC236}">
                  <a16:creationId xmlns:a16="http://schemas.microsoft.com/office/drawing/2014/main" id="{D6ECAD3B-2374-4285-A9E1-E9EA1CC96C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Straight Connector 452">
              <a:extLst>
                <a:ext uri="{FF2B5EF4-FFF2-40B4-BE49-F238E27FC236}">
                  <a16:creationId xmlns:a16="http://schemas.microsoft.com/office/drawing/2014/main" id="{77273C3A-CEC6-4126-B1EF-3E99C3B09A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7" name="Straight Connector 452">
              <a:extLst>
                <a:ext uri="{FF2B5EF4-FFF2-40B4-BE49-F238E27FC236}">
                  <a16:creationId xmlns:a16="http://schemas.microsoft.com/office/drawing/2014/main" id="{1A4C9E1A-447A-428D-86BF-43B6E2273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395782C5-396B-4413-BDA8-DEC848A847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9" name="Straight Connector 452">
              <a:extLst>
                <a:ext uri="{FF2B5EF4-FFF2-40B4-BE49-F238E27FC236}">
                  <a16:creationId xmlns:a16="http://schemas.microsoft.com/office/drawing/2014/main" id="{C8EEEC5C-8731-4082-A4FF-1991D88939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3670D747-C0A4-486E-B91B-2CAD736C71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1" name="Straight Connector 452">
              <a:extLst>
                <a:ext uri="{FF2B5EF4-FFF2-40B4-BE49-F238E27FC236}">
                  <a16:creationId xmlns:a16="http://schemas.microsoft.com/office/drawing/2014/main" id="{1C42EF0C-1DB5-4CD0-B012-F4DF1B99B4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2" name="Straight Connector 452">
              <a:extLst>
                <a:ext uri="{FF2B5EF4-FFF2-40B4-BE49-F238E27FC236}">
                  <a16:creationId xmlns:a16="http://schemas.microsoft.com/office/drawing/2014/main" id="{6C1C6014-52B2-4DC1-B7BC-5007DCD49C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F68DB898-4649-4416-91C4-0F9929A9D6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4" name="Straight Connector 452">
              <a:extLst>
                <a:ext uri="{FF2B5EF4-FFF2-40B4-BE49-F238E27FC236}">
                  <a16:creationId xmlns:a16="http://schemas.microsoft.com/office/drawing/2014/main" id="{F4CBACB0-153C-48AB-A059-9FE08D505F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5AB0180F-CDAA-4981-82E1-BA569E9B85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6" name="Straight Connector 452">
              <a:extLst>
                <a:ext uri="{FF2B5EF4-FFF2-40B4-BE49-F238E27FC236}">
                  <a16:creationId xmlns:a16="http://schemas.microsoft.com/office/drawing/2014/main" id="{70AFD428-0FE9-4171-911F-33CFA51168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320EC9D5-E0F6-45CD-8CAB-0EDA84DBA6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8" name="Straight Connector 452">
              <a:extLst>
                <a:ext uri="{FF2B5EF4-FFF2-40B4-BE49-F238E27FC236}">
                  <a16:creationId xmlns:a16="http://schemas.microsoft.com/office/drawing/2014/main" id="{6A13F939-8FE4-43A7-AD44-C0AC3C07E0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9" name="Straight Connector 452">
              <a:extLst>
                <a:ext uri="{FF2B5EF4-FFF2-40B4-BE49-F238E27FC236}">
                  <a16:creationId xmlns:a16="http://schemas.microsoft.com/office/drawing/2014/main" id="{824D06A6-8B95-49C4-AFF9-1BB0DB2742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0" name="Straight Connector 452">
              <a:extLst>
                <a:ext uri="{FF2B5EF4-FFF2-40B4-BE49-F238E27FC236}">
                  <a16:creationId xmlns:a16="http://schemas.microsoft.com/office/drawing/2014/main" id="{10E63D15-600C-4C3D-854E-22BABDABE3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1" name="Straight Connector 452">
              <a:extLst>
                <a:ext uri="{FF2B5EF4-FFF2-40B4-BE49-F238E27FC236}">
                  <a16:creationId xmlns:a16="http://schemas.microsoft.com/office/drawing/2014/main" id="{4C17252B-4E9B-45E0-92F7-302A84FFEBC9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2" name="Straight Connector 452">
              <a:extLst>
                <a:ext uri="{FF2B5EF4-FFF2-40B4-BE49-F238E27FC236}">
                  <a16:creationId xmlns:a16="http://schemas.microsoft.com/office/drawing/2014/main" id="{E62E0B64-F1F3-47BC-8162-580E50A31C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3" name="Straight Connector 452">
              <a:extLst>
                <a:ext uri="{FF2B5EF4-FFF2-40B4-BE49-F238E27FC236}">
                  <a16:creationId xmlns:a16="http://schemas.microsoft.com/office/drawing/2014/main" id="{B2FDB4A1-4371-4F89-A128-3A2AD7EB0265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Connector 452">
              <a:extLst>
                <a:ext uri="{FF2B5EF4-FFF2-40B4-BE49-F238E27FC236}">
                  <a16:creationId xmlns:a16="http://schemas.microsoft.com/office/drawing/2014/main" id="{8DA3D852-13BA-4F3F-9750-D1F8FEFCBB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5" name="Straight Connector 452">
              <a:extLst>
                <a:ext uri="{FF2B5EF4-FFF2-40B4-BE49-F238E27FC236}">
                  <a16:creationId xmlns:a16="http://schemas.microsoft.com/office/drawing/2014/main" id="{FEC481A8-AAB9-43DF-B84E-3F2D34948D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Straight Connector 452">
              <a:extLst>
                <a:ext uri="{FF2B5EF4-FFF2-40B4-BE49-F238E27FC236}">
                  <a16:creationId xmlns:a16="http://schemas.microsoft.com/office/drawing/2014/main" id="{C992FBFD-0988-4743-9657-FA9FBB888E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7" name="Straight Connector 452">
              <a:extLst>
                <a:ext uri="{FF2B5EF4-FFF2-40B4-BE49-F238E27FC236}">
                  <a16:creationId xmlns:a16="http://schemas.microsoft.com/office/drawing/2014/main" id="{C32653FC-29B2-4C19-9E83-BD947E3A7F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8" name="Straight Connector 452">
              <a:extLst>
                <a:ext uri="{FF2B5EF4-FFF2-40B4-BE49-F238E27FC236}">
                  <a16:creationId xmlns:a16="http://schemas.microsoft.com/office/drawing/2014/main" id="{24D1ADEF-B0D6-4F87-840F-0E2D1D236F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9" name="Straight Connector 452">
              <a:extLst>
                <a:ext uri="{FF2B5EF4-FFF2-40B4-BE49-F238E27FC236}">
                  <a16:creationId xmlns:a16="http://schemas.microsoft.com/office/drawing/2014/main" id="{1CA45482-48EB-4460-8115-90B0241C6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0" name="Straight Connector 452">
              <a:extLst>
                <a:ext uri="{FF2B5EF4-FFF2-40B4-BE49-F238E27FC236}">
                  <a16:creationId xmlns:a16="http://schemas.microsoft.com/office/drawing/2014/main" id="{3BC76FC9-3260-4A2D-903B-974B8CABDC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1" name="Straight Connector 452">
              <a:extLst>
                <a:ext uri="{FF2B5EF4-FFF2-40B4-BE49-F238E27FC236}">
                  <a16:creationId xmlns:a16="http://schemas.microsoft.com/office/drawing/2014/main" id="{96463006-A100-467E-9A80-74BFA3D3C9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2" name="Straight Connector 452">
              <a:extLst>
                <a:ext uri="{FF2B5EF4-FFF2-40B4-BE49-F238E27FC236}">
                  <a16:creationId xmlns:a16="http://schemas.microsoft.com/office/drawing/2014/main" id="{1522E2B8-2F5F-4952-B30B-D297D869C6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3" name="Straight Connector 452">
              <a:extLst>
                <a:ext uri="{FF2B5EF4-FFF2-40B4-BE49-F238E27FC236}">
                  <a16:creationId xmlns:a16="http://schemas.microsoft.com/office/drawing/2014/main" id="{F9FD9FB9-DC92-4B3A-8647-92443A91E7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452">
              <a:extLst>
                <a:ext uri="{FF2B5EF4-FFF2-40B4-BE49-F238E27FC236}">
                  <a16:creationId xmlns:a16="http://schemas.microsoft.com/office/drawing/2014/main" id="{68FF12B7-F85E-4559-A241-5100E3F7B2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5" name="Straight Connector 452">
              <a:extLst>
                <a:ext uri="{FF2B5EF4-FFF2-40B4-BE49-F238E27FC236}">
                  <a16:creationId xmlns:a16="http://schemas.microsoft.com/office/drawing/2014/main" id="{CC2B0212-DFD1-425B-8FFB-E2038FE142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9B019B32-70CD-4377-A137-4AFE302C5B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7" name="Straight Connector 452">
              <a:extLst>
                <a:ext uri="{FF2B5EF4-FFF2-40B4-BE49-F238E27FC236}">
                  <a16:creationId xmlns:a16="http://schemas.microsoft.com/office/drawing/2014/main" id="{AF32C27C-E224-4504-9B8B-A6CBCE9A1E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8" name="Straight Connector 452">
              <a:extLst>
                <a:ext uri="{FF2B5EF4-FFF2-40B4-BE49-F238E27FC236}">
                  <a16:creationId xmlns:a16="http://schemas.microsoft.com/office/drawing/2014/main" id="{CBB019D3-3D77-4CD9-9848-07E8D6697DCC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9" name="Straight Connector 452">
              <a:extLst>
                <a:ext uri="{FF2B5EF4-FFF2-40B4-BE49-F238E27FC236}">
                  <a16:creationId xmlns:a16="http://schemas.microsoft.com/office/drawing/2014/main" id="{9B48E826-900F-44C0-B314-9C4F7B50C8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Straight Connector 452">
              <a:extLst>
                <a:ext uri="{FF2B5EF4-FFF2-40B4-BE49-F238E27FC236}">
                  <a16:creationId xmlns:a16="http://schemas.microsoft.com/office/drawing/2014/main" id="{11C0DC06-4374-4803-80DC-7F954FF713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1" name="Straight Connector 452">
              <a:extLst>
                <a:ext uri="{FF2B5EF4-FFF2-40B4-BE49-F238E27FC236}">
                  <a16:creationId xmlns:a16="http://schemas.microsoft.com/office/drawing/2014/main" id="{7DD6102E-7D67-4468-8F5A-29C672A8A5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2" name="Straight Connector 452">
              <a:extLst>
                <a:ext uri="{FF2B5EF4-FFF2-40B4-BE49-F238E27FC236}">
                  <a16:creationId xmlns:a16="http://schemas.microsoft.com/office/drawing/2014/main" id="{1295D385-A5AB-4A5F-B82A-C67E499573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8C0095B7-BAF6-4AA0-A9A5-8F2BB443D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04" name="Straight Connector 452">
              <a:extLst>
                <a:ext uri="{FF2B5EF4-FFF2-40B4-BE49-F238E27FC236}">
                  <a16:creationId xmlns:a16="http://schemas.microsoft.com/office/drawing/2014/main" id="{A476EE92-F1D7-4AD0-9EE5-E892A55314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5" name="Straight Connector 452">
              <a:extLst>
                <a:ext uri="{FF2B5EF4-FFF2-40B4-BE49-F238E27FC236}">
                  <a16:creationId xmlns:a16="http://schemas.microsoft.com/office/drawing/2014/main" id="{EA172A9E-030D-4195-A1F2-97644BE2FD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6" name="Straight Connector 452">
              <a:extLst>
                <a:ext uri="{FF2B5EF4-FFF2-40B4-BE49-F238E27FC236}">
                  <a16:creationId xmlns:a16="http://schemas.microsoft.com/office/drawing/2014/main" id="{284F3978-A771-428E-9F53-3255C956C2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07" name="Straight Connector 452">
              <a:extLst>
                <a:ext uri="{FF2B5EF4-FFF2-40B4-BE49-F238E27FC236}">
                  <a16:creationId xmlns:a16="http://schemas.microsoft.com/office/drawing/2014/main" id="{DB7EBBB2-5BCE-420D-BF14-09AAEB56927E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8" name="Straight Connector 452">
              <a:extLst>
                <a:ext uri="{FF2B5EF4-FFF2-40B4-BE49-F238E27FC236}">
                  <a16:creationId xmlns:a16="http://schemas.microsoft.com/office/drawing/2014/main" id="{2A5DE19A-6CE1-4706-B59A-CAC81F2D4F21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9" name="Straight Connector 452">
              <a:extLst>
                <a:ext uri="{FF2B5EF4-FFF2-40B4-BE49-F238E27FC236}">
                  <a16:creationId xmlns:a16="http://schemas.microsoft.com/office/drawing/2014/main" id="{98649303-1355-4C11-A3E9-F73BC39B46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0" name="Straight Connector 452">
              <a:extLst>
                <a:ext uri="{FF2B5EF4-FFF2-40B4-BE49-F238E27FC236}">
                  <a16:creationId xmlns:a16="http://schemas.microsoft.com/office/drawing/2014/main" id="{145BAA77-6409-480A-A61E-560AC9FCDF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1" name="Straight Connector 452">
              <a:extLst>
                <a:ext uri="{FF2B5EF4-FFF2-40B4-BE49-F238E27FC236}">
                  <a16:creationId xmlns:a16="http://schemas.microsoft.com/office/drawing/2014/main" id="{81B7AF3C-32A0-464F-A6B0-D78ADB035E7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2" name="Straight Connector 452">
              <a:extLst>
                <a:ext uri="{FF2B5EF4-FFF2-40B4-BE49-F238E27FC236}">
                  <a16:creationId xmlns:a16="http://schemas.microsoft.com/office/drawing/2014/main" id="{6D963935-9A36-4AB5-895F-1A768D7BDFE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3" name="Straight Connector 452">
              <a:extLst>
                <a:ext uri="{FF2B5EF4-FFF2-40B4-BE49-F238E27FC236}">
                  <a16:creationId xmlns:a16="http://schemas.microsoft.com/office/drawing/2014/main" id="{B9DC920B-9F92-452F-9EDF-E5961A6DAE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4" name="Straight Connector 452">
              <a:extLst>
                <a:ext uri="{FF2B5EF4-FFF2-40B4-BE49-F238E27FC236}">
                  <a16:creationId xmlns:a16="http://schemas.microsoft.com/office/drawing/2014/main" id="{EAECD7D2-A429-4CB0-BF98-68A0687EF4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5" name="Straight Connector 452">
              <a:extLst>
                <a:ext uri="{FF2B5EF4-FFF2-40B4-BE49-F238E27FC236}">
                  <a16:creationId xmlns:a16="http://schemas.microsoft.com/office/drawing/2014/main" id="{11E4076E-CAE2-4FEF-9FE7-17CF6C22C7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6" name="Straight Connector 452">
              <a:extLst>
                <a:ext uri="{FF2B5EF4-FFF2-40B4-BE49-F238E27FC236}">
                  <a16:creationId xmlns:a16="http://schemas.microsoft.com/office/drawing/2014/main" id="{1CD7E6E0-1DBD-4FF4-BC97-9274D96E96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7" name="Straight Connector 452">
              <a:extLst>
                <a:ext uri="{FF2B5EF4-FFF2-40B4-BE49-F238E27FC236}">
                  <a16:creationId xmlns:a16="http://schemas.microsoft.com/office/drawing/2014/main" id="{F620F7D9-8A3C-4612-AE0A-EFA1EDAE35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8" name="Straight Connector 452">
              <a:extLst>
                <a:ext uri="{FF2B5EF4-FFF2-40B4-BE49-F238E27FC236}">
                  <a16:creationId xmlns:a16="http://schemas.microsoft.com/office/drawing/2014/main" id="{867F69DB-933C-4ED1-9E17-6C7F1CE3AB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9" name="Straight Connector 452">
              <a:extLst>
                <a:ext uri="{FF2B5EF4-FFF2-40B4-BE49-F238E27FC236}">
                  <a16:creationId xmlns:a16="http://schemas.microsoft.com/office/drawing/2014/main" id="{A9AD7936-34E7-4E1E-A3B5-1790A1C9D0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0" name="Straight Connector 452">
              <a:extLst>
                <a:ext uri="{FF2B5EF4-FFF2-40B4-BE49-F238E27FC236}">
                  <a16:creationId xmlns:a16="http://schemas.microsoft.com/office/drawing/2014/main" id="{B2F0F414-687C-4ACF-88C7-87A8744BE6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1" name="Straight Connector 452">
              <a:extLst>
                <a:ext uri="{FF2B5EF4-FFF2-40B4-BE49-F238E27FC236}">
                  <a16:creationId xmlns:a16="http://schemas.microsoft.com/office/drawing/2014/main" id="{BB3940A4-F7C8-435E-8F88-A59369EBC9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2" name="Straight Connector 452">
              <a:extLst>
                <a:ext uri="{FF2B5EF4-FFF2-40B4-BE49-F238E27FC236}">
                  <a16:creationId xmlns:a16="http://schemas.microsoft.com/office/drawing/2014/main" id="{A10C1139-E946-4A89-BEBD-1E8F80B6C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3" name="Straight Connector 452">
              <a:extLst>
                <a:ext uri="{FF2B5EF4-FFF2-40B4-BE49-F238E27FC236}">
                  <a16:creationId xmlns:a16="http://schemas.microsoft.com/office/drawing/2014/main" id="{685B7C67-A1D3-4FAD-B618-6A7F5ACFD5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7303" y="956825"/>
              <a:ext cx="245982" cy="1087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4" name="Straight Connector 452">
              <a:extLst>
                <a:ext uri="{FF2B5EF4-FFF2-40B4-BE49-F238E27FC236}">
                  <a16:creationId xmlns:a16="http://schemas.microsoft.com/office/drawing/2014/main" id="{5EC1516B-8880-4C78-B71F-41C1642AC4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6943" y="956825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452">
              <a:extLst>
                <a:ext uri="{FF2B5EF4-FFF2-40B4-BE49-F238E27FC236}">
                  <a16:creationId xmlns:a16="http://schemas.microsoft.com/office/drawing/2014/main" id="{43467D54-FC96-4716-BA19-0BEC524D7F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2450" y="1041927"/>
              <a:ext cx="255399" cy="851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0290B1A6-E875-4C01-8C94-8DCE60AD4D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7" name="Straight Connector 452">
              <a:extLst>
                <a:ext uri="{FF2B5EF4-FFF2-40B4-BE49-F238E27FC236}">
                  <a16:creationId xmlns:a16="http://schemas.microsoft.com/office/drawing/2014/main" id="{3CE27050-CB70-4099-990A-523F07A207B8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8" name="Hexagon 3601">
              <a:extLst>
                <a:ext uri="{FF2B5EF4-FFF2-40B4-BE49-F238E27FC236}">
                  <a16:creationId xmlns:a16="http://schemas.microsoft.com/office/drawing/2014/main" id="{B5C54DCB-E685-45F9-8EA8-AA4E24EA58A2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829" name="Straight Connector 452">
              <a:extLst>
                <a:ext uri="{FF2B5EF4-FFF2-40B4-BE49-F238E27FC236}">
                  <a16:creationId xmlns:a16="http://schemas.microsoft.com/office/drawing/2014/main" id="{F64A923C-66E9-4A11-94A0-4E0DCC7010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0" name="Straight Connector 452">
              <a:extLst>
                <a:ext uri="{FF2B5EF4-FFF2-40B4-BE49-F238E27FC236}">
                  <a16:creationId xmlns:a16="http://schemas.microsoft.com/office/drawing/2014/main" id="{DC07CE6E-42C6-4F68-808D-E36831C91C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1" name="Straight Connector 452">
              <a:extLst>
                <a:ext uri="{FF2B5EF4-FFF2-40B4-BE49-F238E27FC236}">
                  <a16:creationId xmlns:a16="http://schemas.microsoft.com/office/drawing/2014/main" id="{40F4E7AF-7929-444D-87A1-9CD0D8E1857B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DFC63AAB-6623-4083-93DB-44CF70CB7A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3" name="Straight Connector 452">
              <a:extLst>
                <a:ext uri="{FF2B5EF4-FFF2-40B4-BE49-F238E27FC236}">
                  <a16:creationId xmlns:a16="http://schemas.microsoft.com/office/drawing/2014/main" id="{DC78D3D9-ED1E-47D6-8453-7C7C9E02F6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4" name="Straight Connector 452">
              <a:extLst>
                <a:ext uri="{FF2B5EF4-FFF2-40B4-BE49-F238E27FC236}">
                  <a16:creationId xmlns:a16="http://schemas.microsoft.com/office/drawing/2014/main" id="{9317802E-E3E6-44B2-8D05-B22B3ECE09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91B544C9-D468-468A-B832-C1E1CAC91ED5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6" name="Straight Connector 452">
              <a:extLst>
                <a:ext uri="{FF2B5EF4-FFF2-40B4-BE49-F238E27FC236}">
                  <a16:creationId xmlns:a16="http://schemas.microsoft.com/office/drawing/2014/main" id="{FE524FF9-6FD5-49DE-B09B-399242666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7" name="Straight Connector 452">
              <a:extLst>
                <a:ext uri="{FF2B5EF4-FFF2-40B4-BE49-F238E27FC236}">
                  <a16:creationId xmlns:a16="http://schemas.microsoft.com/office/drawing/2014/main" id="{23DEC4ED-36F7-4C2F-BC72-E0CBEB6B3C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8" name="Straight Connector 452">
              <a:extLst>
                <a:ext uri="{FF2B5EF4-FFF2-40B4-BE49-F238E27FC236}">
                  <a16:creationId xmlns:a16="http://schemas.microsoft.com/office/drawing/2014/main" id="{57D4E591-969A-4C06-9B5E-509CB3063A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9" name="Straight Connector 452">
              <a:extLst>
                <a:ext uri="{FF2B5EF4-FFF2-40B4-BE49-F238E27FC236}">
                  <a16:creationId xmlns:a16="http://schemas.microsoft.com/office/drawing/2014/main" id="{7B1B8BF7-C9B5-47E8-9BC1-08AA95F4CFF4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0" name="Straight Connector 452">
              <a:extLst>
                <a:ext uri="{FF2B5EF4-FFF2-40B4-BE49-F238E27FC236}">
                  <a16:creationId xmlns:a16="http://schemas.microsoft.com/office/drawing/2014/main" id="{64B8A77A-99B4-4DB3-95D0-F45F17B27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63498502-9757-4CF4-9BF0-205752FA621B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2" name="Straight Connector 452">
              <a:extLst>
                <a:ext uri="{FF2B5EF4-FFF2-40B4-BE49-F238E27FC236}">
                  <a16:creationId xmlns:a16="http://schemas.microsoft.com/office/drawing/2014/main" id="{17D22A26-ABE7-4FB4-A7A4-B4FF3D4A54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3" name="Straight Connector 452">
              <a:extLst>
                <a:ext uri="{FF2B5EF4-FFF2-40B4-BE49-F238E27FC236}">
                  <a16:creationId xmlns:a16="http://schemas.microsoft.com/office/drawing/2014/main" id="{47E389FE-F865-4B6A-86E2-FFB67ADF3DF9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4" name="Straight Connector 452">
              <a:extLst>
                <a:ext uri="{FF2B5EF4-FFF2-40B4-BE49-F238E27FC236}">
                  <a16:creationId xmlns:a16="http://schemas.microsoft.com/office/drawing/2014/main" id="{17441B80-E8F7-4AF2-A94A-5F91EE2394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5" name="Straight Connector 452">
              <a:extLst>
                <a:ext uri="{FF2B5EF4-FFF2-40B4-BE49-F238E27FC236}">
                  <a16:creationId xmlns:a16="http://schemas.microsoft.com/office/drawing/2014/main" id="{D4973215-065E-4B46-A293-59E884700AC1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3F7B00EB-362E-41C9-8313-178EFAC762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7" name="Straight Connector 452">
              <a:extLst>
                <a:ext uri="{FF2B5EF4-FFF2-40B4-BE49-F238E27FC236}">
                  <a16:creationId xmlns:a16="http://schemas.microsoft.com/office/drawing/2014/main" id="{25DE37FF-1431-40C9-8DE6-63D27B4A6D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8" name="Straight Connector 452">
              <a:extLst>
                <a:ext uri="{FF2B5EF4-FFF2-40B4-BE49-F238E27FC236}">
                  <a16:creationId xmlns:a16="http://schemas.microsoft.com/office/drawing/2014/main" id="{583BE80B-238D-4068-8FFC-A2ECC2EDD258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9" name="Straight Connector 452">
              <a:extLst>
                <a:ext uri="{FF2B5EF4-FFF2-40B4-BE49-F238E27FC236}">
                  <a16:creationId xmlns:a16="http://schemas.microsoft.com/office/drawing/2014/main" id="{A6DB5412-727F-4272-9CB8-6AA2A9470F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0" name="Straight Connector 452">
              <a:extLst>
                <a:ext uri="{FF2B5EF4-FFF2-40B4-BE49-F238E27FC236}">
                  <a16:creationId xmlns:a16="http://schemas.microsoft.com/office/drawing/2014/main" id="{CBB036F7-E03A-4316-8296-DF0356C9BF5B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1" name="Straight Connector 452">
              <a:extLst>
                <a:ext uri="{FF2B5EF4-FFF2-40B4-BE49-F238E27FC236}">
                  <a16:creationId xmlns:a16="http://schemas.microsoft.com/office/drawing/2014/main" id="{ED1B7FFA-5DC5-44FE-94B7-56B8C20899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2" name="Straight Connector 452">
              <a:extLst>
                <a:ext uri="{FF2B5EF4-FFF2-40B4-BE49-F238E27FC236}">
                  <a16:creationId xmlns:a16="http://schemas.microsoft.com/office/drawing/2014/main" id="{3D493B50-F4EE-4C66-9B84-4C76DB42C9E6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D129D142-C6DA-49E7-B8CC-6A9C6E78E0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4" name="Straight Connector 452">
              <a:extLst>
                <a:ext uri="{FF2B5EF4-FFF2-40B4-BE49-F238E27FC236}">
                  <a16:creationId xmlns:a16="http://schemas.microsoft.com/office/drawing/2014/main" id="{826EA9A4-7362-47C6-B22D-289D175DD616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3CDE114C-A644-4A11-A658-DFBB7E95D3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6" name="Straight Connector 452">
              <a:extLst>
                <a:ext uri="{FF2B5EF4-FFF2-40B4-BE49-F238E27FC236}">
                  <a16:creationId xmlns:a16="http://schemas.microsoft.com/office/drawing/2014/main" id="{DEDDA6C3-736C-46D1-BCD7-C04EACD93B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3013C5C2-6E53-4274-AC32-8FB63B125D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8" name="Straight Connector 452">
              <a:extLst>
                <a:ext uri="{FF2B5EF4-FFF2-40B4-BE49-F238E27FC236}">
                  <a16:creationId xmlns:a16="http://schemas.microsoft.com/office/drawing/2014/main" id="{00D525FC-A910-4A5E-A3DD-D988E66EF6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C39EDCF8-5E6C-4A1E-966F-05EE957C4B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0" name="Straight Connector 452">
              <a:extLst>
                <a:ext uri="{FF2B5EF4-FFF2-40B4-BE49-F238E27FC236}">
                  <a16:creationId xmlns:a16="http://schemas.microsoft.com/office/drawing/2014/main" id="{7CD3DE0E-254A-4D69-860D-535109E613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25BAB53E-6540-483E-BE08-B8B022BE5990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2" name="Straight Connector 452">
              <a:extLst>
                <a:ext uri="{FF2B5EF4-FFF2-40B4-BE49-F238E27FC236}">
                  <a16:creationId xmlns:a16="http://schemas.microsoft.com/office/drawing/2014/main" id="{5CB33526-2B6B-43CD-AF31-6C7CC7AB07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CC88A79E-2980-4E6D-8606-C2E80B08B31F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4" name="Straight Connector 452">
              <a:extLst>
                <a:ext uri="{FF2B5EF4-FFF2-40B4-BE49-F238E27FC236}">
                  <a16:creationId xmlns:a16="http://schemas.microsoft.com/office/drawing/2014/main" id="{0C9B07D1-7B2D-481A-96F5-5766724FFD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5A63C1CF-D675-4613-BE2D-2AE0BF825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6" name="Straight Connector 452">
              <a:extLst>
                <a:ext uri="{FF2B5EF4-FFF2-40B4-BE49-F238E27FC236}">
                  <a16:creationId xmlns:a16="http://schemas.microsoft.com/office/drawing/2014/main" id="{1F65798B-3789-40B2-91C4-E00F64C29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7" name="Straight Connector 452">
              <a:extLst>
                <a:ext uri="{FF2B5EF4-FFF2-40B4-BE49-F238E27FC236}">
                  <a16:creationId xmlns:a16="http://schemas.microsoft.com/office/drawing/2014/main" id="{C9056556-255A-4F74-BDC3-C51835D53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8" name="Straight Connector 452">
              <a:extLst>
                <a:ext uri="{FF2B5EF4-FFF2-40B4-BE49-F238E27FC236}">
                  <a16:creationId xmlns:a16="http://schemas.microsoft.com/office/drawing/2014/main" id="{21CA6188-C84E-4643-9166-246CC20E6D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9" name="Straight Connector 452">
              <a:extLst>
                <a:ext uri="{FF2B5EF4-FFF2-40B4-BE49-F238E27FC236}">
                  <a16:creationId xmlns:a16="http://schemas.microsoft.com/office/drawing/2014/main" id="{9F816CA0-2E08-40ED-93ED-29C2D0D448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E264AD1F-BCA5-44D8-9E6B-454E3A05D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1" name="Straight Connector 452">
              <a:extLst>
                <a:ext uri="{FF2B5EF4-FFF2-40B4-BE49-F238E27FC236}">
                  <a16:creationId xmlns:a16="http://schemas.microsoft.com/office/drawing/2014/main" id="{F2569BDA-6A33-44AA-89A0-9CB0E04550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2" name="Straight Connector 452">
              <a:extLst>
                <a:ext uri="{FF2B5EF4-FFF2-40B4-BE49-F238E27FC236}">
                  <a16:creationId xmlns:a16="http://schemas.microsoft.com/office/drawing/2014/main" id="{122AC899-F364-410C-B425-66B8F6C93D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9178C9E9-468E-4F7D-95B7-5E5964CBB5AF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A915F9DD-311E-46D5-B8AF-5964F00D6C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5" name="Straight Connector 452">
              <a:extLst>
                <a:ext uri="{FF2B5EF4-FFF2-40B4-BE49-F238E27FC236}">
                  <a16:creationId xmlns:a16="http://schemas.microsoft.com/office/drawing/2014/main" id="{11680C9C-D993-47FE-91B1-CF491A9472AF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6" name="Straight Connector 452">
              <a:extLst>
                <a:ext uri="{FF2B5EF4-FFF2-40B4-BE49-F238E27FC236}">
                  <a16:creationId xmlns:a16="http://schemas.microsoft.com/office/drawing/2014/main" id="{F5EC64ED-29C3-4012-914F-49AEFF19C8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7" name="Straight Connector 452">
              <a:extLst>
                <a:ext uri="{FF2B5EF4-FFF2-40B4-BE49-F238E27FC236}">
                  <a16:creationId xmlns:a16="http://schemas.microsoft.com/office/drawing/2014/main" id="{D6183417-F00E-4143-85AA-EF1E9C03DC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78" name="Hexagon 3601">
              <a:extLst>
                <a:ext uri="{FF2B5EF4-FFF2-40B4-BE49-F238E27FC236}">
                  <a16:creationId xmlns:a16="http://schemas.microsoft.com/office/drawing/2014/main" id="{C978A6DA-4CC4-4671-BF1F-BAFCCA292231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879" name="Hexagon 3601">
              <a:extLst>
                <a:ext uri="{FF2B5EF4-FFF2-40B4-BE49-F238E27FC236}">
                  <a16:creationId xmlns:a16="http://schemas.microsoft.com/office/drawing/2014/main" id="{E6153874-60C0-431E-9F25-FA9BBB4765EA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880" name="Straight Connector 452">
              <a:extLst>
                <a:ext uri="{FF2B5EF4-FFF2-40B4-BE49-F238E27FC236}">
                  <a16:creationId xmlns:a16="http://schemas.microsoft.com/office/drawing/2014/main" id="{FF3DDE75-D71D-4C0D-B854-AC7DC22D33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1" name="Straight Connector 452">
              <a:extLst>
                <a:ext uri="{FF2B5EF4-FFF2-40B4-BE49-F238E27FC236}">
                  <a16:creationId xmlns:a16="http://schemas.microsoft.com/office/drawing/2014/main" id="{E608F77C-3C9C-4396-9F2C-71B7CA29D282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2" name="Straight Connector 452">
              <a:extLst>
                <a:ext uri="{FF2B5EF4-FFF2-40B4-BE49-F238E27FC236}">
                  <a16:creationId xmlns:a16="http://schemas.microsoft.com/office/drawing/2014/main" id="{CAD1292C-B6C8-4E9A-B0D5-970D3173D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3" name="Straight Connector 452">
              <a:extLst>
                <a:ext uri="{FF2B5EF4-FFF2-40B4-BE49-F238E27FC236}">
                  <a16:creationId xmlns:a16="http://schemas.microsoft.com/office/drawing/2014/main" id="{7E0BFFD7-7BB3-40FA-9C8E-6E68B778D8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4" name="Straight Connector 452">
              <a:extLst>
                <a:ext uri="{FF2B5EF4-FFF2-40B4-BE49-F238E27FC236}">
                  <a16:creationId xmlns:a16="http://schemas.microsoft.com/office/drawing/2014/main" id="{780CFC7D-E580-47D5-AA09-F1F6C3A0F479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5" name="Straight Connector 452">
              <a:extLst>
                <a:ext uri="{FF2B5EF4-FFF2-40B4-BE49-F238E27FC236}">
                  <a16:creationId xmlns:a16="http://schemas.microsoft.com/office/drawing/2014/main" id="{79FAC466-0C26-4F6B-AC5B-70B7A701E55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6" name="Straight Connector 452">
              <a:extLst>
                <a:ext uri="{FF2B5EF4-FFF2-40B4-BE49-F238E27FC236}">
                  <a16:creationId xmlns:a16="http://schemas.microsoft.com/office/drawing/2014/main" id="{61183980-F946-4949-B9E8-AF86DBA9A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7" name="Straight Connector 452">
              <a:extLst>
                <a:ext uri="{FF2B5EF4-FFF2-40B4-BE49-F238E27FC236}">
                  <a16:creationId xmlns:a16="http://schemas.microsoft.com/office/drawing/2014/main" id="{DBB94849-643E-4498-9B4F-3FFECFE283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8" name="Straight Connector 452">
              <a:extLst>
                <a:ext uri="{FF2B5EF4-FFF2-40B4-BE49-F238E27FC236}">
                  <a16:creationId xmlns:a16="http://schemas.microsoft.com/office/drawing/2014/main" id="{1C6AB40F-F98F-49F1-9144-C8D6F4CA4B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9" name="Straight Connector 452">
              <a:extLst>
                <a:ext uri="{FF2B5EF4-FFF2-40B4-BE49-F238E27FC236}">
                  <a16:creationId xmlns:a16="http://schemas.microsoft.com/office/drawing/2014/main" id="{C224A379-2687-4280-A087-53AC666201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0" name="Straight Connector 452">
              <a:extLst>
                <a:ext uri="{FF2B5EF4-FFF2-40B4-BE49-F238E27FC236}">
                  <a16:creationId xmlns:a16="http://schemas.microsoft.com/office/drawing/2014/main" id="{C2D766AD-C6DD-4841-8D93-78C93CF467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1" name="Straight Connector 452">
              <a:extLst>
                <a:ext uri="{FF2B5EF4-FFF2-40B4-BE49-F238E27FC236}">
                  <a16:creationId xmlns:a16="http://schemas.microsoft.com/office/drawing/2014/main" id="{BF491D45-87F5-4BAA-B562-93CC5730FD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2" name="Straight Connector 452">
              <a:extLst>
                <a:ext uri="{FF2B5EF4-FFF2-40B4-BE49-F238E27FC236}">
                  <a16:creationId xmlns:a16="http://schemas.microsoft.com/office/drawing/2014/main" id="{BC7919B3-6CA4-482D-A8EB-52FAA871E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3" name="Straight Connector 452">
              <a:extLst>
                <a:ext uri="{FF2B5EF4-FFF2-40B4-BE49-F238E27FC236}">
                  <a16:creationId xmlns:a16="http://schemas.microsoft.com/office/drawing/2014/main" id="{C8C19ACA-1A54-4817-8311-DFE495856E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Straight Connector 452">
              <a:extLst>
                <a:ext uri="{FF2B5EF4-FFF2-40B4-BE49-F238E27FC236}">
                  <a16:creationId xmlns:a16="http://schemas.microsoft.com/office/drawing/2014/main" id="{0E6791A3-1158-46FE-B86D-B5411EBBE2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5" name="Straight Connector 452">
              <a:extLst>
                <a:ext uri="{FF2B5EF4-FFF2-40B4-BE49-F238E27FC236}">
                  <a16:creationId xmlns:a16="http://schemas.microsoft.com/office/drawing/2014/main" id="{CECA8B87-9A8F-4299-AF54-1C7D1494F8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6" name="Straight Connector 452">
              <a:extLst>
                <a:ext uri="{FF2B5EF4-FFF2-40B4-BE49-F238E27FC236}">
                  <a16:creationId xmlns:a16="http://schemas.microsoft.com/office/drawing/2014/main" id="{A62D22B4-E802-4BA9-B065-F22C43629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B812BAD3-314F-4FA6-BA07-11F65F8529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8" name="Straight Connector 452">
              <a:extLst>
                <a:ext uri="{FF2B5EF4-FFF2-40B4-BE49-F238E27FC236}">
                  <a16:creationId xmlns:a16="http://schemas.microsoft.com/office/drawing/2014/main" id="{398D418D-C649-4916-A9BE-DA61799AEF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9" name="Straight Connector 452">
              <a:extLst>
                <a:ext uri="{FF2B5EF4-FFF2-40B4-BE49-F238E27FC236}">
                  <a16:creationId xmlns:a16="http://schemas.microsoft.com/office/drawing/2014/main" id="{2BCA79C8-A8CA-417E-BB2B-2B33AF3D3867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FA49CA3A-C4EE-4246-A6C0-07BA2C79DC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1" name="Straight Connector 452">
              <a:extLst>
                <a:ext uri="{FF2B5EF4-FFF2-40B4-BE49-F238E27FC236}">
                  <a16:creationId xmlns:a16="http://schemas.microsoft.com/office/drawing/2014/main" id="{3C405CBB-D6B7-4DE3-8ED1-4F4518C740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2" name="Straight Connector 452">
              <a:extLst>
                <a:ext uri="{FF2B5EF4-FFF2-40B4-BE49-F238E27FC236}">
                  <a16:creationId xmlns:a16="http://schemas.microsoft.com/office/drawing/2014/main" id="{2B4C3CE6-8CB4-4397-9A97-6F216FB84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3" name="Straight Connector 452">
              <a:extLst>
                <a:ext uri="{FF2B5EF4-FFF2-40B4-BE49-F238E27FC236}">
                  <a16:creationId xmlns:a16="http://schemas.microsoft.com/office/drawing/2014/main" id="{AA9736E2-8995-432B-BE0D-424A097DD809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4" name="Straight Connector 452">
              <a:extLst>
                <a:ext uri="{FF2B5EF4-FFF2-40B4-BE49-F238E27FC236}">
                  <a16:creationId xmlns:a16="http://schemas.microsoft.com/office/drawing/2014/main" id="{B3A49CA0-D8DB-459D-A7BA-D69AFB4B92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5" name="Hexagon 3601">
              <a:extLst>
                <a:ext uri="{FF2B5EF4-FFF2-40B4-BE49-F238E27FC236}">
                  <a16:creationId xmlns:a16="http://schemas.microsoft.com/office/drawing/2014/main" id="{EC65ED8A-73A0-4882-A9CA-F1BA69F2B70B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75984D2F-CDA9-43AD-B557-F22762C3D0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7" name="Straight Connector 452">
              <a:extLst>
                <a:ext uri="{FF2B5EF4-FFF2-40B4-BE49-F238E27FC236}">
                  <a16:creationId xmlns:a16="http://schemas.microsoft.com/office/drawing/2014/main" id="{C93796DC-1730-47BF-AC65-7E5DE9C871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254453A1-4905-47B3-924B-BABB9391CC53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9" name="Straight Connector 452">
              <a:extLst>
                <a:ext uri="{FF2B5EF4-FFF2-40B4-BE49-F238E27FC236}">
                  <a16:creationId xmlns:a16="http://schemas.microsoft.com/office/drawing/2014/main" id="{DA54F867-67EF-4AE1-9864-EC0751A784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A3B7F142-DF0C-47C7-9668-7F1A5349F4E0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1" name="Straight Connector 452">
              <a:extLst>
                <a:ext uri="{FF2B5EF4-FFF2-40B4-BE49-F238E27FC236}">
                  <a16:creationId xmlns:a16="http://schemas.microsoft.com/office/drawing/2014/main" id="{80F6DCEE-A542-41AF-B4AC-8AC44A9035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9DDAC44C-92BB-4143-8E89-0D57BBBD92DF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3" name="Straight Connector 452">
              <a:extLst>
                <a:ext uri="{FF2B5EF4-FFF2-40B4-BE49-F238E27FC236}">
                  <a16:creationId xmlns:a16="http://schemas.microsoft.com/office/drawing/2014/main" id="{A9AB07BC-B14C-4C53-B2EF-B5DE282493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4" name="Straight Connector 452">
              <a:extLst>
                <a:ext uri="{FF2B5EF4-FFF2-40B4-BE49-F238E27FC236}">
                  <a16:creationId xmlns:a16="http://schemas.microsoft.com/office/drawing/2014/main" id="{ED147213-2396-4842-83E9-5A66DBE06F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452">
              <a:extLst>
                <a:ext uri="{FF2B5EF4-FFF2-40B4-BE49-F238E27FC236}">
                  <a16:creationId xmlns:a16="http://schemas.microsoft.com/office/drawing/2014/main" id="{34074074-65DF-4E92-8150-012539D8A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6" name="Straight Connector 452">
              <a:extLst>
                <a:ext uri="{FF2B5EF4-FFF2-40B4-BE49-F238E27FC236}">
                  <a16:creationId xmlns:a16="http://schemas.microsoft.com/office/drawing/2014/main" id="{0D3696E0-EED7-452E-B59E-540A32DCD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Straight Connector 452">
              <a:extLst>
                <a:ext uri="{FF2B5EF4-FFF2-40B4-BE49-F238E27FC236}">
                  <a16:creationId xmlns:a16="http://schemas.microsoft.com/office/drawing/2014/main" id="{1CEF130F-DB2D-46C2-838D-4E109B6837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8" name="Straight Connector 452">
              <a:extLst>
                <a:ext uri="{FF2B5EF4-FFF2-40B4-BE49-F238E27FC236}">
                  <a16:creationId xmlns:a16="http://schemas.microsoft.com/office/drawing/2014/main" id="{1F007151-6630-41AB-98A4-E246C1BA5F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9" name="Straight Connector 452">
              <a:extLst>
                <a:ext uri="{FF2B5EF4-FFF2-40B4-BE49-F238E27FC236}">
                  <a16:creationId xmlns:a16="http://schemas.microsoft.com/office/drawing/2014/main" id="{26FD76CC-3AF7-43CD-B978-C2E1564D6F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0" name="Straight Connector 452">
              <a:extLst>
                <a:ext uri="{FF2B5EF4-FFF2-40B4-BE49-F238E27FC236}">
                  <a16:creationId xmlns:a16="http://schemas.microsoft.com/office/drawing/2014/main" id="{4C6AFCF1-6AC3-423C-8FC6-0FCE424920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1" name="Straight Connector 452">
              <a:extLst>
                <a:ext uri="{FF2B5EF4-FFF2-40B4-BE49-F238E27FC236}">
                  <a16:creationId xmlns:a16="http://schemas.microsoft.com/office/drawing/2014/main" id="{D4834C54-4A72-45EB-A61A-0E69F1453807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2" name="Straight Connector 452">
              <a:extLst>
                <a:ext uri="{FF2B5EF4-FFF2-40B4-BE49-F238E27FC236}">
                  <a16:creationId xmlns:a16="http://schemas.microsoft.com/office/drawing/2014/main" id="{E37212A2-9892-4824-88FA-4B26679F4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3" name="Straight Connector 452">
              <a:extLst>
                <a:ext uri="{FF2B5EF4-FFF2-40B4-BE49-F238E27FC236}">
                  <a16:creationId xmlns:a16="http://schemas.microsoft.com/office/drawing/2014/main" id="{C532E3B4-BF38-4BA7-B1D1-297A6D8081DD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4" name="Straight Connector 452">
              <a:extLst>
                <a:ext uri="{FF2B5EF4-FFF2-40B4-BE49-F238E27FC236}">
                  <a16:creationId xmlns:a16="http://schemas.microsoft.com/office/drawing/2014/main" id="{4E858505-F528-403B-8CB4-CAF368994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5" name="Straight Connector 452">
              <a:extLst>
                <a:ext uri="{FF2B5EF4-FFF2-40B4-BE49-F238E27FC236}">
                  <a16:creationId xmlns:a16="http://schemas.microsoft.com/office/drawing/2014/main" id="{AF24FCDB-CDF0-4337-9B87-ACEC7C76E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6" name="Straight Connector 452">
              <a:extLst>
                <a:ext uri="{FF2B5EF4-FFF2-40B4-BE49-F238E27FC236}">
                  <a16:creationId xmlns:a16="http://schemas.microsoft.com/office/drawing/2014/main" id="{FA8AC390-C4AD-45AB-8B6E-4E18372AE4E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7" name="Straight Connector 452">
              <a:extLst>
                <a:ext uri="{FF2B5EF4-FFF2-40B4-BE49-F238E27FC236}">
                  <a16:creationId xmlns:a16="http://schemas.microsoft.com/office/drawing/2014/main" id="{B64BE91F-ADAB-4C81-B9D4-6FE526EFBD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28" name="Straight Connector 452">
              <a:extLst>
                <a:ext uri="{FF2B5EF4-FFF2-40B4-BE49-F238E27FC236}">
                  <a16:creationId xmlns:a16="http://schemas.microsoft.com/office/drawing/2014/main" id="{02F3DBA3-7250-464B-909D-04BF5E19D0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9" name="Straight Connector 452">
              <a:extLst>
                <a:ext uri="{FF2B5EF4-FFF2-40B4-BE49-F238E27FC236}">
                  <a16:creationId xmlns:a16="http://schemas.microsoft.com/office/drawing/2014/main" id="{0DD02137-4633-4A3B-85CB-6A40538C3E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0" name="Straight Connector 452">
              <a:extLst>
                <a:ext uri="{FF2B5EF4-FFF2-40B4-BE49-F238E27FC236}">
                  <a16:creationId xmlns:a16="http://schemas.microsoft.com/office/drawing/2014/main" id="{D3942990-02D7-400F-A745-FE8858C945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9461" y="1224679"/>
              <a:ext cx="699724" cy="28233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1" name="Straight Connector 452">
              <a:extLst>
                <a:ext uri="{FF2B5EF4-FFF2-40B4-BE49-F238E27FC236}">
                  <a16:creationId xmlns:a16="http://schemas.microsoft.com/office/drawing/2014/main" id="{BCF01A2C-C3A7-4940-9340-31C88E4F32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352" y="1234157"/>
              <a:ext cx="454147" cy="2051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2" name="Straight Connector 452">
              <a:extLst>
                <a:ext uri="{FF2B5EF4-FFF2-40B4-BE49-F238E27FC236}">
                  <a16:creationId xmlns:a16="http://schemas.microsoft.com/office/drawing/2014/main" id="{D4907022-EF71-439C-AE76-A69F9D90B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471" y="1231097"/>
              <a:ext cx="15028" cy="19452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3" name="Straight Connector 452">
              <a:extLst>
                <a:ext uri="{FF2B5EF4-FFF2-40B4-BE49-F238E27FC236}">
                  <a16:creationId xmlns:a16="http://schemas.microsoft.com/office/drawing/2014/main" id="{9E30DFB0-905A-43E8-B395-B5DAD42305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321" y="1149539"/>
              <a:ext cx="316755" cy="695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4" name="Straight Connector 452">
              <a:extLst>
                <a:ext uri="{FF2B5EF4-FFF2-40B4-BE49-F238E27FC236}">
                  <a16:creationId xmlns:a16="http://schemas.microsoft.com/office/drawing/2014/main" id="{BBFE9338-6E8F-46A6-B7C8-4E83E9A9E7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5" name="Straight Connector 452">
              <a:extLst>
                <a:ext uri="{FF2B5EF4-FFF2-40B4-BE49-F238E27FC236}">
                  <a16:creationId xmlns:a16="http://schemas.microsoft.com/office/drawing/2014/main" id="{1F2EB28B-3031-4BE3-91BD-B168DD41F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6" name="Straight Connector 452">
              <a:extLst>
                <a:ext uri="{FF2B5EF4-FFF2-40B4-BE49-F238E27FC236}">
                  <a16:creationId xmlns:a16="http://schemas.microsoft.com/office/drawing/2014/main" id="{8ED8391C-EB90-4C9A-B316-79B71E6DF6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7" name="Straight Connector 452">
              <a:extLst>
                <a:ext uri="{FF2B5EF4-FFF2-40B4-BE49-F238E27FC236}">
                  <a16:creationId xmlns:a16="http://schemas.microsoft.com/office/drawing/2014/main" id="{22198E43-C3CD-40CE-8ABC-040452057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8" name="Straight Connector 452">
              <a:extLst>
                <a:ext uri="{FF2B5EF4-FFF2-40B4-BE49-F238E27FC236}">
                  <a16:creationId xmlns:a16="http://schemas.microsoft.com/office/drawing/2014/main" id="{AD3F7A15-CE09-4F44-806B-B82B08DF53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9" name="Straight Connector 452">
              <a:extLst>
                <a:ext uri="{FF2B5EF4-FFF2-40B4-BE49-F238E27FC236}">
                  <a16:creationId xmlns:a16="http://schemas.microsoft.com/office/drawing/2014/main" id="{3C49A17D-AD09-45DE-A86A-71A5B8B53CCD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0" name="Straight Connector 452">
              <a:extLst>
                <a:ext uri="{FF2B5EF4-FFF2-40B4-BE49-F238E27FC236}">
                  <a16:creationId xmlns:a16="http://schemas.microsoft.com/office/drawing/2014/main" id="{A8939A32-2AD2-465E-B276-36A37783EE2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1" name="Straight Connector 452">
              <a:extLst>
                <a:ext uri="{FF2B5EF4-FFF2-40B4-BE49-F238E27FC236}">
                  <a16:creationId xmlns:a16="http://schemas.microsoft.com/office/drawing/2014/main" id="{813474A8-903C-4585-8591-EB6A934EF499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2" name="Straight Connector 452">
              <a:extLst>
                <a:ext uri="{FF2B5EF4-FFF2-40B4-BE49-F238E27FC236}">
                  <a16:creationId xmlns:a16="http://schemas.microsoft.com/office/drawing/2014/main" id="{98C4D4D3-02D2-4409-9F51-85AD6B5BE8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3" name="Straight Connector 452">
              <a:extLst>
                <a:ext uri="{FF2B5EF4-FFF2-40B4-BE49-F238E27FC236}">
                  <a16:creationId xmlns:a16="http://schemas.microsoft.com/office/drawing/2014/main" id="{D40A77CC-261E-42F0-8269-0338C5959DDC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4" name="Straight Connector 452">
              <a:extLst>
                <a:ext uri="{FF2B5EF4-FFF2-40B4-BE49-F238E27FC236}">
                  <a16:creationId xmlns:a16="http://schemas.microsoft.com/office/drawing/2014/main" id="{88845678-20CA-4FF0-88DD-2969E9534B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5" name="Straight Connector 452">
              <a:extLst>
                <a:ext uri="{FF2B5EF4-FFF2-40B4-BE49-F238E27FC236}">
                  <a16:creationId xmlns:a16="http://schemas.microsoft.com/office/drawing/2014/main" id="{AC4C0B4C-8F60-40E8-889B-381CE3F65A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46" name="Straight Connector 452">
              <a:extLst>
                <a:ext uri="{FF2B5EF4-FFF2-40B4-BE49-F238E27FC236}">
                  <a16:creationId xmlns:a16="http://schemas.microsoft.com/office/drawing/2014/main" id="{12CA26C2-D8EE-4E35-8978-334C247CF157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7" name="Straight Connector 452">
              <a:extLst>
                <a:ext uri="{FF2B5EF4-FFF2-40B4-BE49-F238E27FC236}">
                  <a16:creationId xmlns:a16="http://schemas.microsoft.com/office/drawing/2014/main" id="{0F209615-75E6-4AFA-B577-1108AEE23F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8" name="Straight Connector 452">
              <a:extLst>
                <a:ext uri="{FF2B5EF4-FFF2-40B4-BE49-F238E27FC236}">
                  <a16:creationId xmlns:a16="http://schemas.microsoft.com/office/drawing/2014/main" id="{2426A1E5-9C81-4CE7-BB57-1A939C420D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E8C02357-1D12-4ED4-984B-B7A515DE51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0" name="Straight Connector 452">
              <a:extLst>
                <a:ext uri="{FF2B5EF4-FFF2-40B4-BE49-F238E27FC236}">
                  <a16:creationId xmlns:a16="http://schemas.microsoft.com/office/drawing/2014/main" id="{97F64D1B-6878-4DA7-8337-1361843177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F82D026D-9C58-48AD-B7CE-C49ED45CB2E4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2" name="Straight Connector 452">
              <a:extLst>
                <a:ext uri="{FF2B5EF4-FFF2-40B4-BE49-F238E27FC236}">
                  <a16:creationId xmlns:a16="http://schemas.microsoft.com/office/drawing/2014/main" id="{9DA2017A-523F-4529-B8FB-8B6B03EE2A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3" name="Straight Connector 452">
              <a:extLst>
                <a:ext uri="{FF2B5EF4-FFF2-40B4-BE49-F238E27FC236}">
                  <a16:creationId xmlns:a16="http://schemas.microsoft.com/office/drawing/2014/main" id="{A16AA989-FC94-43B8-AF88-FAA84C553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FE8A170D-1775-41A8-AFAF-9FB9C58A43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5" name="Straight Connector 452">
              <a:extLst>
                <a:ext uri="{FF2B5EF4-FFF2-40B4-BE49-F238E27FC236}">
                  <a16:creationId xmlns:a16="http://schemas.microsoft.com/office/drawing/2014/main" id="{0DA27AD6-EE7D-469B-BFEC-9CAC3E0393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11DD15B7-C8D2-439D-9696-A0FF334FE6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57" name="Straight Connector 452">
              <a:extLst>
                <a:ext uri="{FF2B5EF4-FFF2-40B4-BE49-F238E27FC236}">
                  <a16:creationId xmlns:a16="http://schemas.microsoft.com/office/drawing/2014/main" id="{4D4E0349-5BA5-4A5E-97D3-FC5BD47A2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1097A6F5-8FAF-40DA-9D63-DE0B61BE8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9" name="Straight Connector 452">
              <a:extLst>
                <a:ext uri="{FF2B5EF4-FFF2-40B4-BE49-F238E27FC236}">
                  <a16:creationId xmlns:a16="http://schemas.microsoft.com/office/drawing/2014/main" id="{78A9A8DD-EE17-4E2E-9077-AC5DCCD445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2E2F3A40-71E7-49B5-9444-0E0BF7AA8B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1" name="Straight Connector 452">
              <a:extLst>
                <a:ext uri="{FF2B5EF4-FFF2-40B4-BE49-F238E27FC236}">
                  <a16:creationId xmlns:a16="http://schemas.microsoft.com/office/drawing/2014/main" id="{D0C40642-3ACF-4C2A-8608-8402F56A54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B66FE734-0004-4CA2-861D-8CBDF628A1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3" name="Straight Connector 452">
              <a:extLst>
                <a:ext uri="{FF2B5EF4-FFF2-40B4-BE49-F238E27FC236}">
                  <a16:creationId xmlns:a16="http://schemas.microsoft.com/office/drawing/2014/main" id="{DAB1E8CE-408F-4193-B7ED-8BE6ED8744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4" name="Straight Connector 452">
              <a:extLst>
                <a:ext uri="{FF2B5EF4-FFF2-40B4-BE49-F238E27FC236}">
                  <a16:creationId xmlns:a16="http://schemas.microsoft.com/office/drawing/2014/main" id="{A365D84C-36AD-44CB-925C-B875B29A26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5" name="Straight Connector 452">
              <a:extLst>
                <a:ext uri="{FF2B5EF4-FFF2-40B4-BE49-F238E27FC236}">
                  <a16:creationId xmlns:a16="http://schemas.microsoft.com/office/drawing/2014/main" id="{758C5704-C3D7-4B3A-920F-8191E6D558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E69E7C8E-3E5B-4BF5-9B38-328127B14C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6C2B014C-F2AE-4841-BE5A-0678BC604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8" name="Straight Connector 452">
              <a:extLst>
                <a:ext uri="{FF2B5EF4-FFF2-40B4-BE49-F238E27FC236}">
                  <a16:creationId xmlns:a16="http://schemas.microsoft.com/office/drawing/2014/main" id="{F2F4D92F-560D-4E32-8843-C06E1D1259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9D6883B7-E935-4CB8-A37B-C7E589737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1C9B478F-8B88-487B-B7DB-9F01336944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1" name="Straight Connector 452">
              <a:extLst>
                <a:ext uri="{FF2B5EF4-FFF2-40B4-BE49-F238E27FC236}">
                  <a16:creationId xmlns:a16="http://schemas.microsoft.com/office/drawing/2014/main" id="{D21AE51E-09E4-4BF4-B020-5BBD0E0EF9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5130838F-8D44-40B2-9EBE-4BE91DBB5C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3" name="Straight Connector 452">
              <a:extLst>
                <a:ext uri="{FF2B5EF4-FFF2-40B4-BE49-F238E27FC236}">
                  <a16:creationId xmlns:a16="http://schemas.microsoft.com/office/drawing/2014/main" id="{B1F21699-2A4D-41A0-AA72-AA7BA72943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31293984-4F1F-4EE9-9335-E4D5A88C3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5" name="Straight Connector 452">
              <a:extLst>
                <a:ext uri="{FF2B5EF4-FFF2-40B4-BE49-F238E27FC236}">
                  <a16:creationId xmlns:a16="http://schemas.microsoft.com/office/drawing/2014/main" id="{B16C41BC-8C4B-42E0-ADD1-DF05F8FD99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6" name="Straight Connector 452">
              <a:extLst>
                <a:ext uri="{FF2B5EF4-FFF2-40B4-BE49-F238E27FC236}">
                  <a16:creationId xmlns:a16="http://schemas.microsoft.com/office/drawing/2014/main" id="{D98AF569-635A-42B7-8A30-F4269D5618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EADFE31C-94B9-4712-985C-0613338AF421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78" name="Straight Connector 452">
              <a:extLst>
                <a:ext uri="{FF2B5EF4-FFF2-40B4-BE49-F238E27FC236}">
                  <a16:creationId xmlns:a16="http://schemas.microsoft.com/office/drawing/2014/main" id="{61891C95-BBF3-42F3-ABDB-94D861450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9" name="Straight Connector 452">
              <a:extLst>
                <a:ext uri="{FF2B5EF4-FFF2-40B4-BE49-F238E27FC236}">
                  <a16:creationId xmlns:a16="http://schemas.microsoft.com/office/drawing/2014/main" id="{8301C50F-7181-40F6-A115-D435D8EE1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7E956DF8-7B45-4339-97C4-853DEB25AC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1" name="Straight Connector 452">
              <a:extLst>
                <a:ext uri="{FF2B5EF4-FFF2-40B4-BE49-F238E27FC236}">
                  <a16:creationId xmlns:a16="http://schemas.microsoft.com/office/drawing/2014/main" id="{30DF53F2-4D9B-4CDE-8039-4617E48859EB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E63D3170-4B57-4D56-9FA4-314B63D62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3" name="Straight Connector 452">
              <a:extLst>
                <a:ext uri="{FF2B5EF4-FFF2-40B4-BE49-F238E27FC236}">
                  <a16:creationId xmlns:a16="http://schemas.microsoft.com/office/drawing/2014/main" id="{9BF95D58-8C09-4963-9095-16192F1F94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D58D2CAB-9FF2-4BAB-9903-E4D6D3162F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5" name="Straight Connector 452">
              <a:extLst>
                <a:ext uri="{FF2B5EF4-FFF2-40B4-BE49-F238E27FC236}">
                  <a16:creationId xmlns:a16="http://schemas.microsoft.com/office/drawing/2014/main" id="{DF8C04EE-5653-456C-8BDA-0C5CAF605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46AC9259-18F4-491D-8FB9-37B97B80D9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7" name="Straight Connector 452">
              <a:extLst>
                <a:ext uri="{FF2B5EF4-FFF2-40B4-BE49-F238E27FC236}">
                  <a16:creationId xmlns:a16="http://schemas.microsoft.com/office/drawing/2014/main" id="{27D0FF62-A9E2-4A93-AFDA-854C42A63A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8" name="Straight Connector 452">
              <a:extLst>
                <a:ext uri="{FF2B5EF4-FFF2-40B4-BE49-F238E27FC236}">
                  <a16:creationId xmlns:a16="http://schemas.microsoft.com/office/drawing/2014/main" id="{348234B6-944E-4FFF-8B91-0EF887E2B25D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D9F17D13-7FB0-4296-970D-5EB8DF45B8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0" name="Straight Connector 452">
              <a:extLst>
                <a:ext uri="{FF2B5EF4-FFF2-40B4-BE49-F238E27FC236}">
                  <a16:creationId xmlns:a16="http://schemas.microsoft.com/office/drawing/2014/main" id="{961DAC55-D395-4377-BFA5-401F644D78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BCDD99FB-B039-4798-A1C7-D3722CDC3E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452">
              <a:extLst>
                <a:ext uri="{FF2B5EF4-FFF2-40B4-BE49-F238E27FC236}">
                  <a16:creationId xmlns:a16="http://schemas.microsoft.com/office/drawing/2014/main" id="{9D9CB406-7942-4E45-9120-AA44C5D6B6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72241AD2-1472-41EB-AB9B-E055BF2985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452">
              <a:extLst>
                <a:ext uri="{FF2B5EF4-FFF2-40B4-BE49-F238E27FC236}">
                  <a16:creationId xmlns:a16="http://schemas.microsoft.com/office/drawing/2014/main" id="{F371D198-04A1-4C5F-8F18-9F06D02AA8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8480CE38-BC9D-4141-9635-6FDA345BE3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6" name="Straight Connector 452">
              <a:extLst>
                <a:ext uri="{FF2B5EF4-FFF2-40B4-BE49-F238E27FC236}">
                  <a16:creationId xmlns:a16="http://schemas.microsoft.com/office/drawing/2014/main" id="{F299E724-1344-4790-AA9A-A9983BE446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DD0A4727-C1AB-4464-AC11-220F71398A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8" name="Straight Connector 452">
              <a:extLst>
                <a:ext uri="{FF2B5EF4-FFF2-40B4-BE49-F238E27FC236}">
                  <a16:creationId xmlns:a16="http://schemas.microsoft.com/office/drawing/2014/main" id="{6DC4DCD0-77E2-4C94-913E-90CBB8293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AC0C3912-4F46-4209-9470-A07080CE5C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452">
              <a:extLst>
                <a:ext uri="{FF2B5EF4-FFF2-40B4-BE49-F238E27FC236}">
                  <a16:creationId xmlns:a16="http://schemas.microsoft.com/office/drawing/2014/main" id="{B5181E5E-934A-42C1-BBAB-4440208B00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7A281355-E9C3-4972-890E-93105182D5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2" name="Straight Connector 452">
              <a:extLst>
                <a:ext uri="{FF2B5EF4-FFF2-40B4-BE49-F238E27FC236}">
                  <a16:creationId xmlns:a16="http://schemas.microsoft.com/office/drawing/2014/main" id="{50173C29-1F8C-4536-86CD-760618B203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" name="Straight Connector 452">
              <a:extLst>
                <a:ext uri="{FF2B5EF4-FFF2-40B4-BE49-F238E27FC236}">
                  <a16:creationId xmlns:a16="http://schemas.microsoft.com/office/drawing/2014/main" id="{6F7AEF5E-6797-4838-A82E-25CB95D83C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5ED6AEB4-4328-4873-ADD9-3FA56DB377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391B248-1821-4A45-BA7F-C68EDD8D8A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6" name="Straight Connector 452">
              <a:extLst>
                <a:ext uri="{FF2B5EF4-FFF2-40B4-BE49-F238E27FC236}">
                  <a16:creationId xmlns:a16="http://schemas.microsoft.com/office/drawing/2014/main" id="{070A65EF-5D7F-47AF-8D4E-33DF972A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853" y="5748055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E17AE3B5-45E0-4D7F-8813-529C6F7CC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1788" y="5626228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8" name="Straight Connector 452">
              <a:extLst>
                <a:ext uri="{FF2B5EF4-FFF2-40B4-BE49-F238E27FC236}">
                  <a16:creationId xmlns:a16="http://schemas.microsoft.com/office/drawing/2014/main" id="{516CFE74-C023-4DD3-A82B-67D816F3D7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0299A038-968B-4F5C-B737-EAF070619B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13A01E78-3E35-4B01-8353-4B69C53DDA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452">
              <a:extLst>
                <a:ext uri="{FF2B5EF4-FFF2-40B4-BE49-F238E27FC236}">
                  <a16:creationId xmlns:a16="http://schemas.microsoft.com/office/drawing/2014/main" id="{0B5FCB87-47ED-48C1-8753-1E6FF72A2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452">
              <a:extLst>
                <a:ext uri="{FF2B5EF4-FFF2-40B4-BE49-F238E27FC236}">
                  <a16:creationId xmlns:a16="http://schemas.microsoft.com/office/drawing/2014/main" id="{26B5A598-3F9E-4BAC-BEA7-ACDC5673D66A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82DAAB5-306F-4B9F-98CD-212B65DCEC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1401" y="6185704"/>
              <a:ext cx="226670" cy="90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452">
              <a:extLst>
                <a:ext uri="{FF2B5EF4-FFF2-40B4-BE49-F238E27FC236}">
                  <a16:creationId xmlns:a16="http://schemas.microsoft.com/office/drawing/2014/main" id="{6AF7E93C-C33F-43BE-AAEF-FA51A989B9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4478" y="6468028"/>
              <a:ext cx="279890" cy="7274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D2215EE6-4749-4CF9-A63C-1B43CF8854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6" name="Straight Connector 452">
              <a:extLst>
                <a:ext uri="{FF2B5EF4-FFF2-40B4-BE49-F238E27FC236}">
                  <a16:creationId xmlns:a16="http://schemas.microsoft.com/office/drawing/2014/main" id="{7E013F49-D79A-4316-A299-5C1CFE4196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9C5744EE-A690-4057-AD92-681894AC20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8" name="Straight Connector 452">
              <a:extLst>
                <a:ext uri="{FF2B5EF4-FFF2-40B4-BE49-F238E27FC236}">
                  <a16:creationId xmlns:a16="http://schemas.microsoft.com/office/drawing/2014/main" id="{63571FE1-23E3-4C68-8B69-CB66EB5020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9" name="Straight Connector 452">
              <a:extLst>
                <a:ext uri="{FF2B5EF4-FFF2-40B4-BE49-F238E27FC236}">
                  <a16:creationId xmlns:a16="http://schemas.microsoft.com/office/drawing/2014/main" id="{9D204B91-BDA6-46DC-9C27-818FCA38C919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AE18FCFC-BBE0-4ECB-8F3D-86657160D3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1" name="Straight Connector 452">
              <a:extLst>
                <a:ext uri="{FF2B5EF4-FFF2-40B4-BE49-F238E27FC236}">
                  <a16:creationId xmlns:a16="http://schemas.microsoft.com/office/drawing/2014/main" id="{24139BE9-61C5-40E9-9D12-5E54C152D8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2" name="Straight Connector 452">
              <a:extLst>
                <a:ext uri="{FF2B5EF4-FFF2-40B4-BE49-F238E27FC236}">
                  <a16:creationId xmlns:a16="http://schemas.microsoft.com/office/drawing/2014/main" id="{1F774A75-A5AA-4A39-AE3C-740EBB9BC5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3" name="Straight Connector 452">
              <a:extLst>
                <a:ext uri="{FF2B5EF4-FFF2-40B4-BE49-F238E27FC236}">
                  <a16:creationId xmlns:a16="http://schemas.microsoft.com/office/drawing/2014/main" id="{A59219B0-004A-4A03-AD79-186BC29F51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7D6B99C4-831C-4E88-A148-69F9DAD557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452">
              <a:extLst>
                <a:ext uri="{FF2B5EF4-FFF2-40B4-BE49-F238E27FC236}">
                  <a16:creationId xmlns:a16="http://schemas.microsoft.com/office/drawing/2014/main" id="{24F9D0C0-7676-4BDE-89AF-09A41BEC48EF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452">
              <a:extLst>
                <a:ext uri="{FF2B5EF4-FFF2-40B4-BE49-F238E27FC236}">
                  <a16:creationId xmlns:a16="http://schemas.microsoft.com/office/drawing/2014/main" id="{65604BFC-7160-49CD-86D0-4AE85B73C4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7" name="Straight Connector 452">
              <a:extLst>
                <a:ext uri="{FF2B5EF4-FFF2-40B4-BE49-F238E27FC236}">
                  <a16:creationId xmlns:a16="http://schemas.microsoft.com/office/drawing/2014/main" id="{91509028-952D-4C88-B368-D52AC60F84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452">
              <a:extLst>
                <a:ext uri="{FF2B5EF4-FFF2-40B4-BE49-F238E27FC236}">
                  <a16:creationId xmlns:a16="http://schemas.microsoft.com/office/drawing/2014/main" id="{2D6C83E2-8B86-490B-A0E0-5B83750A67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452">
              <a:extLst>
                <a:ext uri="{FF2B5EF4-FFF2-40B4-BE49-F238E27FC236}">
                  <a16:creationId xmlns:a16="http://schemas.microsoft.com/office/drawing/2014/main" id="{7571FCC9-8E05-4A99-BF13-698A928F1A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E3F2CAAA-2155-459E-9A16-0F61D37DE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452">
              <a:extLst>
                <a:ext uri="{FF2B5EF4-FFF2-40B4-BE49-F238E27FC236}">
                  <a16:creationId xmlns:a16="http://schemas.microsoft.com/office/drawing/2014/main" id="{E985FE1F-04C4-4909-90AC-98E366C884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2" name="Straight Connector 452">
              <a:extLst>
                <a:ext uri="{FF2B5EF4-FFF2-40B4-BE49-F238E27FC236}">
                  <a16:creationId xmlns:a16="http://schemas.microsoft.com/office/drawing/2014/main" id="{C6C3A5AA-E8E3-484A-9EDF-5B246E7477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4D59E1F0-AF38-4747-9747-AB238CC959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4" name="Straight Connector 452">
              <a:extLst>
                <a:ext uri="{FF2B5EF4-FFF2-40B4-BE49-F238E27FC236}">
                  <a16:creationId xmlns:a16="http://schemas.microsoft.com/office/drawing/2014/main" id="{320C1987-64E7-449C-88D4-AF379B7CF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7F8712FE-CD75-410F-941C-E038462835F9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6" name="Straight Connector 452">
              <a:extLst>
                <a:ext uri="{FF2B5EF4-FFF2-40B4-BE49-F238E27FC236}">
                  <a16:creationId xmlns:a16="http://schemas.microsoft.com/office/drawing/2014/main" id="{102BA2F7-818B-465E-8F9C-2C6A5949B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17D8F84C-F853-4ABE-B526-34A1891793C3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DF39AB29-842C-4E2F-9622-70410B8A0C47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265537" cy="9067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452">
              <a:extLst>
                <a:ext uri="{FF2B5EF4-FFF2-40B4-BE49-F238E27FC236}">
                  <a16:creationId xmlns:a16="http://schemas.microsoft.com/office/drawing/2014/main" id="{9FA1A1F0-246B-4259-B64D-C8CB90861B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9986" y="5823850"/>
              <a:ext cx="7518" cy="181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1426FDBB-D499-49D8-A890-A53782C99A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1" name="Straight Connector 452">
              <a:extLst>
                <a:ext uri="{FF2B5EF4-FFF2-40B4-BE49-F238E27FC236}">
                  <a16:creationId xmlns:a16="http://schemas.microsoft.com/office/drawing/2014/main" id="{AE8DE54C-BF35-4B1A-A1AA-31ED580354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D45FFB31-B68A-4664-B69C-8D531E1184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8228" y="5359682"/>
              <a:ext cx="1184685" cy="4904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452">
              <a:extLst>
                <a:ext uri="{FF2B5EF4-FFF2-40B4-BE49-F238E27FC236}">
                  <a16:creationId xmlns:a16="http://schemas.microsoft.com/office/drawing/2014/main" id="{B475C0AE-EF87-43DF-913A-F4ADAEB8D628}"/>
                </a:ext>
              </a:extLst>
            </p:cNvPr>
            <p:cNvCxnSpPr>
              <a:cxnSpLocks/>
            </p:cNvCxnSpPr>
            <p:nvPr/>
          </p:nvCxnSpPr>
          <p:spPr>
            <a:xfrm>
              <a:off x="7520951" y="6192624"/>
              <a:ext cx="23094" cy="365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3632A8BD-474E-425C-9AB9-FABACE9422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5" name="Straight Connector 452">
              <a:extLst>
                <a:ext uri="{FF2B5EF4-FFF2-40B4-BE49-F238E27FC236}">
                  <a16:creationId xmlns:a16="http://schemas.microsoft.com/office/drawing/2014/main" id="{F639DE3F-90E8-4E1D-93B2-214E0D118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6" name="Straight Connector 452">
              <a:extLst>
                <a:ext uri="{FF2B5EF4-FFF2-40B4-BE49-F238E27FC236}">
                  <a16:creationId xmlns:a16="http://schemas.microsoft.com/office/drawing/2014/main" id="{62771F67-A0B2-4696-9B78-5AE49572EED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7" name="Straight Connector 452">
              <a:extLst>
                <a:ext uri="{FF2B5EF4-FFF2-40B4-BE49-F238E27FC236}">
                  <a16:creationId xmlns:a16="http://schemas.microsoft.com/office/drawing/2014/main" id="{3297CE33-9318-4850-B21B-FE8A24AE11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80DA2323-58A7-43A9-85A6-18B6803EF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452">
              <a:extLst>
                <a:ext uri="{FF2B5EF4-FFF2-40B4-BE49-F238E27FC236}">
                  <a16:creationId xmlns:a16="http://schemas.microsoft.com/office/drawing/2014/main" id="{F7BF34A7-1F53-479A-8209-06AD35B7A0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F7962E66-E973-4ABB-94AE-06FB0288D1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1" name="Straight Connector 452">
              <a:extLst>
                <a:ext uri="{FF2B5EF4-FFF2-40B4-BE49-F238E27FC236}">
                  <a16:creationId xmlns:a16="http://schemas.microsoft.com/office/drawing/2014/main" id="{D9F17884-88CE-44B2-B288-4957ADF5A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53197FC5-52C1-41B1-878B-26B93E86AF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3" name="Straight Connector 452">
              <a:extLst>
                <a:ext uri="{FF2B5EF4-FFF2-40B4-BE49-F238E27FC236}">
                  <a16:creationId xmlns:a16="http://schemas.microsoft.com/office/drawing/2014/main" id="{A0F644F3-C9C8-414B-81AA-FD113D276D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F3F61FB1-ED2C-4CF0-A0FE-DFBBE88E0A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5" name="Straight Connector 452">
              <a:extLst>
                <a:ext uri="{FF2B5EF4-FFF2-40B4-BE49-F238E27FC236}">
                  <a16:creationId xmlns:a16="http://schemas.microsoft.com/office/drawing/2014/main" id="{AE995C7B-C0BA-4293-8665-4C4252D6F8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972DB02C-4F51-4921-918D-27785A0953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771" y="5448020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452">
              <a:extLst>
                <a:ext uri="{FF2B5EF4-FFF2-40B4-BE49-F238E27FC236}">
                  <a16:creationId xmlns:a16="http://schemas.microsoft.com/office/drawing/2014/main" id="{AB09469C-385E-4077-A950-868AAC0291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BBBCE5A0-740C-4981-8794-AC48A4929D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0245" y="5724372"/>
              <a:ext cx="18673" cy="3858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9" name="Straight Connector 452">
              <a:extLst>
                <a:ext uri="{FF2B5EF4-FFF2-40B4-BE49-F238E27FC236}">
                  <a16:creationId xmlns:a16="http://schemas.microsoft.com/office/drawing/2014/main" id="{60E6A307-14FC-48EC-B64E-995B2CF7A0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3492" y="6096906"/>
              <a:ext cx="206943" cy="922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452">
              <a:extLst>
                <a:ext uri="{FF2B5EF4-FFF2-40B4-BE49-F238E27FC236}">
                  <a16:creationId xmlns:a16="http://schemas.microsoft.com/office/drawing/2014/main" id="{B105C2B7-1CC9-4893-B173-0B0064FF92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7159" y="6278139"/>
              <a:ext cx="16328" cy="2149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9583844-778C-4AAC-B072-A0E2035198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5998" y="6193742"/>
              <a:ext cx="224619" cy="8439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2" name="Straight Connector 452">
              <a:extLst>
                <a:ext uri="{FF2B5EF4-FFF2-40B4-BE49-F238E27FC236}">
                  <a16:creationId xmlns:a16="http://schemas.microsoft.com/office/drawing/2014/main" id="{C734F94F-DD1F-4358-A4C9-74C4A28E4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869" y="6260678"/>
              <a:ext cx="177956" cy="1582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7373DB0A-3288-49D1-B3D1-34FEF494CB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452">
              <a:extLst>
                <a:ext uri="{FF2B5EF4-FFF2-40B4-BE49-F238E27FC236}">
                  <a16:creationId xmlns:a16="http://schemas.microsoft.com/office/drawing/2014/main" id="{1AFE5359-9C8D-4982-AD67-59A73B4CDC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5" name="Straight Connector 452">
              <a:extLst>
                <a:ext uri="{FF2B5EF4-FFF2-40B4-BE49-F238E27FC236}">
                  <a16:creationId xmlns:a16="http://schemas.microsoft.com/office/drawing/2014/main" id="{4103D70F-128F-4E06-B1EE-AF0B31A483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1DA567A9-2A89-45E3-B9C7-52C08BEFC330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7" name="Straight Connector 452">
              <a:extLst>
                <a:ext uri="{FF2B5EF4-FFF2-40B4-BE49-F238E27FC236}">
                  <a16:creationId xmlns:a16="http://schemas.microsoft.com/office/drawing/2014/main" id="{AEE4A5A0-D8B9-4CB7-9E00-7F167D600251}"/>
                </a:ext>
              </a:extLst>
            </p:cNvPr>
            <p:cNvCxnSpPr>
              <a:cxnSpLocks/>
            </p:cNvCxnSpPr>
            <p:nvPr/>
          </p:nvCxnSpPr>
          <p:spPr>
            <a:xfrm>
              <a:off x="5876594" y="6443041"/>
              <a:ext cx="4597" cy="2163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6DEBAD70-0CD0-430E-A9C5-5E49C68BCA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0532" y="6373267"/>
              <a:ext cx="240510" cy="89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9" name="Straight Connector 452">
              <a:extLst>
                <a:ext uri="{FF2B5EF4-FFF2-40B4-BE49-F238E27FC236}">
                  <a16:creationId xmlns:a16="http://schemas.microsoft.com/office/drawing/2014/main" id="{239186A7-61E8-4CAB-9EE9-C097482AAB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0825" y="6378565"/>
              <a:ext cx="482485" cy="1881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00E9931E-B3C1-4B98-B9F0-D79C3CD0E9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8825" y="6281850"/>
              <a:ext cx="708899" cy="2823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452">
              <a:extLst>
                <a:ext uri="{FF2B5EF4-FFF2-40B4-BE49-F238E27FC236}">
                  <a16:creationId xmlns:a16="http://schemas.microsoft.com/office/drawing/2014/main" id="{88D90C8B-BD4B-4934-A942-BBC9DE098C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8523" y="6175393"/>
              <a:ext cx="215414" cy="115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3AC820E3-8B90-437D-B253-CF8E6F0AEC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9272" y="5998474"/>
              <a:ext cx="23548" cy="1884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3" name="Straight Connector 452">
              <a:extLst>
                <a:ext uri="{FF2B5EF4-FFF2-40B4-BE49-F238E27FC236}">
                  <a16:creationId xmlns:a16="http://schemas.microsoft.com/office/drawing/2014/main" id="{403F0584-5655-4073-BEC2-3E2E30BB7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884" y="5998474"/>
              <a:ext cx="230388" cy="984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2BEAA1AF-09F0-47A7-B2A6-43B75A5DFE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077581"/>
              <a:ext cx="31987" cy="2042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5" name="Straight Connector 452">
              <a:extLst>
                <a:ext uri="{FF2B5EF4-FFF2-40B4-BE49-F238E27FC236}">
                  <a16:creationId xmlns:a16="http://schemas.microsoft.com/office/drawing/2014/main" id="{C83808F5-023D-43D6-A1F4-44A652052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1356" y="6270091"/>
              <a:ext cx="241564" cy="1099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19C09AF7-788A-4D82-A72C-5B6A59B9C09F}"/>
                </a:ext>
              </a:extLst>
            </p:cNvPr>
            <p:cNvCxnSpPr>
              <a:cxnSpLocks/>
            </p:cNvCxnSpPr>
            <p:nvPr/>
          </p:nvCxnSpPr>
          <p:spPr>
            <a:xfrm>
              <a:off x="6327832" y="6273901"/>
              <a:ext cx="275067" cy="967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7" name="Straight Connector 452">
              <a:extLst>
                <a:ext uri="{FF2B5EF4-FFF2-40B4-BE49-F238E27FC236}">
                  <a16:creationId xmlns:a16="http://schemas.microsoft.com/office/drawing/2014/main" id="{CD2DC625-CBAB-47A4-9139-F998583BF7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6199440"/>
              <a:ext cx="284152" cy="693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452">
              <a:extLst>
                <a:ext uri="{FF2B5EF4-FFF2-40B4-BE49-F238E27FC236}">
                  <a16:creationId xmlns:a16="http://schemas.microsoft.com/office/drawing/2014/main" id="{9DE46DA4-BF57-43F3-B766-AA3AC4369064}"/>
                </a:ext>
              </a:extLst>
            </p:cNvPr>
            <p:cNvCxnSpPr>
              <a:cxnSpLocks/>
            </p:cNvCxnSpPr>
            <p:nvPr/>
          </p:nvCxnSpPr>
          <p:spPr>
            <a:xfrm>
              <a:off x="6605506" y="5998474"/>
              <a:ext cx="7608" cy="198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Straight Connector 452">
              <a:extLst>
                <a:ext uri="{FF2B5EF4-FFF2-40B4-BE49-F238E27FC236}">
                  <a16:creationId xmlns:a16="http://schemas.microsoft.com/office/drawing/2014/main" id="{F2FEC008-8ADA-4274-B32D-08C08CB60B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2520" y="6013282"/>
              <a:ext cx="267695" cy="926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0" name="Straight Connector 452">
              <a:extLst>
                <a:ext uri="{FF2B5EF4-FFF2-40B4-BE49-F238E27FC236}">
                  <a16:creationId xmlns:a16="http://schemas.microsoft.com/office/drawing/2014/main" id="{2A670824-E92B-49A7-83B1-A0F43249E1FC}"/>
                </a:ext>
              </a:extLst>
            </p:cNvPr>
            <p:cNvCxnSpPr>
              <a:cxnSpLocks/>
            </p:cNvCxnSpPr>
            <p:nvPr/>
          </p:nvCxnSpPr>
          <p:spPr>
            <a:xfrm>
              <a:off x="6109898" y="6019430"/>
              <a:ext cx="253925" cy="759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937FCF71-3218-4F0A-8622-F43C9AB583EF}"/>
                </a:ext>
              </a:extLst>
            </p:cNvPr>
            <p:cNvCxnSpPr>
              <a:cxnSpLocks/>
            </p:cNvCxnSpPr>
            <p:nvPr/>
          </p:nvCxnSpPr>
          <p:spPr>
            <a:xfrm>
              <a:off x="6119694" y="6033518"/>
              <a:ext cx="11550" cy="17124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2" name="Straight Connector 452">
              <a:extLst>
                <a:ext uri="{FF2B5EF4-FFF2-40B4-BE49-F238E27FC236}">
                  <a16:creationId xmlns:a16="http://schemas.microsoft.com/office/drawing/2014/main" id="{34DCACFD-F112-44C5-ACB4-CE2EAD66A7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8886" y="6181286"/>
              <a:ext cx="239587" cy="1153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F3DDE5F8-B280-46AC-9DF2-F139A2862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0914" y="5648328"/>
              <a:ext cx="195833" cy="695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4" name="Straight Connector 452">
              <a:extLst>
                <a:ext uri="{FF2B5EF4-FFF2-40B4-BE49-F238E27FC236}">
                  <a16:creationId xmlns:a16="http://schemas.microsoft.com/office/drawing/2014/main" id="{BE62B54F-DCE2-4D19-B95A-0395256F63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6842" y="5653972"/>
              <a:ext cx="6655" cy="1721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836AB933-E667-47E7-AA51-79F3D50DE6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214248" cy="928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5DEBB508-4CE6-413F-8ED6-02321B82F1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7" name="Straight Connector 452">
              <a:extLst>
                <a:ext uri="{FF2B5EF4-FFF2-40B4-BE49-F238E27FC236}">
                  <a16:creationId xmlns:a16="http://schemas.microsoft.com/office/drawing/2014/main" id="{D4C2DE74-2D96-4715-ADB6-6FA2E167A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1631" y="5268421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DDDF0965-E679-485D-8126-DE095486701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8182" y="5264252"/>
              <a:ext cx="457711" cy="1944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9" name="Straight Connector 452">
              <a:extLst>
                <a:ext uri="{FF2B5EF4-FFF2-40B4-BE49-F238E27FC236}">
                  <a16:creationId xmlns:a16="http://schemas.microsoft.com/office/drawing/2014/main" id="{3AB6CC86-4D0D-43EF-80A2-7E8E1E6BA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317" y="5192005"/>
              <a:ext cx="0" cy="1739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Straight Connector 452">
              <a:extLst>
                <a:ext uri="{FF2B5EF4-FFF2-40B4-BE49-F238E27FC236}">
                  <a16:creationId xmlns:a16="http://schemas.microsoft.com/office/drawing/2014/main" id="{FCB7D800-B68B-4D52-A7CC-C59218F6F8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214248" cy="928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7A6D79B3-F2FE-4DA8-BE5D-E184611A76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Straight Connector 452">
              <a:extLst>
                <a:ext uri="{FF2B5EF4-FFF2-40B4-BE49-F238E27FC236}">
                  <a16:creationId xmlns:a16="http://schemas.microsoft.com/office/drawing/2014/main" id="{44501F76-6E3E-49DE-844C-4554FBC393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634B905F-B007-4669-A749-685394DBD0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4" name="Straight Connector 452">
              <a:extLst>
                <a:ext uri="{FF2B5EF4-FFF2-40B4-BE49-F238E27FC236}">
                  <a16:creationId xmlns:a16="http://schemas.microsoft.com/office/drawing/2014/main" id="{DD3363B1-A804-4A48-99B7-A80AC38495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Straight Connector 452">
              <a:extLst>
                <a:ext uri="{FF2B5EF4-FFF2-40B4-BE49-F238E27FC236}">
                  <a16:creationId xmlns:a16="http://schemas.microsoft.com/office/drawing/2014/main" id="{FD0E9D1D-BE39-4448-9593-ADA3F9A1C1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E1DFB257-CFD9-4C36-8ED6-8DAC3A04C397}"/>
                </a:ext>
              </a:extLst>
            </p:cNvPr>
            <p:cNvCxnSpPr>
              <a:cxnSpLocks/>
              <a:stCxn id="2097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7" name="椭圆 1975">
              <a:extLst>
                <a:ext uri="{FF2B5EF4-FFF2-40B4-BE49-F238E27FC236}">
                  <a16:creationId xmlns:a16="http://schemas.microsoft.com/office/drawing/2014/main" id="{33A75824-7DEC-4C0F-8EBD-0E04DA950BDE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8" name="椭圆 1689">
              <a:extLst>
                <a:ext uri="{FF2B5EF4-FFF2-40B4-BE49-F238E27FC236}">
                  <a16:creationId xmlns:a16="http://schemas.microsoft.com/office/drawing/2014/main" id="{F3857B77-96D0-4BC4-A053-BBD3A9A070EE}"/>
                </a:ext>
              </a:extLst>
            </p:cNvPr>
            <p:cNvSpPr/>
            <p:nvPr/>
          </p:nvSpPr>
          <p:spPr>
            <a:xfrm>
              <a:off x="6069453" y="5399168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99" name="Straight Connector 452">
              <a:extLst>
                <a:ext uri="{FF2B5EF4-FFF2-40B4-BE49-F238E27FC236}">
                  <a16:creationId xmlns:a16="http://schemas.microsoft.com/office/drawing/2014/main" id="{1E46DCA7-F660-4D68-A16F-73B01D0C40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452">
              <a:extLst>
                <a:ext uri="{FF2B5EF4-FFF2-40B4-BE49-F238E27FC236}">
                  <a16:creationId xmlns:a16="http://schemas.microsoft.com/office/drawing/2014/main" id="{FCAC6D1D-54A4-4A16-95FD-11F60F0D8E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D76827EE-0E60-4116-A902-802883151D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2" name="Straight Connector 452">
              <a:extLst>
                <a:ext uri="{FF2B5EF4-FFF2-40B4-BE49-F238E27FC236}">
                  <a16:creationId xmlns:a16="http://schemas.microsoft.com/office/drawing/2014/main" id="{8B44CD14-B535-41FF-8A87-5D9273831E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2FFF406F-A75A-47AA-9A2E-D2D91109A2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4" name="Straight Connector 452">
              <a:extLst>
                <a:ext uri="{FF2B5EF4-FFF2-40B4-BE49-F238E27FC236}">
                  <a16:creationId xmlns:a16="http://schemas.microsoft.com/office/drawing/2014/main" id="{362C4B43-F97C-40E3-BAD1-05584B0834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F6E53FDC-8508-4B46-A0FE-67052A8B6919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6" name="Straight Connector 452">
              <a:extLst>
                <a:ext uri="{FF2B5EF4-FFF2-40B4-BE49-F238E27FC236}">
                  <a16:creationId xmlns:a16="http://schemas.microsoft.com/office/drawing/2014/main" id="{4DD6DCFE-B6A6-456D-AFC2-7EDDDD2350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7" name="Straight Connector 452">
              <a:extLst>
                <a:ext uri="{FF2B5EF4-FFF2-40B4-BE49-F238E27FC236}">
                  <a16:creationId xmlns:a16="http://schemas.microsoft.com/office/drawing/2014/main" id="{134D3531-B55D-47AC-90B8-F6D12439E8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452">
              <a:extLst>
                <a:ext uri="{FF2B5EF4-FFF2-40B4-BE49-F238E27FC236}">
                  <a16:creationId xmlns:a16="http://schemas.microsoft.com/office/drawing/2014/main" id="{7C1810D9-988E-45D8-9B29-96DE2B57C9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B4FCF4E-28B7-4D83-82D5-7B8ED0A987C2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0" name="Straight Connector 452">
              <a:extLst>
                <a:ext uri="{FF2B5EF4-FFF2-40B4-BE49-F238E27FC236}">
                  <a16:creationId xmlns:a16="http://schemas.microsoft.com/office/drawing/2014/main" id="{14BB87FE-A19E-4BD7-9792-720F63C287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1" name="椭圆 2002">
              <a:extLst>
                <a:ext uri="{FF2B5EF4-FFF2-40B4-BE49-F238E27FC236}">
                  <a16:creationId xmlns:a16="http://schemas.microsoft.com/office/drawing/2014/main" id="{38695C05-4A0A-4DCD-882D-3B129FDE0425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2" name="Straight Connector 452">
              <a:extLst>
                <a:ext uri="{FF2B5EF4-FFF2-40B4-BE49-F238E27FC236}">
                  <a16:creationId xmlns:a16="http://schemas.microsoft.com/office/drawing/2014/main" id="{C1E4D4B6-0E72-4D3F-89D2-C637D5C1E2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85F8C2FD-3D16-4B92-BA16-FADBC09E4C35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452">
              <a:extLst>
                <a:ext uri="{FF2B5EF4-FFF2-40B4-BE49-F238E27FC236}">
                  <a16:creationId xmlns:a16="http://schemas.microsoft.com/office/drawing/2014/main" id="{B89CBE9E-3A76-4DB7-BA61-0CC664E415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B040EC8B-5ED1-4C79-B8A8-1FA98B14CB63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6" name="椭圆 2010">
              <a:extLst>
                <a:ext uri="{FF2B5EF4-FFF2-40B4-BE49-F238E27FC236}">
                  <a16:creationId xmlns:a16="http://schemas.microsoft.com/office/drawing/2014/main" id="{55BDB5F1-2619-4659-9F92-346973CE0815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7" name="Straight Connector 452">
              <a:extLst>
                <a:ext uri="{FF2B5EF4-FFF2-40B4-BE49-F238E27FC236}">
                  <a16:creationId xmlns:a16="http://schemas.microsoft.com/office/drawing/2014/main" id="{9EF80030-D1F9-41B7-BB29-6F16771DE8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EB817B21-16CE-4949-A2D3-13506189EE64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9" name="Straight Connector 452">
              <a:extLst>
                <a:ext uri="{FF2B5EF4-FFF2-40B4-BE49-F238E27FC236}">
                  <a16:creationId xmlns:a16="http://schemas.microsoft.com/office/drawing/2014/main" id="{F852F541-6C7F-4010-9BE5-A427019E8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452">
              <a:extLst>
                <a:ext uri="{FF2B5EF4-FFF2-40B4-BE49-F238E27FC236}">
                  <a16:creationId xmlns:a16="http://schemas.microsoft.com/office/drawing/2014/main" id="{B3E95B6C-DF22-4224-A271-2001A6ABCA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BF9E3D61-8CAB-4706-B598-8ED721B386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E514D29-C082-42E8-BEB6-9B9747E951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4696C8A0-EAB6-46C2-9157-0A04DB403C9D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452">
              <a:extLst>
                <a:ext uri="{FF2B5EF4-FFF2-40B4-BE49-F238E27FC236}">
                  <a16:creationId xmlns:a16="http://schemas.microsoft.com/office/drawing/2014/main" id="{2DF6B34C-634A-4AD8-BD2E-98CCA3EEB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263086D2-A95A-4262-A301-B79752F75D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452">
              <a:extLst>
                <a:ext uri="{FF2B5EF4-FFF2-40B4-BE49-F238E27FC236}">
                  <a16:creationId xmlns:a16="http://schemas.microsoft.com/office/drawing/2014/main" id="{09943C27-8D3A-435D-BE82-A4092DF63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452">
              <a:extLst>
                <a:ext uri="{FF2B5EF4-FFF2-40B4-BE49-F238E27FC236}">
                  <a16:creationId xmlns:a16="http://schemas.microsoft.com/office/drawing/2014/main" id="{6259AA18-94CD-46D9-8DFC-64B5BE4D5C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A6A362E2-A108-4F67-BB9D-E1AF8E5EF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452">
              <a:extLst>
                <a:ext uri="{FF2B5EF4-FFF2-40B4-BE49-F238E27FC236}">
                  <a16:creationId xmlns:a16="http://schemas.microsoft.com/office/drawing/2014/main" id="{15DE30E0-1FDE-4E85-B077-6B86FA68A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452">
              <a:extLst>
                <a:ext uri="{FF2B5EF4-FFF2-40B4-BE49-F238E27FC236}">
                  <a16:creationId xmlns:a16="http://schemas.microsoft.com/office/drawing/2014/main" id="{540292C9-30AB-4B85-B01F-AFDAE040B4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1" name="Straight Connector 452">
              <a:extLst>
                <a:ext uri="{FF2B5EF4-FFF2-40B4-BE49-F238E27FC236}">
                  <a16:creationId xmlns:a16="http://schemas.microsoft.com/office/drawing/2014/main" id="{2CD88AED-5385-4847-9111-E6EB03D44F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452">
              <a:extLst>
                <a:ext uri="{FF2B5EF4-FFF2-40B4-BE49-F238E27FC236}">
                  <a16:creationId xmlns:a16="http://schemas.microsoft.com/office/drawing/2014/main" id="{3ED40602-2BC8-42A9-850D-41DD01C17F2C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3" name="Straight Connector 452">
              <a:extLst>
                <a:ext uri="{FF2B5EF4-FFF2-40B4-BE49-F238E27FC236}">
                  <a16:creationId xmlns:a16="http://schemas.microsoft.com/office/drawing/2014/main" id="{087A1D11-21F9-4B68-8592-FB14E32AEC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452">
              <a:extLst>
                <a:ext uri="{FF2B5EF4-FFF2-40B4-BE49-F238E27FC236}">
                  <a16:creationId xmlns:a16="http://schemas.microsoft.com/office/drawing/2014/main" id="{FEF28836-F03C-418B-918A-C1A164236750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452">
              <a:extLst>
                <a:ext uri="{FF2B5EF4-FFF2-40B4-BE49-F238E27FC236}">
                  <a16:creationId xmlns:a16="http://schemas.microsoft.com/office/drawing/2014/main" id="{B6A4CC88-FD35-414A-AD37-C79117E17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452">
              <a:extLst>
                <a:ext uri="{FF2B5EF4-FFF2-40B4-BE49-F238E27FC236}">
                  <a16:creationId xmlns:a16="http://schemas.microsoft.com/office/drawing/2014/main" id="{4C6DF026-AC5D-4A0B-A90B-E80267D77B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452">
              <a:extLst>
                <a:ext uri="{FF2B5EF4-FFF2-40B4-BE49-F238E27FC236}">
                  <a16:creationId xmlns:a16="http://schemas.microsoft.com/office/drawing/2014/main" id="{B5F182B8-21E7-4039-A9C9-736761B4BEC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452">
              <a:extLst>
                <a:ext uri="{FF2B5EF4-FFF2-40B4-BE49-F238E27FC236}">
                  <a16:creationId xmlns:a16="http://schemas.microsoft.com/office/drawing/2014/main" id="{AA8DB03E-7975-47EB-B6E7-143992A0F7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452">
              <a:extLst>
                <a:ext uri="{FF2B5EF4-FFF2-40B4-BE49-F238E27FC236}">
                  <a16:creationId xmlns:a16="http://schemas.microsoft.com/office/drawing/2014/main" id="{BC55B5BF-DC23-4E09-A05C-781B45EA4D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452">
              <a:extLst>
                <a:ext uri="{FF2B5EF4-FFF2-40B4-BE49-F238E27FC236}">
                  <a16:creationId xmlns:a16="http://schemas.microsoft.com/office/drawing/2014/main" id="{9656C92B-1BF5-4B9D-AA3C-702A31C33C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452">
              <a:extLst>
                <a:ext uri="{FF2B5EF4-FFF2-40B4-BE49-F238E27FC236}">
                  <a16:creationId xmlns:a16="http://schemas.microsoft.com/office/drawing/2014/main" id="{D393F9A3-866A-41D0-9BB8-2550D437752B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2" name="Straight Connector 452">
              <a:extLst>
                <a:ext uri="{FF2B5EF4-FFF2-40B4-BE49-F238E27FC236}">
                  <a16:creationId xmlns:a16="http://schemas.microsoft.com/office/drawing/2014/main" id="{C2D88B3C-E33A-42AA-AED1-7C4DE488C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452">
              <a:extLst>
                <a:ext uri="{FF2B5EF4-FFF2-40B4-BE49-F238E27FC236}">
                  <a16:creationId xmlns:a16="http://schemas.microsoft.com/office/drawing/2014/main" id="{B032F170-9863-4338-A935-606CF1E337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Straight Connector 452">
              <a:extLst>
                <a:ext uri="{FF2B5EF4-FFF2-40B4-BE49-F238E27FC236}">
                  <a16:creationId xmlns:a16="http://schemas.microsoft.com/office/drawing/2014/main" id="{83AC9D42-0F54-406D-BA8C-578DC527CCB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Straight Connector 452">
              <a:extLst>
                <a:ext uri="{FF2B5EF4-FFF2-40B4-BE49-F238E27FC236}">
                  <a16:creationId xmlns:a16="http://schemas.microsoft.com/office/drawing/2014/main" id="{0F38E615-82D8-49BC-AD4D-13FA3E8726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452">
              <a:extLst>
                <a:ext uri="{FF2B5EF4-FFF2-40B4-BE49-F238E27FC236}">
                  <a16:creationId xmlns:a16="http://schemas.microsoft.com/office/drawing/2014/main" id="{D878BB7F-9689-4319-ACC7-51E517EED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932A825C-5CDB-4CD5-9647-E27B63E124E1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452">
              <a:extLst>
                <a:ext uri="{FF2B5EF4-FFF2-40B4-BE49-F238E27FC236}">
                  <a16:creationId xmlns:a16="http://schemas.microsoft.com/office/drawing/2014/main" id="{CF88F533-4B53-44FF-856E-D5C4D8AFB4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Straight Connector 452">
              <a:extLst>
                <a:ext uri="{FF2B5EF4-FFF2-40B4-BE49-F238E27FC236}">
                  <a16:creationId xmlns:a16="http://schemas.microsoft.com/office/drawing/2014/main" id="{9E23C196-F1DA-4790-B53C-9CE879DD5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0" name="Straight Connector 452">
              <a:extLst>
                <a:ext uri="{FF2B5EF4-FFF2-40B4-BE49-F238E27FC236}">
                  <a16:creationId xmlns:a16="http://schemas.microsoft.com/office/drawing/2014/main" id="{186E2EB1-E7A3-4F51-810D-B80C633ADC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452">
              <a:extLst>
                <a:ext uri="{FF2B5EF4-FFF2-40B4-BE49-F238E27FC236}">
                  <a16:creationId xmlns:a16="http://schemas.microsoft.com/office/drawing/2014/main" id="{CA863DD4-61C5-4B39-B261-964C8210ECEB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2" name="Straight Connector 452">
              <a:extLst>
                <a:ext uri="{FF2B5EF4-FFF2-40B4-BE49-F238E27FC236}">
                  <a16:creationId xmlns:a16="http://schemas.microsoft.com/office/drawing/2014/main" id="{D2D681A8-46A0-4C36-B1D7-A83C8A5248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3" name="Straight Connector 452">
              <a:extLst>
                <a:ext uri="{FF2B5EF4-FFF2-40B4-BE49-F238E27FC236}">
                  <a16:creationId xmlns:a16="http://schemas.microsoft.com/office/drawing/2014/main" id="{4813C30D-D99B-44F6-A8FB-F2F8EB5B4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4" name="Straight Connector 452">
              <a:extLst>
                <a:ext uri="{FF2B5EF4-FFF2-40B4-BE49-F238E27FC236}">
                  <a16:creationId xmlns:a16="http://schemas.microsoft.com/office/drawing/2014/main" id="{46620315-812C-4CC4-BFE8-9D5405E5F4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452">
              <a:extLst>
                <a:ext uri="{FF2B5EF4-FFF2-40B4-BE49-F238E27FC236}">
                  <a16:creationId xmlns:a16="http://schemas.microsoft.com/office/drawing/2014/main" id="{EED4E8E4-ABA9-4E49-A889-B2532489D3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10D7F0ED-8181-4D83-9E31-BB574213A0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452">
              <a:extLst>
                <a:ext uri="{FF2B5EF4-FFF2-40B4-BE49-F238E27FC236}">
                  <a16:creationId xmlns:a16="http://schemas.microsoft.com/office/drawing/2014/main" id="{4E7D726F-A277-4EDB-AECC-F1BE5822F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B7004492-E7D4-40F4-B990-99B0A13CEE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452">
              <a:extLst>
                <a:ext uri="{FF2B5EF4-FFF2-40B4-BE49-F238E27FC236}">
                  <a16:creationId xmlns:a16="http://schemas.microsoft.com/office/drawing/2014/main" id="{92F6056E-E37F-4CF1-9353-127BB608E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0" name="Straight Connector 452">
              <a:extLst>
                <a:ext uri="{FF2B5EF4-FFF2-40B4-BE49-F238E27FC236}">
                  <a16:creationId xmlns:a16="http://schemas.microsoft.com/office/drawing/2014/main" id="{2BCBED64-45B8-411E-A282-0F7FDC5AE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452">
              <a:extLst>
                <a:ext uri="{FF2B5EF4-FFF2-40B4-BE49-F238E27FC236}">
                  <a16:creationId xmlns:a16="http://schemas.microsoft.com/office/drawing/2014/main" id="{16EBEFB6-6124-4EE5-9AA6-405E90E92C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CA9B7504-5C9C-40A7-9590-CB59A8B910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452">
              <a:extLst>
                <a:ext uri="{FF2B5EF4-FFF2-40B4-BE49-F238E27FC236}">
                  <a16:creationId xmlns:a16="http://schemas.microsoft.com/office/drawing/2014/main" id="{D56E9798-5BCD-4998-8BD7-1B1787D03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5440" y="3983444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Connector 452">
              <a:extLst>
                <a:ext uri="{FF2B5EF4-FFF2-40B4-BE49-F238E27FC236}">
                  <a16:creationId xmlns:a16="http://schemas.microsoft.com/office/drawing/2014/main" id="{61C3EDF5-4399-4832-B7A1-F78D592BED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7" y="3685717"/>
              <a:ext cx="936727" cy="3869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76314150-2770-4560-9A2C-0298F5587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452">
              <a:extLst>
                <a:ext uri="{FF2B5EF4-FFF2-40B4-BE49-F238E27FC236}">
                  <a16:creationId xmlns:a16="http://schemas.microsoft.com/office/drawing/2014/main" id="{7F375730-528F-45CB-B954-50708952F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67" name="矩形 2129">
              <a:extLst>
                <a:ext uri="{FF2B5EF4-FFF2-40B4-BE49-F238E27FC236}">
                  <a16:creationId xmlns:a16="http://schemas.microsoft.com/office/drawing/2014/main" id="{AE8AF449-0F9A-4DDF-A8AB-EFC0AE8180CE}"/>
                </a:ext>
              </a:extLst>
            </p:cNvPr>
            <p:cNvSpPr/>
            <p:nvPr/>
          </p:nvSpPr>
          <p:spPr>
            <a:xfrm>
              <a:off x="-410261" y="246385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68" name="文本框 2132">
              <a:extLst>
                <a:ext uri="{FF2B5EF4-FFF2-40B4-BE49-F238E27FC236}">
                  <a16:creationId xmlns:a16="http://schemas.microsoft.com/office/drawing/2014/main" id="{537B8A0C-0D39-4F71-A51C-55FCC1774383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69" name="文本框 2135">
              <a:extLst>
                <a:ext uri="{FF2B5EF4-FFF2-40B4-BE49-F238E27FC236}">
                  <a16:creationId xmlns:a16="http://schemas.microsoft.com/office/drawing/2014/main" id="{DC7C732B-0E0C-420A-829C-6389DCC9309A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70" name="文本框 2136">
              <a:extLst>
                <a:ext uri="{FF2B5EF4-FFF2-40B4-BE49-F238E27FC236}">
                  <a16:creationId xmlns:a16="http://schemas.microsoft.com/office/drawing/2014/main" id="{A6575976-71D8-4242-A9ED-1FE52D81E9B2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71" name="文本框 2137">
              <a:extLst>
                <a:ext uri="{FF2B5EF4-FFF2-40B4-BE49-F238E27FC236}">
                  <a16:creationId xmlns:a16="http://schemas.microsoft.com/office/drawing/2014/main" id="{6D298CF8-8219-4A3E-A8FC-D4A49C8CC8A0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72" name="文本框 2138">
              <a:extLst>
                <a:ext uri="{FF2B5EF4-FFF2-40B4-BE49-F238E27FC236}">
                  <a16:creationId xmlns:a16="http://schemas.microsoft.com/office/drawing/2014/main" id="{D7474AE4-B7B9-4A6B-BF65-E8C9E5CCF7D2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73" name="文本框 2139">
              <a:extLst>
                <a:ext uri="{FF2B5EF4-FFF2-40B4-BE49-F238E27FC236}">
                  <a16:creationId xmlns:a16="http://schemas.microsoft.com/office/drawing/2014/main" id="{A00906AF-7613-4363-AAA5-8E0039A9265A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74" name="文本框 2140">
              <a:extLst>
                <a:ext uri="{FF2B5EF4-FFF2-40B4-BE49-F238E27FC236}">
                  <a16:creationId xmlns:a16="http://schemas.microsoft.com/office/drawing/2014/main" id="{333FE30F-2061-4865-858E-2CE5731FD866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75" name="Straight Connector 452">
              <a:extLst>
                <a:ext uri="{FF2B5EF4-FFF2-40B4-BE49-F238E27FC236}">
                  <a16:creationId xmlns:a16="http://schemas.microsoft.com/office/drawing/2014/main" id="{3121F76F-9FFF-4D1F-BDEA-8259A9F157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89354" y="7570791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452">
              <a:extLst>
                <a:ext uri="{FF2B5EF4-FFF2-40B4-BE49-F238E27FC236}">
                  <a16:creationId xmlns:a16="http://schemas.microsoft.com/office/drawing/2014/main" id="{18C3BC7C-C9A3-4307-9DA7-9EBCDCF082CE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7" name="Straight Connector 452">
              <a:extLst>
                <a:ext uri="{FF2B5EF4-FFF2-40B4-BE49-F238E27FC236}">
                  <a16:creationId xmlns:a16="http://schemas.microsoft.com/office/drawing/2014/main" id="{4893F242-754A-4904-8567-16EC62EC8E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452">
              <a:extLst>
                <a:ext uri="{FF2B5EF4-FFF2-40B4-BE49-F238E27FC236}">
                  <a16:creationId xmlns:a16="http://schemas.microsoft.com/office/drawing/2014/main" id="{61F7F43E-9AF2-40AC-96D3-04B1EE8B84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452">
              <a:extLst>
                <a:ext uri="{FF2B5EF4-FFF2-40B4-BE49-F238E27FC236}">
                  <a16:creationId xmlns:a16="http://schemas.microsoft.com/office/drawing/2014/main" id="{0BAC3784-4694-4BED-9CD1-7FB91AE0C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80" name="Straight Connector 452">
              <a:extLst>
                <a:ext uri="{FF2B5EF4-FFF2-40B4-BE49-F238E27FC236}">
                  <a16:creationId xmlns:a16="http://schemas.microsoft.com/office/drawing/2014/main" id="{EA486996-0EA8-43E5-99FF-7FC184DDF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452">
              <a:extLst>
                <a:ext uri="{FF2B5EF4-FFF2-40B4-BE49-F238E27FC236}">
                  <a16:creationId xmlns:a16="http://schemas.microsoft.com/office/drawing/2014/main" id="{37A072E9-2039-465B-AB4B-B0E38F2419B5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2" name="Arrow: Down 2181">
              <a:extLst>
                <a:ext uri="{FF2B5EF4-FFF2-40B4-BE49-F238E27FC236}">
                  <a16:creationId xmlns:a16="http://schemas.microsoft.com/office/drawing/2014/main" id="{B37739F8-3B29-4F48-9EC4-139AF9C06E83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83" name="Straight Connector 452">
              <a:extLst>
                <a:ext uri="{FF2B5EF4-FFF2-40B4-BE49-F238E27FC236}">
                  <a16:creationId xmlns:a16="http://schemas.microsoft.com/office/drawing/2014/main" id="{5C4742CC-39F2-4667-9969-440C15B8759E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4" name="Straight Connector 452">
              <a:extLst>
                <a:ext uri="{FF2B5EF4-FFF2-40B4-BE49-F238E27FC236}">
                  <a16:creationId xmlns:a16="http://schemas.microsoft.com/office/drawing/2014/main" id="{DA56A4A3-A8E8-4B6B-8799-7CABF034BD7F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5" name="TextBox 2184">
              <a:extLst>
                <a:ext uri="{FF2B5EF4-FFF2-40B4-BE49-F238E27FC236}">
                  <a16:creationId xmlns:a16="http://schemas.microsoft.com/office/drawing/2014/main" id="{AE372FB4-0F1F-4D8F-B425-35A632289BA8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2186" name="TextBox 2185">
              <a:extLst>
                <a:ext uri="{FF2B5EF4-FFF2-40B4-BE49-F238E27FC236}">
                  <a16:creationId xmlns:a16="http://schemas.microsoft.com/office/drawing/2014/main" id="{ED3872AB-6292-4500-973E-CE7F8B52EE06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2187" name="TextBox 2186">
              <a:extLst>
                <a:ext uri="{FF2B5EF4-FFF2-40B4-BE49-F238E27FC236}">
                  <a16:creationId xmlns:a16="http://schemas.microsoft.com/office/drawing/2014/main" id="{EFE73DC3-7A7A-4C8A-A8E7-78AE0A91B21C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2188" name="TextBox 2187">
              <a:extLst>
                <a:ext uri="{FF2B5EF4-FFF2-40B4-BE49-F238E27FC236}">
                  <a16:creationId xmlns:a16="http://schemas.microsoft.com/office/drawing/2014/main" id="{38C9AA5D-1998-45F6-88B5-252C468FD5B8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2189" name="TextBox 2188">
              <a:extLst>
                <a:ext uri="{FF2B5EF4-FFF2-40B4-BE49-F238E27FC236}">
                  <a16:creationId xmlns:a16="http://schemas.microsoft.com/office/drawing/2014/main" id="{B154FAB7-39D2-4DF3-902D-F4C8E04C09CE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2190" name="TextBox 2189">
              <a:extLst>
                <a:ext uri="{FF2B5EF4-FFF2-40B4-BE49-F238E27FC236}">
                  <a16:creationId xmlns:a16="http://schemas.microsoft.com/office/drawing/2014/main" id="{6CAF3C6A-55DD-49B6-9FCB-0EAB81EBCEC9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2191" name="TextBox 2190">
              <a:extLst>
                <a:ext uri="{FF2B5EF4-FFF2-40B4-BE49-F238E27FC236}">
                  <a16:creationId xmlns:a16="http://schemas.microsoft.com/office/drawing/2014/main" id="{732F60A3-8313-48E3-8189-7F77FBC73C71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2192" name="TextBox 2191">
              <a:extLst>
                <a:ext uri="{FF2B5EF4-FFF2-40B4-BE49-F238E27FC236}">
                  <a16:creationId xmlns:a16="http://schemas.microsoft.com/office/drawing/2014/main" id="{CBC993C8-1D46-4EAC-AF12-F16E68E4ED51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2193" name="TextBox 2192">
              <a:extLst>
                <a:ext uri="{FF2B5EF4-FFF2-40B4-BE49-F238E27FC236}">
                  <a16:creationId xmlns:a16="http://schemas.microsoft.com/office/drawing/2014/main" id="{75FD17C8-8A2E-4F88-BD6B-0838893F24A8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2194" name="Straight Connector 452">
              <a:extLst>
                <a:ext uri="{FF2B5EF4-FFF2-40B4-BE49-F238E27FC236}">
                  <a16:creationId xmlns:a16="http://schemas.microsoft.com/office/drawing/2014/main" id="{4310F68D-7EE1-41B8-9E03-F356A73479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5" name="Straight Connector 452">
              <a:extLst>
                <a:ext uri="{FF2B5EF4-FFF2-40B4-BE49-F238E27FC236}">
                  <a16:creationId xmlns:a16="http://schemas.microsoft.com/office/drawing/2014/main" id="{D2D579AD-72D7-4A04-BBA1-74F402745170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6" name="Straight Connector 452">
              <a:extLst>
                <a:ext uri="{FF2B5EF4-FFF2-40B4-BE49-F238E27FC236}">
                  <a16:creationId xmlns:a16="http://schemas.microsoft.com/office/drawing/2014/main" id="{BDC5992B-E429-4327-A42A-4DD3A7956BE0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7" name="Straight Connector 452">
              <a:extLst>
                <a:ext uri="{FF2B5EF4-FFF2-40B4-BE49-F238E27FC236}">
                  <a16:creationId xmlns:a16="http://schemas.microsoft.com/office/drawing/2014/main" id="{3467F4DE-C722-4E73-86D9-0720BDF42195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8" name="Straight Connector 452">
              <a:extLst>
                <a:ext uri="{FF2B5EF4-FFF2-40B4-BE49-F238E27FC236}">
                  <a16:creationId xmlns:a16="http://schemas.microsoft.com/office/drawing/2014/main" id="{F364376B-9C8E-45ED-A5FA-08E820C2FC70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9" name="Straight Connector 452">
              <a:extLst>
                <a:ext uri="{FF2B5EF4-FFF2-40B4-BE49-F238E27FC236}">
                  <a16:creationId xmlns:a16="http://schemas.microsoft.com/office/drawing/2014/main" id="{A45D65BB-0414-47DE-92A5-EB6F09DB05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0" name="Straight Connector 452">
              <a:extLst>
                <a:ext uri="{FF2B5EF4-FFF2-40B4-BE49-F238E27FC236}">
                  <a16:creationId xmlns:a16="http://schemas.microsoft.com/office/drawing/2014/main" id="{9269FF67-D569-4F39-B2DC-37722C6D5419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1" name="Straight Connector 452">
              <a:extLst>
                <a:ext uri="{FF2B5EF4-FFF2-40B4-BE49-F238E27FC236}">
                  <a16:creationId xmlns:a16="http://schemas.microsoft.com/office/drawing/2014/main" id="{D524963C-8ABC-4CA0-A8E5-235860A98C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2" name="Straight Connector 452">
              <a:extLst>
                <a:ext uri="{FF2B5EF4-FFF2-40B4-BE49-F238E27FC236}">
                  <a16:creationId xmlns:a16="http://schemas.microsoft.com/office/drawing/2014/main" id="{ABA27EF4-7E5A-4106-B719-366303EC2691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3" name="Straight Connector 452">
              <a:extLst>
                <a:ext uri="{FF2B5EF4-FFF2-40B4-BE49-F238E27FC236}">
                  <a16:creationId xmlns:a16="http://schemas.microsoft.com/office/drawing/2014/main" id="{A0799E48-019F-4CD1-9599-FFECFDB8FD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4" name="Straight Connector 452">
              <a:extLst>
                <a:ext uri="{FF2B5EF4-FFF2-40B4-BE49-F238E27FC236}">
                  <a16:creationId xmlns:a16="http://schemas.microsoft.com/office/drawing/2014/main" id="{2A5798CF-1DE0-4119-9FE3-657EFEF65EA4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5" name="Straight Connector 452">
              <a:extLst>
                <a:ext uri="{FF2B5EF4-FFF2-40B4-BE49-F238E27FC236}">
                  <a16:creationId xmlns:a16="http://schemas.microsoft.com/office/drawing/2014/main" id="{F4D1DE9F-7E48-425B-8E34-DF2B7D7BC6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6" name="Straight Connector 452">
              <a:extLst>
                <a:ext uri="{FF2B5EF4-FFF2-40B4-BE49-F238E27FC236}">
                  <a16:creationId xmlns:a16="http://schemas.microsoft.com/office/drawing/2014/main" id="{82FCFEC0-494A-4210-9A90-054DA75AA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7" name="Straight Connector 452">
              <a:extLst>
                <a:ext uri="{FF2B5EF4-FFF2-40B4-BE49-F238E27FC236}">
                  <a16:creationId xmlns:a16="http://schemas.microsoft.com/office/drawing/2014/main" id="{E7EB3B51-C794-480B-934E-1F1957A964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8" name="Straight Connector 452">
              <a:extLst>
                <a:ext uri="{FF2B5EF4-FFF2-40B4-BE49-F238E27FC236}">
                  <a16:creationId xmlns:a16="http://schemas.microsoft.com/office/drawing/2014/main" id="{AE5447EE-B3BF-4F70-A43A-CB9FC6FAA9FB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452">
              <a:extLst>
                <a:ext uri="{FF2B5EF4-FFF2-40B4-BE49-F238E27FC236}">
                  <a16:creationId xmlns:a16="http://schemas.microsoft.com/office/drawing/2014/main" id="{98DEE138-CB2A-46F3-BF29-ECB7FA777B5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452">
              <a:extLst>
                <a:ext uri="{FF2B5EF4-FFF2-40B4-BE49-F238E27FC236}">
                  <a16:creationId xmlns:a16="http://schemas.microsoft.com/office/drawing/2014/main" id="{9483248B-D251-457E-820C-F599CA0B2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452">
              <a:extLst>
                <a:ext uri="{FF2B5EF4-FFF2-40B4-BE49-F238E27FC236}">
                  <a16:creationId xmlns:a16="http://schemas.microsoft.com/office/drawing/2014/main" id="{FC157E21-E704-4F1B-B84E-7AB1AF373A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2" name="Straight Connector 452">
              <a:extLst>
                <a:ext uri="{FF2B5EF4-FFF2-40B4-BE49-F238E27FC236}">
                  <a16:creationId xmlns:a16="http://schemas.microsoft.com/office/drawing/2014/main" id="{EEDC7F0C-1F10-43BA-9FA7-4DCFA2A4C5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Connector 452">
              <a:extLst>
                <a:ext uri="{FF2B5EF4-FFF2-40B4-BE49-F238E27FC236}">
                  <a16:creationId xmlns:a16="http://schemas.microsoft.com/office/drawing/2014/main" id="{38234D59-5185-4AFE-945E-FC2986929A2F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452">
              <a:extLst>
                <a:ext uri="{FF2B5EF4-FFF2-40B4-BE49-F238E27FC236}">
                  <a16:creationId xmlns:a16="http://schemas.microsoft.com/office/drawing/2014/main" id="{013F66FF-C67D-40A5-93A7-090CD8266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5" name="Straight Connector 452">
              <a:extLst>
                <a:ext uri="{FF2B5EF4-FFF2-40B4-BE49-F238E27FC236}">
                  <a16:creationId xmlns:a16="http://schemas.microsoft.com/office/drawing/2014/main" id="{5A3AA9C9-DCEE-4740-8D3B-6763AD6659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6" name="Straight Connector 452">
              <a:extLst>
                <a:ext uri="{FF2B5EF4-FFF2-40B4-BE49-F238E27FC236}">
                  <a16:creationId xmlns:a16="http://schemas.microsoft.com/office/drawing/2014/main" id="{10068E65-3819-4EA0-9DE1-AEBE8994FEF7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7" name="Straight Connector 452">
              <a:extLst>
                <a:ext uri="{FF2B5EF4-FFF2-40B4-BE49-F238E27FC236}">
                  <a16:creationId xmlns:a16="http://schemas.microsoft.com/office/drawing/2014/main" id="{DC84892D-335D-4D7C-B22F-BD6A87246D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8" name="Straight Connector 452">
              <a:extLst>
                <a:ext uri="{FF2B5EF4-FFF2-40B4-BE49-F238E27FC236}">
                  <a16:creationId xmlns:a16="http://schemas.microsoft.com/office/drawing/2014/main" id="{477522E9-0C1A-49B7-8A4C-9C79D8534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452">
              <a:extLst>
                <a:ext uri="{FF2B5EF4-FFF2-40B4-BE49-F238E27FC236}">
                  <a16:creationId xmlns:a16="http://schemas.microsoft.com/office/drawing/2014/main" id="{56DF6164-255D-4934-A0BC-707BAC1A2160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0" name="Straight Connector 452">
              <a:extLst>
                <a:ext uri="{FF2B5EF4-FFF2-40B4-BE49-F238E27FC236}">
                  <a16:creationId xmlns:a16="http://schemas.microsoft.com/office/drawing/2014/main" id="{CF897E6F-35BC-4EB8-AEE4-F219606E59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1" name="Straight Connector 452">
              <a:extLst>
                <a:ext uri="{FF2B5EF4-FFF2-40B4-BE49-F238E27FC236}">
                  <a16:creationId xmlns:a16="http://schemas.microsoft.com/office/drawing/2014/main" id="{9209E9FF-A061-4079-A636-9C7A6FB230D7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2" name="Straight Connector 452">
              <a:extLst>
                <a:ext uri="{FF2B5EF4-FFF2-40B4-BE49-F238E27FC236}">
                  <a16:creationId xmlns:a16="http://schemas.microsoft.com/office/drawing/2014/main" id="{50B728DE-84ED-40B4-9B30-68361B7045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Straight Connector 452">
              <a:extLst>
                <a:ext uri="{FF2B5EF4-FFF2-40B4-BE49-F238E27FC236}">
                  <a16:creationId xmlns:a16="http://schemas.microsoft.com/office/drawing/2014/main" id="{E89DC882-27E4-4918-8F56-2CA3C43B91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4" name="Straight Connector 452">
              <a:extLst>
                <a:ext uri="{FF2B5EF4-FFF2-40B4-BE49-F238E27FC236}">
                  <a16:creationId xmlns:a16="http://schemas.microsoft.com/office/drawing/2014/main" id="{90285B7E-DE4F-4972-A828-E4E5E0133E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Straight Connector 452">
              <a:extLst>
                <a:ext uri="{FF2B5EF4-FFF2-40B4-BE49-F238E27FC236}">
                  <a16:creationId xmlns:a16="http://schemas.microsoft.com/office/drawing/2014/main" id="{4632EACD-9BF0-4491-93DF-5678607F6ABB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6" name="Straight Connector 452">
              <a:extLst>
                <a:ext uri="{FF2B5EF4-FFF2-40B4-BE49-F238E27FC236}">
                  <a16:creationId xmlns:a16="http://schemas.microsoft.com/office/drawing/2014/main" id="{9790CDCE-59AD-4CF7-8BB4-8A1FCD87B8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452">
              <a:extLst>
                <a:ext uri="{FF2B5EF4-FFF2-40B4-BE49-F238E27FC236}">
                  <a16:creationId xmlns:a16="http://schemas.microsoft.com/office/drawing/2014/main" id="{6B4E306C-4CA2-4265-93A4-B7EEE88887CF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Straight Connector 452">
              <a:extLst>
                <a:ext uri="{FF2B5EF4-FFF2-40B4-BE49-F238E27FC236}">
                  <a16:creationId xmlns:a16="http://schemas.microsoft.com/office/drawing/2014/main" id="{A0A32BFE-3860-49EC-833A-AF338A7E4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Straight Connector 452">
              <a:extLst>
                <a:ext uri="{FF2B5EF4-FFF2-40B4-BE49-F238E27FC236}">
                  <a16:creationId xmlns:a16="http://schemas.microsoft.com/office/drawing/2014/main" id="{20ADAF9E-3BBC-4DCE-ACE1-31ADEAEE6F4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0" name="Straight Connector 452">
              <a:extLst>
                <a:ext uri="{FF2B5EF4-FFF2-40B4-BE49-F238E27FC236}">
                  <a16:creationId xmlns:a16="http://schemas.microsoft.com/office/drawing/2014/main" id="{71ECA45A-6A0B-40C8-8FAF-141FDDF66E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1" name="Straight Connector 452">
              <a:extLst>
                <a:ext uri="{FF2B5EF4-FFF2-40B4-BE49-F238E27FC236}">
                  <a16:creationId xmlns:a16="http://schemas.microsoft.com/office/drawing/2014/main" id="{72682BF0-E812-4EEB-A55E-2E87C08AF4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452">
              <a:extLst>
                <a:ext uri="{FF2B5EF4-FFF2-40B4-BE49-F238E27FC236}">
                  <a16:creationId xmlns:a16="http://schemas.microsoft.com/office/drawing/2014/main" id="{DCF7A5EE-56DC-4C8D-881D-D173D21183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452">
              <a:extLst>
                <a:ext uri="{FF2B5EF4-FFF2-40B4-BE49-F238E27FC236}">
                  <a16:creationId xmlns:a16="http://schemas.microsoft.com/office/drawing/2014/main" id="{569D4A23-C111-48B1-B8CA-0CC78E95B887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4" name="Straight Connector 452">
              <a:extLst>
                <a:ext uri="{FF2B5EF4-FFF2-40B4-BE49-F238E27FC236}">
                  <a16:creationId xmlns:a16="http://schemas.microsoft.com/office/drawing/2014/main" id="{D47A23DD-D789-4EA2-81C6-033A65E04640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5" name="Straight Connector 452">
              <a:extLst>
                <a:ext uri="{FF2B5EF4-FFF2-40B4-BE49-F238E27FC236}">
                  <a16:creationId xmlns:a16="http://schemas.microsoft.com/office/drawing/2014/main" id="{3A481494-76E9-4A3E-BDEF-6184C8AE13BA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Straight Connector 452">
              <a:extLst>
                <a:ext uri="{FF2B5EF4-FFF2-40B4-BE49-F238E27FC236}">
                  <a16:creationId xmlns:a16="http://schemas.microsoft.com/office/drawing/2014/main" id="{DEBD0044-C5DF-4465-865F-74BD2B4BB5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Straight Connector 452">
              <a:extLst>
                <a:ext uri="{FF2B5EF4-FFF2-40B4-BE49-F238E27FC236}">
                  <a16:creationId xmlns:a16="http://schemas.microsoft.com/office/drawing/2014/main" id="{B37180BD-FF9B-4809-8E9E-6C09ADD6F2D1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8" name="Straight Connector 452">
              <a:extLst>
                <a:ext uri="{FF2B5EF4-FFF2-40B4-BE49-F238E27FC236}">
                  <a16:creationId xmlns:a16="http://schemas.microsoft.com/office/drawing/2014/main" id="{48F83F2F-9D20-4D4D-994F-8087588832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Straight Connector 452">
              <a:extLst>
                <a:ext uri="{FF2B5EF4-FFF2-40B4-BE49-F238E27FC236}">
                  <a16:creationId xmlns:a16="http://schemas.microsoft.com/office/drawing/2014/main" id="{54924101-3428-4B99-BB05-18E2538A44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452">
              <a:extLst>
                <a:ext uri="{FF2B5EF4-FFF2-40B4-BE49-F238E27FC236}">
                  <a16:creationId xmlns:a16="http://schemas.microsoft.com/office/drawing/2014/main" id="{FB1F3F54-3A05-493E-B09E-73C65BF82A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Straight Connector 452">
              <a:extLst>
                <a:ext uri="{FF2B5EF4-FFF2-40B4-BE49-F238E27FC236}">
                  <a16:creationId xmlns:a16="http://schemas.microsoft.com/office/drawing/2014/main" id="{859F160F-55F8-410C-B844-B2F8C39C8758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0" name="Straight Connector 452">
              <a:extLst>
                <a:ext uri="{FF2B5EF4-FFF2-40B4-BE49-F238E27FC236}">
                  <a16:creationId xmlns:a16="http://schemas.microsoft.com/office/drawing/2014/main" id="{FF22276E-76E3-4980-B7E0-EBA7450F4D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1" name="Straight Connector 452">
              <a:extLst>
                <a:ext uri="{FF2B5EF4-FFF2-40B4-BE49-F238E27FC236}">
                  <a16:creationId xmlns:a16="http://schemas.microsoft.com/office/drawing/2014/main" id="{AB9C3E53-7704-4019-A0F9-A46894870B5B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4" name="Straight Connector 452">
              <a:extLst>
                <a:ext uri="{FF2B5EF4-FFF2-40B4-BE49-F238E27FC236}">
                  <a16:creationId xmlns:a16="http://schemas.microsoft.com/office/drawing/2014/main" id="{C4BF74C9-EAAE-48E4-AAF8-5577AAD495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5" name="Straight Connector 452">
              <a:extLst>
                <a:ext uri="{FF2B5EF4-FFF2-40B4-BE49-F238E27FC236}">
                  <a16:creationId xmlns:a16="http://schemas.microsoft.com/office/drawing/2014/main" id="{D471BB0A-C8C2-4A22-9BF7-E1414B7B08CD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452">
              <a:extLst>
                <a:ext uri="{FF2B5EF4-FFF2-40B4-BE49-F238E27FC236}">
                  <a16:creationId xmlns:a16="http://schemas.microsoft.com/office/drawing/2014/main" id="{6BEFF3EE-D921-4AF9-B37A-3FDDC6764A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7" name="Straight Connector 452">
              <a:extLst>
                <a:ext uri="{FF2B5EF4-FFF2-40B4-BE49-F238E27FC236}">
                  <a16:creationId xmlns:a16="http://schemas.microsoft.com/office/drawing/2014/main" id="{362ABC10-66F4-4BF0-BA58-8003CCC093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8" name="Straight Connector 452">
              <a:extLst>
                <a:ext uri="{FF2B5EF4-FFF2-40B4-BE49-F238E27FC236}">
                  <a16:creationId xmlns:a16="http://schemas.microsoft.com/office/drawing/2014/main" id="{0F93802F-D545-437A-B5D8-A3B2AF7FA2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9" name="Straight Connector 452">
              <a:extLst>
                <a:ext uri="{FF2B5EF4-FFF2-40B4-BE49-F238E27FC236}">
                  <a16:creationId xmlns:a16="http://schemas.microsoft.com/office/drawing/2014/main" id="{A3BC3FDE-143F-47BA-9772-02E1ADFBF4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0" name="Straight Connector 452">
              <a:extLst>
                <a:ext uri="{FF2B5EF4-FFF2-40B4-BE49-F238E27FC236}">
                  <a16:creationId xmlns:a16="http://schemas.microsoft.com/office/drawing/2014/main" id="{AA4D806F-C59C-4F39-9110-6B2BA79630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6" name="Arrow: Down 2285">
              <a:extLst>
                <a:ext uri="{FF2B5EF4-FFF2-40B4-BE49-F238E27FC236}">
                  <a16:creationId xmlns:a16="http://schemas.microsoft.com/office/drawing/2014/main" id="{B5351949-F457-4F79-AF44-59E541350E81}"/>
                </a:ext>
              </a:extLst>
            </p:cNvPr>
            <p:cNvSpPr/>
            <p:nvPr/>
          </p:nvSpPr>
          <p:spPr>
            <a:xfrm rot="1589971">
              <a:off x="8706917" y="6855671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7" name="Arrow: Down 2286">
              <a:extLst>
                <a:ext uri="{FF2B5EF4-FFF2-40B4-BE49-F238E27FC236}">
                  <a16:creationId xmlns:a16="http://schemas.microsoft.com/office/drawing/2014/main" id="{76D752A6-A702-4C1E-B5BE-F0A842B18DB4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64" name="Straight Connector 452">
              <a:extLst>
                <a:ext uri="{FF2B5EF4-FFF2-40B4-BE49-F238E27FC236}">
                  <a16:creationId xmlns:a16="http://schemas.microsoft.com/office/drawing/2014/main" id="{4FE1664E-FE6D-4D87-BA32-2B4F98A8FF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4" name="Straight Connector 452">
              <a:extLst>
                <a:ext uri="{FF2B5EF4-FFF2-40B4-BE49-F238E27FC236}">
                  <a16:creationId xmlns:a16="http://schemas.microsoft.com/office/drawing/2014/main" id="{A61F9496-AFF8-4519-82E1-A0B9C99BC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2" name="Straight Connector 452">
              <a:extLst>
                <a:ext uri="{FF2B5EF4-FFF2-40B4-BE49-F238E27FC236}">
                  <a16:creationId xmlns:a16="http://schemas.microsoft.com/office/drawing/2014/main" id="{E068D7CC-96C6-4396-9B1C-1B4A64B7BC48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3" name="Straight Connector 452">
              <a:extLst>
                <a:ext uri="{FF2B5EF4-FFF2-40B4-BE49-F238E27FC236}">
                  <a16:creationId xmlns:a16="http://schemas.microsoft.com/office/drawing/2014/main" id="{C6A7ED87-3205-4CAE-BD62-C0C77D9A0F35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4" name="Straight Connector 452">
              <a:extLst>
                <a:ext uri="{FF2B5EF4-FFF2-40B4-BE49-F238E27FC236}">
                  <a16:creationId xmlns:a16="http://schemas.microsoft.com/office/drawing/2014/main" id="{6C5F580F-4B4F-4013-9D78-AAA8D29A82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5" name="Straight Connector 452">
              <a:extLst>
                <a:ext uri="{FF2B5EF4-FFF2-40B4-BE49-F238E27FC236}">
                  <a16:creationId xmlns:a16="http://schemas.microsoft.com/office/drawing/2014/main" id="{0EEA949A-E363-4771-9705-6B5F1A5E8119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6" name="Straight Connector 452">
              <a:extLst>
                <a:ext uri="{FF2B5EF4-FFF2-40B4-BE49-F238E27FC236}">
                  <a16:creationId xmlns:a16="http://schemas.microsoft.com/office/drawing/2014/main" id="{BF8823B9-0147-49B4-8D59-4240C50DD2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7" name="Straight Connector 452">
              <a:extLst>
                <a:ext uri="{FF2B5EF4-FFF2-40B4-BE49-F238E27FC236}">
                  <a16:creationId xmlns:a16="http://schemas.microsoft.com/office/drawing/2014/main" id="{E09C030A-DAB6-4B1E-AC30-E98AD313A8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452">
              <a:extLst>
                <a:ext uri="{FF2B5EF4-FFF2-40B4-BE49-F238E27FC236}">
                  <a16:creationId xmlns:a16="http://schemas.microsoft.com/office/drawing/2014/main" id="{72390478-9587-482A-931E-67EFEDEAD769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1" name="Straight Connector 452">
              <a:extLst>
                <a:ext uri="{FF2B5EF4-FFF2-40B4-BE49-F238E27FC236}">
                  <a16:creationId xmlns:a16="http://schemas.microsoft.com/office/drawing/2014/main" id="{06D3A64E-A2C2-41E2-B4AB-CC53E02875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3" name="Straight Connector 452">
              <a:extLst>
                <a:ext uri="{FF2B5EF4-FFF2-40B4-BE49-F238E27FC236}">
                  <a16:creationId xmlns:a16="http://schemas.microsoft.com/office/drawing/2014/main" id="{40501BE8-C9BA-4D78-AB86-5C7996F9D387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4" name="Straight Connector 452">
              <a:extLst>
                <a:ext uri="{FF2B5EF4-FFF2-40B4-BE49-F238E27FC236}">
                  <a16:creationId xmlns:a16="http://schemas.microsoft.com/office/drawing/2014/main" id="{74EA9450-CB0A-4AFB-928B-8E77879F9221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0" name="Straight Connector 452">
              <a:extLst>
                <a:ext uri="{FF2B5EF4-FFF2-40B4-BE49-F238E27FC236}">
                  <a16:creationId xmlns:a16="http://schemas.microsoft.com/office/drawing/2014/main" id="{22E94BD5-22C0-4817-AABD-A0F9E17159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1" name="Straight Connector 452">
              <a:extLst>
                <a:ext uri="{FF2B5EF4-FFF2-40B4-BE49-F238E27FC236}">
                  <a16:creationId xmlns:a16="http://schemas.microsoft.com/office/drawing/2014/main" id="{548B94D1-84E5-42E5-907B-E034E9C116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9599" y="7662964"/>
              <a:ext cx="25293" cy="5613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8" name="Straight Connector 452">
              <a:extLst>
                <a:ext uri="{FF2B5EF4-FFF2-40B4-BE49-F238E27FC236}">
                  <a16:creationId xmlns:a16="http://schemas.microsoft.com/office/drawing/2014/main" id="{3C9D072D-6E98-4A8E-9C42-3EEB236F2D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245" y="8123078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9" name="Straight Connector 452">
              <a:extLst>
                <a:ext uri="{FF2B5EF4-FFF2-40B4-BE49-F238E27FC236}">
                  <a16:creationId xmlns:a16="http://schemas.microsoft.com/office/drawing/2014/main" id="{3C9C3124-A7CE-48A8-8880-82423AD6B2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18367" y="7664107"/>
              <a:ext cx="262527" cy="841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8BF4A75-4336-429C-95F7-FD77A36689F0}"/>
              </a:ext>
            </a:extLst>
          </p:cNvPr>
          <p:cNvGrpSpPr/>
          <p:nvPr/>
        </p:nvGrpSpPr>
        <p:grpSpPr>
          <a:xfrm>
            <a:off x="-410261" y="246385"/>
            <a:ext cx="13202820" cy="10456029"/>
            <a:chOff x="-410261" y="246385"/>
            <a:chExt cx="13202820" cy="10456029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19342108">
              <a:off x="3709720" y="736240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452">
              <a:extLst>
                <a:ext uri="{FF2B5EF4-FFF2-40B4-BE49-F238E27FC236}">
                  <a16:creationId xmlns:a16="http://schemas.microsoft.com/office/drawing/2014/main" id="{7CBCC23A-4326-41E8-9CEF-FE223D6609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7303" y="956825"/>
              <a:ext cx="245982" cy="1087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452">
              <a:extLst>
                <a:ext uri="{FF2B5EF4-FFF2-40B4-BE49-F238E27FC236}">
                  <a16:creationId xmlns:a16="http://schemas.microsoft.com/office/drawing/2014/main" id="{07F304BF-9066-423D-9A08-78E85308BB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6943" y="956825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Straight Connector 452">
              <a:extLst>
                <a:ext uri="{FF2B5EF4-FFF2-40B4-BE49-F238E27FC236}">
                  <a16:creationId xmlns:a16="http://schemas.microsoft.com/office/drawing/2014/main" id="{31EC6A23-0381-4144-A497-1429EA329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2450" y="1041927"/>
              <a:ext cx="255399" cy="851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9461" y="1224679"/>
              <a:ext cx="699724" cy="28233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1" name="Straight Connector 452">
              <a:extLst>
                <a:ext uri="{FF2B5EF4-FFF2-40B4-BE49-F238E27FC236}">
                  <a16:creationId xmlns:a16="http://schemas.microsoft.com/office/drawing/2014/main" id="{99C4F615-B8DA-4CC8-9C7C-C9504083C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352" y="1234157"/>
              <a:ext cx="454147" cy="2051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3" name="Straight Connector 452">
              <a:extLst>
                <a:ext uri="{FF2B5EF4-FFF2-40B4-BE49-F238E27FC236}">
                  <a16:creationId xmlns:a16="http://schemas.microsoft.com/office/drawing/2014/main" id="{FF00E265-C401-4E0B-9B05-E0B8FE317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471" y="1231097"/>
              <a:ext cx="15028" cy="19452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321" y="1149539"/>
              <a:ext cx="316755" cy="695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9" name="Straight Connector 452">
              <a:extLst>
                <a:ext uri="{FF2B5EF4-FFF2-40B4-BE49-F238E27FC236}">
                  <a16:creationId xmlns:a16="http://schemas.microsoft.com/office/drawing/2014/main" id="{E6B581E1-DA5A-4854-8727-FBECCE6ECE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853" y="5748055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0" name="Straight Connector 452">
              <a:extLst>
                <a:ext uri="{FF2B5EF4-FFF2-40B4-BE49-F238E27FC236}">
                  <a16:creationId xmlns:a16="http://schemas.microsoft.com/office/drawing/2014/main" id="{E92F79C7-3839-4322-9DCC-9116ED6BB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1788" y="5626228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1" name="Straight Connector 452">
              <a:extLst>
                <a:ext uri="{FF2B5EF4-FFF2-40B4-BE49-F238E27FC236}">
                  <a16:creationId xmlns:a16="http://schemas.microsoft.com/office/drawing/2014/main" id="{83FB66A5-0790-4512-8C47-02CFE99683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1401" y="6185704"/>
              <a:ext cx="226670" cy="90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4478" y="6468028"/>
              <a:ext cx="279890" cy="7274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265537" cy="9067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452">
              <a:extLst>
                <a:ext uri="{FF2B5EF4-FFF2-40B4-BE49-F238E27FC236}">
                  <a16:creationId xmlns:a16="http://schemas.microsoft.com/office/drawing/2014/main" id="{16AEAAF5-BC8A-425B-814C-79F519A1E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9986" y="5823850"/>
              <a:ext cx="7518" cy="181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7" name="Straight Connector 452">
              <a:extLst>
                <a:ext uri="{FF2B5EF4-FFF2-40B4-BE49-F238E27FC236}">
                  <a16:creationId xmlns:a16="http://schemas.microsoft.com/office/drawing/2014/main" id="{28C4F28D-8EB0-4070-B2AE-42B0C6E96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8228" y="5359682"/>
              <a:ext cx="1184685" cy="4904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452">
              <a:extLst>
                <a:ext uri="{FF2B5EF4-FFF2-40B4-BE49-F238E27FC236}">
                  <a16:creationId xmlns:a16="http://schemas.microsoft.com/office/drawing/2014/main" id="{4C85F395-053B-4745-9289-D96BD4D135AA}"/>
                </a:ext>
              </a:extLst>
            </p:cNvPr>
            <p:cNvCxnSpPr>
              <a:cxnSpLocks/>
            </p:cNvCxnSpPr>
            <p:nvPr/>
          </p:nvCxnSpPr>
          <p:spPr>
            <a:xfrm>
              <a:off x="7520951" y="6192624"/>
              <a:ext cx="23094" cy="365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771" y="5448020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0245" y="5724372"/>
              <a:ext cx="18673" cy="3858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6" name="Straight Connector 452">
              <a:extLst>
                <a:ext uri="{FF2B5EF4-FFF2-40B4-BE49-F238E27FC236}">
                  <a16:creationId xmlns:a16="http://schemas.microsoft.com/office/drawing/2014/main" id="{6C818315-4ABD-475F-835C-8B147CF726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3492" y="6096906"/>
              <a:ext cx="206943" cy="922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452">
              <a:extLst>
                <a:ext uri="{FF2B5EF4-FFF2-40B4-BE49-F238E27FC236}">
                  <a16:creationId xmlns:a16="http://schemas.microsoft.com/office/drawing/2014/main" id="{74614FB3-40F6-4B40-99A8-D280415AE2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7159" y="6278139"/>
              <a:ext cx="16328" cy="2149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1" name="Straight Connector 452">
              <a:extLst>
                <a:ext uri="{FF2B5EF4-FFF2-40B4-BE49-F238E27FC236}">
                  <a16:creationId xmlns:a16="http://schemas.microsoft.com/office/drawing/2014/main" id="{23BFAA28-5450-4EFB-A324-53AAD4EE03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5998" y="6193742"/>
              <a:ext cx="224619" cy="8439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Straight Connector 452">
              <a:extLst>
                <a:ext uri="{FF2B5EF4-FFF2-40B4-BE49-F238E27FC236}">
                  <a16:creationId xmlns:a16="http://schemas.microsoft.com/office/drawing/2014/main" id="{0EA64A38-0B3D-413E-8013-37B9EFC39D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869" y="6260678"/>
              <a:ext cx="177956" cy="1582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76594" y="6443041"/>
              <a:ext cx="4597" cy="2163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0532" y="6373267"/>
              <a:ext cx="240510" cy="89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452">
              <a:extLst>
                <a:ext uri="{FF2B5EF4-FFF2-40B4-BE49-F238E27FC236}">
                  <a16:creationId xmlns:a16="http://schemas.microsoft.com/office/drawing/2014/main" id="{08498C70-A111-47D8-97F2-501922FD68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0825" y="6378565"/>
              <a:ext cx="482485" cy="1881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Straight Connector 452">
              <a:extLst>
                <a:ext uri="{FF2B5EF4-FFF2-40B4-BE49-F238E27FC236}">
                  <a16:creationId xmlns:a16="http://schemas.microsoft.com/office/drawing/2014/main" id="{53019081-79A6-4770-9A3A-0C9599236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8825" y="6281850"/>
              <a:ext cx="708899" cy="2823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9" name="Straight Connector 452">
              <a:extLst>
                <a:ext uri="{FF2B5EF4-FFF2-40B4-BE49-F238E27FC236}">
                  <a16:creationId xmlns:a16="http://schemas.microsoft.com/office/drawing/2014/main" id="{BF7F434F-28C6-45FB-A90F-195E34E2E0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8523" y="6175393"/>
              <a:ext cx="215414" cy="115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1" name="Straight Connector 452">
              <a:extLst>
                <a:ext uri="{FF2B5EF4-FFF2-40B4-BE49-F238E27FC236}">
                  <a16:creationId xmlns:a16="http://schemas.microsoft.com/office/drawing/2014/main" id="{0E813958-CCE6-4BEB-BF07-53D98E19D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9272" y="5998474"/>
              <a:ext cx="23548" cy="1884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3" name="Straight Connector 452">
              <a:extLst>
                <a:ext uri="{FF2B5EF4-FFF2-40B4-BE49-F238E27FC236}">
                  <a16:creationId xmlns:a16="http://schemas.microsoft.com/office/drawing/2014/main" id="{401F9295-5960-44CB-A2EF-937D5E03C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884" y="5998474"/>
              <a:ext cx="230388" cy="984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6" name="Straight Connector 452">
              <a:extLst>
                <a:ext uri="{FF2B5EF4-FFF2-40B4-BE49-F238E27FC236}">
                  <a16:creationId xmlns:a16="http://schemas.microsoft.com/office/drawing/2014/main" id="{DBF7E9E8-B460-420E-B3D5-A39490C28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077581"/>
              <a:ext cx="31987" cy="2042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8" name="Straight Connector 452">
              <a:extLst>
                <a:ext uri="{FF2B5EF4-FFF2-40B4-BE49-F238E27FC236}">
                  <a16:creationId xmlns:a16="http://schemas.microsoft.com/office/drawing/2014/main" id="{F2A7D3F2-64CD-4AB7-B808-6AA3E22A4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1356" y="6270091"/>
              <a:ext cx="241564" cy="1099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0" name="Straight Connector 452">
              <a:extLst>
                <a:ext uri="{FF2B5EF4-FFF2-40B4-BE49-F238E27FC236}">
                  <a16:creationId xmlns:a16="http://schemas.microsoft.com/office/drawing/2014/main" id="{8D645C11-5AAD-4B39-A951-2E5F14C38996}"/>
                </a:ext>
              </a:extLst>
            </p:cNvPr>
            <p:cNvCxnSpPr>
              <a:cxnSpLocks/>
            </p:cNvCxnSpPr>
            <p:nvPr/>
          </p:nvCxnSpPr>
          <p:spPr>
            <a:xfrm>
              <a:off x="6327832" y="6273901"/>
              <a:ext cx="275067" cy="967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2" name="Straight Connector 452">
              <a:extLst>
                <a:ext uri="{FF2B5EF4-FFF2-40B4-BE49-F238E27FC236}">
                  <a16:creationId xmlns:a16="http://schemas.microsoft.com/office/drawing/2014/main" id="{48B9CC5D-C526-4269-A19F-091096CC5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6199440"/>
              <a:ext cx="284152" cy="693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4" name="Straight Connector 452">
              <a:extLst>
                <a:ext uri="{FF2B5EF4-FFF2-40B4-BE49-F238E27FC236}">
                  <a16:creationId xmlns:a16="http://schemas.microsoft.com/office/drawing/2014/main" id="{A3D2739B-0D14-4D85-9AC4-028C2CAC462D}"/>
                </a:ext>
              </a:extLst>
            </p:cNvPr>
            <p:cNvCxnSpPr>
              <a:cxnSpLocks/>
            </p:cNvCxnSpPr>
            <p:nvPr/>
          </p:nvCxnSpPr>
          <p:spPr>
            <a:xfrm>
              <a:off x="6605506" y="5998474"/>
              <a:ext cx="7608" cy="198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6" name="Straight Connector 452">
              <a:extLst>
                <a:ext uri="{FF2B5EF4-FFF2-40B4-BE49-F238E27FC236}">
                  <a16:creationId xmlns:a16="http://schemas.microsoft.com/office/drawing/2014/main" id="{D4EE84CC-880C-4154-9D43-7090FA4A2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2520" y="6013282"/>
              <a:ext cx="267695" cy="926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8" name="Straight Connector 452">
              <a:extLst>
                <a:ext uri="{FF2B5EF4-FFF2-40B4-BE49-F238E27FC236}">
                  <a16:creationId xmlns:a16="http://schemas.microsoft.com/office/drawing/2014/main" id="{8EB00E93-6A96-4637-B00E-B9CE56F7FD06}"/>
                </a:ext>
              </a:extLst>
            </p:cNvPr>
            <p:cNvCxnSpPr>
              <a:cxnSpLocks/>
            </p:cNvCxnSpPr>
            <p:nvPr/>
          </p:nvCxnSpPr>
          <p:spPr>
            <a:xfrm>
              <a:off x="6109898" y="6019430"/>
              <a:ext cx="253925" cy="759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0" name="Straight Connector 452">
              <a:extLst>
                <a:ext uri="{FF2B5EF4-FFF2-40B4-BE49-F238E27FC236}">
                  <a16:creationId xmlns:a16="http://schemas.microsoft.com/office/drawing/2014/main" id="{8901F05F-5C63-4A9A-907F-9CDE173FCC1C}"/>
                </a:ext>
              </a:extLst>
            </p:cNvPr>
            <p:cNvCxnSpPr>
              <a:cxnSpLocks/>
            </p:cNvCxnSpPr>
            <p:nvPr/>
          </p:nvCxnSpPr>
          <p:spPr>
            <a:xfrm>
              <a:off x="6119694" y="6033518"/>
              <a:ext cx="11550" cy="17124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3" name="Straight Connector 452">
              <a:extLst>
                <a:ext uri="{FF2B5EF4-FFF2-40B4-BE49-F238E27FC236}">
                  <a16:creationId xmlns:a16="http://schemas.microsoft.com/office/drawing/2014/main" id="{DA5F5D72-A408-431E-A100-8F5259C9D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8886" y="6181286"/>
              <a:ext cx="239587" cy="1153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0914" y="5648328"/>
              <a:ext cx="195833" cy="695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6842" y="5653972"/>
              <a:ext cx="6655" cy="1721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214248" cy="928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1631" y="5268421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8182" y="5264252"/>
              <a:ext cx="457711" cy="1944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317" y="5192005"/>
              <a:ext cx="0" cy="1739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214248" cy="928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0" name="椭圆 1689">
              <a:extLst>
                <a:ext uri="{FF2B5EF4-FFF2-40B4-BE49-F238E27FC236}">
                  <a16:creationId xmlns:a16="http://schemas.microsoft.com/office/drawing/2014/main" id="{CB0103D1-713B-4FAD-9AB4-15534CCDDD12}"/>
                </a:ext>
              </a:extLst>
            </p:cNvPr>
            <p:cNvSpPr/>
            <p:nvPr/>
          </p:nvSpPr>
          <p:spPr>
            <a:xfrm>
              <a:off x="6069453" y="5399168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79F91586-EB0A-4999-B80F-3DEDB89FF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410261" y="246385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1A39E74F-E7F4-4621-A826-8595FE65A4E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22D90A43-F2FD-4524-B33F-A3A48757A7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A719B0B8-6006-4F51-9370-9A74D80CAF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7AD79BF0-060B-4007-969B-AD935DF67A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D16B5833-E193-4C65-A007-D69096872A61}"/>
                </a:ext>
              </a:extLst>
            </p:cNvPr>
            <p:cNvSpPr/>
            <p:nvPr/>
          </p:nvSpPr>
          <p:spPr>
            <a:xfrm rot="1589971">
              <a:off x="8058480" y="6788433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2360" y="7567149"/>
              <a:ext cx="6602" cy="3895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>
              <a:off x="8468415" y="7845921"/>
              <a:ext cx="267246" cy="98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12B3D86B-2FA5-4A9B-BD64-0C949FFE2617}"/>
              </a:ext>
            </a:extLst>
          </p:cNvPr>
          <p:cNvCxnSpPr>
            <a:cxnSpLocks/>
          </p:cNvCxnSpPr>
          <p:nvPr/>
        </p:nvCxnSpPr>
        <p:spPr>
          <a:xfrm>
            <a:off x="3051284" y="3911974"/>
            <a:ext cx="223438" cy="7998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DE03DFB6-EE3D-49E7-93FB-1C7FFE6DC070}"/>
              </a:ext>
            </a:extLst>
          </p:cNvPr>
          <p:cNvCxnSpPr>
            <a:cxnSpLocks/>
          </p:cNvCxnSpPr>
          <p:nvPr/>
        </p:nvCxnSpPr>
        <p:spPr>
          <a:xfrm flipH="1" flipV="1">
            <a:off x="8491024" y="7687752"/>
            <a:ext cx="2134" cy="15190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0" name="Straight Connector 452">
            <a:extLst>
              <a:ext uri="{FF2B5EF4-FFF2-40B4-BE49-F238E27FC236}">
                <a16:creationId xmlns:a16="http://schemas.microsoft.com/office/drawing/2014/main" id="{D577CADB-D969-4E10-839E-DD927A97632F}"/>
              </a:ext>
            </a:extLst>
          </p:cNvPr>
          <p:cNvCxnSpPr>
            <a:cxnSpLocks/>
          </p:cNvCxnSpPr>
          <p:nvPr/>
        </p:nvCxnSpPr>
        <p:spPr>
          <a:xfrm flipV="1">
            <a:off x="8254760" y="7683690"/>
            <a:ext cx="233625" cy="628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08247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71">
            <a:extLst>
              <a:ext uri="{FF2B5EF4-FFF2-40B4-BE49-F238E27FC236}">
                <a16:creationId xmlns:a16="http://schemas.microsoft.com/office/drawing/2014/main" id="{E8BF4A75-4336-429C-95F7-FD77A36689F0}"/>
              </a:ext>
            </a:extLst>
          </p:cNvPr>
          <p:cNvGrpSpPr/>
          <p:nvPr/>
        </p:nvGrpSpPr>
        <p:grpSpPr>
          <a:xfrm>
            <a:off x="-410261" y="246385"/>
            <a:ext cx="13202820" cy="10456029"/>
            <a:chOff x="-410261" y="246385"/>
            <a:chExt cx="13202820" cy="10456029"/>
          </a:xfrm>
        </p:grpSpPr>
        <p:cxnSp>
          <p:nvCxnSpPr>
            <p:cNvPr id="19" name="Straight Connector 452">
              <a:extLst>
                <a:ext uri="{FF2B5EF4-FFF2-40B4-BE49-F238E27FC236}">
                  <a16:creationId xmlns:a16="http://schemas.microsoft.com/office/drawing/2014/main" id="{16D172C2-B808-4D5F-B263-E546CA21BB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9949" y="9414283"/>
              <a:ext cx="1894418" cy="736169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452">
              <a:extLst>
                <a:ext uri="{FF2B5EF4-FFF2-40B4-BE49-F238E27FC236}">
                  <a16:creationId xmlns:a16="http://schemas.microsoft.com/office/drawing/2014/main" id="{E5F83B34-6A72-4951-9844-671155F2F8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64367" y="8753451"/>
              <a:ext cx="1657350" cy="66224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452">
              <a:extLst>
                <a:ext uri="{FF2B5EF4-FFF2-40B4-BE49-F238E27FC236}">
                  <a16:creationId xmlns:a16="http://schemas.microsoft.com/office/drawing/2014/main" id="{8130E43A-AD6D-480D-80F5-18625C5407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1716" y="8571417"/>
              <a:ext cx="0" cy="182034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452">
              <a:extLst>
                <a:ext uri="{FF2B5EF4-FFF2-40B4-BE49-F238E27FC236}">
                  <a16:creationId xmlns:a16="http://schemas.microsoft.com/office/drawing/2014/main" id="{7B51B1AD-DEF4-4712-A0A9-1ED416CFDE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0416" y="7953351"/>
              <a:ext cx="29633" cy="541866"/>
            </a:xfrm>
            <a:prstGeom prst="line">
              <a:avLst/>
            </a:prstGeom>
            <a:ln w="2857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0" name="Straight Connector 452">
              <a:extLst>
                <a:ext uri="{FF2B5EF4-FFF2-40B4-BE49-F238E27FC236}">
                  <a16:creationId xmlns:a16="http://schemas.microsoft.com/office/drawing/2014/main" id="{8C5C5E34-EFCC-4A79-941C-CA85546E7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49" y="8495217"/>
              <a:ext cx="211667" cy="76200"/>
            </a:xfrm>
            <a:prstGeom prst="line">
              <a:avLst/>
            </a:prstGeom>
            <a:ln w="38100">
              <a:solidFill>
                <a:schemeClr val="tx1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452">
              <a:extLst>
                <a:ext uri="{FF2B5EF4-FFF2-40B4-BE49-F238E27FC236}">
                  <a16:creationId xmlns:a16="http://schemas.microsoft.com/office/drawing/2014/main" id="{F67263FE-8467-4438-BE51-A7B17387C3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80416" y="7580818"/>
              <a:ext cx="1" cy="37253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CAB85F3E-5BE7-4F14-A320-EE70D5819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500588"/>
              <a:ext cx="239262" cy="971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452">
              <a:extLst>
                <a:ext uri="{FF2B5EF4-FFF2-40B4-BE49-F238E27FC236}">
                  <a16:creationId xmlns:a16="http://schemas.microsoft.com/office/drawing/2014/main" id="{09397D70-629D-4F86-9A74-82D0B877D5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41153" y="7309884"/>
              <a:ext cx="1" cy="18210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452">
              <a:extLst>
                <a:ext uri="{FF2B5EF4-FFF2-40B4-BE49-F238E27FC236}">
                  <a16:creationId xmlns:a16="http://schemas.microsoft.com/office/drawing/2014/main" id="{7C8AB8E9-4C75-44BD-A269-6220988CF17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7214532"/>
              <a:ext cx="226406" cy="9878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09CEE071-8B5E-41C0-BAB6-31F4A15D0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4749" y="7039315"/>
              <a:ext cx="0" cy="17521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452">
              <a:extLst>
                <a:ext uri="{FF2B5EF4-FFF2-40B4-BE49-F238E27FC236}">
                  <a16:creationId xmlns:a16="http://schemas.microsoft.com/office/drawing/2014/main" id="{4C38355A-1F64-40AE-BCAB-C6CA3224A0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762" y="6747552"/>
              <a:ext cx="692954" cy="29176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44EFE598-49E5-4821-BBE5-828D2F48CC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2658" y="6549656"/>
              <a:ext cx="0" cy="19789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52">
              <a:extLst>
                <a:ext uri="{FF2B5EF4-FFF2-40B4-BE49-F238E27FC236}">
                  <a16:creationId xmlns:a16="http://schemas.microsoft.com/office/drawing/2014/main" id="{E16BA676-1512-41C2-9D49-B179F2C2DC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6294474"/>
              <a:ext cx="706967" cy="297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E37E0740-368A-45C4-B8E0-73B52A181E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4567" y="5768163"/>
              <a:ext cx="1" cy="530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2">
              <a:extLst>
                <a:ext uri="{FF2B5EF4-FFF2-40B4-BE49-F238E27FC236}">
                  <a16:creationId xmlns:a16="http://schemas.microsoft.com/office/drawing/2014/main" id="{5060E408-FEB3-47B0-955E-6A9CB85F6B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8" y="5651205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1E4F0B60-638C-40F9-891F-CBCA9163E1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33830" y="5546786"/>
              <a:ext cx="246585" cy="11695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FD76EB10-5D62-4C47-BB42-4686129990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33830" y="5470586"/>
              <a:ext cx="232243" cy="785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2F3F923E-40DF-47FC-B001-576A1D31B4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61005" y="5114987"/>
              <a:ext cx="1" cy="361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3F2DFAC1-985B-4993-A89D-9C2F94A7D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63464" y="4645123"/>
              <a:ext cx="231768" cy="465666"/>
            </a:xfrm>
            <a:prstGeom prst="line">
              <a:avLst/>
            </a:prstGeom>
            <a:ln w="9525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EB1C51CD-5D1A-49D1-8B10-0ED1DE174872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53" y="1406617"/>
              <a:ext cx="274687" cy="10039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CA61FE06-7029-415C-80D8-7B36828A6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18022" y="1128135"/>
              <a:ext cx="680226" cy="263148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AB31386F-95B0-48EF-82A9-72AE4C3CB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25800" y="1421889"/>
              <a:ext cx="552185" cy="18718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9FF656C7-D549-4DB6-B478-4E0BDB8BF6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52659" y="1594853"/>
              <a:ext cx="0" cy="54509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8D0CB3D3-B246-46CB-A8DD-6A5E7ECBA5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139951"/>
              <a:ext cx="230059" cy="8650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043621FF-3AF6-4BAE-BC1E-674ABFC92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2226460"/>
              <a:ext cx="0" cy="13168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B7DA4DA4-5885-4760-A028-C647A6984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936" y="3543300"/>
              <a:ext cx="264664" cy="7856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018EC595-995F-4134-9E73-04E4C3F616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0416" y="7591086"/>
              <a:ext cx="935664" cy="36753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78CD99F4-0D61-4E03-9D39-790C79EADE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80944" y="7597054"/>
              <a:ext cx="776905" cy="27694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E97775EF-78B2-43E7-9641-E6641EF9C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7870801"/>
              <a:ext cx="1" cy="161949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B864A5DD-8D27-4DF5-BD81-CC13774624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6556" y="8047543"/>
              <a:ext cx="262105" cy="10815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17702E49-0302-4D8B-BA35-A69D85730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82977" y="8028748"/>
              <a:ext cx="230683" cy="12694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36B13EB3-F73B-4850-B872-7A32289AF4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953" y="7676708"/>
              <a:ext cx="724252" cy="292543"/>
            </a:xfrm>
            <a:prstGeom prst="line">
              <a:avLst/>
            </a:prstGeom>
            <a:ln w="38100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96EBCDDC-9740-49DD-BFD0-8E8FD5C8D84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6206" y="7660786"/>
              <a:ext cx="450700" cy="18399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F1814F3E-0E45-4D3E-A938-06FF5980A4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06906" y="7870801"/>
              <a:ext cx="0" cy="35348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B91037D4-7751-4800-9968-BC137B87A9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14584" y="8179833"/>
              <a:ext cx="215016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C300D8AD-B19D-44FB-A2FA-EE59BBAC4F93}"/>
                </a:ext>
              </a:extLst>
            </p:cNvPr>
            <p:cNvCxnSpPr>
              <a:cxnSpLocks/>
            </p:cNvCxnSpPr>
            <p:nvPr/>
          </p:nvCxnSpPr>
          <p:spPr>
            <a:xfrm>
              <a:off x="9646241" y="7935418"/>
              <a:ext cx="4749" cy="55633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91B833CD-B69B-4E73-9E97-16321793E5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264" y="7282774"/>
              <a:ext cx="17834" cy="18525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D07A79DE-BCEC-4DC9-95FC-AC8740D3B325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6304221"/>
              <a:ext cx="0" cy="95970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388ED75D-7FF0-41A2-9EB3-4C9B091D103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0549" y="6110177"/>
              <a:ext cx="446567" cy="1842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2D6A641E-C75B-4571-9BE5-3E83FF6C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5709684"/>
              <a:ext cx="244547" cy="400493"/>
            </a:xfrm>
            <a:prstGeom prst="line">
              <a:avLst/>
            </a:prstGeom>
            <a:ln w="3492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B4BEDDDA-2BA7-44B9-BB50-B10D2E8378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8122" y="5546786"/>
              <a:ext cx="226827" cy="116958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7771AEFB-A352-4328-AEE8-C39793016B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64950" y="5529066"/>
              <a:ext cx="493933" cy="20780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C0C6B8E9-F186-491F-BEE8-6DE376B8E2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9503" y="5975407"/>
              <a:ext cx="1230" cy="55919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8C2FC8BF-2BDE-4271-AF25-C67937F2A9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3459126"/>
              <a:ext cx="0" cy="205074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C7EA6926-1209-4F62-BCE9-1BCF7C0C6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29600" y="8293395"/>
              <a:ext cx="7677" cy="74580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489BF7AA-3080-4F38-A577-2825903F8913}"/>
                </a:ext>
              </a:extLst>
            </p:cNvPr>
            <p:cNvCxnSpPr>
              <a:cxnSpLocks/>
            </p:cNvCxnSpPr>
            <p:nvPr/>
          </p:nvCxnSpPr>
          <p:spPr>
            <a:xfrm>
              <a:off x="8244955" y="9039201"/>
              <a:ext cx="207338" cy="113562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23B66423-8BD4-43EB-8F8F-B57EAF882DB6}"/>
                </a:ext>
              </a:extLst>
            </p:cNvPr>
            <p:cNvCxnSpPr>
              <a:cxnSpLocks/>
            </p:cNvCxnSpPr>
            <p:nvPr/>
          </p:nvCxnSpPr>
          <p:spPr>
            <a:xfrm>
              <a:off x="8452293" y="9138488"/>
              <a:ext cx="7678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AD699E34-754A-4B70-9990-6D8FEBD226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4" y="8772951"/>
              <a:ext cx="446567" cy="365538"/>
            </a:xfrm>
            <a:prstGeom prst="line">
              <a:avLst/>
            </a:prstGeom>
            <a:ln w="28575" cap="flat" cmpd="sng" algn="ctr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2A9A58F1-C2FC-4052-92DF-B2703ABAA45C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9196103"/>
              <a:ext cx="0" cy="106077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A968F24C-EF29-45C9-B00E-E9AFFB913505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10256874"/>
              <a:ext cx="226828" cy="0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C222B5FD-ECBB-4C10-8B26-E6F586FED3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59971" y="9024975"/>
              <a:ext cx="241155" cy="14201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6B1D5F2-035A-4C9F-9A8D-21197BACA5F7}"/>
                </a:ext>
              </a:extLst>
            </p:cNvPr>
            <p:cNvCxnSpPr>
              <a:cxnSpLocks/>
            </p:cNvCxnSpPr>
            <p:nvPr/>
          </p:nvCxnSpPr>
          <p:spPr>
            <a:xfrm>
              <a:off x="8711898" y="8855499"/>
              <a:ext cx="1" cy="16753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D7FB0BC2-5CE9-4958-AD58-1007C35682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22673" y="8753451"/>
              <a:ext cx="230623" cy="8376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36C13788-49EA-42CD-A4A2-24C4F6EA3B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27396" y="8494814"/>
              <a:ext cx="721446" cy="262273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11D90FC6-D22D-4F85-BAAE-834D069FCC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2460" y="8491951"/>
              <a:ext cx="717650" cy="2615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A37B54D2-DCCA-41C2-BE16-287944AE0E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38485" y="7549170"/>
              <a:ext cx="16221" cy="40751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0DEEB9BD-E34E-4076-9402-B0931063E0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5852" y="7491991"/>
              <a:ext cx="228754" cy="54725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43059246-DC21-420E-967A-F5A7E6F3F5EE}"/>
                </a:ext>
              </a:extLst>
            </p:cNvPr>
            <p:cNvCxnSpPr>
              <a:cxnSpLocks/>
            </p:cNvCxnSpPr>
            <p:nvPr/>
          </p:nvCxnSpPr>
          <p:spPr>
            <a:xfrm>
              <a:off x="2757936" y="3618929"/>
              <a:ext cx="531174" cy="1923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6E2A91A9-548B-4336-AC29-A72A51468C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63016" y="3443637"/>
              <a:ext cx="0" cy="3499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61774772-DC2D-40BC-A11B-1EA6F7683C66}"/>
                </a:ext>
              </a:extLst>
            </p:cNvPr>
            <p:cNvCxnSpPr>
              <a:cxnSpLocks/>
            </p:cNvCxnSpPr>
            <p:nvPr/>
          </p:nvCxnSpPr>
          <p:spPr>
            <a:xfrm>
              <a:off x="3263016" y="3459126"/>
              <a:ext cx="265746" cy="841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E3858567-DA5B-4C20-A11C-F2FD29E507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5952" y="3433783"/>
              <a:ext cx="225201" cy="95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1EE5C6B8-3790-4457-9374-1CAF7222D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41153" y="3255105"/>
              <a:ext cx="19852" cy="180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E9B107C8-02AB-4723-B8B0-FA6084DA17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4749" y="3169605"/>
              <a:ext cx="243384" cy="992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81E034DB-9D46-41E1-97E5-BAFCE866C6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7265" y="3180135"/>
              <a:ext cx="238656" cy="661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0D4EE988-78C5-4D32-90CD-0C772B79FAE4}"/>
                </a:ext>
              </a:extLst>
            </p:cNvPr>
            <p:cNvCxnSpPr>
              <a:cxnSpLocks/>
            </p:cNvCxnSpPr>
            <p:nvPr/>
          </p:nvCxnSpPr>
          <p:spPr>
            <a:xfrm>
              <a:off x="3262549" y="2339711"/>
              <a:ext cx="10672" cy="8960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7F802F3C-272B-4975-9D25-869940CF48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57996" y="2328017"/>
              <a:ext cx="519989" cy="2121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E0FD0FBC-B18A-41E1-99F8-9852E620075B}"/>
                </a:ext>
              </a:extLst>
            </p:cNvPr>
            <p:cNvCxnSpPr>
              <a:cxnSpLocks/>
            </p:cNvCxnSpPr>
            <p:nvPr/>
          </p:nvCxnSpPr>
          <p:spPr>
            <a:xfrm>
              <a:off x="3751079" y="2124613"/>
              <a:ext cx="1" cy="3992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08B80F70-AAD9-4A91-B9F1-A84F49B216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4567" y="2149183"/>
              <a:ext cx="236413" cy="944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59A83622-9B4D-4571-A6EA-F333C9A9CF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42628" y="1854800"/>
              <a:ext cx="240665" cy="1211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46225254-76BF-418E-B166-4AA15DE933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09311" y="1311274"/>
              <a:ext cx="985921" cy="3565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9920CA21-495B-4F47-A302-B0CCAEB874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214" y="1384902"/>
              <a:ext cx="245982" cy="1087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箭头: 上弧形 181">
              <a:extLst>
                <a:ext uri="{FF2B5EF4-FFF2-40B4-BE49-F238E27FC236}">
                  <a16:creationId xmlns:a16="http://schemas.microsoft.com/office/drawing/2014/main" id="{4489DDAE-5DBC-47F5-A85F-0C9ABE2FA43E}"/>
                </a:ext>
              </a:extLst>
            </p:cNvPr>
            <p:cNvSpPr/>
            <p:nvPr/>
          </p:nvSpPr>
          <p:spPr>
            <a:xfrm rot="19342108">
              <a:off x="3709720" y="736240"/>
              <a:ext cx="1383620" cy="549939"/>
            </a:xfrm>
            <a:prstGeom prst="curvedDown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D5C40019-9B56-40C1-A2EE-A4CDD062767F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3472631"/>
              <a:ext cx="492642" cy="2348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A24648BE-4BDF-4085-9F36-8B40C647AE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51901" y="2994374"/>
              <a:ext cx="5696" cy="713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EC9A78EE-ABA9-45E2-9D9A-0A91979F8AC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1270" y="2876940"/>
              <a:ext cx="240630" cy="1203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A959F024-34B3-4F56-9F06-3BA83016BE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91144" y="2880114"/>
              <a:ext cx="420125" cy="1824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0DDF550E-860F-4893-AA87-203B6B23A5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70110" y="2876940"/>
              <a:ext cx="521033" cy="1843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B4B3EFD4-3539-4409-BD66-D3A025A7FFB3}"/>
                </a:ext>
              </a:extLst>
            </p:cNvPr>
            <p:cNvCxnSpPr>
              <a:cxnSpLocks/>
            </p:cNvCxnSpPr>
            <p:nvPr/>
          </p:nvCxnSpPr>
          <p:spPr>
            <a:xfrm>
              <a:off x="10376852" y="2697158"/>
              <a:ext cx="0" cy="1809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E71C7867-0B7F-4E30-A6EE-CA518F395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6852" y="2514600"/>
              <a:ext cx="461269" cy="1825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7A7157A3-2529-4547-842A-B188CC896018}"/>
                </a:ext>
              </a:extLst>
            </p:cNvPr>
            <p:cNvCxnSpPr>
              <a:cxnSpLocks/>
            </p:cNvCxnSpPr>
            <p:nvPr/>
          </p:nvCxnSpPr>
          <p:spPr>
            <a:xfrm>
              <a:off x="10838121" y="2169383"/>
              <a:ext cx="0" cy="3517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C2A730A5-0004-463F-9972-147D54676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0626" y="2172394"/>
              <a:ext cx="207495" cy="84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11182456-E616-4617-91C2-C6834965C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27358" y="2056263"/>
              <a:ext cx="529788" cy="19578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E7CB92A9-9CAC-42C4-A29E-E256003C21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7058" y="1859283"/>
              <a:ext cx="0" cy="205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DFBAF5A5-F688-49AF-BF7B-2AE28B18CD6C}"/>
                </a:ext>
              </a:extLst>
            </p:cNvPr>
            <p:cNvCxnSpPr>
              <a:cxnSpLocks/>
            </p:cNvCxnSpPr>
            <p:nvPr/>
          </p:nvCxnSpPr>
          <p:spPr>
            <a:xfrm>
              <a:off x="9675912" y="1701799"/>
              <a:ext cx="474705" cy="1587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B5971ACA-1DE4-458A-AC47-8B6E69DDF574}"/>
                </a:ext>
              </a:extLst>
            </p:cNvPr>
            <p:cNvCxnSpPr>
              <a:cxnSpLocks/>
            </p:cNvCxnSpPr>
            <p:nvPr/>
          </p:nvCxnSpPr>
          <p:spPr>
            <a:xfrm>
              <a:off x="9654706" y="1507012"/>
              <a:ext cx="8092" cy="1950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24D954D5-92FA-4FB1-BCC4-8E14601221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4687" y="1413799"/>
              <a:ext cx="240802" cy="1277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BCD227D-F49A-41D3-A74F-83042E529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263" y="1421889"/>
              <a:ext cx="0" cy="2092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78C48E50-E0A3-4F4E-BA34-7FF74688C6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5489" y="1489542"/>
              <a:ext cx="251569" cy="11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6F38CA2A-9D00-41FB-B756-B0CCF8B8E2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34984" y="1499388"/>
              <a:ext cx="15565" cy="197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7CA6A3AB-5B92-4DA3-9A6E-1596CA0175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58331" y="1252512"/>
              <a:ext cx="1152938" cy="4385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304622CE-E292-47D4-864D-48602CFD49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11269" y="1047045"/>
              <a:ext cx="7782" cy="2054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6298773D-5051-43E2-855E-E010BC52AE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19051" y="1047044"/>
              <a:ext cx="711024" cy="275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01922BCD-04AD-4657-8F3C-9F5F7BA08EC7}"/>
                </a:ext>
              </a:extLst>
            </p:cNvPr>
            <p:cNvCxnSpPr>
              <a:cxnSpLocks/>
            </p:cNvCxnSpPr>
            <p:nvPr/>
          </p:nvCxnSpPr>
          <p:spPr>
            <a:xfrm>
              <a:off x="12037857" y="1127030"/>
              <a:ext cx="0" cy="1743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12875708-523E-4C0B-80F6-9E0E147D56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31508" y="1127031"/>
              <a:ext cx="471642" cy="1952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597B8C6-A06C-4FA9-89A8-49B4FF1DC0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1317436"/>
              <a:ext cx="0" cy="1980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033D306D-42B2-4263-9FB3-14755C764B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76854" y="1421890"/>
              <a:ext cx="226296" cy="851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F0C3E5FA-0410-44A8-8912-E8C2221EA91D}"/>
                </a:ext>
              </a:extLst>
            </p:cNvPr>
            <p:cNvCxnSpPr>
              <a:cxnSpLocks/>
            </p:cNvCxnSpPr>
            <p:nvPr/>
          </p:nvCxnSpPr>
          <p:spPr>
            <a:xfrm>
              <a:off x="12283203" y="1427463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80371AC5-39D9-4C35-8050-557F8A4FA51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7378" y="1332914"/>
              <a:ext cx="725826" cy="2716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8CAEBBE4-6A63-4ABE-AAB6-5E2B7BC5D3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6852" y="1343415"/>
              <a:ext cx="1199043" cy="436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C69DC29B-B717-4583-9CAF-2883CE4DA492}"/>
                </a:ext>
              </a:extLst>
            </p:cNvPr>
            <p:cNvCxnSpPr>
              <a:cxnSpLocks/>
            </p:cNvCxnSpPr>
            <p:nvPr/>
          </p:nvCxnSpPr>
          <p:spPr>
            <a:xfrm>
              <a:off x="10394638" y="1772852"/>
              <a:ext cx="0" cy="1890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333A9EA8-E3CD-4DDB-BF46-3F3F69EFC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1832" y="1546846"/>
              <a:ext cx="729048" cy="2533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0C63EFB7-065E-41AC-913C-0CF29C453C9F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723454" cy="2514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1B329416-A786-4153-9EE6-270D100019E8}"/>
                </a:ext>
              </a:extLst>
            </p:cNvPr>
            <p:cNvCxnSpPr>
              <a:cxnSpLocks/>
            </p:cNvCxnSpPr>
            <p:nvPr/>
          </p:nvCxnSpPr>
          <p:spPr>
            <a:xfrm>
              <a:off x="10397262" y="1966960"/>
              <a:ext cx="241398" cy="1114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EF45B343-4011-408D-B68F-3D3C08B3EB05}"/>
                </a:ext>
              </a:extLst>
            </p:cNvPr>
            <p:cNvCxnSpPr>
              <a:cxnSpLocks/>
            </p:cNvCxnSpPr>
            <p:nvPr/>
          </p:nvCxnSpPr>
          <p:spPr>
            <a:xfrm>
              <a:off x="10618205" y="1864188"/>
              <a:ext cx="12421" cy="2142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7B0F9C82-0693-466E-9EDC-291AC66228A8}"/>
                </a:ext>
              </a:extLst>
            </p:cNvPr>
            <p:cNvCxnSpPr>
              <a:cxnSpLocks/>
            </p:cNvCxnSpPr>
            <p:nvPr/>
          </p:nvCxnSpPr>
          <p:spPr>
            <a:xfrm>
              <a:off x="10593574" y="1877189"/>
              <a:ext cx="471375" cy="197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FE307C74-9BCB-4D84-9005-9984B5376AFE}"/>
                </a:ext>
              </a:extLst>
            </p:cNvPr>
            <p:cNvCxnSpPr>
              <a:cxnSpLocks/>
            </p:cNvCxnSpPr>
            <p:nvPr/>
          </p:nvCxnSpPr>
          <p:spPr>
            <a:xfrm>
              <a:off x="10851569" y="1797399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50251CDF-4C04-4D6E-A4BC-2A02C8FFD7C4}"/>
                </a:ext>
              </a:extLst>
            </p:cNvPr>
            <p:cNvCxnSpPr>
              <a:cxnSpLocks/>
            </p:cNvCxnSpPr>
            <p:nvPr/>
          </p:nvCxnSpPr>
          <p:spPr>
            <a:xfrm>
              <a:off x="11064949" y="1864562"/>
              <a:ext cx="9737" cy="21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02E7AFA3-01A7-4A41-97AE-A5DA8146F7A1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537153"/>
              <a:ext cx="214379" cy="794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1EA99197-0789-4641-BC43-1F598960F394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495" y="1701799"/>
              <a:ext cx="514380" cy="1965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F0A26B47-73EE-4155-8B45-B493DC203A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689" y="1772852"/>
              <a:ext cx="236647" cy="1254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EFA5A220-95F6-47BD-8489-F76B7BDAD432}"/>
                </a:ext>
              </a:extLst>
            </p:cNvPr>
            <p:cNvCxnSpPr>
              <a:cxnSpLocks/>
            </p:cNvCxnSpPr>
            <p:nvPr/>
          </p:nvCxnSpPr>
          <p:spPr>
            <a:xfrm>
              <a:off x="11573388" y="1693303"/>
              <a:ext cx="7229" cy="1921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DD841334-61EB-4550-B318-7272E5CEE1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55289" y="1791780"/>
              <a:ext cx="2133" cy="3656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25F842E1-6FEC-4506-BC1E-3836B924EF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2127691"/>
              <a:ext cx="256217" cy="1376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7EA46B63-2978-4463-9D5D-329D847EF1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5982" y="2257249"/>
              <a:ext cx="1" cy="3484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5E999AE-72F3-440D-B53A-162AAF785D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30626" y="2614153"/>
              <a:ext cx="454853" cy="1786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69767FFC-E390-4247-BA3C-B426DC476F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42299" y="2790330"/>
              <a:ext cx="215753" cy="706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D11849D6-A68F-487F-8E38-C723719B6D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60506" y="2697101"/>
              <a:ext cx="450763" cy="18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9DCC85BC-1B62-4FC1-BAB4-29FC341A0862}"/>
                </a:ext>
              </a:extLst>
            </p:cNvPr>
            <p:cNvCxnSpPr>
              <a:cxnSpLocks/>
            </p:cNvCxnSpPr>
            <p:nvPr/>
          </p:nvCxnSpPr>
          <p:spPr>
            <a:xfrm>
              <a:off x="11366539" y="1794024"/>
              <a:ext cx="194604" cy="914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9DFD0E00-A690-4368-AB7D-4CF8121CF6A7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2328040"/>
              <a:ext cx="1" cy="3674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4" name="Straight Connector 452">
              <a:extLst>
                <a:ext uri="{FF2B5EF4-FFF2-40B4-BE49-F238E27FC236}">
                  <a16:creationId xmlns:a16="http://schemas.microsoft.com/office/drawing/2014/main" id="{CE64CB6B-FA8C-4580-8AFC-98ED584574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9051" y="2243989"/>
              <a:ext cx="261566" cy="67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78FD3C0C-A0FD-4CE7-BF34-40747D66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0880" y="2064646"/>
              <a:ext cx="8734" cy="1793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BB5DC9E8-BD5E-48AB-A972-1919DF2169AB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2074625"/>
              <a:ext cx="257025" cy="81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55866D71-E3BA-450D-9DEF-7E9B884503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8925" y="2045486"/>
              <a:ext cx="228932" cy="1101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AB38575E-9692-41CD-A763-D69A21A2F3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2617" y="2038999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E2821748-FED8-4D1E-A6AF-431B58946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975" y="2235651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B635ED05-D59B-493B-A958-C400DC104F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0880" y="2412819"/>
              <a:ext cx="495882" cy="2222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90100B3C-2F42-4DD4-A6E1-0168D57D1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2440442"/>
              <a:ext cx="2948" cy="1966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453E5E73-3236-486B-BB69-F7E795BB4C45}"/>
                </a:ext>
              </a:extLst>
            </p:cNvPr>
            <p:cNvCxnSpPr>
              <a:cxnSpLocks/>
            </p:cNvCxnSpPr>
            <p:nvPr/>
          </p:nvCxnSpPr>
          <p:spPr>
            <a:xfrm>
              <a:off x="12060806" y="2418704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8A0C1676-FC52-423A-87A9-FF6CF38215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41149" y="2518279"/>
              <a:ext cx="741178" cy="2745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4" name="Straight Connector 452">
              <a:extLst>
                <a:ext uri="{FF2B5EF4-FFF2-40B4-BE49-F238E27FC236}">
                  <a16:creationId xmlns:a16="http://schemas.microsoft.com/office/drawing/2014/main" id="{51D5FD37-57F9-416D-AA7F-24CACFBF28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6939" y="2589987"/>
              <a:ext cx="781560" cy="2976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AFD7D16A-A31C-4B0F-934B-BB0C2361CC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41149" y="2786295"/>
              <a:ext cx="214003" cy="995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4ACF83A-D5E8-4C70-B9D2-72F90714CEF6}"/>
                </a:ext>
              </a:extLst>
            </p:cNvPr>
            <p:cNvCxnSpPr>
              <a:cxnSpLocks/>
            </p:cNvCxnSpPr>
            <p:nvPr/>
          </p:nvCxnSpPr>
          <p:spPr>
            <a:xfrm>
              <a:off x="12547118" y="2583693"/>
              <a:ext cx="0" cy="2235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C2A57CDC-24A0-4BA9-BEEC-708B2F1E66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2786426"/>
              <a:ext cx="252889" cy="1059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5A9FB467-137C-4778-A112-0D1EFEF0D6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99336" y="2878060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7E46F422-69CD-4616-90DF-EAD513C99173}"/>
                </a:ext>
              </a:extLst>
            </p:cNvPr>
            <p:cNvCxnSpPr>
              <a:cxnSpLocks/>
            </p:cNvCxnSpPr>
            <p:nvPr/>
          </p:nvCxnSpPr>
          <p:spPr>
            <a:xfrm>
              <a:off x="12052617" y="2975505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C464EA6A-3B4A-4617-9E88-126B3840C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874" y="2975506"/>
              <a:ext cx="260590" cy="974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997E7A3B-DF59-4F7A-BEDA-D8AA4616AD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7859" y="3354878"/>
              <a:ext cx="264379" cy="789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D6D5E960-FCAA-4BCF-8B8B-87C01F7677AF}"/>
                </a:ext>
              </a:extLst>
            </p:cNvPr>
            <p:cNvCxnSpPr>
              <a:cxnSpLocks/>
            </p:cNvCxnSpPr>
            <p:nvPr/>
          </p:nvCxnSpPr>
          <p:spPr>
            <a:xfrm>
              <a:off x="11795913" y="3090821"/>
              <a:ext cx="248635" cy="9744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E873DC48-64C6-4235-A715-1AE8CBDBBB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8410" y="3188268"/>
              <a:ext cx="261665" cy="652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A22498C9-FE53-4F8D-AD19-7CA687CDA5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3240237"/>
              <a:ext cx="1916" cy="1948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5A0C091C-1175-4C63-BF2F-9A29E0D24523}"/>
                </a:ext>
              </a:extLst>
            </p:cNvPr>
            <p:cNvCxnSpPr>
              <a:cxnSpLocks/>
            </p:cNvCxnSpPr>
            <p:nvPr/>
          </p:nvCxnSpPr>
          <p:spPr>
            <a:xfrm>
              <a:off x="12044744" y="3366159"/>
              <a:ext cx="7873" cy="3413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86EA138C-19B5-423F-88CE-D52AD6E3CF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02337" y="3627820"/>
              <a:ext cx="250596" cy="6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452">
              <a:extLst>
                <a:ext uri="{FF2B5EF4-FFF2-40B4-BE49-F238E27FC236}">
                  <a16:creationId xmlns:a16="http://schemas.microsoft.com/office/drawing/2014/main" id="{A70A80FB-BC69-416B-83CB-5C520544E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18821" y="3627820"/>
              <a:ext cx="0" cy="183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C1CDF99-FDF6-49DB-9995-18302257D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18821" y="3805973"/>
              <a:ext cx="225727" cy="1215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2" name="Straight Connector 452">
              <a:extLst>
                <a:ext uri="{FF2B5EF4-FFF2-40B4-BE49-F238E27FC236}">
                  <a16:creationId xmlns:a16="http://schemas.microsoft.com/office/drawing/2014/main" id="{C1BCCB8E-7285-4DBB-B716-178686FB11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7" y="3793617"/>
              <a:ext cx="244732" cy="1206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A84FE6A-6B50-4234-8796-242735C9AB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3788727"/>
              <a:ext cx="239003" cy="1255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24CC5375-645D-46A3-B1D8-AFEEF1165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3150" y="3889226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2595158F-4324-4904-AAA9-C3C7E965C7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074003"/>
              <a:ext cx="220823" cy="948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AA372884-73E3-4F97-9E9D-DE1F0203EF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9949" y="3974425"/>
              <a:ext cx="0" cy="1808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370D6BAA-69B2-4A8C-B42A-790A0B75C6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8" y="401119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7218DDF5-0394-4C29-9752-E222EB445A8A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811310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C4ABADA-71A4-46D7-92B2-B1EF7BC0C0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26174" y="3800505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9E1E0F82-7DCC-4F1F-BEE7-D7319F2AF05F}"/>
                </a:ext>
              </a:extLst>
            </p:cNvPr>
            <p:cNvCxnSpPr>
              <a:cxnSpLocks/>
            </p:cNvCxnSpPr>
            <p:nvPr/>
          </p:nvCxnSpPr>
          <p:spPr>
            <a:xfrm>
              <a:off x="11328517" y="3998798"/>
              <a:ext cx="716030" cy="2827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5983FCF9-EA17-41CE-95E7-7BB2A6C54B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427408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452">
              <a:extLst>
                <a:ext uri="{FF2B5EF4-FFF2-40B4-BE49-F238E27FC236}">
                  <a16:creationId xmlns:a16="http://schemas.microsoft.com/office/drawing/2014/main" id="{C8A5CB93-762C-414A-B622-7BFD1304F9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5248" y="4467935"/>
              <a:ext cx="218899" cy="889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7E3995C2-D4B7-4F4D-AEF9-B41739445D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2327" y="454133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C07CE07E-1E3E-43E0-84B2-2D6D4184401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8925" y="4539473"/>
              <a:ext cx="455222" cy="2094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C8F6D14C-80ED-4322-8F33-378C70B0E7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5913" y="4335466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452">
              <a:extLst>
                <a:ext uri="{FF2B5EF4-FFF2-40B4-BE49-F238E27FC236}">
                  <a16:creationId xmlns:a16="http://schemas.microsoft.com/office/drawing/2014/main" id="{055C7812-73CE-4494-A863-1B525C75BA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73388" y="4281547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0436B4-7F0A-4F51-84E1-E447DAEA9A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9614" y="4282425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3E6A0E2-1F8A-44ED-931C-A40457A1D5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651" y="4172685"/>
              <a:ext cx="717843" cy="314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452">
              <a:extLst>
                <a:ext uri="{FF2B5EF4-FFF2-40B4-BE49-F238E27FC236}">
                  <a16:creationId xmlns:a16="http://schemas.microsoft.com/office/drawing/2014/main" id="{3A948DB0-7B45-4BE7-9C57-211B512CA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2287" y="3632522"/>
              <a:ext cx="6076" cy="5397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87724417-0BBF-4F84-ACDD-7C5858A4DD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36873" y="3544196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0" name="Straight Connector 452">
              <a:extLst>
                <a:ext uri="{FF2B5EF4-FFF2-40B4-BE49-F238E27FC236}">
                  <a16:creationId xmlns:a16="http://schemas.microsoft.com/office/drawing/2014/main" id="{1289E9BD-A472-4AB9-8693-B572776279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28504" y="3519508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35E08C45-DD68-4D5E-9BC8-355D6F2520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6962" y="3707500"/>
              <a:ext cx="235552" cy="984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04CA492B-195A-40F5-A14B-B707052F34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72395" y="38189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452">
              <a:extLst>
                <a:ext uri="{FF2B5EF4-FFF2-40B4-BE49-F238E27FC236}">
                  <a16:creationId xmlns:a16="http://schemas.microsoft.com/office/drawing/2014/main" id="{5937E8B2-7CEC-4841-B172-CFD4E23AED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3873" y="3885274"/>
              <a:ext cx="200181" cy="112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452">
              <a:extLst>
                <a:ext uri="{FF2B5EF4-FFF2-40B4-BE49-F238E27FC236}">
                  <a16:creationId xmlns:a16="http://schemas.microsoft.com/office/drawing/2014/main" id="{7835CF3F-F230-408F-931B-4A7E8231AF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874" y="4007833"/>
              <a:ext cx="229700" cy="862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452">
              <a:extLst>
                <a:ext uri="{FF2B5EF4-FFF2-40B4-BE49-F238E27FC236}">
                  <a16:creationId xmlns:a16="http://schemas.microsoft.com/office/drawing/2014/main" id="{0D1004FB-BF68-453C-A80F-2D347C1678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2064" y="4069953"/>
              <a:ext cx="1" cy="21662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452">
              <a:extLst>
                <a:ext uri="{FF2B5EF4-FFF2-40B4-BE49-F238E27FC236}">
                  <a16:creationId xmlns:a16="http://schemas.microsoft.com/office/drawing/2014/main" id="{B01226EB-7DDE-4E39-9233-B4D8CA6CF0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6470" y="4266662"/>
              <a:ext cx="221179" cy="7281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0" name="Straight Connector 452">
              <a:extLst>
                <a:ext uri="{FF2B5EF4-FFF2-40B4-BE49-F238E27FC236}">
                  <a16:creationId xmlns:a16="http://schemas.microsoft.com/office/drawing/2014/main" id="{FD4FFA18-12FD-4C7E-A178-66168D403C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48242" y="4337223"/>
              <a:ext cx="7259" cy="4092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452">
              <a:extLst>
                <a:ext uri="{FF2B5EF4-FFF2-40B4-BE49-F238E27FC236}">
                  <a16:creationId xmlns:a16="http://schemas.microsoft.com/office/drawing/2014/main" id="{ECF565B9-B9DE-4118-9AF4-D1FD7A54B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93574" y="4733830"/>
              <a:ext cx="245401" cy="94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452">
              <a:extLst>
                <a:ext uri="{FF2B5EF4-FFF2-40B4-BE49-F238E27FC236}">
                  <a16:creationId xmlns:a16="http://schemas.microsoft.com/office/drawing/2014/main" id="{75508B51-21F2-4E67-9956-DBE514A18C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1665" y="4822554"/>
              <a:ext cx="240206" cy="109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452">
              <a:extLst>
                <a:ext uri="{FF2B5EF4-FFF2-40B4-BE49-F238E27FC236}">
                  <a16:creationId xmlns:a16="http://schemas.microsoft.com/office/drawing/2014/main" id="{A422BEE6-D685-4B2D-9411-FE24C83870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4732894"/>
              <a:ext cx="505177" cy="1819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452">
              <a:extLst>
                <a:ext uri="{FF2B5EF4-FFF2-40B4-BE49-F238E27FC236}">
                  <a16:creationId xmlns:a16="http://schemas.microsoft.com/office/drawing/2014/main" id="{9EAE8E1B-5050-4B99-944B-C9BAFFAD0FFD}"/>
                </a:ext>
              </a:extLst>
            </p:cNvPr>
            <p:cNvCxnSpPr>
              <a:cxnSpLocks/>
            </p:cNvCxnSpPr>
            <p:nvPr/>
          </p:nvCxnSpPr>
          <p:spPr>
            <a:xfrm>
              <a:off x="11308151" y="4544439"/>
              <a:ext cx="688220" cy="2932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452">
              <a:extLst>
                <a:ext uri="{FF2B5EF4-FFF2-40B4-BE49-F238E27FC236}">
                  <a16:creationId xmlns:a16="http://schemas.microsoft.com/office/drawing/2014/main" id="{CFA45FB3-5420-4614-BCE5-222C36A92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22775" y="4820672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Straight Connector 452">
              <a:extLst>
                <a:ext uri="{FF2B5EF4-FFF2-40B4-BE49-F238E27FC236}">
                  <a16:creationId xmlns:a16="http://schemas.microsoft.com/office/drawing/2014/main" id="{746BD3BE-22F0-4D62-BAB5-41F6F35AC65F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752" y="4833436"/>
              <a:ext cx="413024" cy="1757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452">
              <a:extLst>
                <a:ext uri="{FF2B5EF4-FFF2-40B4-BE49-F238E27FC236}">
                  <a16:creationId xmlns:a16="http://schemas.microsoft.com/office/drawing/2014/main" id="{3440279A-2BF6-4D69-B767-C87DA238D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326174" y="4833623"/>
              <a:ext cx="240321" cy="9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452">
              <a:extLst>
                <a:ext uri="{FF2B5EF4-FFF2-40B4-BE49-F238E27FC236}">
                  <a16:creationId xmlns:a16="http://schemas.microsoft.com/office/drawing/2014/main" id="{8E84CB8F-BEA3-4118-BFF7-4E2EA60893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7551" y="4907142"/>
              <a:ext cx="0" cy="3716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Straight Connector 452">
              <a:extLst>
                <a:ext uri="{FF2B5EF4-FFF2-40B4-BE49-F238E27FC236}">
                  <a16:creationId xmlns:a16="http://schemas.microsoft.com/office/drawing/2014/main" id="{22AE8C08-9307-43D8-9575-D1BDE58E9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1269" y="5093455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452">
              <a:extLst>
                <a:ext uri="{FF2B5EF4-FFF2-40B4-BE49-F238E27FC236}">
                  <a16:creationId xmlns:a16="http://schemas.microsoft.com/office/drawing/2014/main" id="{D174CEF4-C4AF-400C-8BDA-23DDD1D2E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6796" y="5088219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452">
              <a:extLst>
                <a:ext uri="{FF2B5EF4-FFF2-40B4-BE49-F238E27FC236}">
                  <a16:creationId xmlns:a16="http://schemas.microsoft.com/office/drawing/2014/main" id="{2A3F6126-F370-4329-B2DE-0FE4369834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8659" y="5279173"/>
              <a:ext cx="455670" cy="179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452">
              <a:extLst>
                <a:ext uri="{FF2B5EF4-FFF2-40B4-BE49-F238E27FC236}">
                  <a16:creationId xmlns:a16="http://schemas.microsoft.com/office/drawing/2014/main" id="{195C988A-8B34-4507-951F-9ED89DF322B2}"/>
                </a:ext>
              </a:extLst>
            </p:cNvPr>
            <p:cNvCxnSpPr>
              <a:cxnSpLocks/>
            </p:cNvCxnSpPr>
            <p:nvPr/>
          </p:nvCxnSpPr>
          <p:spPr>
            <a:xfrm>
              <a:off x="11322226" y="5453941"/>
              <a:ext cx="257526" cy="10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452">
              <a:extLst>
                <a:ext uri="{FF2B5EF4-FFF2-40B4-BE49-F238E27FC236}">
                  <a16:creationId xmlns:a16="http://schemas.microsoft.com/office/drawing/2014/main" id="{25730B63-D04A-4F65-B148-55984E36E8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84294" y="5459062"/>
              <a:ext cx="210035" cy="995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452">
              <a:extLst>
                <a:ext uri="{FF2B5EF4-FFF2-40B4-BE49-F238E27FC236}">
                  <a16:creationId xmlns:a16="http://schemas.microsoft.com/office/drawing/2014/main" id="{92CC249D-59D7-4E28-A2BF-3773667FDA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7196" y="5447288"/>
              <a:ext cx="3095" cy="3628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452">
              <a:extLst>
                <a:ext uri="{FF2B5EF4-FFF2-40B4-BE49-F238E27FC236}">
                  <a16:creationId xmlns:a16="http://schemas.microsoft.com/office/drawing/2014/main" id="{B4DE8C23-AB98-4B95-B340-4F8A8AA1157E}"/>
                </a:ext>
              </a:extLst>
            </p:cNvPr>
            <p:cNvCxnSpPr>
              <a:cxnSpLocks/>
            </p:cNvCxnSpPr>
            <p:nvPr/>
          </p:nvCxnSpPr>
          <p:spPr>
            <a:xfrm>
              <a:off x="12012512" y="5726088"/>
              <a:ext cx="262297" cy="10000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452">
              <a:extLst>
                <a:ext uri="{FF2B5EF4-FFF2-40B4-BE49-F238E27FC236}">
                  <a16:creationId xmlns:a16="http://schemas.microsoft.com/office/drawing/2014/main" id="{DC45F621-0D99-4E3A-86F6-A054D1ADB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74809" y="5823850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0" name="Straight Connector 452">
              <a:extLst>
                <a:ext uri="{FF2B5EF4-FFF2-40B4-BE49-F238E27FC236}">
                  <a16:creationId xmlns:a16="http://schemas.microsoft.com/office/drawing/2014/main" id="{21A3B43E-70E9-4BD5-9651-E10D91F054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44547" y="5902605"/>
              <a:ext cx="237780" cy="1243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2" name="Straight Connector 452">
              <a:extLst>
                <a:ext uri="{FF2B5EF4-FFF2-40B4-BE49-F238E27FC236}">
                  <a16:creationId xmlns:a16="http://schemas.microsoft.com/office/drawing/2014/main" id="{D2A48005-11F8-40AC-AC07-A21899B5B9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7357" y="5944309"/>
              <a:ext cx="1" cy="5384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4" name="Straight Connector 452">
              <a:extLst>
                <a:ext uri="{FF2B5EF4-FFF2-40B4-BE49-F238E27FC236}">
                  <a16:creationId xmlns:a16="http://schemas.microsoft.com/office/drawing/2014/main" id="{336AAFE5-BED4-4B4F-BDC4-A278FEC0D330}"/>
                </a:ext>
              </a:extLst>
            </p:cNvPr>
            <p:cNvCxnSpPr>
              <a:cxnSpLocks/>
            </p:cNvCxnSpPr>
            <p:nvPr/>
          </p:nvCxnSpPr>
          <p:spPr>
            <a:xfrm>
              <a:off x="12033448" y="6467693"/>
              <a:ext cx="488819" cy="17439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452">
              <a:extLst>
                <a:ext uri="{FF2B5EF4-FFF2-40B4-BE49-F238E27FC236}">
                  <a16:creationId xmlns:a16="http://schemas.microsoft.com/office/drawing/2014/main" id="{1B184B3C-F902-4C3B-9E76-529487059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22266" y="6631803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6" name="Straight Connector 452">
              <a:extLst>
                <a:ext uri="{FF2B5EF4-FFF2-40B4-BE49-F238E27FC236}">
                  <a16:creationId xmlns:a16="http://schemas.microsoft.com/office/drawing/2014/main" id="{E32A0B36-16E9-47BC-AB85-892EFB2222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64147" y="6746822"/>
              <a:ext cx="245008" cy="844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452">
              <a:extLst>
                <a:ext uri="{FF2B5EF4-FFF2-40B4-BE49-F238E27FC236}">
                  <a16:creationId xmlns:a16="http://schemas.microsoft.com/office/drawing/2014/main" id="{7B3ED970-50B6-43EB-9DC6-17BBB396AB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80595" y="676795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452">
              <a:extLst>
                <a:ext uri="{FF2B5EF4-FFF2-40B4-BE49-F238E27FC236}">
                  <a16:creationId xmlns:a16="http://schemas.microsoft.com/office/drawing/2014/main" id="{C3D6A50C-9CA9-4918-A674-449BD9340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35076" y="6943162"/>
              <a:ext cx="554873" cy="19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452">
              <a:extLst>
                <a:ext uri="{FF2B5EF4-FFF2-40B4-BE49-F238E27FC236}">
                  <a16:creationId xmlns:a16="http://schemas.microsoft.com/office/drawing/2014/main" id="{36C1AB64-282E-4141-B328-62424D1EC2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9892" y="7023333"/>
              <a:ext cx="193064" cy="103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3" name="Straight Connector 452">
              <a:extLst>
                <a:ext uri="{FF2B5EF4-FFF2-40B4-BE49-F238E27FC236}">
                  <a16:creationId xmlns:a16="http://schemas.microsoft.com/office/drawing/2014/main" id="{238CB0C1-C280-4781-A187-981530A1C5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790" y="6822741"/>
              <a:ext cx="1704" cy="192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452">
              <a:extLst>
                <a:ext uri="{FF2B5EF4-FFF2-40B4-BE49-F238E27FC236}">
                  <a16:creationId xmlns:a16="http://schemas.microsoft.com/office/drawing/2014/main" id="{EED0208B-CE64-41F8-8F17-624A8A7C65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55289" y="6746822"/>
              <a:ext cx="216395" cy="962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7" name="Straight Connector 452">
              <a:extLst>
                <a:ext uri="{FF2B5EF4-FFF2-40B4-BE49-F238E27FC236}">
                  <a16:creationId xmlns:a16="http://schemas.microsoft.com/office/drawing/2014/main" id="{97355CF7-3F71-41AB-950D-D86E57E806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36406" y="6561088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452">
              <a:extLst>
                <a:ext uri="{FF2B5EF4-FFF2-40B4-BE49-F238E27FC236}">
                  <a16:creationId xmlns:a16="http://schemas.microsoft.com/office/drawing/2014/main" id="{FA1D8EDE-C229-41A7-9C17-3EC6A70F2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7" y="6454630"/>
              <a:ext cx="252573" cy="1147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452">
              <a:extLst>
                <a:ext uri="{FF2B5EF4-FFF2-40B4-BE49-F238E27FC236}">
                  <a16:creationId xmlns:a16="http://schemas.microsoft.com/office/drawing/2014/main" id="{CFF34F16-4004-4CD3-8B0B-0ED799EE24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8979" y="6268014"/>
              <a:ext cx="1" cy="1965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452">
              <a:extLst>
                <a:ext uri="{FF2B5EF4-FFF2-40B4-BE49-F238E27FC236}">
                  <a16:creationId xmlns:a16="http://schemas.microsoft.com/office/drawing/2014/main" id="{35FA5925-185B-43BB-A630-CFA93CA00D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6263826"/>
              <a:ext cx="478546" cy="2188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452">
              <a:extLst>
                <a:ext uri="{FF2B5EF4-FFF2-40B4-BE49-F238E27FC236}">
                  <a16:creationId xmlns:a16="http://schemas.microsoft.com/office/drawing/2014/main" id="{EC36341A-0661-43FD-BEEA-C8D902266A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8707" y="6468028"/>
              <a:ext cx="7310" cy="3632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452">
              <a:extLst>
                <a:ext uri="{FF2B5EF4-FFF2-40B4-BE49-F238E27FC236}">
                  <a16:creationId xmlns:a16="http://schemas.microsoft.com/office/drawing/2014/main" id="{02460F06-99C4-47D4-9E7F-2EF43E420F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706" y="6814521"/>
              <a:ext cx="240431" cy="12864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8" name="Straight Connector 452">
              <a:extLst>
                <a:ext uri="{FF2B5EF4-FFF2-40B4-BE49-F238E27FC236}">
                  <a16:creationId xmlns:a16="http://schemas.microsoft.com/office/drawing/2014/main" id="{BE4F21AB-4E98-4605-B328-2E087AE6B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9892" y="7167635"/>
              <a:ext cx="0" cy="2333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452">
              <a:extLst>
                <a:ext uri="{FF2B5EF4-FFF2-40B4-BE49-F238E27FC236}">
                  <a16:creationId xmlns:a16="http://schemas.microsoft.com/office/drawing/2014/main" id="{F53FC3CF-0B43-4E0E-A303-6A6AB217FC49}"/>
                </a:ext>
              </a:extLst>
            </p:cNvPr>
            <p:cNvCxnSpPr>
              <a:cxnSpLocks/>
            </p:cNvCxnSpPr>
            <p:nvPr/>
          </p:nvCxnSpPr>
          <p:spPr>
            <a:xfrm>
              <a:off x="11319051" y="7284286"/>
              <a:ext cx="240841" cy="11119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2" name="Straight Connector 452">
              <a:extLst>
                <a:ext uri="{FF2B5EF4-FFF2-40B4-BE49-F238E27FC236}">
                  <a16:creationId xmlns:a16="http://schemas.microsoft.com/office/drawing/2014/main" id="{E2B6CA7B-17C4-4E5F-A3D6-3AB852C5A5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7288928"/>
              <a:ext cx="245634" cy="970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452">
              <a:extLst>
                <a:ext uri="{FF2B5EF4-FFF2-40B4-BE49-F238E27FC236}">
                  <a16:creationId xmlns:a16="http://schemas.microsoft.com/office/drawing/2014/main" id="{CE8320CA-EBBA-4892-A7B7-ED7FFC1A2007}"/>
                </a:ext>
              </a:extLst>
            </p:cNvPr>
            <p:cNvCxnSpPr>
              <a:cxnSpLocks/>
            </p:cNvCxnSpPr>
            <p:nvPr/>
          </p:nvCxnSpPr>
          <p:spPr>
            <a:xfrm>
              <a:off x="11083094" y="7380818"/>
              <a:ext cx="253312" cy="1197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452">
              <a:extLst>
                <a:ext uri="{FF2B5EF4-FFF2-40B4-BE49-F238E27FC236}">
                  <a16:creationId xmlns:a16="http://schemas.microsoft.com/office/drawing/2014/main" id="{42287CA0-B6AD-4788-97F9-684EFBEAB0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57146" y="7479700"/>
              <a:ext cx="669028" cy="2615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452">
              <a:extLst>
                <a:ext uri="{FF2B5EF4-FFF2-40B4-BE49-F238E27FC236}">
                  <a16:creationId xmlns:a16="http://schemas.microsoft.com/office/drawing/2014/main" id="{2D71B9B5-5B04-4517-B8AA-C84E3BED4B85}"/>
                </a:ext>
              </a:extLst>
            </p:cNvPr>
            <p:cNvCxnSpPr>
              <a:cxnSpLocks/>
            </p:cNvCxnSpPr>
            <p:nvPr/>
          </p:nvCxnSpPr>
          <p:spPr>
            <a:xfrm>
              <a:off x="10641006" y="7735527"/>
              <a:ext cx="423943" cy="21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452">
              <a:extLst>
                <a:ext uri="{FF2B5EF4-FFF2-40B4-BE49-F238E27FC236}">
                  <a16:creationId xmlns:a16="http://schemas.microsoft.com/office/drawing/2014/main" id="{56065CB1-1AE9-4DD7-B6EF-E3AC5C3DB6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23960" y="7930892"/>
              <a:ext cx="240989" cy="1166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452">
              <a:extLst>
                <a:ext uri="{FF2B5EF4-FFF2-40B4-BE49-F238E27FC236}">
                  <a16:creationId xmlns:a16="http://schemas.microsoft.com/office/drawing/2014/main" id="{3E7801C3-4455-485A-870C-9EC04314E6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288668" y="6903750"/>
              <a:ext cx="249304" cy="223174"/>
            </a:xfrm>
            <a:prstGeom prst="line">
              <a:avLst/>
            </a:prstGeom>
            <a:ln w="254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4" name="Straight Connector 452">
              <a:extLst>
                <a:ext uri="{FF2B5EF4-FFF2-40B4-BE49-F238E27FC236}">
                  <a16:creationId xmlns:a16="http://schemas.microsoft.com/office/drawing/2014/main" id="{E32B3D45-C0AC-46C3-8424-A2F50BC65541}"/>
                </a:ext>
              </a:extLst>
            </p:cNvPr>
            <p:cNvCxnSpPr>
              <a:cxnSpLocks/>
            </p:cNvCxnSpPr>
            <p:nvPr/>
          </p:nvCxnSpPr>
          <p:spPr>
            <a:xfrm>
              <a:off x="10835093" y="8032750"/>
              <a:ext cx="491081" cy="1947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452">
              <a:extLst>
                <a:ext uri="{FF2B5EF4-FFF2-40B4-BE49-F238E27FC236}">
                  <a16:creationId xmlns:a16="http://schemas.microsoft.com/office/drawing/2014/main" id="{8CFBF2E1-4788-41DF-A88A-E724301811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23618" y="8209158"/>
              <a:ext cx="2556" cy="1760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452">
              <a:extLst>
                <a:ext uri="{FF2B5EF4-FFF2-40B4-BE49-F238E27FC236}">
                  <a16:creationId xmlns:a16="http://schemas.microsoft.com/office/drawing/2014/main" id="{72C77D38-C7F0-4934-8FB7-CF26D2B4B9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362" y="8397183"/>
              <a:ext cx="244044" cy="980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452">
              <a:extLst>
                <a:ext uri="{FF2B5EF4-FFF2-40B4-BE49-F238E27FC236}">
                  <a16:creationId xmlns:a16="http://schemas.microsoft.com/office/drawing/2014/main" id="{57B4F929-A1AE-4E28-9815-790F58BFE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7377" y="8481297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452">
              <a:extLst>
                <a:ext uri="{FF2B5EF4-FFF2-40B4-BE49-F238E27FC236}">
                  <a16:creationId xmlns:a16="http://schemas.microsoft.com/office/drawing/2014/main" id="{6C856F77-5556-41C0-BB28-D302932C1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64949" y="8504360"/>
              <a:ext cx="508439" cy="190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452">
              <a:extLst>
                <a:ext uri="{FF2B5EF4-FFF2-40B4-BE49-F238E27FC236}">
                  <a16:creationId xmlns:a16="http://schemas.microsoft.com/office/drawing/2014/main" id="{211AAB6D-38F9-4566-A7C2-0E70BBE2A0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6494" y="7953351"/>
              <a:ext cx="0" cy="5540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452">
              <a:extLst>
                <a:ext uri="{FF2B5EF4-FFF2-40B4-BE49-F238E27FC236}">
                  <a16:creationId xmlns:a16="http://schemas.microsoft.com/office/drawing/2014/main" id="{CA1F3750-9E86-4D2B-B3BB-82190683D3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7378" y="7843651"/>
              <a:ext cx="261443" cy="1051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452">
              <a:extLst>
                <a:ext uri="{FF2B5EF4-FFF2-40B4-BE49-F238E27FC236}">
                  <a16:creationId xmlns:a16="http://schemas.microsoft.com/office/drawing/2014/main" id="{837E0773-6006-4660-94D8-D027C90894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5008" y="7273074"/>
              <a:ext cx="4377" cy="5660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452">
              <a:extLst>
                <a:ext uri="{FF2B5EF4-FFF2-40B4-BE49-F238E27FC236}">
                  <a16:creationId xmlns:a16="http://schemas.microsoft.com/office/drawing/2014/main" id="{BF7E640D-AFDD-4490-97A8-94E8F019D3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0733" y="7208665"/>
              <a:ext cx="243813" cy="552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452">
              <a:extLst>
                <a:ext uri="{FF2B5EF4-FFF2-40B4-BE49-F238E27FC236}">
                  <a16:creationId xmlns:a16="http://schemas.microsoft.com/office/drawing/2014/main" id="{8218D872-FAF8-44B1-9822-6F6B5B8C17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55028" y="7208665"/>
              <a:ext cx="219781" cy="741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452">
              <a:extLst>
                <a:ext uri="{FF2B5EF4-FFF2-40B4-BE49-F238E27FC236}">
                  <a16:creationId xmlns:a16="http://schemas.microsoft.com/office/drawing/2014/main" id="{7ABEBB57-F68F-4326-A6BD-32B616D68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62547" y="7282774"/>
              <a:ext cx="165847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452">
              <a:extLst>
                <a:ext uri="{FF2B5EF4-FFF2-40B4-BE49-F238E27FC236}">
                  <a16:creationId xmlns:a16="http://schemas.microsoft.com/office/drawing/2014/main" id="{AC062B6C-7366-40EC-9D1C-B84B54DB1A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44546" y="7366478"/>
              <a:ext cx="20544" cy="2246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452">
              <a:extLst>
                <a:ext uri="{FF2B5EF4-FFF2-40B4-BE49-F238E27FC236}">
                  <a16:creationId xmlns:a16="http://schemas.microsoft.com/office/drawing/2014/main" id="{BC7482B4-9F94-4E93-BDDF-6C199070A8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7459" y="7489528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452">
              <a:extLst>
                <a:ext uri="{FF2B5EF4-FFF2-40B4-BE49-F238E27FC236}">
                  <a16:creationId xmlns:a16="http://schemas.microsoft.com/office/drawing/2014/main" id="{73FFEB61-9725-404E-B337-A00BB9976B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247309" y="7497462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3" name="Straight Connector 452">
              <a:extLst>
                <a:ext uri="{FF2B5EF4-FFF2-40B4-BE49-F238E27FC236}">
                  <a16:creationId xmlns:a16="http://schemas.microsoft.com/office/drawing/2014/main" id="{6205FFA7-E835-4880-8BBD-0B0EE5D579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51249" y="7669537"/>
              <a:ext cx="217087" cy="8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452">
              <a:extLst>
                <a:ext uri="{FF2B5EF4-FFF2-40B4-BE49-F238E27FC236}">
                  <a16:creationId xmlns:a16="http://schemas.microsoft.com/office/drawing/2014/main" id="{F786F9AD-1421-4FB1-9A5D-323018A40B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60743" y="7758991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452">
              <a:extLst>
                <a:ext uri="{FF2B5EF4-FFF2-40B4-BE49-F238E27FC236}">
                  <a16:creationId xmlns:a16="http://schemas.microsoft.com/office/drawing/2014/main" id="{7D1017E2-92ED-4503-A909-337EEF85B2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4147" y="7767084"/>
              <a:ext cx="255547" cy="620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452">
              <a:extLst>
                <a:ext uri="{FF2B5EF4-FFF2-40B4-BE49-F238E27FC236}">
                  <a16:creationId xmlns:a16="http://schemas.microsoft.com/office/drawing/2014/main" id="{37EBD5B0-E48D-4BC4-B4CE-E7758CBF80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503150" y="7773429"/>
              <a:ext cx="20020" cy="1792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452">
              <a:extLst>
                <a:ext uri="{FF2B5EF4-FFF2-40B4-BE49-F238E27FC236}">
                  <a16:creationId xmlns:a16="http://schemas.microsoft.com/office/drawing/2014/main" id="{B34043CA-8299-4398-8EEA-B1EB2C26A8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044546" y="7947152"/>
              <a:ext cx="456456" cy="18495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452">
              <a:extLst>
                <a:ext uri="{FF2B5EF4-FFF2-40B4-BE49-F238E27FC236}">
                  <a16:creationId xmlns:a16="http://schemas.microsoft.com/office/drawing/2014/main" id="{E85B0042-EF76-44A7-81B4-9B02D6F515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6622" y="8061544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452">
              <a:extLst>
                <a:ext uri="{FF2B5EF4-FFF2-40B4-BE49-F238E27FC236}">
                  <a16:creationId xmlns:a16="http://schemas.microsoft.com/office/drawing/2014/main" id="{F56E015E-91BB-4E4B-BF09-51405C212D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23685" y="8059182"/>
              <a:ext cx="2637" cy="19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5" name="Straight Connector 452">
              <a:extLst>
                <a:ext uri="{FF2B5EF4-FFF2-40B4-BE49-F238E27FC236}">
                  <a16:creationId xmlns:a16="http://schemas.microsoft.com/office/drawing/2014/main" id="{33831F08-F502-432D-AAED-DDD1D56698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22916" y="8238800"/>
              <a:ext cx="194627" cy="63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452">
              <a:extLst>
                <a:ext uri="{FF2B5EF4-FFF2-40B4-BE49-F238E27FC236}">
                  <a16:creationId xmlns:a16="http://schemas.microsoft.com/office/drawing/2014/main" id="{C7274915-B625-4DC3-9B4C-337EF93F1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7825" y="8325809"/>
              <a:ext cx="226688" cy="916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452">
              <a:extLst>
                <a:ext uri="{FF2B5EF4-FFF2-40B4-BE49-F238E27FC236}">
                  <a16:creationId xmlns:a16="http://schemas.microsoft.com/office/drawing/2014/main" id="{1316FA47-88AB-4B5C-A958-81F4C426DD77}"/>
                </a:ext>
              </a:extLst>
            </p:cNvPr>
            <p:cNvCxnSpPr>
              <a:cxnSpLocks/>
            </p:cNvCxnSpPr>
            <p:nvPr/>
          </p:nvCxnSpPr>
          <p:spPr>
            <a:xfrm>
              <a:off x="11801443" y="8414703"/>
              <a:ext cx="21473" cy="2035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452">
              <a:extLst>
                <a:ext uri="{FF2B5EF4-FFF2-40B4-BE49-F238E27FC236}">
                  <a16:creationId xmlns:a16="http://schemas.microsoft.com/office/drawing/2014/main" id="{4B05CCD4-AD49-496C-933A-7009C7ABD7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93843" y="8620147"/>
              <a:ext cx="733928" cy="2509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452">
              <a:extLst>
                <a:ext uri="{FF2B5EF4-FFF2-40B4-BE49-F238E27FC236}">
                  <a16:creationId xmlns:a16="http://schemas.microsoft.com/office/drawing/2014/main" id="{CD8E1815-E018-440B-8382-11447117BAA1}"/>
                </a:ext>
              </a:extLst>
            </p:cNvPr>
            <p:cNvCxnSpPr>
              <a:cxnSpLocks/>
            </p:cNvCxnSpPr>
            <p:nvPr/>
          </p:nvCxnSpPr>
          <p:spPr>
            <a:xfrm>
              <a:off x="12530792" y="8857641"/>
              <a:ext cx="4424" cy="55664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452">
              <a:extLst>
                <a:ext uri="{FF2B5EF4-FFF2-40B4-BE49-F238E27FC236}">
                  <a16:creationId xmlns:a16="http://schemas.microsoft.com/office/drawing/2014/main" id="{9C2F52BE-B777-4E6F-AE9C-7A36CEA829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93843" y="9520592"/>
              <a:ext cx="998716" cy="3524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452">
              <a:extLst>
                <a:ext uri="{FF2B5EF4-FFF2-40B4-BE49-F238E27FC236}">
                  <a16:creationId xmlns:a16="http://schemas.microsoft.com/office/drawing/2014/main" id="{9241BC1A-2BDB-493E-9607-6D8EBFE7EB4E}"/>
                </a:ext>
              </a:extLst>
            </p:cNvPr>
            <p:cNvCxnSpPr>
              <a:cxnSpLocks/>
            </p:cNvCxnSpPr>
            <p:nvPr/>
          </p:nvCxnSpPr>
          <p:spPr>
            <a:xfrm>
              <a:off x="11807196" y="9877246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9" name="Straight Connector 452">
              <a:extLst>
                <a:ext uri="{FF2B5EF4-FFF2-40B4-BE49-F238E27FC236}">
                  <a16:creationId xmlns:a16="http://schemas.microsoft.com/office/drawing/2014/main" id="{2EF877F4-4A3A-4B32-BC35-BD4ECBCF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030102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452">
              <a:extLst>
                <a:ext uri="{FF2B5EF4-FFF2-40B4-BE49-F238E27FC236}">
                  <a16:creationId xmlns:a16="http://schemas.microsoft.com/office/drawing/2014/main" id="{BC1E71FF-18BF-4D65-A92B-3F1B38D307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7714" y="6193171"/>
              <a:ext cx="3429" cy="93850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452">
              <a:extLst>
                <a:ext uri="{FF2B5EF4-FFF2-40B4-BE49-F238E27FC236}">
                  <a16:creationId xmlns:a16="http://schemas.microsoft.com/office/drawing/2014/main" id="{2BD1531A-D520-4EAA-A822-FA78DB123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30740" y="6119924"/>
              <a:ext cx="228562" cy="7711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452">
              <a:extLst>
                <a:ext uri="{FF2B5EF4-FFF2-40B4-BE49-F238E27FC236}">
                  <a16:creationId xmlns:a16="http://schemas.microsoft.com/office/drawing/2014/main" id="{20FFD606-2A33-4BCD-8DE6-FADBD0E7E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3098" y="5990595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Straight Connector 452">
              <a:extLst>
                <a:ext uri="{FF2B5EF4-FFF2-40B4-BE49-F238E27FC236}">
                  <a16:creationId xmlns:a16="http://schemas.microsoft.com/office/drawing/2014/main" id="{DADFD50F-AA1D-4213-8F69-80560694D6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9277" y="6221760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452">
              <a:extLst>
                <a:ext uri="{FF2B5EF4-FFF2-40B4-BE49-F238E27FC236}">
                  <a16:creationId xmlns:a16="http://schemas.microsoft.com/office/drawing/2014/main" id="{A42FD23E-EB67-4970-90B4-2C147457FA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1610" y="6480657"/>
              <a:ext cx="254616" cy="67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452">
              <a:extLst>
                <a:ext uri="{FF2B5EF4-FFF2-40B4-BE49-F238E27FC236}">
                  <a16:creationId xmlns:a16="http://schemas.microsoft.com/office/drawing/2014/main" id="{E85D18AB-B9F7-49CD-A77D-18B8512906C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2268" y="6549339"/>
              <a:ext cx="232419" cy="104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452">
              <a:extLst>
                <a:ext uri="{FF2B5EF4-FFF2-40B4-BE49-F238E27FC236}">
                  <a16:creationId xmlns:a16="http://schemas.microsoft.com/office/drawing/2014/main" id="{F91E0F1D-A672-454D-809B-5F651A13D4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6399" y="6729967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452">
              <a:extLst>
                <a:ext uri="{FF2B5EF4-FFF2-40B4-BE49-F238E27FC236}">
                  <a16:creationId xmlns:a16="http://schemas.microsoft.com/office/drawing/2014/main" id="{B45D1231-608E-4B62-AEBA-A1F7DF18D5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7763" y="671866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452">
              <a:extLst>
                <a:ext uri="{FF2B5EF4-FFF2-40B4-BE49-F238E27FC236}">
                  <a16:creationId xmlns:a16="http://schemas.microsoft.com/office/drawing/2014/main" id="{390BF64C-FBAD-435D-9C22-43C332C430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4693" y="6714175"/>
              <a:ext cx="492824" cy="22875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452">
              <a:extLst>
                <a:ext uri="{FF2B5EF4-FFF2-40B4-BE49-F238E27FC236}">
                  <a16:creationId xmlns:a16="http://schemas.microsoft.com/office/drawing/2014/main" id="{0541F5B4-E400-489B-8667-13369B0C17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1930" y="6697713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452">
              <a:extLst>
                <a:ext uri="{FF2B5EF4-FFF2-40B4-BE49-F238E27FC236}">
                  <a16:creationId xmlns:a16="http://schemas.microsoft.com/office/drawing/2014/main" id="{6E09B8B9-351A-4A27-8C0B-3AFFA63ADE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78165" y="6918486"/>
              <a:ext cx="214645" cy="1085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452">
              <a:extLst>
                <a:ext uri="{FF2B5EF4-FFF2-40B4-BE49-F238E27FC236}">
                  <a16:creationId xmlns:a16="http://schemas.microsoft.com/office/drawing/2014/main" id="{7BFA202F-144E-4B6C-8DBA-35075FE295FF}"/>
                </a:ext>
              </a:extLst>
            </p:cNvPr>
            <p:cNvCxnSpPr>
              <a:cxnSpLocks/>
            </p:cNvCxnSpPr>
            <p:nvPr/>
          </p:nvCxnSpPr>
          <p:spPr>
            <a:xfrm>
              <a:off x="9186520" y="7027052"/>
              <a:ext cx="6391" cy="1730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452">
              <a:extLst>
                <a:ext uri="{FF2B5EF4-FFF2-40B4-BE49-F238E27FC236}">
                  <a16:creationId xmlns:a16="http://schemas.microsoft.com/office/drawing/2014/main" id="{91BBB6C9-78B9-410D-B2C4-648AF77B8D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23131" y="7007828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452">
              <a:extLst>
                <a:ext uri="{FF2B5EF4-FFF2-40B4-BE49-F238E27FC236}">
                  <a16:creationId xmlns:a16="http://schemas.microsoft.com/office/drawing/2014/main" id="{0F5A3A40-360C-4203-AD95-AC97508108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6172" y="7018519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3" name="Straight Connector 452">
              <a:extLst>
                <a:ext uri="{FF2B5EF4-FFF2-40B4-BE49-F238E27FC236}">
                  <a16:creationId xmlns:a16="http://schemas.microsoft.com/office/drawing/2014/main" id="{92E40EFE-17C5-4E99-8F97-155CF0659B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8844" y="9775371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Straight Connector 452">
              <a:extLst>
                <a:ext uri="{FF2B5EF4-FFF2-40B4-BE49-F238E27FC236}">
                  <a16:creationId xmlns:a16="http://schemas.microsoft.com/office/drawing/2014/main" id="{0ED9F6AE-02D9-4DE6-A5FB-62DE82B11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01206" y="9944612"/>
              <a:ext cx="2176" cy="205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4" name="Straight Connector 452">
              <a:extLst>
                <a:ext uri="{FF2B5EF4-FFF2-40B4-BE49-F238E27FC236}">
                  <a16:creationId xmlns:a16="http://schemas.microsoft.com/office/drawing/2014/main" id="{29B4EF58-9ECF-4BFC-B975-A275CB4D34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30700" y="8585083"/>
              <a:ext cx="651693" cy="637793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98" name="Straight Connector 452">
              <a:extLst>
                <a:ext uri="{FF2B5EF4-FFF2-40B4-BE49-F238E27FC236}">
                  <a16:creationId xmlns:a16="http://schemas.microsoft.com/office/drawing/2014/main" id="{C441E067-BBD5-4DC1-8AC5-9078B6A485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26125" y="7100036"/>
              <a:ext cx="21267" cy="11090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1" name="Straight Connector 452">
              <a:extLst>
                <a:ext uri="{FF2B5EF4-FFF2-40B4-BE49-F238E27FC236}">
                  <a16:creationId xmlns:a16="http://schemas.microsoft.com/office/drawing/2014/main" id="{36850345-CD85-4FE4-8196-FD27A76B4D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5165" y="8209158"/>
              <a:ext cx="966394" cy="3802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5" name="Straight Connector 452">
              <a:extLst>
                <a:ext uri="{FF2B5EF4-FFF2-40B4-BE49-F238E27FC236}">
                  <a16:creationId xmlns:a16="http://schemas.microsoft.com/office/drawing/2014/main" id="{2DBD034C-ADD7-4826-9678-5849F04B1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8880" y="6005008"/>
              <a:ext cx="234315" cy="194432"/>
            </a:xfrm>
            <a:prstGeom prst="line">
              <a:avLst/>
            </a:prstGeom>
            <a:ln w="28575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48" name="Straight Connector 452">
              <a:extLst>
                <a:ext uri="{FF2B5EF4-FFF2-40B4-BE49-F238E27FC236}">
                  <a16:creationId xmlns:a16="http://schemas.microsoft.com/office/drawing/2014/main" id="{49A45554-C376-48B3-89AD-2B9994294A76}"/>
                </a:ext>
              </a:extLst>
            </p:cNvPr>
            <p:cNvCxnSpPr>
              <a:cxnSpLocks/>
            </p:cNvCxnSpPr>
            <p:nvPr/>
          </p:nvCxnSpPr>
          <p:spPr>
            <a:xfrm>
              <a:off x="2517375" y="1852527"/>
              <a:ext cx="244477" cy="1084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1" name="Straight Connector 452">
              <a:extLst>
                <a:ext uri="{FF2B5EF4-FFF2-40B4-BE49-F238E27FC236}">
                  <a16:creationId xmlns:a16="http://schemas.microsoft.com/office/drawing/2014/main" id="{69503E11-F5DD-4C26-95C9-33C0CC69CEBD}"/>
                </a:ext>
              </a:extLst>
            </p:cNvPr>
            <p:cNvCxnSpPr>
              <a:cxnSpLocks/>
            </p:cNvCxnSpPr>
            <p:nvPr/>
          </p:nvCxnSpPr>
          <p:spPr>
            <a:xfrm>
              <a:off x="2535871" y="1522011"/>
              <a:ext cx="0" cy="327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3" name="Straight Connector 452">
              <a:extLst>
                <a:ext uri="{FF2B5EF4-FFF2-40B4-BE49-F238E27FC236}">
                  <a16:creationId xmlns:a16="http://schemas.microsoft.com/office/drawing/2014/main" id="{FFC9FCDE-550C-415A-B3F0-7A00E1E670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9885" y="1515479"/>
              <a:ext cx="437490" cy="1705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5" name="Straight Connector 452">
              <a:extLst>
                <a:ext uri="{FF2B5EF4-FFF2-40B4-BE49-F238E27FC236}">
                  <a16:creationId xmlns:a16="http://schemas.microsoft.com/office/drawing/2014/main" id="{CE4E26DB-5472-48E2-8D61-C14A75B544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95747" y="1507012"/>
              <a:ext cx="504831" cy="15508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7" name="Straight Connector 452">
              <a:extLst>
                <a:ext uri="{FF2B5EF4-FFF2-40B4-BE49-F238E27FC236}">
                  <a16:creationId xmlns:a16="http://schemas.microsoft.com/office/drawing/2014/main" id="{1066BAF0-BF7F-4F46-9321-18FBE36247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9638" y="1503749"/>
              <a:ext cx="268328" cy="969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9" name="Straight Connector 452">
              <a:extLst>
                <a:ext uri="{FF2B5EF4-FFF2-40B4-BE49-F238E27FC236}">
                  <a16:creationId xmlns:a16="http://schemas.microsoft.com/office/drawing/2014/main" id="{6F32B3A5-7052-4A73-8B19-551FE89A6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541" y="1413799"/>
              <a:ext cx="456035" cy="1634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5" name="Straight Connector 452">
              <a:extLst>
                <a:ext uri="{FF2B5EF4-FFF2-40B4-BE49-F238E27FC236}">
                  <a16:creationId xmlns:a16="http://schemas.microsoft.com/office/drawing/2014/main" id="{4291F997-8F2C-4826-B4D2-4DDD977FD3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28738" y="1332914"/>
              <a:ext cx="478235" cy="1469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Straight Connector 452">
              <a:extLst>
                <a:ext uri="{FF2B5EF4-FFF2-40B4-BE49-F238E27FC236}">
                  <a16:creationId xmlns:a16="http://schemas.microsoft.com/office/drawing/2014/main" id="{25A6BDCA-A59F-4CDE-9B8C-3190A49435F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14637" y="1332914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9" name="Straight Connector 452">
              <a:extLst>
                <a:ext uri="{FF2B5EF4-FFF2-40B4-BE49-F238E27FC236}">
                  <a16:creationId xmlns:a16="http://schemas.microsoft.com/office/drawing/2014/main" id="{BEC1B06F-A944-4257-BDA9-6791DBC44B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3157" y="1315516"/>
              <a:ext cx="245551" cy="925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1" name="Straight Connector 452">
              <a:extLst>
                <a:ext uri="{FF2B5EF4-FFF2-40B4-BE49-F238E27FC236}">
                  <a16:creationId xmlns:a16="http://schemas.microsoft.com/office/drawing/2014/main" id="{2CE200A8-7BB8-4A50-AAB6-D12F440A23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03927" y="133189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2" name="Straight Connector 452">
              <a:extLst>
                <a:ext uri="{FF2B5EF4-FFF2-40B4-BE49-F238E27FC236}">
                  <a16:creationId xmlns:a16="http://schemas.microsoft.com/office/drawing/2014/main" id="{5D59A04D-1D82-4402-BAEA-7BFA4B120C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13697" y="1321439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4" name="Straight Connector 452">
              <a:extLst>
                <a:ext uri="{FF2B5EF4-FFF2-40B4-BE49-F238E27FC236}">
                  <a16:creationId xmlns:a16="http://schemas.microsoft.com/office/drawing/2014/main" id="{46150980-6C26-43B4-8C8B-C3FF663BC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017" y="1329352"/>
              <a:ext cx="243449" cy="7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5" name="Straight Connector 452">
              <a:extLst>
                <a:ext uri="{FF2B5EF4-FFF2-40B4-BE49-F238E27FC236}">
                  <a16:creationId xmlns:a16="http://schemas.microsoft.com/office/drawing/2014/main" id="{377F3276-083B-4AF2-B197-D1C099F83A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62391" y="1337263"/>
              <a:ext cx="251697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452">
              <a:extLst>
                <a:ext uri="{FF2B5EF4-FFF2-40B4-BE49-F238E27FC236}">
                  <a16:creationId xmlns:a16="http://schemas.microsoft.com/office/drawing/2014/main" id="{22F2A4E6-6517-4848-AA80-7A9E235D08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6139" y="7246336"/>
              <a:ext cx="228562" cy="77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452">
              <a:extLst>
                <a:ext uri="{FF2B5EF4-FFF2-40B4-BE49-F238E27FC236}">
                  <a16:creationId xmlns:a16="http://schemas.microsoft.com/office/drawing/2014/main" id="{FC0C19D4-9B35-4E9B-8F2E-3903173EF4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2230" y="7037938"/>
              <a:ext cx="302955" cy="93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0" name="Straight Connector 452">
              <a:extLst>
                <a:ext uri="{FF2B5EF4-FFF2-40B4-BE49-F238E27FC236}">
                  <a16:creationId xmlns:a16="http://schemas.microsoft.com/office/drawing/2014/main" id="{B34FB42A-DD51-4F1B-BCB2-77B2CBE73B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3965" y="6611145"/>
              <a:ext cx="6393" cy="2488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2" name="Straight Connector 452">
              <a:extLst>
                <a:ext uri="{FF2B5EF4-FFF2-40B4-BE49-F238E27FC236}">
                  <a16:creationId xmlns:a16="http://schemas.microsoft.com/office/drawing/2014/main" id="{7CBCC23A-4326-41E8-9CEF-FE223D6609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7303" y="956825"/>
              <a:ext cx="245982" cy="1087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3" name="Straight Connector 452">
              <a:extLst>
                <a:ext uri="{FF2B5EF4-FFF2-40B4-BE49-F238E27FC236}">
                  <a16:creationId xmlns:a16="http://schemas.microsoft.com/office/drawing/2014/main" id="{07F304BF-9066-423D-9A08-78E85308BB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6943" y="956825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6" name="Straight Connector 452">
              <a:extLst>
                <a:ext uri="{FF2B5EF4-FFF2-40B4-BE49-F238E27FC236}">
                  <a16:creationId xmlns:a16="http://schemas.microsoft.com/office/drawing/2014/main" id="{31EC6A23-0381-4144-A497-1429EA329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2450" y="1041927"/>
              <a:ext cx="255399" cy="851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9" name="Straight Connector 452">
              <a:extLst>
                <a:ext uri="{FF2B5EF4-FFF2-40B4-BE49-F238E27FC236}">
                  <a16:creationId xmlns:a16="http://schemas.microsoft.com/office/drawing/2014/main" id="{7CE3B0D5-745B-489E-B52D-B3305E27E7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0656" y="853591"/>
              <a:ext cx="17775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0" name="Straight Connector 452">
              <a:extLst>
                <a:ext uri="{FF2B5EF4-FFF2-40B4-BE49-F238E27FC236}">
                  <a16:creationId xmlns:a16="http://schemas.microsoft.com/office/drawing/2014/main" id="{0C70803D-498A-420A-9D4E-5025DFBE44F0}"/>
                </a:ext>
              </a:extLst>
            </p:cNvPr>
            <p:cNvCxnSpPr>
              <a:cxnSpLocks/>
            </p:cNvCxnSpPr>
            <p:nvPr/>
          </p:nvCxnSpPr>
          <p:spPr>
            <a:xfrm>
              <a:off x="5609461" y="838828"/>
              <a:ext cx="294007" cy="698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02" name="Hexagon 3601">
              <a:extLst>
                <a:ext uri="{FF2B5EF4-FFF2-40B4-BE49-F238E27FC236}">
                  <a16:creationId xmlns:a16="http://schemas.microsoft.com/office/drawing/2014/main" id="{A13EBC53-40E0-4F55-8E59-1927CC351DF0}"/>
                </a:ext>
              </a:extLst>
            </p:cNvPr>
            <p:cNvSpPr/>
            <p:nvPr/>
          </p:nvSpPr>
          <p:spPr>
            <a:xfrm>
              <a:off x="5457535" y="113596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303" name="Straight Connector 452">
              <a:extLst>
                <a:ext uri="{FF2B5EF4-FFF2-40B4-BE49-F238E27FC236}">
                  <a16:creationId xmlns:a16="http://schemas.microsoft.com/office/drawing/2014/main" id="{73DD7E9A-372B-4AFA-8AFE-3E3A30AC57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76594" y="926106"/>
              <a:ext cx="1" cy="2236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5" name="Straight Connector 452">
              <a:extLst>
                <a:ext uri="{FF2B5EF4-FFF2-40B4-BE49-F238E27FC236}">
                  <a16:creationId xmlns:a16="http://schemas.microsoft.com/office/drawing/2014/main" id="{4E28E040-8668-4E82-997D-78FBEB2CB5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3468" y="1018798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8" name="Straight Connector 452">
              <a:extLst>
                <a:ext uri="{FF2B5EF4-FFF2-40B4-BE49-F238E27FC236}">
                  <a16:creationId xmlns:a16="http://schemas.microsoft.com/office/drawing/2014/main" id="{9E8DB484-D73C-45B0-BD2B-A431B7065E7F}"/>
                </a:ext>
              </a:extLst>
            </p:cNvPr>
            <p:cNvCxnSpPr>
              <a:cxnSpLocks/>
            </p:cNvCxnSpPr>
            <p:nvPr/>
          </p:nvCxnSpPr>
          <p:spPr>
            <a:xfrm>
              <a:off x="6149566" y="1049560"/>
              <a:ext cx="422686" cy="1646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0" name="Straight Connector 452">
              <a:extLst>
                <a:ext uri="{FF2B5EF4-FFF2-40B4-BE49-F238E27FC236}">
                  <a16:creationId xmlns:a16="http://schemas.microsoft.com/office/drawing/2014/main" id="{86E5D7F4-4C65-408A-BC08-9C07845F0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91381" y="1224680"/>
              <a:ext cx="176401" cy="865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2" name="Straight Connector 452">
              <a:extLst>
                <a:ext uri="{FF2B5EF4-FFF2-40B4-BE49-F238E27FC236}">
                  <a16:creationId xmlns:a16="http://schemas.microsoft.com/office/drawing/2014/main" id="{630FE280-3BEC-4133-A2EF-94A7801E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6837" y="1321454"/>
              <a:ext cx="150945" cy="802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4" name="Straight Connector 452">
              <a:extLst>
                <a:ext uri="{FF2B5EF4-FFF2-40B4-BE49-F238E27FC236}">
                  <a16:creationId xmlns:a16="http://schemas.microsoft.com/office/drawing/2014/main" id="{6AF1B10B-76E0-4D4D-8DC7-F5C2EE22EF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2196" y="1252512"/>
              <a:ext cx="471428" cy="1556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7" name="Straight Connector 452">
              <a:extLst>
                <a:ext uri="{FF2B5EF4-FFF2-40B4-BE49-F238E27FC236}">
                  <a16:creationId xmlns:a16="http://schemas.microsoft.com/office/drawing/2014/main" id="{79AD6273-5F51-40A7-B9E2-7124901D9509}"/>
                </a:ext>
              </a:extLst>
            </p:cNvPr>
            <p:cNvCxnSpPr>
              <a:cxnSpLocks/>
            </p:cNvCxnSpPr>
            <p:nvPr/>
          </p:nvCxnSpPr>
          <p:spPr>
            <a:xfrm>
              <a:off x="7024442" y="1259398"/>
              <a:ext cx="251533" cy="620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9" name="Straight Connector 452">
              <a:extLst>
                <a:ext uri="{FF2B5EF4-FFF2-40B4-BE49-F238E27FC236}">
                  <a16:creationId xmlns:a16="http://schemas.microsoft.com/office/drawing/2014/main" id="{E420EAAA-74EB-4B60-A910-37C56545A5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2193" y="1252512"/>
              <a:ext cx="224506" cy="932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1" name="Straight Connector 452">
              <a:extLst>
                <a:ext uri="{FF2B5EF4-FFF2-40B4-BE49-F238E27FC236}">
                  <a16:creationId xmlns:a16="http://schemas.microsoft.com/office/drawing/2014/main" id="{1C44450C-1048-40A9-96B1-2368AD4FDB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33590" y="1018798"/>
              <a:ext cx="16026" cy="1954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452">
              <a:extLst>
                <a:ext uri="{FF2B5EF4-FFF2-40B4-BE49-F238E27FC236}">
                  <a16:creationId xmlns:a16="http://schemas.microsoft.com/office/drawing/2014/main" id="{C74D7C18-2C83-4140-806E-40EF6C852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53509" y="938693"/>
              <a:ext cx="238316" cy="1150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452">
              <a:extLst>
                <a:ext uri="{FF2B5EF4-FFF2-40B4-BE49-F238E27FC236}">
                  <a16:creationId xmlns:a16="http://schemas.microsoft.com/office/drawing/2014/main" id="{99CAD4DB-0A3B-409E-A35A-BEEE16290BED}"/>
                </a:ext>
              </a:extLst>
            </p:cNvPr>
            <p:cNvCxnSpPr>
              <a:cxnSpLocks/>
            </p:cNvCxnSpPr>
            <p:nvPr/>
          </p:nvCxnSpPr>
          <p:spPr>
            <a:xfrm>
              <a:off x="7814368" y="956825"/>
              <a:ext cx="415232" cy="1702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452">
              <a:extLst>
                <a:ext uri="{FF2B5EF4-FFF2-40B4-BE49-F238E27FC236}">
                  <a16:creationId xmlns:a16="http://schemas.microsoft.com/office/drawing/2014/main" id="{D3C5171B-1E56-4F59-A39B-7DEC8E66F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22780" y="1133952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452">
              <a:extLst>
                <a:ext uri="{FF2B5EF4-FFF2-40B4-BE49-F238E27FC236}">
                  <a16:creationId xmlns:a16="http://schemas.microsoft.com/office/drawing/2014/main" id="{569AA84E-8490-48E1-A8E0-C7BE01519D5F}"/>
                </a:ext>
              </a:extLst>
            </p:cNvPr>
            <p:cNvCxnSpPr>
              <a:cxnSpLocks/>
            </p:cNvCxnSpPr>
            <p:nvPr/>
          </p:nvCxnSpPr>
          <p:spPr>
            <a:xfrm>
              <a:off x="8225111" y="1328361"/>
              <a:ext cx="243304" cy="45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452">
              <a:extLst>
                <a:ext uri="{FF2B5EF4-FFF2-40B4-BE49-F238E27FC236}">
                  <a16:creationId xmlns:a16="http://schemas.microsoft.com/office/drawing/2014/main" id="{63E55E6E-4A9C-438F-BBC0-AAF5BB1269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5550" y="1402735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3" name="Straight Connector 452">
              <a:extLst>
                <a:ext uri="{FF2B5EF4-FFF2-40B4-BE49-F238E27FC236}">
                  <a16:creationId xmlns:a16="http://schemas.microsoft.com/office/drawing/2014/main" id="{53FE95C9-E788-490A-948C-536AE1A721D6}"/>
                </a:ext>
              </a:extLst>
            </p:cNvPr>
            <p:cNvCxnSpPr>
              <a:cxnSpLocks/>
            </p:cNvCxnSpPr>
            <p:nvPr/>
          </p:nvCxnSpPr>
          <p:spPr>
            <a:xfrm>
              <a:off x="8039329" y="1408114"/>
              <a:ext cx="412964" cy="1727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452">
              <a:extLst>
                <a:ext uri="{FF2B5EF4-FFF2-40B4-BE49-F238E27FC236}">
                  <a16:creationId xmlns:a16="http://schemas.microsoft.com/office/drawing/2014/main" id="{78A4E55B-A7BE-46F6-9692-68AB88190B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2966" y="1196674"/>
              <a:ext cx="32725" cy="1874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452">
              <a:extLst>
                <a:ext uri="{FF2B5EF4-FFF2-40B4-BE49-F238E27FC236}">
                  <a16:creationId xmlns:a16="http://schemas.microsoft.com/office/drawing/2014/main" id="{B0E5EFBA-DF47-4735-8728-A2DC45097AF4}"/>
                </a:ext>
              </a:extLst>
            </p:cNvPr>
            <p:cNvCxnSpPr>
              <a:cxnSpLocks/>
            </p:cNvCxnSpPr>
            <p:nvPr/>
          </p:nvCxnSpPr>
          <p:spPr>
            <a:xfrm>
              <a:off x="7791825" y="1133851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9" name="Straight Connector 452">
              <a:extLst>
                <a:ext uri="{FF2B5EF4-FFF2-40B4-BE49-F238E27FC236}">
                  <a16:creationId xmlns:a16="http://schemas.microsoft.com/office/drawing/2014/main" id="{384667D8-6214-4580-9E26-57196946E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7556" y="1156685"/>
              <a:ext cx="21265" cy="2015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452">
              <a:extLst>
                <a:ext uri="{FF2B5EF4-FFF2-40B4-BE49-F238E27FC236}">
                  <a16:creationId xmlns:a16="http://schemas.microsoft.com/office/drawing/2014/main" id="{BEAA2869-2E87-4C04-9768-D63D7F14CE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22084" y="133595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452">
              <a:extLst>
                <a:ext uri="{FF2B5EF4-FFF2-40B4-BE49-F238E27FC236}">
                  <a16:creationId xmlns:a16="http://schemas.microsoft.com/office/drawing/2014/main" id="{E277C48F-6C82-472F-A150-3190B71392D6}"/>
                </a:ext>
              </a:extLst>
            </p:cNvPr>
            <p:cNvCxnSpPr>
              <a:cxnSpLocks/>
            </p:cNvCxnSpPr>
            <p:nvPr/>
          </p:nvCxnSpPr>
          <p:spPr>
            <a:xfrm>
              <a:off x="7556205" y="1391283"/>
              <a:ext cx="932430" cy="3815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452">
              <a:extLst>
                <a:ext uri="{FF2B5EF4-FFF2-40B4-BE49-F238E27FC236}">
                  <a16:creationId xmlns:a16="http://schemas.microsoft.com/office/drawing/2014/main" id="{C45359AD-2148-46BB-B341-36ED374B60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3093" y="1788612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7" name="Straight Connector 452">
              <a:extLst>
                <a:ext uri="{FF2B5EF4-FFF2-40B4-BE49-F238E27FC236}">
                  <a16:creationId xmlns:a16="http://schemas.microsoft.com/office/drawing/2014/main" id="{988E38CA-12CF-44A5-9EF3-9867D1DC0F73}"/>
                </a:ext>
              </a:extLst>
            </p:cNvPr>
            <p:cNvCxnSpPr>
              <a:cxnSpLocks/>
            </p:cNvCxnSpPr>
            <p:nvPr/>
          </p:nvCxnSpPr>
          <p:spPr>
            <a:xfrm>
              <a:off x="8499760" y="1960016"/>
              <a:ext cx="478405" cy="1773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452">
              <a:extLst>
                <a:ext uri="{FF2B5EF4-FFF2-40B4-BE49-F238E27FC236}">
                  <a16:creationId xmlns:a16="http://schemas.microsoft.com/office/drawing/2014/main" id="{27FB5940-6994-4A3F-B1C5-6419D1B2CE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215222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452">
              <a:extLst>
                <a:ext uri="{FF2B5EF4-FFF2-40B4-BE49-F238E27FC236}">
                  <a16:creationId xmlns:a16="http://schemas.microsoft.com/office/drawing/2014/main" id="{7995227F-91B4-4ABB-B9A2-D9FF3D87296E}"/>
                </a:ext>
              </a:extLst>
            </p:cNvPr>
            <p:cNvCxnSpPr>
              <a:cxnSpLocks/>
            </p:cNvCxnSpPr>
            <p:nvPr/>
          </p:nvCxnSpPr>
          <p:spPr>
            <a:xfrm>
              <a:off x="8957716" y="2345832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452">
              <a:extLst>
                <a:ext uri="{FF2B5EF4-FFF2-40B4-BE49-F238E27FC236}">
                  <a16:creationId xmlns:a16="http://schemas.microsoft.com/office/drawing/2014/main" id="{5F9FBB9C-FEAF-41DF-9643-1C3E89B264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8165" y="2438221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4" name="Straight Connector 452">
              <a:extLst>
                <a:ext uri="{FF2B5EF4-FFF2-40B4-BE49-F238E27FC236}">
                  <a16:creationId xmlns:a16="http://schemas.microsoft.com/office/drawing/2014/main" id="{D9E6DB37-2228-4C3E-B0E1-CBEE541128F3}"/>
                </a:ext>
              </a:extLst>
            </p:cNvPr>
            <p:cNvCxnSpPr>
              <a:cxnSpLocks/>
            </p:cNvCxnSpPr>
            <p:nvPr/>
          </p:nvCxnSpPr>
          <p:spPr>
            <a:xfrm>
              <a:off x="8968323" y="2511752"/>
              <a:ext cx="485833" cy="16620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6" name="Straight Connector 452">
              <a:extLst>
                <a:ext uri="{FF2B5EF4-FFF2-40B4-BE49-F238E27FC236}">
                  <a16:creationId xmlns:a16="http://schemas.microsoft.com/office/drawing/2014/main" id="{4AFFA1E7-C511-4F94-A193-12D65FA5845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4149" y="2678405"/>
              <a:ext cx="32493" cy="2339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7" name="Straight Connector 452">
              <a:extLst>
                <a:ext uri="{FF2B5EF4-FFF2-40B4-BE49-F238E27FC236}">
                  <a16:creationId xmlns:a16="http://schemas.microsoft.com/office/drawing/2014/main" id="{293A37AD-7B78-420A-A69C-3F74354914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26051" y="2905328"/>
              <a:ext cx="204640" cy="3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452">
              <a:extLst>
                <a:ext uri="{FF2B5EF4-FFF2-40B4-BE49-F238E27FC236}">
                  <a16:creationId xmlns:a16="http://schemas.microsoft.com/office/drawing/2014/main" id="{9481550C-BE4D-4B09-A554-35522A4468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8312" y="2935638"/>
              <a:ext cx="20965" cy="3891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452">
              <a:extLst>
                <a:ext uri="{FF2B5EF4-FFF2-40B4-BE49-F238E27FC236}">
                  <a16:creationId xmlns:a16="http://schemas.microsoft.com/office/drawing/2014/main" id="{DF19F990-9E9B-410D-9B0B-4B5E9F80C4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3328165"/>
              <a:ext cx="499277" cy="2151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452">
              <a:extLst>
                <a:ext uri="{FF2B5EF4-FFF2-40B4-BE49-F238E27FC236}">
                  <a16:creationId xmlns:a16="http://schemas.microsoft.com/office/drawing/2014/main" id="{DE597EF5-396A-4F6C-9320-6BC2B719F8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92810" y="353504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8" name="Straight Connector 452">
              <a:extLst>
                <a:ext uri="{FF2B5EF4-FFF2-40B4-BE49-F238E27FC236}">
                  <a16:creationId xmlns:a16="http://schemas.microsoft.com/office/drawing/2014/main" id="{4C16617C-9EE6-462C-9FA6-9DCF36AA16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3296" y="3908817"/>
              <a:ext cx="248836" cy="473583"/>
            </a:xfrm>
            <a:prstGeom prst="line">
              <a:avLst/>
            </a:prstGeom>
            <a:ln w="3810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370" name="Straight Connector 452">
              <a:extLst>
                <a:ext uri="{FF2B5EF4-FFF2-40B4-BE49-F238E27FC236}">
                  <a16:creationId xmlns:a16="http://schemas.microsoft.com/office/drawing/2014/main" id="{796FEDA3-7E91-483E-9DB4-2442E922676C}"/>
                </a:ext>
              </a:extLst>
            </p:cNvPr>
            <p:cNvCxnSpPr>
              <a:cxnSpLocks/>
            </p:cNvCxnSpPr>
            <p:nvPr/>
          </p:nvCxnSpPr>
          <p:spPr>
            <a:xfrm>
              <a:off x="8482921" y="3429133"/>
              <a:ext cx="459444" cy="2152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2" name="Straight Connector 452">
              <a:extLst>
                <a:ext uri="{FF2B5EF4-FFF2-40B4-BE49-F238E27FC236}">
                  <a16:creationId xmlns:a16="http://schemas.microsoft.com/office/drawing/2014/main" id="{2B478430-F936-4F24-8807-84BF2808E0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648" y="3253190"/>
              <a:ext cx="1" cy="1771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452">
              <a:extLst>
                <a:ext uri="{FF2B5EF4-FFF2-40B4-BE49-F238E27FC236}">
                  <a16:creationId xmlns:a16="http://schemas.microsoft.com/office/drawing/2014/main" id="{2DC880EE-28EC-4B1C-B968-AE47C066893D}"/>
                </a:ext>
              </a:extLst>
            </p:cNvPr>
            <p:cNvCxnSpPr>
              <a:cxnSpLocks/>
            </p:cNvCxnSpPr>
            <p:nvPr/>
          </p:nvCxnSpPr>
          <p:spPr>
            <a:xfrm>
              <a:off x="8516104" y="3248695"/>
              <a:ext cx="445826" cy="1803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6" name="Straight Connector 452">
              <a:extLst>
                <a:ext uri="{FF2B5EF4-FFF2-40B4-BE49-F238E27FC236}">
                  <a16:creationId xmlns:a16="http://schemas.microsoft.com/office/drawing/2014/main" id="{54232540-79EE-40D9-845E-E6EC09654E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2852" y="3258512"/>
              <a:ext cx="492313" cy="1614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452">
              <a:extLst>
                <a:ext uri="{FF2B5EF4-FFF2-40B4-BE49-F238E27FC236}">
                  <a16:creationId xmlns:a16="http://schemas.microsoft.com/office/drawing/2014/main" id="{939283B0-0B72-4F22-8882-24DB1A6C82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970" y="307234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9" name="Straight Connector 452">
              <a:extLst>
                <a:ext uri="{FF2B5EF4-FFF2-40B4-BE49-F238E27FC236}">
                  <a16:creationId xmlns:a16="http://schemas.microsoft.com/office/drawing/2014/main" id="{EFC123D0-F5CB-4C12-A393-3AF89895D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6785" y="3105802"/>
              <a:ext cx="442625" cy="1493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1" name="Straight Connector 452">
              <a:extLst>
                <a:ext uri="{FF2B5EF4-FFF2-40B4-BE49-F238E27FC236}">
                  <a16:creationId xmlns:a16="http://schemas.microsoft.com/office/drawing/2014/main" id="{A8470097-3E61-4587-AF5E-4CC8C76DC1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99487" y="3150377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452">
              <a:extLst>
                <a:ext uri="{FF2B5EF4-FFF2-40B4-BE49-F238E27FC236}">
                  <a16:creationId xmlns:a16="http://schemas.microsoft.com/office/drawing/2014/main" id="{D6BF459E-DEAE-4677-BF75-855CCBC7C4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5889" y="2975505"/>
              <a:ext cx="276" cy="2127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452">
              <a:extLst>
                <a:ext uri="{FF2B5EF4-FFF2-40B4-BE49-F238E27FC236}">
                  <a16:creationId xmlns:a16="http://schemas.microsoft.com/office/drawing/2014/main" id="{2EAF73D3-9F75-4895-A45E-9323132BD1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07" y="2974189"/>
              <a:ext cx="268836" cy="1028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452">
              <a:extLst>
                <a:ext uri="{FF2B5EF4-FFF2-40B4-BE49-F238E27FC236}">
                  <a16:creationId xmlns:a16="http://schemas.microsoft.com/office/drawing/2014/main" id="{447794B7-ED8F-42AC-A0FF-FB3AE0E89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89699" y="2989089"/>
              <a:ext cx="175128" cy="9416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452">
              <a:extLst>
                <a:ext uri="{FF2B5EF4-FFF2-40B4-BE49-F238E27FC236}">
                  <a16:creationId xmlns:a16="http://schemas.microsoft.com/office/drawing/2014/main" id="{EB3C544B-202B-4C9B-9287-D7BB62D764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6902" y="2784838"/>
              <a:ext cx="25185" cy="2191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452">
              <a:extLst>
                <a:ext uri="{FF2B5EF4-FFF2-40B4-BE49-F238E27FC236}">
                  <a16:creationId xmlns:a16="http://schemas.microsoft.com/office/drawing/2014/main" id="{FC62B7D5-5689-4F84-88EB-8049432C5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857" y="2792679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7" name="Straight Connector 452">
              <a:extLst>
                <a:ext uri="{FF2B5EF4-FFF2-40B4-BE49-F238E27FC236}">
                  <a16:creationId xmlns:a16="http://schemas.microsoft.com/office/drawing/2014/main" id="{0C0AAE64-D8ED-44E4-B33C-9E3B593FCD26}"/>
                </a:ext>
              </a:extLst>
            </p:cNvPr>
            <p:cNvCxnSpPr>
              <a:cxnSpLocks/>
            </p:cNvCxnSpPr>
            <p:nvPr/>
          </p:nvCxnSpPr>
          <p:spPr>
            <a:xfrm>
              <a:off x="8773987" y="2809767"/>
              <a:ext cx="205924" cy="73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452">
              <a:extLst>
                <a:ext uri="{FF2B5EF4-FFF2-40B4-BE49-F238E27FC236}">
                  <a16:creationId xmlns:a16="http://schemas.microsoft.com/office/drawing/2014/main" id="{6BF36296-B954-4C20-A6F8-C10896456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9103" y="2703498"/>
              <a:ext cx="237086" cy="125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452">
              <a:extLst>
                <a:ext uri="{FF2B5EF4-FFF2-40B4-BE49-F238E27FC236}">
                  <a16:creationId xmlns:a16="http://schemas.microsoft.com/office/drawing/2014/main" id="{5E8B1E56-B4CA-48D7-A309-02231287AF39}"/>
                </a:ext>
              </a:extLst>
            </p:cNvPr>
            <p:cNvCxnSpPr>
              <a:cxnSpLocks/>
            </p:cNvCxnSpPr>
            <p:nvPr/>
          </p:nvCxnSpPr>
          <p:spPr>
            <a:xfrm>
              <a:off x="8717829" y="2618727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452">
              <a:extLst>
                <a:ext uri="{FF2B5EF4-FFF2-40B4-BE49-F238E27FC236}">
                  <a16:creationId xmlns:a16="http://schemas.microsoft.com/office/drawing/2014/main" id="{3A509E4E-11D5-4AD4-BC56-6C3E73C24F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6717" y="2621932"/>
              <a:ext cx="185475" cy="735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3" name="Straight Connector 452">
              <a:extLst>
                <a:ext uri="{FF2B5EF4-FFF2-40B4-BE49-F238E27FC236}">
                  <a16:creationId xmlns:a16="http://schemas.microsoft.com/office/drawing/2014/main" id="{3E2C51F8-6E81-4F1E-9576-639CEE9719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98483" y="2691800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04" name="Hexagon 3601">
              <a:extLst>
                <a:ext uri="{FF2B5EF4-FFF2-40B4-BE49-F238E27FC236}">
                  <a16:creationId xmlns:a16="http://schemas.microsoft.com/office/drawing/2014/main" id="{15B13C1D-507C-475D-8095-E0AD4B6F401A}"/>
                </a:ext>
              </a:extLst>
            </p:cNvPr>
            <p:cNvSpPr/>
            <p:nvPr/>
          </p:nvSpPr>
          <p:spPr>
            <a:xfrm>
              <a:off x="7861398" y="2967897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405" name="Hexagon 3601">
              <a:extLst>
                <a:ext uri="{FF2B5EF4-FFF2-40B4-BE49-F238E27FC236}">
                  <a16:creationId xmlns:a16="http://schemas.microsoft.com/office/drawing/2014/main" id="{16DAEFF4-67D6-4941-A1FD-6AD111C47237}"/>
                </a:ext>
              </a:extLst>
            </p:cNvPr>
            <p:cNvSpPr/>
            <p:nvPr/>
          </p:nvSpPr>
          <p:spPr>
            <a:xfrm>
              <a:off x="7613112" y="2886869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06" name="Straight Connector 452">
              <a:extLst>
                <a:ext uri="{FF2B5EF4-FFF2-40B4-BE49-F238E27FC236}">
                  <a16:creationId xmlns:a16="http://schemas.microsoft.com/office/drawing/2014/main" id="{35D051DE-1D5A-4C13-A4F8-C1759FD48E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14584" y="2894367"/>
              <a:ext cx="452293" cy="16626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452">
              <a:extLst>
                <a:ext uri="{FF2B5EF4-FFF2-40B4-BE49-F238E27FC236}">
                  <a16:creationId xmlns:a16="http://schemas.microsoft.com/office/drawing/2014/main" id="{917A5662-A900-4D8C-8692-14CA5AEFACF7}"/>
                </a:ext>
              </a:extLst>
            </p:cNvPr>
            <p:cNvCxnSpPr>
              <a:cxnSpLocks/>
            </p:cNvCxnSpPr>
            <p:nvPr/>
          </p:nvCxnSpPr>
          <p:spPr>
            <a:xfrm>
              <a:off x="7731649" y="2959995"/>
              <a:ext cx="281014" cy="1002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452">
              <a:extLst>
                <a:ext uri="{FF2B5EF4-FFF2-40B4-BE49-F238E27FC236}">
                  <a16:creationId xmlns:a16="http://schemas.microsoft.com/office/drawing/2014/main" id="{4F22E8DB-3A68-49AC-B9B5-986F7D78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5016" y="2793561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0" name="Straight Connector 452">
              <a:extLst>
                <a:ext uri="{FF2B5EF4-FFF2-40B4-BE49-F238E27FC236}">
                  <a16:creationId xmlns:a16="http://schemas.microsoft.com/office/drawing/2014/main" id="{9A1B2A9C-AE71-4707-B405-A82B584B29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2787" y="2709196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452">
              <a:extLst>
                <a:ext uri="{FF2B5EF4-FFF2-40B4-BE49-F238E27FC236}">
                  <a16:creationId xmlns:a16="http://schemas.microsoft.com/office/drawing/2014/main" id="{D5C74963-6812-4E28-BBB4-9F2DF9FE2187}"/>
                </a:ext>
              </a:extLst>
            </p:cNvPr>
            <p:cNvCxnSpPr>
              <a:cxnSpLocks/>
            </p:cNvCxnSpPr>
            <p:nvPr/>
          </p:nvCxnSpPr>
          <p:spPr>
            <a:xfrm>
              <a:off x="8068394" y="2713495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3" name="Straight Connector 452">
              <a:extLst>
                <a:ext uri="{FF2B5EF4-FFF2-40B4-BE49-F238E27FC236}">
                  <a16:creationId xmlns:a16="http://schemas.microsoft.com/office/drawing/2014/main" id="{01EB0131-44B3-4295-A56C-41BB78C858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4691" y="2626633"/>
              <a:ext cx="9828" cy="2017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452">
              <a:extLst>
                <a:ext uri="{FF2B5EF4-FFF2-40B4-BE49-F238E27FC236}">
                  <a16:creationId xmlns:a16="http://schemas.microsoft.com/office/drawing/2014/main" id="{C642BCF6-9052-48A4-AADA-920951C55F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191" y="2538768"/>
              <a:ext cx="251577" cy="96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452">
              <a:extLst>
                <a:ext uri="{FF2B5EF4-FFF2-40B4-BE49-F238E27FC236}">
                  <a16:creationId xmlns:a16="http://schemas.microsoft.com/office/drawing/2014/main" id="{18FDB7D9-AA5E-4287-9D34-33CCAD315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88635" y="2328017"/>
              <a:ext cx="4114" cy="22034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452">
              <a:extLst>
                <a:ext uri="{FF2B5EF4-FFF2-40B4-BE49-F238E27FC236}">
                  <a16:creationId xmlns:a16="http://schemas.microsoft.com/office/drawing/2014/main" id="{F8DEAAFC-B8F4-4096-A151-123CC992D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8622" y="2259789"/>
              <a:ext cx="241286" cy="880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1" name="Straight Connector 452">
              <a:extLst>
                <a:ext uri="{FF2B5EF4-FFF2-40B4-BE49-F238E27FC236}">
                  <a16:creationId xmlns:a16="http://schemas.microsoft.com/office/drawing/2014/main" id="{D54A71F0-FF19-4AD4-AB4B-2043861581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659" y="2054219"/>
              <a:ext cx="478042" cy="18938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3" name="Straight Connector 452">
              <a:extLst>
                <a:ext uri="{FF2B5EF4-FFF2-40B4-BE49-F238E27FC236}">
                  <a16:creationId xmlns:a16="http://schemas.microsoft.com/office/drawing/2014/main" id="{F775FBAC-CB04-4661-B82D-6E4B9DCF5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328" y="2065264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6" name="Straight Connector 452">
              <a:extLst>
                <a:ext uri="{FF2B5EF4-FFF2-40B4-BE49-F238E27FC236}">
                  <a16:creationId xmlns:a16="http://schemas.microsoft.com/office/drawing/2014/main" id="{9480E0D6-442A-4157-951D-06D1B44FB5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9328" y="2457853"/>
              <a:ext cx="228101" cy="5674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9" name="Straight Connector 452">
              <a:extLst>
                <a:ext uri="{FF2B5EF4-FFF2-40B4-BE49-F238E27FC236}">
                  <a16:creationId xmlns:a16="http://schemas.microsoft.com/office/drawing/2014/main" id="{750B123A-5666-4809-A1B2-70FE6D7BB0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9537" y="2315555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452">
              <a:extLst>
                <a:ext uri="{FF2B5EF4-FFF2-40B4-BE49-F238E27FC236}">
                  <a16:creationId xmlns:a16="http://schemas.microsoft.com/office/drawing/2014/main" id="{1FD2F827-3014-4885-A97E-A1C9520E3E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5295" y="2230917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2" name="Straight Connector 452">
              <a:extLst>
                <a:ext uri="{FF2B5EF4-FFF2-40B4-BE49-F238E27FC236}">
                  <a16:creationId xmlns:a16="http://schemas.microsoft.com/office/drawing/2014/main" id="{A56D0E30-F665-4B29-BC43-27F8C61E89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62932" y="2229543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452">
              <a:extLst>
                <a:ext uri="{FF2B5EF4-FFF2-40B4-BE49-F238E27FC236}">
                  <a16:creationId xmlns:a16="http://schemas.microsoft.com/office/drawing/2014/main" id="{9C8E7C06-D167-478B-AD56-BF7E920C86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49616" y="2621660"/>
              <a:ext cx="222362" cy="972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452">
              <a:extLst>
                <a:ext uri="{FF2B5EF4-FFF2-40B4-BE49-F238E27FC236}">
                  <a16:creationId xmlns:a16="http://schemas.microsoft.com/office/drawing/2014/main" id="{7321ACE7-F7A2-4EDF-882C-591D38A102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50583" y="2341137"/>
              <a:ext cx="3571" cy="372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7" name="Straight Connector 452">
              <a:extLst>
                <a:ext uri="{FF2B5EF4-FFF2-40B4-BE49-F238E27FC236}">
                  <a16:creationId xmlns:a16="http://schemas.microsoft.com/office/drawing/2014/main" id="{8D68C8F8-52CA-4017-9E23-734554E1CC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6435" y="2250119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452">
              <a:extLst>
                <a:ext uri="{FF2B5EF4-FFF2-40B4-BE49-F238E27FC236}">
                  <a16:creationId xmlns:a16="http://schemas.microsoft.com/office/drawing/2014/main" id="{E9D9EF25-E831-4D96-BF28-DAFA8E3DDF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1981" y="2264613"/>
              <a:ext cx="14771" cy="530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452">
              <a:extLst>
                <a:ext uri="{FF2B5EF4-FFF2-40B4-BE49-F238E27FC236}">
                  <a16:creationId xmlns:a16="http://schemas.microsoft.com/office/drawing/2014/main" id="{49C4EF81-EB00-4530-980B-8966704679BC}"/>
                </a:ext>
              </a:extLst>
            </p:cNvPr>
            <p:cNvCxnSpPr>
              <a:cxnSpLocks/>
            </p:cNvCxnSpPr>
            <p:nvPr/>
          </p:nvCxnSpPr>
          <p:spPr>
            <a:xfrm>
              <a:off x="6826101" y="2612536"/>
              <a:ext cx="510898" cy="1496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452">
              <a:extLst>
                <a:ext uri="{FF2B5EF4-FFF2-40B4-BE49-F238E27FC236}">
                  <a16:creationId xmlns:a16="http://schemas.microsoft.com/office/drawing/2014/main" id="{C9F7E4B4-72E6-43A5-82A9-8B754AE4D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3827" y="2409567"/>
              <a:ext cx="15028" cy="19452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5" name="Straight Connector 452">
              <a:extLst>
                <a:ext uri="{FF2B5EF4-FFF2-40B4-BE49-F238E27FC236}">
                  <a16:creationId xmlns:a16="http://schemas.microsoft.com/office/drawing/2014/main" id="{55129D18-A031-48D7-8C93-55AE2C4481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0787" y="240629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452">
              <a:extLst>
                <a:ext uri="{FF2B5EF4-FFF2-40B4-BE49-F238E27FC236}">
                  <a16:creationId xmlns:a16="http://schemas.microsoft.com/office/drawing/2014/main" id="{1D9BF920-74B8-42EB-BFC4-326E1F62DF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46825" y="2328017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8" name="Straight Connector 452">
              <a:extLst>
                <a:ext uri="{FF2B5EF4-FFF2-40B4-BE49-F238E27FC236}">
                  <a16:creationId xmlns:a16="http://schemas.microsoft.com/office/drawing/2014/main" id="{6D0A59AD-40F2-4D47-AF43-3FEFE0917F7E}"/>
                </a:ext>
              </a:extLst>
            </p:cNvPr>
            <p:cNvCxnSpPr>
              <a:cxnSpLocks/>
            </p:cNvCxnSpPr>
            <p:nvPr/>
          </p:nvCxnSpPr>
          <p:spPr>
            <a:xfrm>
              <a:off x="6836347" y="2238649"/>
              <a:ext cx="203265" cy="791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452">
              <a:extLst>
                <a:ext uri="{FF2B5EF4-FFF2-40B4-BE49-F238E27FC236}">
                  <a16:creationId xmlns:a16="http://schemas.microsoft.com/office/drawing/2014/main" id="{B6CFE1F0-81EA-43D4-B1C8-DDD277F1E8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324" y="1852527"/>
              <a:ext cx="919692" cy="35631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1" name="Hexagon 3601">
              <a:extLst>
                <a:ext uri="{FF2B5EF4-FFF2-40B4-BE49-F238E27FC236}">
                  <a16:creationId xmlns:a16="http://schemas.microsoft.com/office/drawing/2014/main" id="{C5AD92EA-FF3E-4B26-BC80-23F0822FBC43}"/>
                </a:ext>
              </a:extLst>
            </p:cNvPr>
            <p:cNvSpPr/>
            <p:nvPr/>
          </p:nvSpPr>
          <p:spPr>
            <a:xfrm>
              <a:off x="7875893" y="1852081"/>
              <a:ext cx="309581" cy="185472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cxnSp>
          <p:nvCxnSpPr>
            <p:cNvPr id="1452" name="Straight Connector 452">
              <a:extLst>
                <a:ext uri="{FF2B5EF4-FFF2-40B4-BE49-F238E27FC236}">
                  <a16:creationId xmlns:a16="http://schemas.microsoft.com/office/drawing/2014/main" id="{293B40CD-79DD-4C72-8B0E-E6216B9EE5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133" y="1857352"/>
              <a:ext cx="260702" cy="10737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3" name="Straight Connector 452">
              <a:extLst>
                <a:ext uri="{FF2B5EF4-FFF2-40B4-BE49-F238E27FC236}">
                  <a16:creationId xmlns:a16="http://schemas.microsoft.com/office/drawing/2014/main" id="{7EA9595E-3551-4DC7-90A2-147625172E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26837" y="1877189"/>
              <a:ext cx="253082" cy="72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4" name="Straight Connector 452">
              <a:extLst>
                <a:ext uri="{FF2B5EF4-FFF2-40B4-BE49-F238E27FC236}">
                  <a16:creationId xmlns:a16="http://schemas.microsoft.com/office/drawing/2014/main" id="{E0CE357F-1A6B-421C-886E-76D37E36AAB6}"/>
                </a:ext>
              </a:extLst>
            </p:cNvPr>
            <p:cNvCxnSpPr>
              <a:cxnSpLocks/>
            </p:cNvCxnSpPr>
            <p:nvPr/>
          </p:nvCxnSpPr>
          <p:spPr>
            <a:xfrm>
              <a:off x="7539071" y="1561849"/>
              <a:ext cx="696943" cy="31796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452">
              <a:extLst>
                <a:ext uri="{FF2B5EF4-FFF2-40B4-BE49-F238E27FC236}">
                  <a16:creationId xmlns:a16="http://schemas.microsoft.com/office/drawing/2014/main" id="{1604AE9A-291B-4E22-A47F-789213E49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9460" y="1586185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9" name="Straight Connector 452">
              <a:extLst>
                <a:ext uri="{FF2B5EF4-FFF2-40B4-BE49-F238E27FC236}">
                  <a16:creationId xmlns:a16="http://schemas.microsoft.com/office/drawing/2014/main" id="{4E91E7A1-A1AE-41BD-B665-77505E254E9D}"/>
                </a:ext>
              </a:extLst>
            </p:cNvPr>
            <p:cNvCxnSpPr>
              <a:cxnSpLocks/>
            </p:cNvCxnSpPr>
            <p:nvPr/>
          </p:nvCxnSpPr>
          <p:spPr>
            <a:xfrm>
              <a:off x="7295050" y="1662093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2" name="Straight Connector 452">
              <a:extLst>
                <a:ext uri="{FF2B5EF4-FFF2-40B4-BE49-F238E27FC236}">
                  <a16:creationId xmlns:a16="http://schemas.microsoft.com/office/drawing/2014/main" id="{4236B55F-F1B3-4DEA-B125-74694B1E28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9218" y="1477198"/>
              <a:ext cx="3025" cy="1814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3" name="Straight Connector 452">
              <a:extLst>
                <a:ext uri="{FF2B5EF4-FFF2-40B4-BE49-F238E27FC236}">
                  <a16:creationId xmlns:a16="http://schemas.microsoft.com/office/drawing/2014/main" id="{5BF32E60-80E0-4AE2-9875-B7824983DD42}"/>
                </a:ext>
              </a:extLst>
            </p:cNvPr>
            <p:cNvCxnSpPr>
              <a:cxnSpLocks/>
            </p:cNvCxnSpPr>
            <p:nvPr/>
          </p:nvCxnSpPr>
          <p:spPr>
            <a:xfrm>
              <a:off x="7074239" y="1421472"/>
              <a:ext cx="219124" cy="583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6" name="Straight Connector 452">
              <a:extLst>
                <a:ext uri="{FF2B5EF4-FFF2-40B4-BE49-F238E27FC236}">
                  <a16:creationId xmlns:a16="http://schemas.microsoft.com/office/drawing/2014/main" id="{2AA1CFEC-FC21-40AC-899F-3DA7C42AD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1023" y="1429577"/>
              <a:ext cx="435797" cy="1724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8" name="Straight Connector 452">
              <a:extLst>
                <a:ext uri="{FF2B5EF4-FFF2-40B4-BE49-F238E27FC236}">
                  <a16:creationId xmlns:a16="http://schemas.microsoft.com/office/drawing/2014/main" id="{E8D9460C-218C-4ADF-937F-7074D4192A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9326" y="1594854"/>
              <a:ext cx="237547" cy="820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0" name="Straight Connector 452">
              <a:extLst>
                <a:ext uri="{FF2B5EF4-FFF2-40B4-BE49-F238E27FC236}">
                  <a16:creationId xmlns:a16="http://schemas.microsoft.com/office/drawing/2014/main" id="{239DAC54-9749-4F13-B2DE-F8F847FC95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3917" y="4354360"/>
              <a:ext cx="702767" cy="26787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2" name="Straight Connector 452">
              <a:extLst>
                <a:ext uri="{FF2B5EF4-FFF2-40B4-BE49-F238E27FC236}">
                  <a16:creationId xmlns:a16="http://schemas.microsoft.com/office/drawing/2014/main" id="{25E185DD-F3AD-424B-88D2-A15718C28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04763" y="3800505"/>
              <a:ext cx="0" cy="55000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4" name="Straight Connector 452">
              <a:extLst>
                <a:ext uri="{FF2B5EF4-FFF2-40B4-BE49-F238E27FC236}">
                  <a16:creationId xmlns:a16="http://schemas.microsoft.com/office/drawing/2014/main" id="{AD2842C0-9130-447B-8E21-B5296B4ADD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6684" y="3721933"/>
              <a:ext cx="199396" cy="8937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6" name="Straight Connector 452">
              <a:extLst>
                <a:ext uri="{FF2B5EF4-FFF2-40B4-BE49-F238E27FC236}">
                  <a16:creationId xmlns:a16="http://schemas.microsoft.com/office/drawing/2014/main" id="{F48B1257-0D80-4CFD-A5EF-E60B9CC917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29238" y="3519508"/>
              <a:ext cx="0" cy="21876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8" name="Straight Connector 452">
              <a:extLst>
                <a:ext uri="{FF2B5EF4-FFF2-40B4-BE49-F238E27FC236}">
                  <a16:creationId xmlns:a16="http://schemas.microsoft.com/office/drawing/2014/main" id="{BD359A41-88AE-4428-9CC9-577B8D8E65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0761" y="3266868"/>
              <a:ext cx="694737" cy="25629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0" name="Straight Connector 452">
              <a:extLst>
                <a:ext uri="{FF2B5EF4-FFF2-40B4-BE49-F238E27FC236}">
                  <a16:creationId xmlns:a16="http://schemas.microsoft.com/office/drawing/2014/main" id="{168BBE70-4CE1-417B-8C7B-8DB2A6AA4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3629" y="3041487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2" name="Straight Connector 452">
              <a:extLst>
                <a:ext uri="{FF2B5EF4-FFF2-40B4-BE49-F238E27FC236}">
                  <a16:creationId xmlns:a16="http://schemas.microsoft.com/office/drawing/2014/main" id="{0971F076-D87E-48E3-A1D5-523A424890D5}"/>
                </a:ext>
              </a:extLst>
            </p:cNvPr>
            <p:cNvCxnSpPr>
              <a:cxnSpLocks/>
            </p:cNvCxnSpPr>
            <p:nvPr/>
          </p:nvCxnSpPr>
          <p:spPr>
            <a:xfrm>
              <a:off x="4905225" y="2781354"/>
              <a:ext cx="730977" cy="27987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5" name="Straight Connector 452">
              <a:extLst>
                <a:ext uri="{FF2B5EF4-FFF2-40B4-BE49-F238E27FC236}">
                  <a16:creationId xmlns:a16="http://schemas.microsoft.com/office/drawing/2014/main" id="{1ABD52E6-6CB0-417F-B1BD-C684581066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09201" y="2591626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6" name="Straight Connector 452">
              <a:extLst>
                <a:ext uri="{FF2B5EF4-FFF2-40B4-BE49-F238E27FC236}">
                  <a16:creationId xmlns:a16="http://schemas.microsoft.com/office/drawing/2014/main" id="{DB89CED4-A753-4295-AD1B-41ACD31EAF40}"/>
                </a:ext>
              </a:extLst>
            </p:cNvPr>
            <p:cNvCxnSpPr>
              <a:cxnSpLocks/>
            </p:cNvCxnSpPr>
            <p:nvPr/>
          </p:nvCxnSpPr>
          <p:spPr>
            <a:xfrm>
              <a:off x="4666163" y="2506830"/>
              <a:ext cx="222822" cy="7014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8" name="Straight Connector 452">
              <a:extLst>
                <a:ext uri="{FF2B5EF4-FFF2-40B4-BE49-F238E27FC236}">
                  <a16:creationId xmlns:a16="http://schemas.microsoft.com/office/drawing/2014/main" id="{E1354112-6AAE-48F2-BF26-39588B75FE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6163" y="2303804"/>
              <a:ext cx="7286" cy="1961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9" name="Straight Connector 452">
              <a:extLst>
                <a:ext uri="{FF2B5EF4-FFF2-40B4-BE49-F238E27FC236}">
                  <a16:creationId xmlns:a16="http://schemas.microsoft.com/office/drawing/2014/main" id="{18632693-B1C6-48FF-9048-7B331DF5EE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6703" y="2238304"/>
              <a:ext cx="224821" cy="736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1" name="Straight Connector 452">
              <a:extLst>
                <a:ext uri="{FF2B5EF4-FFF2-40B4-BE49-F238E27FC236}">
                  <a16:creationId xmlns:a16="http://schemas.microsoft.com/office/drawing/2014/main" id="{36A210C2-2077-4C3A-96DF-A2791EFC5D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12845" y="2240232"/>
              <a:ext cx="301550" cy="920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4" name="Straight Connector 452">
              <a:extLst>
                <a:ext uri="{FF2B5EF4-FFF2-40B4-BE49-F238E27FC236}">
                  <a16:creationId xmlns:a16="http://schemas.microsoft.com/office/drawing/2014/main" id="{F0260A07-E542-43EF-8690-1F09509E0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12290" y="2005838"/>
              <a:ext cx="407914" cy="318403"/>
            </a:xfrm>
            <a:prstGeom prst="line">
              <a:avLst/>
            </a:prstGeom>
            <a:ln w="38100" cap="flat" cmpd="sng" algn="ctr">
              <a:solidFill>
                <a:srgbClr val="00B0F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96" name="Straight Connector 452">
              <a:extLst>
                <a:ext uri="{FF2B5EF4-FFF2-40B4-BE49-F238E27FC236}">
                  <a16:creationId xmlns:a16="http://schemas.microsoft.com/office/drawing/2014/main" id="{B983B6BD-7141-4A22-B5FE-5316BA265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8171" y="1676899"/>
              <a:ext cx="730510" cy="30346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8" name="Straight Connector 452">
              <a:extLst>
                <a:ext uri="{FF2B5EF4-FFF2-40B4-BE49-F238E27FC236}">
                  <a16:creationId xmlns:a16="http://schemas.microsoft.com/office/drawing/2014/main" id="{C98CB364-3B7A-4D60-9C33-70742DFFA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8181" y="1507578"/>
              <a:ext cx="4339" cy="19885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9" name="Straight Connector 452">
              <a:extLst>
                <a:ext uri="{FF2B5EF4-FFF2-40B4-BE49-F238E27FC236}">
                  <a16:creationId xmlns:a16="http://schemas.microsoft.com/office/drawing/2014/main" id="{419131A8-DDB9-41B2-8744-DE86D510B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09461" y="1224679"/>
              <a:ext cx="699724" cy="28233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1" name="Straight Connector 452">
              <a:extLst>
                <a:ext uri="{FF2B5EF4-FFF2-40B4-BE49-F238E27FC236}">
                  <a16:creationId xmlns:a16="http://schemas.microsoft.com/office/drawing/2014/main" id="{99C4F615-B8DA-4CC8-9C7C-C9504083CA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81352" y="1234157"/>
              <a:ext cx="454147" cy="2051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3" name="Straight Connector 452">
              <a:extLst>
                <a:ext uri="{FF2B5EF4-FFF2-40B4-BE49-F238E27FC236}">
                  <a16:creationId xmlns:a16="http://schemas.microsoft.com/office/drawing/2014/main" id="{FF00E265-C401-4E0B-9B05-E0B8FE3172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471" y="1231097"/>
              <a:ext cx="15028" cy="19452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452">
              <a:extLst>
                <a:ext uri="{FF2B5EF4-FFF2-40B4-BE49-F238E27FC236}">
                  <a16:creationId xmlns:a16="http://schemas.microsoft.com/office/drawing/2014/main" id="{91CCAF41-7FC6-48AC-BA27-0B51B16A29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321" y="1149539"/>
              <a:ext cx="316755" cy="695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452">
              <a:extLst>
                <a:ext uri="{FF2B5EF4-FFF2-40B4-BE49-F238E27FC236}">
                  <a16:creationId xmlns:a16="http://schemas.microsoft.com/office/drawing/2014/main" id="{BF8EF789-E5AF-4ADD-8BC4-EB95A608A6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9206" y="1611500"/>
              <a:ext cx="253324" cy="5391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9" name="Straight Connector 452">
              <a:extLst>
                <a:ext uri="{FF2B5EF4-FFF2-40B4-BE49-F238E27FC236}">
                  <a16:creationId xmlns:a16="http://schemas.microsoft.com/office/drawing/2014/main" id="{E32FE5A4-0C67-4793-ABA2-DA5D98D98A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5868" y="15830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452">
              <a:extLst>
                <a:ext uri="{FF2B5EF4-FFF2-40B4-BE49-F238E27FC236}">
                  <a16:creationId xmlns:a16="http://schemas.microsoft.com/office/drawing/2014/main" id="{70829F48-E40A-43E5-B756-B94045E5CA9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038" y="1798875"/>
              <a:ext cx="203291" cy="532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452">
              <a:extLst>
                <a:ext uri="{FF2B5EF4-FFF2-40B4-BE49-F238E27FC236}">
                  <a16:creationId xmlns:a16="http://schemas.microsoft.com/office/drawing/2014/main" id="{5E588AA1-CD5A-4E14-A67B-F3DE09BA4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4327" y="1875353"/>
              <a:ext cx="49675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4" name="Straight Connector 452">
              <a:extLst>
                <a:ext uri="{FF2B5EF4-FFF2-40B4-BE49-F238E27FC236}">
                  <a16:creationId xmlns:a16="http://schemas.microsoft.com/office/drawing/2014/main" id="{0354FFA4-18AA-4423-9090-D1CE67283E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42951" y="187465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5" name="Straight Connector 452">
              <a:extLst>
                <a:ext uri="{FF2B5EF4-FFF2-40B4-BE49-F238E27FC236}">
                  <a16:creationId xmlns:a16="http://schemas.microsoft.com/office/drawing/2014/main" id="{87719433-3A88-4267-A3A6-7692E5CD780F}"/>
                </a:ext>
              </a:extLst>
            </p:cNvPr>
            <p:cNvCxnSpPr>
              <a:cxnSpLocks/>
            </p:cNvCxnSpPr>
            <p:nvPr/>
          </p:nvCxnSpPr>
          <p:spPr>
            <a:xfrm>
              <a:off x="6590839" y="1751077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6" name="Straight Connector 452">
              <a:extLst>
                <a:ext uri="{FF2B5EF4-FFF2-40B4-BE49-F238E27FC236}">
                  <a16:creationId xmlns:a16="http://schemas.microsoft.com/office/drawing/2014/main" id="{5CAEE36B-03BD-4D5A-AF3E-550881512B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5506" y="1769861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7" name="Straight Connector 452">
              <a:extLst>
                <a:ext uri="{FF2B5EF4-FFF2-40B4-BE49-F238E27FC236}">
                  <a16:creationId xmlns:a16="http://schemas.microsoft.com/office/drawing/2014/main" id="{4F1B7AFC-2ACF-40A7-B326-7C69E89D4D4A}"/>
                </a:ext>
              </a:extLst>
            </p:cNvPr>
            <p:cNvCxnSpPr>
              <a:cxnSpLocks/>
            </p:cNvCxnSpPr>
            <p:nvPr/>
          </p:nvCxnSpPr>
          <p:spPr>
            <a:xfrm>
              <a:off x="6358147" y="1872252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8" name="Straight Connector 452">
              <a:extLst>
                <a:ext uri="{FF2B5EF4-FFF2-40B4-BE49-F238E27FC236}">
                  <a16:creationId xmlns:a16="http://schemas.microsoft.com/office/drawing/2014/main" id="{B17B3C77-866C-450C-9530-AA48D36792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0809" y="1871633"/>
              <a:ext cx="4339" cy="198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9" name="Straight Connector 452">
              <a:extLst>
                <a:ext uri="{FF2B5EF4-FFF2-40B4-BE49-F238E27FC236}">
                  <a16:creationId xmlns:a16="http://schemas.microsoft.com/office/drawing/2014/main" id="{3910F627-F421-465D-B800-00E4FB4ADE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3716" y="1953829"/>
              <a:ext cx="229702" cy="110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0" name="Straight Connector 452">
              <a:extLst>
                <a:ext uri="{FF2B5EF4-FFF2-40B4-BE49-F238E27FC236}">
                  <a16:creationId xmlns:a16="http://schemas.microsoft.com/office/drawing/2014/main" id="{FB203FB1-86FE-4764-B01C-8EECBB1728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36459" y="1957089"/>
              <a:ext cx="250290" cy="876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2" name="Straight Connector 452">
              <a:extLst>
                <a:ext uri="{FF2B5EF4-FFF2-40B4-BE49-F238E27FC236}">
                  <a16:creationId xmlns:a16="http://schemas.microsoft.com/office/drawing/2014/main" id="{366332E9-9B7B-4813-9624-CE3AC24749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6" y="1658627"/>
              <a:ext cx="3571" cy="372923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23" name="Straight Connector 452">
              <a:extLst>
                <a:ext uri="{FF2B5EF4-FFF2-40B4-BE49-F238E27FC236}">
                  <a16:creationId xmlns:a16="http://schemas.microsoft.com/office/drawing/2014/main" id="{50EDF0F4-AAFD-461E-94A8-95B95A5D12B4}"/>
                </a:ext>
              </a:extLst>
            </p:cNvPr>
            <p:cNvCxnSpPr>
              <a:cxnSpLocks/>
            </p:cNvCxnSpPr>
            <p:nvPr/>
          </p:nvCxnSpPr>
          <p:spPr>
            <a:xfrm>
              <a:off x="5621254" y="1583033"/>
              <a:ext cx="251407" cy="971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5" name="Straight Connector 452">
              <a:extLst>
                <a:ext uri="{FF2B5EF4-FFF2-40B4-BE49-F238E27FC236}">
                  <a16:creationId xmlns:a16="http://schemas.microsoft.com/office/drawing/2014/main" id="{A0771157-6EB0-4733-9A46-3D693355495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1589384"/>
              <a:ext cx="21562" cy="1523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7" name="Straight Connector 452">
              <a:extLst>
                <a:ext uri="{FF2B5EF4-FFF2-40B4-BE49-F238E27FC236}">
                  <a16:creationId xmlns:a16="http://schemas.microsoft.com/office/drawing/2014/main" id="{26C167FC-AADF-4B27-9C89-916C84039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49206" y="1761514"/>
              <a:ext cx="622186" cy="292706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0" name="Straight Connector 452">
              <a:extLst>
                <a:ext uri="{FF2B5EF4-FFF2-40B4-BE49-F238E27FC236}">
                  <a16:creationId xmlns:a16="http://schemas.microsoft.com/office/drawing/2014/main" id="{EA68CF9E-5806-4806-91D1-FF6655E14F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3972" y="2044427"/>
              <a:ext cx="229702" cy="88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452">
              <a:extLst>
                <a:ext uri="{FF2B5EF4-FFF2-40B4-BE49-F238E27FC236}">
                  <a16:creationId xmlns:a16="http://schemas.microsoft.com/office/drawing/2014/main" id="{F2D9E02F-5106-4EFD-85D9-778A8BC5A1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74072" y="2110035"/>
              <a:ext cx="229797" cy="30596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34" name="Straight Connector 452">
              <a:extLst>
                <a:ext uri="{FF2B5EF4-FFF2-40B4-BE49-F238E27FC236}">
                  <a16:creationId xmlns:a16="http://schemas.microsoft.com/office/drawing/2014/main" id="{AD4363E8-E0AF-425C-ADF3-F37ED9572FD3}"/>
                </a:ext>
              </a:extLst>
            </p:cNvPr>
            <p:cNvCxnSpPr>
              <a:cxnSpLocks/>
            </p:cNvCxnSpPr>
            <p:nvPr/>
          </p:nvCxnSpPr>
          <p:spPr>
            <a:xfrm>
              <a:off x="4440630" y="2429328"/>
              <a:ext cx="8592" cy="35202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6" name="Straight Connector 452">
              <a:extLst>
                <a:ext uri="{FF2B5EF4-FFF2-40B4-BE49-F238E27FC236}">
                  <a16:creationId xmlns:a16="http://schemas.microsoft.com/office/drawing/2014/main" id="{0F482418-92D0-4376-A7AB-C6410712D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1530" y="2703498"/>
              <a:ext cx="286656" cy="962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9" name="Straight Connector 452">
              <a:extLst>
                <a:ext uri="{FF2B5EF4-FFF2-40B4-BE49-F238E27FC236}">
                  <a16:creationId xmlns:a16="http://schemas.microsoft.com/office/drawing/2014/main" id="{15B189EB-0732-4EE4-89EB-7E4D5627E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90640" y="2717126"/>
              <a:ext cx="16348" cy="33456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1" name="Straight Connector 452">
              <a:extLst>
                <a:ext uri="{FF2B5EF4-FFF2-40B4-BE49-F238E27FC236}">
                  <a16:creationId xmlns:a16="http://schemas.microsoft.com/office/drawing/2014/main" id="{D948AF4A-9B37-48DA-B77B-93A29D23FE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2150" y="3045936"/>
              <a:ext cx="233812" cy="13419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3" name="Straight Connector 452">
              <a:extLst>
                <a:ext uri="{FF2B5EF4-FFF2-40B4-BE49-F238E27FC236}">
                  <a16:creationId xmlns:a16="http://schemas.microsoft.com/office/drawing/2014/main" id="{0392DF18-DB46-4A99-A5A4-911A869930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29238" y="3096948"/>
              <a:ext cx="232253" cy="4917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5" name="Straight Connector 452">
              <a:extLst>
                <a:ext uri="{FF2B5EF4-FFF2-40B4-BE49-F238E27FC236}">
                  <a16:creationId xmlns:a16="http://schemas.microsoft.com/office/drawing/2014/main" id="{F3B910D2-3645-4159-A119-740BD2BA30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3606" y="2787740"/>
              <a:ext cx="216187" cy="304002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47" name="Straight Connector 452">
              <a:extLst>
                <a:ext uri="{FF2B5EF4-FFF2-40B4-BE49-F238E27FC236}">
                  <a16:creationId xmlns:a16="http://schemas.microsoft.com/office/drawing/2014/main" id="{86E34F98-676D-4DB1-BBB9-94C9A778D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94699" y="2612536"/>
              <a:ext cx="20728" cy="1882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9" name="Straight Connector 452">
              <a:extLst>
                <a:ext uri="{FF2B5EF4-FFF2-40B4-BE49-F238E27FC236}">
                  <a16:creationId xmlns:a16="http://schemas.microsoft.com/office/drawing/2014/main" id="{ABC35E64-1618-4742-AF3B-C5398291DE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25377" y="2635021"/>
              <a:ext cx="213881" cy="52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1" name="Straight Connector 452">
              <a:extLst>
                <a:ext uri="{FF2B5EF4-FFF2-40B4-BE49-F238E27FC236}">
                  <a16:creationId xmlns:a16="http://schemas.microsoft.com/office/drawing/2014/main" id="{03F95BCC-E50B-4BB7-B94D-6222C22C29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4250" y="2701350"/>
              <a:ext cx="24525" cy="15964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3" name="Straight Connector 452">
              <a:extLst>
                <a:ext uri="{FF2B5EF4-FFF2-40B4-BE49-F238E27FC236}">
                  <a16:creationId xmlns:a16="http://schemas.microsoft.com/office/drawing/2014/main" id="{7F5503B7-DB7F-437D-BD85-E0AEA8BA3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7272" y="2787608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6" name="Straight Connector 452">
              <a:extLst>
                <a:ext uri="{FF2B5EF4-FFF2-40B4-BE49-F238E27FC236}">
                  <a16:creationId xmlns:a16="http://schemas.microsoft.com/office/drawing/2014/main" id="{5B74D443-513A-44DD-A052-0F82ED0EFB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2921" y="2787609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9" name="Straight Connector 452">
              <a:extLst>
                <a:ext uri="{FF2B5EF4-FFF2-40B4-BE49-F238E27FC236}">
                  <a16:creationId xmlns:a16="http://schemas.microsoft.com/office/drawing/2014/main" id="{909D0399-3591-4A71-9EE0-5CB56DBA38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2163" y="2860995"/>
              <a:ext cx="207524" cy="990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2" name="Straight Connector 452">
              <a:extLst>
                <a:ext uri="{FF2B5EF4-FFF2-40B4-BE49-F238E27FC236}">
                  <a16:creationId xmlns:a16="http://schemas.microsoft.com/office/drawing/2014/main" id="{0AF36D6F-3777-4432-8642-124843C36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6842" y="288316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3" name="Straight Connector 452">
              <a:extLst>
                <a:ext uri="{FF2B5EF4-FFF2-40B4-BE49-F238E27FC236}">
                  <a16:creationId xmlns:a16="http://schemas.microsoft.com/office/drawing/2014/main" id="{F046AF5C-CBA0-42B5-86FD-E98AF943D56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3301" y="3071786"/>
              <a:ext cx="295050" cy="81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5" name="Straight Connector 452">
              <a:extLst>
                <a:ext uri="{FF2B5EF4-FFF2-40B4-BE49-F238E27FC236}">
                  <a16:creationId xmlns:a16="http://schemas.microsoft.com/office/drawing/2014/main" id="{D92CDC5A-8046-4B26-9300-719D0890D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4323" y="3167197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7" name="Straight Connector 452">
              <a:extLst>
                <a:ext uri="{FF2B5EF4-FFF2-40B4-BE49-F238E27FC236}">
                  <a16:creationId xmlns:a16="http://schemas.microsoft.com/office/drawing/2014/main" id="{CE510723-F290-4706-BA47-1848443D46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11176" y="3153369"/>
              <a:ext cx="230608" cy="929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9" name="Straight Connector 452">
              <a:extLst>
                <a:ext uri="{FF2B5EF4-FFF2-40B4-BE49-F238E27FC236}">
                  <a16:creationId xmlns:a16="http://schemas.microsoft.com/office/drawing/2014/main" id="{807FC463-2DA0-4E86-93D9-C087F1E1B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5595" y="3180135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0" name="Straight Connector 452">
              <a:extLst>
                <a:ext uri="{FF2B5EF4-FFF2-40B4-BE49-F238E27FC236}">
                  <a16:creationId xmlns:a16="http://schemas.microsoft.com/office/drawing/2014/main" id="{625D5432-55EE-46B9-8FED-4469AFAADB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0118" y="3362834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3" name="Straight Connector 452">
              <a:extLst>
                <a:ext uri="{FF2B5EF4-FFF2-40B4-BE49-F238E27FC236}">
                  <a16:creationId xmlns:a16="http://schemas.microsoft.com/office/drawing/2014/main" id="{E00F2EF0-0568-40FF-9421-BC38539B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41784" y="3407534"/>
              <a:ext cx="7782" cy="22028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6" name="Straight Connector 452">
              <a:extLst>
                <a:ext uri="{FF2B5EF4-FFF2-40B4-BE49-F238E27FC236}">
                  <a16:creationId xmlns:a16="http://schemas.microsoft.com/office/drawing/2014/main" id="{D7D0D798-EEF2-4255-842B-E414D97DC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9406" y="3632770"/>
              <a:ext cx="262012" cy="879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7" name="Straight Connector 452">
              <a:extLst>
                <a:ext uri="{FF2B5EF4-FFF2-40B4-BE49-F238E27FC236}">
                  <a16:creationId xmlns:a16="http://schemas.microsoft.com/office/drawing/2014/main" id="{6F6D1634-11F4-45BE-AB0A-83A0815790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09696" y="3738270"/>
              <a:ext cx="1739" cy="1802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8" name="Straight Connector 452">
              <a:extLst>
                <a:ext uri="{FF2B5EF4-FFF2-40B4-BE49-F238E27FC236}">
                  <a16:creationId xmlns:a16="http://schemas.microsoft.com/office/drawing/2014/main" id="{18E57FCB-D4F9-45B5-97FB-DE53468D1C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2450" y="3929397"/>
              <a:ext cx="480527" cy="1598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0" name="Straight Connector 452">
              <a:extLst>
                <a:ext uri="{FF2B5EF4-FFF2-40B4-BE49-F238E27FC236}">
                  <a16:creationId xmlns:a16="http://schemas.microsoft.com/office/drawing/2014/main" id="{EDB4B9D8-9A1C-4469-8D05-D80775943B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02425" y="4012149"/>
              <a:ext cx="229448" cy="6355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1" name="Straight Connector 452">
              <a:extLst>
                <a:ext uri="{FF2B5EF4-FFF2-40B4-BE49-F238E27FC236}">
                  <a16:creationId xmlns:a16="http://schemas.microsoft.com/office/drawing/2014/main" id="{EF5A603D-3166-41D8-AA5D-8926EAA934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1924" y="3800505"/>
              <a:ext cx="408991" cy="2262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452">
              <a:extLst>
                <a:ext uri="{FF2B5EF4-FFF2-40B4-BE49-F238E27FC236}">
                  <a16:creationId xmlns:a16="http://schemas.microsoft.com/office/drawing/2014/main" id="{9B993747-4A45-4E63-BB5D-7860F804E7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1349" y="3712039"/>
              <a:ext cx="221280" cy="10692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452">
              <a:extLst>
                <a:ext uri="{FF2B5EF4-FFF2-40B4-BE49-F238E27FC236}">
                  <a16:creationId xmlns:a16="http://schemas.microsoft.com/office/drawing/2014/main" id="{C3BCCD38-07BA-4C95-95FA-57218AE6AA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8146" y="3543300"/>
              <a:ext cx="411037" cy="16217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7" name="Straight Connector 452">
              <a:extLst>
                <a:ext uri="{FF2B5EF4-FFF2-40B4-BE49-F238E27FC236}">
                  <a16:creationId xmlns:a16="http://schemas.microsoft.com/office/drawing/2014/main" id="{6ADC022E-EE6A-499C-A733-F598F48C2F8A}"/>
                </a:ext>
              </a:extLst>
            </p:cNvPr>
            <p:cNvCxnSpPr>
              <a:cxnSpLocks/>
            </p:cNvCxnSpPr>
            <p:nvPr/>
          </p:nvCxnSpPr>
          <p:spPr>
            <a:xfrm>
              <a:off x="5397809" y="3178705"/>
              <a:ext cx="475882" cy="338631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92" name="Straight Connector 452">
              <a:extLst>
                <a:ext uri="{FF2B5EF4-FFF2-40B4-BE49-F238E27FC236}">
                  <a16:creationId xmlns:a16="http://schemas.microsoft.com/office/drawing/2014/main" id="{645C8E76-07B8-4176-B7E1-5AF1D72BE0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09201" y="3201783"/>
              <a:ext cx="488608" cy="16825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5" name="Straight Connector 452">
              <a:extLst>
                <a:ext uri="{FF2B5EF4-FFF2-40B4-BE49-F238E27FC236}">
                  <a16:creationId xmlns:a16="http://schemas.microsoft.com/office/drawing/2014/main" id="{98A7A895-DEF5-475C-8DA8-E63F50DA84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00945" y="3268825"/>
              <a:ext cx="208256" cy="8708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452">
              <a:extLst>
                <a:ext uri="{FF2B5EF4-FFF2-40B4-BE49-F238E27FC236}">
                  <a16:creationId xmlns:a16="http://schemas.microsoft.com/office/drawing/2014/main" id="{F255F153-61D2-4345-B96C-FE564B4921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39721" y="3262651"/>
              <a:ext cx="232134" cy="7338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8" name="Straight Connector 452">
              <a:extLst>
                <a:ext uri="{FF2B5EF4-FFF2-40B4-BE49-F238E27FC236}">
                  <a16:creationId xmlns:a16="http://schemas.microsoft.com/office/drawing/2014/main" id="{96D88C77-E9B9-400B-9EE2-3D2AE357116F}"/>
                </a:ext>
              </a:extLst>
            </p:cNvPr>
            <p:cNvCxnSpPr>
              <a:cxnSpLocks/>
            </p:cNvCxnSpPr>
            <p:nvPr/>
          </p:nvCxnSpPr>
          <p:spPr>
            <a:xfrm>
              <a:off x="4449059" y="3349436"/>
              <a:ext cx="222822" cy="701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9" name="Straight Connector 452">
              <a:extLst>
                <a:ext uri="{FF2B5EF4-FFF2-40B4-BE49-F238E27FC236}">
                  <a16:creationId xmlns:a16="http://schemas.microsoft.com/office/drawing/2014/main" id="{939EA14C-0A4E-43FD-8955-6F0FC6070A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85366" y="3422015"/>
              <a:ext cx="7286" cy="1961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452">
              <a:extLst>
                <a:ext uri="{FF2B5EF4-FFF2-40B4-BE49-F238E27FC236}">
                  <a16:creationId xmlns:a16="http://schemas.microsoft.com/office/drawing/2014/main" id="{3318E3E5-7997-4D18-A0ED-4E8B05B9E3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58873" y="3620931"/>
              <a:ext cx="269735" cy="270844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602" name="Straight Connector 452">
              <a:extLst>
                <a:ext uri="{FF2B5EF4-FFF2-40B4-BE49-F238E27FC236}">
                  <a16:creationId xmlns:a16="http://schemas.microsoft.com/office/drawing/2014/main" id="{808BEFB6-5915-43A4-93F5-C3BA1C9384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1738" y="3878677"/>
              <a:ext cx="0" cy="3879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4" name="Straight Connector 452">
              <a:extLst>
                <a:ext uri="{FF2B5EF4-FFF2-40B4-BE49-F238E27FC236}">
                  <a16:creationId xmlns:a16="http://schemas.microsoft.com/office/drawing/2014/main" id="{6E80F63E-B401-4514-B60C-4CB99C4CA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3480" y="4371629"/>
              <a:ext cx="8296" cy="3737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5" name="Straight Connector 452">
              <a:extLst>
                <a:ext uri="{FF2B5EF4-FFF2-40B4-BE49-F238E27FC236}">
                  <a16:creationId xmlns:a16="http://schemas.microsoft.com/office/drawing/2014/main" id="{8809E8E6-A48D-4DA9-910C-1A2D6785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57716" y="4626010"/>
              <a:ext cx="221778" cy="1032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8" name="Straight Connector 452">
              <a:extLst>
                <a:ext uri="{FF2B5EF4-FFF2-40B4-BE49-F238E27FC236}">
                  <a16:creationId xmlns:a16="http://schemas.microsoft.com/office/drawing/2014/main" id="{7E81C92D-F622-4F20-A89F-451D3D21D2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66902" y="4442922"/>
              <a:ext cx="1995" cy="1758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0" name="Straight Connector 452">
              <a:extLst>
                <a:ext uri="{FF2B5EF4-FFF2-40B4-BE49-F238E27FC236}">
                  <a16:creationId xmlns:a16="http://schemas.microsoft.com/office/drawing/2014/main" id="{A42AC3DD-8771-41B1-BAAB-561947192E7B}"/>
                </a:ext>
              </a:extLst>
            </p:cNvPr>
            <p:cNvCxnSpPr>
              <a:cxnSpLocks/>
            </p:cNvCxnSpPr>
            <p:nvPr/>
          </p:nvCxnSpPr>
          <p:spPr>
            <a:xfrm>
              <a:off x="9177193" y="4416305"/>
              <a:ext cx="250913" cy="1121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2" name="Straight Connector 452">
              <a:extLst>
                <a:ext uri="{FF2B5EF4-FFF2-40B4-BE49-F238E27FC236}">
                  <a16:creationId xmlns:a16="http://schemas.microsoft.com/office/drawing/2014/main" id="{1356CDCC-B1BE-46E2-AC6A-C0D2E5C8AE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12155" y="4486412"/>
              <a:ext cx="9455" cy="25470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4" name="Straight Connector 452">
              <a:extLst>
                <a:ext uri="{FF2B5EF4-FFF2-40B4-BE49-F238E27FC236}">
                  <a16:creationId xmlns:a16="http://schemas.microsoft.com/office/drawing/2014/main" id="{431B1AA6-56C1-457B-B4D3-9700E237E41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09881" y="4723322"/>
              <a:ext cx="272953" cy="8790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6" name="Straight Connector 452">
              <a:extLst>
                <a:ext uri="{FF2B5EF4-FFF2-40B4-BE49-F238E27FC236}">
                  <a16:creationId xmlns:a16="http://schemas.microsoft.com/office/drawing/2014/main" id="{22838FBE-CB04-48F1-BFED-CB2CE2188F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4819058"/>
              <a:ext cx="451560" cy="17006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9" name="Straight Connector 452">
              <a:extLst>
                <a:ext uri="{FF2B5EF4-FFF2-40B4-BE49-F238E27FC236}">
                  <a16:creationId xmlns:a16="http://schemas.microsoft.com/office/drawing/2014/main" id="{668955E0-FB43-45F3-A94A-4422FA3BA3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41064" y="4998609"/>
              <a:ext cx="184987" cy="870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1" name="Straight Connector 452">
              <a:extLst>
                <a:ext uri="{FF2B5EF4-FFF2-40B4-BE49-F238E27FC236}">
                  <a16:creationId xmlns:a16="http://schemas.microsoft.com/office/drawing/2014/main" id="{985B1222-2BD2-465A-908F-D891E6701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5903" y="4996963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3" name="Straight Connector 452">
              <a:extLst>
                <a:ext uri="{FF2B5EF4-FFF2-40B4-BE49-F238E27FC236}">
                  <a16:creationId xmlns:a16="http://schemas.microsoft.com/office/drawing/2014/main" id="{F4B21728-2149-496E-A3B5-9B047DABE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4800" y="5002559"/>
              <a:ext cx="465749" cy="16793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5" name="Straight Connector 452">
              <a:extLst>
                <a:ext uri="{FF2B5EF4-FFF2-40B4-BE49-F238E27FC236}">
                  <a16:creationId xmlns:a16="http://schemas.microsoft.com/office/drawing/2014/main" id="{0F7CB298-6623-423B-B6F7-E3789B0764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7640" y="5170276"/>
              <a:ext cx="276931" cy="8566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6" name="Straight Connector 452">
              <a:extLst>
                <a:ext uri="{FF2B5EF4-FFF2-40B4-BE49-F238E27FC236}">
                  <a16:creationId xmlns:a16="http://schemas.microsoft.com/office/drawing/2014/main" id="{5676EDDC-4D9C-4799-A2CE-5AF886805E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5144" y="5173812"/>
              <a:ext cx="250996" cy="103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8" name="Straight Connector 452">
              <a:extLst>
                <a:ext uri="{FF2B5EF4-FFF2-40B4-BE49-F238E27FC236}">
                  <a16:creationId xmlns:a16="http://schemas.microsoft.com/office/drawing/2014/main" id="{795861AC-4526-42A7-B3C6-57A94F6A0F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7011" y="5187671"/>
              <a:ext cx="0" cy="1741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1" name="Straight Connector 452">
              <a:extLst>
                <a:ext uri="{FF2B5EF4-FFF2-40B4-BE49-F238E27FC236}">
                  <a16:creationId xmlns:a16="http://schemas.microsoft.com/office/drawing/2014/main" id="{1D68BEEF-51E2-45A8-A0EF-1A048E2C65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13303" y="5366904"/>
              <a:ext cx="269531" cy="1022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4" name="Straight Connector 452">
              <a:extLst>
                <a:ext uri="{FF2B5EF4-FFF2-40B4-BE49-F238E27FC236}">
                  <a16:creationId xmlns:a16="http://schemas.microsoft.com/office/drawing/2014/main" id="{F06B740C-B49C-4920-85B9-143A6DDC54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3998" y="5476687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7" name="Straight Connector 452">
              <a:extLst>
                <a:ext uri="{FF2B5EF4-FFF2-40B4-BE49-F238E27FC236}">
                  <a16:creationId xmlns:a16="http://schemas.microsoft.com/office/drawing/2014/main" id="{FA835E17-0626-48D8-899D-3A2FB3AABC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86520" y="5626820"/>
              <a:ext cx="258645" cy="11207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0" name="Straight Connector 452">
              <a:extLst>
                <a:ext uri="{FF2B5EF4-FFF2-40B4-BE49-F238E27FC236}">
                  <a16:creationId xmlns:a16="http://schemas.microsoft.com/office/drawing/2014/main" id="{AE5E0D98-09CB-4091-9B51-832324603B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1239" y="5755140"/>
              <a:ext cx="0" cy="1571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1" name="Straight Connector 452">
              <a:extLst>
                <a:ext uri="{FF2B5EF4-FFF2-40B4-BE49-F238E27FC236}">
                  <a16:creationId xmlns:a16="http://schemas.microsoft.com/office/drawing/2014/main" id="{B1A3A659-1140-4B2A-9673-35ED03BBF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37775" y="5909931"/>
              <a:ext cx="263513" cy="950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3" name="Straight Connector 452">
              <a:extLst>
                <a:ext uri="{FF2B5EF4-FFF2-40B4-BE49-F238E27FC236}">
                  <a16:creationId xmlns:a16="http://schemas.microsoft.com/office/drawing/2014/main" id="{8B2DED5B-3598-4B28-B61C-01371CE35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2643" y="5909930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5" name="Straight Connector 452">
              <a:extLst>
                <a:ext uri="{FF2B5EF4-FFF2-40B4-BE49-F238E27FC236}">
                  <a16:creationId xmlns:a16="http://schemas.microsoft.com/office/drawing/2014/main" id="{DCC20212-0B54-46A9-BE0F-719D95FFD6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44955" y="5909930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7" name="Straight Connector 452">
              <a:extLst>
                <a:ext uri="{FF2B5EF4-FFF2-40B4-BE49-F238E27FC236}">
                  <a16:creationId xmlns:a16="http://schemas.microsoft.com/office/drawing/2014/main" id="{51CDE94B-E8FD-46BE-92BD-BF1F9ACA6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06906" y="6004545"/>
              <a:ext cx="260143" cy="98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9" name="Straight Connector 452">
              <a:extLst>
                <a:ext uri="{FF2B5EF4-FFF2-40B4-BE49-F238E27FC236}">
                  <a16:creationId xmlns:a16="http://schemas.microsoft.com/office/drawing/2014/main" id="{E6B581E1-DA5A-4854-8727-FBECCE6ECE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4853" y="5748055"/>
              <a:ext cx="225132" cy="956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0" name="Straight Connector 452">
              <a:extLst>
                <a:ext uri="{FF2B5EF4-FFF2-40B4-BE49-F238E27FC236}">
                  <a16:creationId xmlns:a16="http://schemas.microsoft.com/office/drawing/2014/main" id="{E92F79C7-3839-4322-9DCC-9116ED6BB8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71788" y="5626228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2" name="Straight Connector 452">
              <a:extLst>
                <a:ext uri="{FF2B5EF4-FFF2-40B4-BE49-F238E27FC236}">
                  <a16:creationId xmlns:a16="http://schemas.microsoft.com/office/drawing/2014/main" id="{1413ED1D-5574-4386-9BF6-2020306B6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1987" y="5630892"/>
              <a:ext cx="231341" cy="934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4" name="Straight Connector 452">
              <a:extLst>
                <a:ext uri="{FF2B5EF4-FFF2-40B4-BE49-F238E27FC236}">
                  <a16:creationId xmlns:a16="http://schemas.microsoft.com/office/drawing/2014/main" id="{163E13C6-3DDE-4AC6-AF68-2C0A1D4A41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0185" y="6381362"/>
              <a:ext cx="16867" cy="3522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5" name="Straight Connector 452">
              <a:extLst>
                <a:ext uri="{FF2B5EF4-FFF2-40B4-BE49-F238E27FC236}">
                  <a16:creationId xmlns:a16="http://schemas.microsoft.com/office/drawing/2014/main" id="{F37965D6-57C9-4626-85D8-329F180333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10399" y="6729967"/>
              <a:ext cx="458603" cy="1892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7" name="Straight Connector 452">
              <a:extLst>
                <a:ext uri="{FF2B5EF4-FFF2-40B4-BE49-F238E27FC236}">
                  <a16:creationId xmlns:a16="http://schemas.microsoft.com/office/drawing/2014/main" id="{16AFB1AB-E6CD-4095-A3C5-2BD76A1FE8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9822" y="6822157"/>
              <a:ext cx="325211" cy="104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9" name="Straight Connector 452">
              <a:extLst>
                <a:ext uri="{FF2B5EF4-FFF2-40B4-BE49-F238E27FC236}">
                  <a16:creationId xmlns:a16="http://schemas.microsoft.com/office/drawing/2014/main" id="{947BF822-9E59-4EF2-BEFC-65B2943E804D}"/>
                </a:ext>
              </a:extLst>
            </p:cNvPr>
            <p:cNvCxnSpPr>
              <a:cxnSpLocks/>
            </p:cNvCxnSpPr>
            <p:nvPr/>
          </p:nvCxnSpPr>
          <p:spPr>
            <a:xfrm>
              <a:off x="7303614" y="6659372"/>
              <a:ext cx="14268" cy="18435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1" name="Straight Connector 452">
              <a:extLst>
                <a:ext uri="{FF2B5EF4-FFF2-40B4-BE49-F238E27FC236}">
                  <a16:creationId xmlns:a16="http://schemas.microsoft.com/office/drawing/2014/main" id="{83FB66A5-0790-4512-8C47-02CFE99683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1401" y="6185704"/>
              <a:ext cx="226670" cy="9073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4" name="Straight Connector 452">
              <a:extLst>
                <a:ext uri="{FF2B5EF4-FFF2-40B4-BE49-F238E27FC236}">
                  <a16:creationId xmlns:a16="http://schemas.microsoft.com/office/drawing/2014/main" id="{300E304D-F387-4BB6-8BE6-8B038F1C35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34478" y="6468028"/>
              <a:ext cx="279890" cy="7274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452">
              <a:extLst>
                <a:ext uri="{FF2B5EF4-FFF2-40B4-BE49-F238E27FC236}">
                  <a16:creationId xmlns:a16="http://schemas.microsoft.com/office/drawing/2014/main" id="{742E3C00-9148-41D7-85C9-BB740781B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926645"/>
              <a:ext cx="212817" cy="11179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452">
              <a:extLst>
                <a:ext uri="{FF2B5EF4-FFF2-40B4-BE49-F238E27FC236}">
                  <a16:creationId xmlns:a16="http://schemas.microsoft.com/office/drawing/2014/main" id="{D853EABD-04EC-43F3-A70B-6E4ED8826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381" y="6918486"/>
              <a:ext cx="226456" cy="10431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452">
              <a:extLst>
                <a:ext uri="{FF2B5EF4-FFF2-40B4-BE49-F238E27FC236}">
                  <a16:creationId xmlns:a16="http://schemas.microsoft.com/office/drawing/2014/main" id="{135D81B5-C56A-40F0-926E-D424B08E0E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5657" y="6738017"/>
              <a:ext cx="16326" cy="19585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452">
              <a:extLst>
                <a:ext uri="{FF2B5EF4-FFF2-40B4-BE49-F238E27FC236}">
                  <a16:creationId xmlns:a16="http://schemas.microsoft.com/office/drawing/2014/main" id="{43FFB44C-BEA4-4C67-A295-665E632EF3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27213" y="6232563"/>
              <a:ext cx="261447" cy="660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452">
              <a:extLst>
                <a:ext uri="{FF2B5EF4-FFF2-40B4-BE49-F238E27FC236}">
                  <a16:creationId xmlns:a16="http://schemas.microsoft.com/office/drawing/2014/main" id="{4019F9E8-7FBB-415F-8EE7-394D23A83B30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0" y="5998474"/>
              <a:ext cx="10075" cy="2104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452">
              <a:extLst>
                <a:ext uri="{FF2B5EF4-FFF2-40B4-BE49-F238E27FC236}">
                  <a16:creationId xmlns:a16="http://schemas.microsoft.com/office/drawing/2014/main" id="{E99C7043-D493-4950-A3AE-4F0BD9120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6418" y="5858083"/>
              <a:ext cx="242357" cy="14646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452">
              <a:extLst>
                <a:ext uri="{FF2B5EF4-FFF2-40B4-BE49-F238E27FC236}">
                  <a16:creationId xmlns:a16="http://schemas.microsoft.com/office/drawing/2014/main" id="{D4D4D2E2-B1D4-44EB-8A7A-6C241CCF6D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25377" y="5810138"/>
              <a:ext cx="225539" cy="605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8" name="Straight Connector 452">
              <a:extLst>
                <a:ext uri="{FF2B5EF4-FFF2-40B4-BE49-F238E27FC236}">
                  <a16:creationId xmlns:a16="http://schemas.microsoft.com/office/drawing/2014/main" id="{6E07F0BD-481C-4183-9DE8-6EE47A9CD9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49551" y="5651205"/>
              <a:ext cx="484738" cy="13395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0" name="Straight Connector 452">
              <a:extLst>
                <a:ext uri="{FF2B5EF4-FFF2-40B4-BE49-F238E27FC236}">
                  <a16:creationId xmlns:a16="http://schemas.microsoft.com/office/drawing/2014/main" id="{5C504C63-8DAE-4AFD-A4D2-8FF27E072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1256" y="5634078"/>
              <a:ext cx="199617" cy="9144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2" name="Straight Connector 452">
              <a:extLst>
                <a:ext uri="{FF2B5EF4-FFF2-40B4-BE49-F238E27FC236}">
                  <a16:creationId xmlns:a16="http://schemas.microsoft.com/office/drawing/2014/main" id="{45AB6BF8-31B8-43A6-A38F-9F9A16902B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5962" y="5554673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452">
              <a:extLst>
                <a:ext uri="{FF2B5EF4-FFF2-40B4-BE49-F238E27FC236}">
                  <a16:creationId xmlns:a16="http://schemas.microsoft.com/office/drawing/2014/main" id="{E8F3DC6C-3D95-4C84-8E7E-AB1F67004764}"/>
                </a:ext>
              </a:extLst>
            </p:cNvPr>
            <p:cNvCxnSpPr>
              <a:cxnSpLocks/>
            </p:cNvCxnSpPr>
            <p:nvPr/>
          </p:nvCxnSpPr>
          <p:spPr>
            <a:xfrm>
              <a:off x="4657943" y="5464666"/>
              <a:ext cx="302686" cy="825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452">
              <a:extLst>
                <a:ext uri="{FF2B5EF4-FFF2-40B4-BE49-F238E27FC236}">
                  <a16:creationId xmlns:a16="http://schemas.microsoft.com/office/drawing/2014/main" id="{9D0EABEC-C0DA-4042-A905-BEE0D97E2F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83972" y="5264252"/>
              <a:ext cx="30709" cy="2456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452">
              <a:extLst>
                <a:ext uri="{FF2B5EF4-FFF2-40B4-BE49-F238E27FC236}">
                  <a16:creationId xmlns:a16="http://schemas.microsoft.com/office/drawing/2014/main" id="{4AC4B813-1BEA-4681-A6EB-3D7955B0B3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3449" y="5183399"/>
              <a:ext cx="262513" cy="571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452">
              <a:extLst>
                <a:ext uri="{FF2B5EF4-FFF2-40B4-BE49-F238E27FC236}">
                  <a16:creationId xmlns:a16="http://schemas.microsoft.com/office/drawing/2014/main" id="{AC1241D6-112F-46EE-8F9A-2E7E7C7292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15413" y="4971128"/>
              <a:ext cx="22550" cy="20046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2" name="Straight Connector 452">
              <a:extLst>
                <a:ext uri="{FF2B5EF4-FFF2-40B4-BE49-F238E27FC236}">
                  <a16:creationId xmlns:a16="http://schemas.microsoft.com/office/drawing/2014/main" id="{671D0BB6-0BCC-4EA8-B261-E1EA0BE17B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34641" y="4895250"/>
              <a:ext cx="244053" cy="788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4" name="Straight Connector 452">
              <a:extLst>
                <a:ext uri="{FF2B5EF4-FFF2-40B4-BE49-F238E27FC236}">
                  <a16:creationId xmlns:a16="http://schemas.microsoft.com/office/drawing/2014/main" id="{3A970791-982A-493A-BCC5-A6E8D85C55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67419" y="4729248"/>
              <a:ext cx="11275" cy="14835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8" name="Straight Connector 452">
              <a:extLst>
                <a:ext uri="{FF2B5EF4-FFF2-40B4-BE49-F238E27FC236}">
                  <a16:creationId xmlns:a16="http://schemas.microsoft.com/office/drawing/2014/main" id="{5D58E67F-C1AA-4766-B0CF-11428207ED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65031" y="4736500"/>
              <a:ext cx="243394" cy="669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0" name="Straight Connector 452">
              <a:extLst>
                <a:ext uri="{FF2B5EF4-FFF2-40B4-BE49-F238E27FC236}">
                  <a16:creationId xmlns:a16="http://schemas.microsoft.com/office/drawing/2014/main" id="{9BB6E43A-656C-4F9A-B7D4-73681FD64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19707" y="4722953"/>
              <a:ext cx="221803" cy="7463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3" name="Straight Connector 452">
              <a:extLst>
                <a:ext uri="{FF2B5EF4-FFF2-40B4-BE49-F238E27FC236}">
                  <a16:creationId xmlns:a16="http://schemas.microsoft.com/office/drawing/2014/main" id="{9EB43971-C922-4084-B74C-2133848AAC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29543" y="4726648"/>
              <a:ext cx="31983" cy="183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452">
              <a:extLst>
                <a:ext uri="{FF2B5EF4-FFF2-40B4-BE49-F238E27FC236}">
                  <a16:creationId xmlns:a16="http://schemas.microsoft.com/office/drawing/2014/main" id="{99D9B99E-8EE2-42D1-B3B8-3ED96DEC30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8925" y="4925407"/>
              <a:ext cx="224609" cy="487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0" name="Straight Connector 452">
              <a:extLst>
                <a:ext uri="{FF2B5EF4-FFF2-40B4-BE49-F238E27FC236}">
                  <a16:creationId xmlns:a16="http://schemas.microsoft.com/office/drawing/2014/main" id="{7840799A-D8C7-4B65-9770-EE922A35C647}"/>
                </a:ext>
              </a:extLst>
            </p:cNvPr>
            <p:cNvCxnSpPr>
              <a:cxnSpLocks/>
            </p:cNvCxnSpPr>
            <p:nvPr/>
          </p:nvCxnSpPr>
          <p:spPr>
            <a:xfrm>
              <a:off x="5416605" y="4980107"/>
              <a:ext cx="3272" cy="40080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452">
              <a:extLst>
                <a:ext uri="{FF2B5EF4-FFF2-40B4-BE49-F238E27FC236}">
                  <a16:creationId xmlns:a16="http://schemas.microsoft.com/office/drawing/2014/main" id="{BF0E24AD-6BF1-4CDB-98BE-37361E5DCE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91920" y="5271102"/>
              <a:ext cx="291744" cy="1050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5" name="Straight Connector 452">
              <a:extLst>
                <a:ext uri="{FF2B5EF4-FFF2-40B4-BE49-F238E27FC236}">
                  <a16:creationId xmlns:a16="http://schemas.microsoft.com/office/drawing/2014/main" id="{986628DB-0E74-45B7-91F1-AF871627DD90}"/>
                </a:ext>
              </a:extLst>
            </p:cNvPr>
            <p:cNvCxnSpPr>
              <a:cxnSpLocks/>
            </p:cNvCxnSpPr>
            <p:nvPr/>
          </p:nvCxnSpPr>
          <p:spPr>
            <a:xfrm>
              <a:off x="5646547" y="5284060"/>
              <a:ext cx="5953" cy="3352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7" name="Straight Connector 452">
              <a:extLst>
                <a:ext uri="{FF2B5EF4-FFF2-40B4-BE49-F238E27FC236}">
                  <a16:creationId xmlns:a16="http://schemas.microsoft.com/office/drawing/2014/main" id="{9B08CA59-D3C8-405B-B5F2-B59C25881C43}"/>
                </a:ext>
              </a:extLst>
            </p:cNvPr>
            <p:cNvCxnSpPr>
              <a:cxnSpLocks/>
            </p:cNvCxnSpPr>
            <p:nvPr/>
          </p:nvCxnSpPr>
          <p:spPr>
            <a:xfrm>
              <a:off x="5644159" y="5626228"/>
              <a:ext cx="265537" cy="9067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4" name="Straight Connector 452">
              <a:extLst>
                <a:ext uri="{FF2B5EF4-FFF2-40B4-BE49-F238E27FC236}">
                  <a16:creationId xmlns:a16="http://schemas.microsoft.com/office/drawing/2014/main" id="{16AEAAF5-BC8A-425B-814C-79F519A1E8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09986" y="5823850"/>
              <a:ext cx="7518" cy="18115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6" name="Straight Connector 452">
              <a:extLst>
                <a:ext uri="{FF2B5EF4-FFF2-40B4-BE49-F238E27FC236}">
                  <a16:creationId xmlns:a16="http://schemas.microsoft.com/office/drawing/2014/main" id="{04175D61-6541-4289-8814-52351176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7084" y="5554673"/>
              <a:ext cx="14575" cy="19094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3" name="Straight Connector 452">
              <a:extLst>
                <a:ext uri="{FF2B5EF4-FFF2-40B4-BE49-F238E27FC236}">
                  <a16:creationId xmlns:a16="http://schemas.microsoft.com/office/drawing/2014/main" id="{FE0FB8A4-E220-435D-9356-A82DD8B97F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52128" y="5345465"/>
              <a:ext cx="253971" cy="10641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7" name="Straight Connector 452">
              <a:extLst>
                <a:ext uri="{FF2B5EF4-FFF2-40B4-BE49-F238E27FC236}">
                  <a16:creationId xmlns:a16="http://schemas.microsoft.com/office/drawing/2014/main" id="{28C4F28D-8EB0-4070-B2AE-42B0C6E962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28228" y="5359682"/>
              <a:ext cx="1184685" cy="4904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5" name="Straight Connector 452">
              <a:extLst>
                <a:ext uri="{FF2B5EF4-FFF2-40B4-BE49-F238E27FC236}">
                  <a16:creationId xmlns:a16="http://schemas.microsoft.com/office/drawing/2014/main" id="{4C85F395-053B-4745-9289-D96BD4D135AA}"/>
                </a:ext>
              </a:extLst>
            </p:cNvPr>
            <p:cNvCxnSpPr>
              <a:cxnSpLocks/>
            </p:cNvCxnSpPr>
            <p:nvPr/>
          </p:nvCxnSpPr>
          <p:spPr>
            <a:xfrm>
              <a:off x="7520951" y="6192624"/>
              <a:ext cx="23094" cy="36580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6" name="Straight Connector 452">
              <a:extLst>
                <a:ext uri="{FF2B5EF4-FFF2-40B4-BE49-F238E27FC236}">
                  <a16:creationId xmlns:a16="http://schemas.microsoft.com/office/drawing/2014/main" id="{D635BC43-E74A-4E5E-89BE-2523D68B6C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8873" y="5171641"/>
              <a:ext cx="8516" cy="1811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2" name="Straight Connector 452">
              <a:extLst>
                <a:ext uri="{FF2B5EF4-FFF2-40B4-BE49-F238E27FC236}">
                  <a16:creationId xmlns:a16="http://schemas.microsoft.com/office/drawing/2014/main" id="{2D0BFEAC-CC58-486F-86BD-34ABD1F28722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989" y="5742429"/>
              <a:ext cx="0" cy="170634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5" name="Straight Connector 452">
              <a:extLst>
                <a:ext uri="{FF2B5EF4-FFF2-40B4-BE49-F238E27FC236}">
                  <a16:creationId xmlns:a16="http://schemas.microsoft.com/office/drawing/2014/main" id="{7D470B75-FF14-4C79-BA86-2A9F6F5CE8D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900" y="5909930"/>
              <a:ext cx="235472" cy="70376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1" name="Straight Connector 452">
              <a:extLst>
                <a:ext uri="{FF2B5EF4-FFF2-40B4-BE49-F238E27FC236}">
                  <a16:creationId xmlns:a16="http://schemas.microsoft.com/office/drawing/2014/main" id="{2C043765-B1B8-4B83-8747-8191789FBF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07196" y="5729621"/>
              <a:ext cx="198837" cy="677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6" name="Straight Connector 452">
              <a:extLst>
                <a:ext uri="{FF2B5EF4-FFF2-40B4-BE49-F238E27FC236}">
                  <a16:creationId xmlns:a16="http://schemas.microsoft.com/office/drawing/2014/main" id="{A5B9A8F6-F7A2-4D33-85F2-02948B726B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16528" y="4532211"/>
              <a:ext cx="1" cy="2075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3" name="Straight Connector 452">
              <a:extLst>
                <a:ext uri="{FF2B5EF4-FFF2-40B4-BE49-F238E27FC236}">
                  <a16:creationId xmlns:a16="http://schemas.microsoft.com/office/drawing/2014/main" id="{0C992EE3-1CEF-469D-9C49-C4028F6E2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1915" y="5376186"/>
              <a:ext cx="443148" cy="18153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5" name="Straight Connector 452">
              <a:extLst>
                <a:ext uri="{FF2B5EF4-FFF2-40B4-BE49-F238E27FC236}">
                  <a16:creationId xmlns:a16="http://schemas.microsoft.com/office/drawing/2014/main" id="{CDC68B87-F3C8-4331-A896-90A612EEF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8081" y="5180511"/>
              <a:ext cx="6566" cy="2065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7" name="Straight Connector 452">
              <a:extLst>
                <a:ext uri="{FF2B5EF4-FFF2-40B4-BE49-F238E27FC236}">
                  <a16:creationId xmlns:a16="http://schemas.microsoft.com/office/drawing/2014/main" id="{7AA2ECF4-67A2-4F2D-B6B3-6261301FF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1364" y="5092965"/>
              <a:ext cx="249446" cy="9470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9" name="Straight Connector 452">
              <a:extLst>
                <a:ext uri="{FF2B5EF4-FFF2-40B4-BE49-F238E27FC236}">
                  <a16:creationId xmlns:a16="http://schemas.microsoft.com/office/drawing/2014/main" id="{4454C69A-B38F-4753-833A-919D8E8207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7829" y="4989127"/>
              <a:ext cx="257028" cy="1140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1" name="Straight Connector 452">
              <a:extLst>
                <a:ext uri="{FF2B5EF4-FFF2-40B4-BE49-F238E27FC236}">
                  <a16:creationId xmlns:a16="http://schemas.microsoft.com/office/drawing/2014/main" id="{AAA422AC-BE75-4F7E-9C1C-13D4012A5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921" y="4981886"/>
              <a:ext cx="230090" cy="1046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3" name="Straight Connector 452">
              <a:extLst>
                <a:ext uri="{FF2B5EF4-FFF2-40B4-BE49-F238E27FC236}">
                  <a16:creationId xmlns:a16="http://schemas.microsoft.com/office/drawing/2014/main" id="{B022ADDA-BC35-416A-B9A5-48A2367DF5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0617" y="4984764"/>
              <a:ext cx="248573" cy="894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5" name="Straight Connector 452">
              <a:extLst>
                <a:ext uri="{FF2B5EF4-FFF2-40B4-BE49-F238E27FC236}">
                  <a16:creationId xmlns:a16="http://schemas.microsoft.com/office/drawing/2014/main" id="{D220FC87-3AC0-4A17-821F-BC5BF01FBF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93421" y="4984764"/>
              <a:ext cx="451534" cy="19863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0" name="Straight Connector 452">
              <a:extLst>
                <a:ext uri="{FF2B5EF4-FFF2-40B4-BE49-F238E27FC236}">
                  <a16:creationId xmlns:a16="http://schemas.microsoft.com/office/drawing/2014/main" id="{730B99AA-1684-4D7C-B7CB-46BE60C2EE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771" y="5448020"/>
              <a:ext cx="12216" cy="2003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3" name="Straight Connector 452">
              <a:extLst>
                <a:ext uri="{FF2B5EF4-FFF2-40B4-BE49-F238E27FC236}">
                  <a16:creationId xmlns:a16="http://schemas.microsoft.com/office/drawing/2014/main" id="{D30DF402-5A91-42AE-8BD9-F2B0E49B2F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1731" y="5627859"/>
              <a:ext cx="257729" cy="10688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4" name="Straight Connector 452">
              <a:extLst>
                <a:ext uri="{FF2B5EF4-FFF2-40B4-BE49-F238E27FC236}">
                  <a16:creationId xmlns:a16="http://schemas.microsoft.com/office/drawing/2014/main" id="{BB5E3E05-186D-4EE1-B55C-687EB8C05D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0245" y="5724372"/>
              <a:ext cx="18673" cy="3858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6" name="Straight Connector 452">
              <a:extLst>
                <a:ext uri="{FF2B5EF4-FFF2-40B4-BE49-F238E27FC236}">
                  <a16:creationId xmlns:a16="http://schemas.microsoft.com/office/drawing/2014/main" id="{6C818315-4ABD-475F-835C-8B147CF726D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3492" y="6096906"/>
              <a:ext cx="206943" cy="9222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9" name="Straight Connector 452">
              <a:extLst>
                <a:ext uri="{FF2B5EF4-FFF2-40B4-BE49-F238E27FC236}">
                  <a16:creationId xmlns:a16="http://schemas.microsoft.com/office/drawing/2014/main" id="{74614FB3-40F6-4B40-99A8-D280415AE22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87159" y="6278139"/>
              <a:ext cx="16328" cy="21497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1" name="Straight Connector 452">
              <a:extLst>
                <a:ext uri="{FF2B5EF4-FFF2-40B4-BE49-F238E27FC236}">
                  <a16:creationId xmlns:a16="http://schemas.microsoft.com/office/drawing/2014/main" id="{23BFAA28-5450-4EFB-A324-53AAD4EE03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25998" y="6193742"/>
              <a:ext cx="224619" cy="8439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4" name="Straight Connector 452">
              <a:extLst>
                <a:ext uri="{FF2B5EF4-FFF2-40B4-BE49-F238E27FC236}">
                  <a16:creationId xmlns:a16="http://schemas.microsoft.com/office/drawing/2014/main" id="{0EA64A38-0B3D-413E-8013-37B9EFC39D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5869" y="6260678"/>
              <a:ext cx="177956" cy="15828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7" name="Straight Connector 452">
              <a:extLst>
                <a:ext uri="{FF2B5EF4-FFF2-40B4-BE49-F238E27FC236}">
                  <a16:creationId xmlns:a16="http://schemas.microsoft.com/office/drawing/2014/main" id="{47000B44-8072-4F7F-90B2-0DCEBFEDEF4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7195" y="6679930"/>
              <a:ext cx="208737" cy="668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0" name="Straight Connector 452">
              <a:extLst>
                <a:ext uri="{FF2B5EF4-FFF2-40B4-BE49-F238E27FC236}">
                  <a16:creationId xmlns:a16="http://schemas.microsoft.com/office/drawing/2014/main" id="{C52C1E97-D5F9-4026-A418-E5B461427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64952" y="6746468"/>
              <a:ext cx="31536" cy="1801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6" name="Straight Connector 452">
              <a:extLst>
                <a:ext uri="{FF2B5EF4-FFF2-40B4-BE49-F238E27FC236}">
                  <a16:creationId xmlns:a16="http://schemas.microsoft.com/office/drawing/2014/main" id="{EF2BCFAD-AE7E-43D5-9839-62E05CAD1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75874" y="6738017"/>
              <a:ext cx="231478" cy="9792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8" name="Straight Connector 452">
              <a:extLst>
                <a:ext uri="{FF2B5EF4-FFF2-40B4-BE49-F238E27FC236}">
                  <a16:creationId xmlns:a16="http://schemas.microsoft.com/office/drawing/2014/main" id="{BE97739C-FB2D-42C6-BEAC-CE757DFB95EE}"/>
                </a:ext>
              </a:extLst>
            </p:cNvPr>
            <p:cNvCxnSpPr>
              <a:cxnSpLocks/>
            </p:cNvCxnSpPr>
            <p:nvPr/>
          </p:nvCxnSpPr>
          <p:spPr>
            <a:xfrm>
              <a:off x="5879406" y="6648604"/>
              <a:ext cx="495994" cy="16932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452">
              <a:extLst>
                <a:ext uri="{FF2B5EF4-FFF2-40B4-BE49-F238E27FC236}">
                  <a16:creationId xmlns:a16="http://schemas.microsoft.com/office/drawing/2014/main" id="{95AE308C-51B6-434D-9E2A-9C4CE5E67893}"/>
                </a:ext>
              </a:extLst>
            </p:cNvPr>
            <p:cNvCxnSpPr>
              <a:cxnSpLocks/>
            </p:cNvCxnSpPr>
            <p:nvPr/>
          </p:nvCxnSpPr>
          <p:spPr>
            <a:xfrm>
              <a:off x="5876594" y="6443041"/>
              <a:ext cx="4597" cy="21633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2" name="Straight Connector 452">
              <a:extLst>
                <a:ext uri="{FF2B5EF4-FFF2-40B4-BE49-F238E27FC236}">
                  <a16:creationId xmlns:a16="http://schemas.microsoft.com/office/drawing/2014/main" id="{2E17F0E6-0A3B-458E-9EB9-06915654CD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90532" y="6373267"/>
              <a:ext cx="240510" cy="896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5" name="Straight Connector 452">
              <a:extLst>
                <a:ext uri="{FF2B5EF4-FFF2-40B4-BE49-F238E27FC236}">
                  <a16:creationId xmlns:a16="http://schemas.microsoft.com/office/drawing/2014/main" id="{08498C70-A111-47D8-97F2-501922FD68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20825" y="6378565"/>
              <a:ext cx="482485" cy="1881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7" name="Straight Connector 452">
              <a:extLst>
                <a:ext uri="{FF2B5EF4-FFF2-40B4-BE49-F238E27FC236}">
                  <a16:creationId xmlns:a16="http://schemas.microsoft.com/office/drawing/2014/main" id="{53019081-79A6-4770-9A3A-0C9599236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8825" y="6281850"/>
              <a:ext cx="708899" cy="28230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9" name="Straight Connector 452">
              <a:extLst>
                <a:ext uri="{FF2B5EF4-FFF2-40B4-BE49-F238E27FC236}">
                  <a16:creationId xmlns:a16="http://schemas.microsoft.com/office/drawing/2014/main" id="{BF7F434F-28C6-45FB-A90F-195E34E2E0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8523" y="6175393"/>
              <a:ext cx="215414" cy="11525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1" name="Straight Connector 452">
              <a:extLst>
                <a:ext uri="{FF2B5EF4-FFF2-40B4-BE49-F238E27FC236}">
                  <a16:creationId xmlns:a16="http://schemas.microsoft.com/office/drawing/2014/main" id="{0E813958-CCE6-4BEB-BF07-53D98E19D1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9272" y="5998474"/>
              <a:ext cx="23548" cy="18842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3" name="Straight Connector 452">
              <a:extLst>
                <a:ext uri="{FF2B5EF4-FFF2-40B4-BE49-F238E27FC236}">
                  <a16:creationId xmlns:a16="http://schemas.microsoft.com/office/drawing/2014/main" id="{401F9295-5960-44CB-A2EF-937D5E03C3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48884" y="5998474"/>
              <a:ext cx="230388" cy="9843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6" name="Straight Connector 452">
              <a:extLst>
                <a:ext uri="{FF2B5EF4-FFF2-40B4-BE49-F238E27FC236}">
                  <a16:creationId xmlns:a16="http://schemas.microsoft.com/office/drawing/2014/main" id="{DBF7E9E8-B460-420E-B3D5-A39490C284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986" y="6077581"/>
              <a:ext cx="31987" cy="20426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8" name="Straight Connector 452">
              <a:extLst>
                <a:ext uri="{FF2B5EF4-FFF2-40B4-BE49-F238E27FC236}">
                  <a16:creationId xmlns:a16="http://schemas.microsoft.com/office/drawing/2014/main" id="{F2A7D3F2-64CD-4AB7-B808-6AA3E22A4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1356" y="6270091"/>
              <a:ext cx="241564" cy="1099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0" name="Straight Connector 452">
              <a:extLst>
                <a:ext uri="{FF2B5EF4-FFF2-40B4-BE49-F238E27FC236}">
                  <a16:creationId xmlns:a16="http://schemas.microsoft.com/office/drawing/2014/main" id="{8D645C11-5AAD-4B39-A951-2E5F14C38996}"/>
                </a:ext>
              </a:extLst>
            </p:cNvPr>
            <p:cNvCxnSpPr>
              <a:cxnSpLocks/>
            </p:cNvCxnSpPr>
            <p:nvPr/>
          </p:nvCxnSpPr>
          <p:spPr>
            <a:xfrm>
              <a:off x="6327832" y="6273901"/>
              <a:ext cx="275067" cy="9671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2" name="Straight Connector 452">
              <a:extLst>
                <a:ext uri="{FF2B5EF4-FFF2-40B4-BE49-F238E27FC236}">
                  <a16:creationId xmlns:a16="http://schemas.microsoft.com/office/drawing/2014/main" id="{48B9CC5D-C526-4269-A19F-091096CC57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6199440"/>
              <a:ext cx="284152" cy="6939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4" name="Straight Connector 452">
              <a:extLst>
                <a:ext uri="{FF2B5EF4-FFF2-40B4-BE49-F238E27FC236}">
                  <a16:creationId xmlns:a16="http://schemas.microsoft.com/office/drawing/2014/main" id="{A3D2739B-0D14-4D85-9AC4-028C2CAC462D}"/>
                </a:ext>
              </a:extLst>
            </p:cNvPr>
            <p:cNvCxnSpPr>
              <a:cxnSpLocks/>
            </p:cNvCxnSpPr>
            <p:nvPr/>
          </p:nvCxnSpPr>
          <p:spPr>
            <a:xfrm>
              <a:off x="6605506" y="5998474"/>
              <a:ext cx="7608" cy="19858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6" name="Straight Connector 452">
              <a:extLst>
                <a:ext uri="{FF2B5EF4-FFF2-40B4-BE49-F238E27FC236}">
                  <a16:creationId xmlns:a16="http://schemas.microsoft.com/office/drawing/2014/main" id="{D4EE84CC-880C-4154-9D43-7090FA4A2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52520" y="6013282"/>
              <a:ext cx="267695" cy="9261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8" name="Straight Connector 452">
              <a:extLst>
                <a:ext uri="{FF2B5EF4-FFF2-40B4-BE49-F238E27FC236}">
                  <a16:creationId xmlns:a16="http://schemas.microsoft.com/office/drawing/2014/main" id="{8EB00E93-6A96-4637-B00E-B9CE56F7FD06}"/>
                </a:ext>
              </a:extLst>
            </p:cNvPr>
            <p:cNvCxnSpPr>
              <a:cxnSpLocks/>
            </p:cNvCxnSpPr>
            <p:nvPr/>
          </p:nvCxnSpPr>
          <p:spPr>
            <a:xfrm>
              <a:off x="6109898" y="6019430"/>
              <a:ext cx="253925" cy="7595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0" name="Straight Connector 452">
              <a:extLst>
                <a:ext uri="{FF2B5EF4-FFF2-40B4-BE49-F238E27FC236}">
                  <a16:creationId xmlns:a16="http://schemas.microsoft.com/office/drawing/2014/main" id="{8901F05F-5C63-4A9A-907F-9CDE173FCC1C}"/>
                </a:ext>
              </a:extLst>
            </p:cNvPr>
            <p:cNvCxnSpPr>
              <a:cxnSpLocks/>
            </p:cNvCxnSpPr>
            <p:nvPr/>
          </p:nvCxnSpPr>
          <p:spPr>
            <a:xfrm>
              <a:off x="6119694" y="6033518"/>
              <a:ext cx="11550" cy="17124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3" name="Straight Connector 452">
              <a:extLst>
                <a:ext uri="{FF2B5EF4-FFF2-40B4-BE49-F238E27FC236}">
                  <a16:creationId xmlns:a16="http://schemas.microsoft.com/office/drawing/2014/main" id="{DA5F5D72-A408-431E-A100-8F5259C9D1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78886" y="6181286"/>
              <a:ext cx="239587" cy="1153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9" name="Straight Connector 452">
              <a:extLst>
                <a:ext uri="{FF2B5EF4-FFF2-40B4-BE49-F238E27FC236}">
                  <a16:creationId xmlns:a16="http://schemas.microsoft.com/office/drawing/2014/main" id="{A2C2114C-9123-4CE7-AFD0-90744ED69D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0914" y="5648328"/>
              <a:ext cx="195833" cy="6951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1" name="Straight Connector 452">
              <a:extLst>
                <a:ext uri="{FF2B5EF4-FFF2-40B4-BE49-F238E27FC236}">
                  <a16:creationId xmlns:a16="http://schemas.microsoft.com/office/drawing/2014/main" id="{6FD41197-5578-47A0-A0F4-C6D7BB730D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6842" y="5653972"/>
              <a:ext cx="6655" cy="17211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4" name="Straight Connector 452">
              <a:extLst>
                <a:ext uri="{FF2B5EF4-FFF2-40B4-BE49-F238E27FC236}">
                  <a16:creationId xmlns:a16="http://schemas.microsoft.com/office/drawing/2014/main" id="{4B62095A-E542-463F-AB53-57905F60B5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72530" y="5255936"/>
              <a:ext cx="214248" cy="928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6" name="Straight Connector 452">
              <a:extLst>
                <a:ext uri="{FF2B5EF4-FFF2-40B4-BE49-F238E27FC236}">
                  <a16:creationId xmlns:a16="http://schemas.microsoft.com/office/drawing/2014/main" id="{87011BDB-986A-4D55-BDEE-EBD370B01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61958" y="5257416"/>
              <a:ext cx="231311" cy="10948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8" name="Straight Connector 452">
              <a:extLst>
                <a:ext uri="{FF2B5EF4-FFF2-40B4-BE49-F238E27FC236}">
                  <a16:creationId xmlns:a16="http://schemas.microsoft.com/office/drawing/2014/main" id="{8C855772-ABAB-4C81-99AC-76E2731CEA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01631" y="5268421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0" name="Straight Connector 452">
              <a:extLst>
                <a:ext uri="{FF2B5EF4-FFF2-40B4-BE49-F238E27FC236}">
                  <a16:creationId xmlns:a16="http://schemas.microsoft.com/office/drawing/2014/main" id="{E6D5315B-A4A3-4AB1-B9B3-E1D1BC207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38182" y="5264252"/>
              <a:ext cx="457711" cy="1944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2" name="Straight Connector 452">
              <a:extLst>
                <a:ext uri="{FF2B5EF4-FFF2-40B4-BE49-F238E27FC236}">
                  <a16:creationId xmlns:a16="http://schemas.microsoft.com/office/drawing/2014/main" id="{696B5B55-A703-494B-A5EB-370E2434C9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69317" y="5192005"/>
              <a:ext cx="0" cy="17398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452">
              <a:extLst>
                <a:ext uri="{FF2B5EF4-FFF2-40B4-BE49-F238E27FC236}">
                  <a16:creationId xmlns:a16="http://schemas.microsoft.com/office/drawing/2014/main" id="{8FC46FD1-080D-4C2D-BB3D-AF48CFEE7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47819" y="5103190"/>
              <a:ext cx="214248" cy="9282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7" name="Straight Connector 452">
              <a:extLst>
                <a:ext uri="{FF2B5EF4-FFF2-40B4-BE49-F238E27FC236}">
                  <a16:creationId xmlns:a16="http://schemas.microsoft.com/office/drawing/2014/main" id="{A4C93B9D-448B-41CB-82F1-CE354612B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09898" y="4909371"/>
              <a:ext cx="31569" cy="19612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9" name="Straight Connector 452">
              <a:extLst>
                <a:ext uri="{FF2B5EF4-FFF2-40B4-BE49-F238E27FC236}">
                  <a16:creationId xmlns:a16="http://schemas.microsoft.com/office/drawing/2014/main" id="{F89E92E7-125A-41FE-9448-895C6CED5A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0186" y="4813363"/>
              <a:ext cx="268805" cy="9120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452">
              <a:extLst>
                <a:ext uri="{FF2B5EF4-FFF2-40B4-BE49-F238E27FC236}">
                  <a16:creationId xmlns:a16="http://schemas.microsoft.com/office/drawing/2014/main" id="{C05D4B0C-3DC6-4001-A28A-CDA80630BE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0806" y="4620117"/>
              <a:ext cx="503017" cy="18187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2" name="Straight Connector 452">
              <a:extLst>
                <a:ext uri="{FF2B5EF4-FFF2-40B4-BE49-F238E27FC236}">
                  <a16:creationId xmlns:a16="http://schemas.microsoft.com/office/drawing/2014/main" id="{3004C23B-532A-4298-929F-04D22F5DF3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42111" y="4608225"/>
              <a:ext cx="5523" cy="40760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452">
              <a:extLst>
                <a:ext uri="{FF2B5EF4-FFF2-40B4-BE49-F238E27FC236}">
                  <a16:creationId xmlns:a16="http://schemas.microsoft.com/office/drawing/2014/main" id="{1384495F-F31C-4E7B-BEF5-E26F69062A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3186" y="4904092"/>
              <a:ext cx="251959" cy="108817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452">
              <a:extLst>
                <a:ext uri="{FF2B5EF4-FFF2-40B4-BE49-F238E27FC236}">
                  <a16:creationId xmlns:a16="http://schemas.microsoft.com/office/drawing/2014/main" id="{A1A19032-2B32-4D49-B7D9-827EE08E4EEE}"/>
                </a:ext>
              </a:extLst>
            </p:cNvPr>
            <p:cNvCxnSpPr>
              <a:cxnSpLocks/>
              <a:stCxn id="1976" idx="5"/>
            </p:cNvCxnSpPr>
            <p:nvPr/>
          </p:nvCxnSpPr>
          <p:spPr>
            <a:xfrm flipH="1" flipV="1">
              <a:off x="6572637" y="4916111"/>
              <a:ext cx="296336" cy="1200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6" name="椭圆 1975">
              <a:extLst>
                <a:ext uri="{FF2B5EF4-FFF2-40B4-BE49-F238E27FC236}">
                  <a16:creationId xmlns:a16="http://schemas.microsoft.com/office/drawing/2014/main" id="{FD6665D9-6E6A-4FD9-A0FF-39D6E4294D91}"/>
                </a:ext>
              </a:extLst>
            </p:cNvPr>
            <p:cNvSpPr/>
            <p:nvPr/>
          </p:nvSpPr>
          <p:spPr>
            <a:xfrm>
              <a:off x="6765025" y="493492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0" name="椭圆 1689">
              <a:extLst>
                <a:ext uri="{FF2B5EF4-FFF2-40B4-BE49-F238E27FC236}">
                  <a16:creationId xmlns:a16="http://schemas.microsoft.com/office/drawing/2014/main" id="{CB0103D1-713B-4FAD-9AB4-15534CCDDD12}"/>
                </a:ext>
              </a:extLst>
            </p:cNvPr>
            <p:cNvSpPr/>
            <p:nvPr/>
          </p:nvSpPr>
          <p:spPr>
            <a:xfrm>
              <a:off x="6069453" y="5399168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80" name="Straight Connector 452">
              <a:extLst>
                <a:ext uri="{FF2B5EF4-FFF2-40B4-BE49-F238E27FC236}">
                  <a16:creationId xmlns:a16="http://schemas.microsoft.com/office/drawing/2014/main" id="{95CE1AF6-F3D7-4419-B8E2-79615CA45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85308" y="4350507"/>
              <a:ext cx="21" cy="58712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2" name="Straight Connector 452">
              <a:extLst>
                <a:ext uri="{FF2B5EF4-FFF2-40B4-BE49-F238E27FC236}">
                  <a16:creationId xmlns:a16="http://schemas.microsoft.com/office/drawing/2014/main" id="{C70E52CC-8867-47CC-8487-DFD9B738A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563" y="4253943"/>
              <a:ext cx="220988" cy="96564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4" name="Straight Connector 452">
              <a:extLst>
                <a:ext uri="{FF2B5EF4-FFF2-40B4-BE49-F238E27FC236}">
                  <a16:creationId xmlns:a16="http://schemas.microsoft.com/office/drawing/2014/main" id="{94B2B6C2-4F17-4778-9405-0138CCBF48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8855" y="4078568"/>
              <a:ext cx="8630" cy="185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452">
              <a:extLst>
                <a:ext uri="{FF2B5EF4-FFF2-40B4-BE49-F238E27FC236}">
                  <a16:creationId xmlns:a16="http://schemas.microsoft.com/office/drawing/2014/main" id="{E52E0A46-8E7F-41A0-B86C-6E84CCECFA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4341" y="3979643"/>
              <a:ext cx="256161" cy="9783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452">
              <a:extLst>
                <a:ext uri="{FF2B5EF4-FFF2-40B4-BE49-F238E27FC236}">
                  <a16:creationId xmlns:a16="http://schemas.microsoft.com/office/drawing/2014/main" id="{5B2F4C2B-FC7F-404F-8B79-875C4C1EB3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2844" y="3958272"/>
              <a:ext cx="9406" cy="219993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1" name="Straight Connector 452">
              <a:extLst>
                <a:ext uri="{FF2B5EF4-FFF2-40B4-BE49-F238E27FC236}">
                  <a16:creationId xmlns:a16="http://schemas.microsoft.com/office/drawing/2014/main" id="{2C7DDAA5-851B-44E4-8812-235FB7E289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72640" y="4043927"/>
              <a:ext cx="247514" cy="1248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3" name="Straight Connector 452">
              <a:extLst>
                <a:ext uri="{FF2B5EF4-FFF2-40B4-BE49-F238E27FC236}">
                  <a16:creationId xmlns:a16="http://schemas.microsoft.com/office/drawing/2014/main" id="{9ECCE1C0-4CD7-45F2-ACE8-A3C094FCA3AE}"/>
                </a:ext>
              </a:extLst>
            </p:cNvPr>
            <p:cNvCxnSpPr>
              <a:cxnSpLocks/>
            </p:cNvCxnSpPr>
            <p:nvPr/>
          </p:nvCxnSpPr>
          <p:spPr>
            <a:xfrm>
              <a:off x="7314764" y="4052456"/>
              <a:ext cx="250545" cy="116349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5" name="Straight Connector 452">
              <a:extLst>
                <a:ext uri="{FF2B5EF4-FFF2-40B4-BE49-F238E27FC236}">
                  <a16:creationId xmlns:a16="http://schemas.microsoft.com/office/drawing/2014/main" id="{AB05E49C-20DC-4449-AB14-92149A20F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5537" y="4158825"/>
              <a:ext cx="256697" cy="951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452">
              <a:extLst>
                <a:ext uri="{FF2B5EF4-FFF2-40B4-BE49-F238E27FC236}">
                  <a16:creationId xmlns:a16="http://schemas.microsoft.com/office/drawing/2014/main" id="{C67F8BD2-5EC0-47D2-907F-0B15CEFC17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06869" y="4261810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9" name="Straight Connector 452">
              <a:extLst>
                <a:ext uri="{FF2B5EF4-FFF2-40B4-BE49-F238E27FC236}">
                  <a16:creationId xmlns:a16="http://schemas.microsoft.com/office/drawing/2014/main" id="{769AF4B7-6E09-4422-B89E-E258CACF2A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8089" y="4449234"/>
              <a:ext cx="468780" cy="180941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1" name="Straight Connector 452">
              <a:extLst>
                <a:ext uri="{FF2B5EF4-FFF2-40B4-BE49-F238E27FC236}">
                  <a16:creationId xmlns:a16="http://schemas.microsoft.com/office/drawing/2014/main" id="{4A91CA5F-A8A9-445A-810D-6EE5C9C799AC}"/>
                </a:ext>
              </a:extLst>
            </p:cNvPr>
            <p:cNvCxnSpPr>
              <a:cxnSpLocks/>
            </p:cNvCxnSpPr>
            <p:nvPr/>
          </p:nvCxnSpPr>
          <p:spPr>
            <a:xfrm>
              <a:off x="6831195" y="4633057"/>
              <a:ext cx="454737" cy="17743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452">
              <a:extLst>
                <a:ext uri="{FF2B5EF4-FFF2-40B4-BE49-F238E27FC236}">
                  <a16:creationId xmlns:a16="http://schemas.microsoft.com/office/drawing/2014/main" id="{CD9B9E63-8DB6-4F00-91C9-31683A2FB3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88430" y="4817267"/>
              <a:ext cx="7895" cy="17517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3" name="椭圆 2002">
              <a:extLst>
                <a:ext uri="{FF2B5EF4-FFF2-40B4-BE49-F238E27FC236}">
                  <a16:creationId xmlns:a16="http://schemas.microsoft.com/office/drawing/2014/main" id="{3533C585-2EFA-4464-A11A-210594C05A2B}"/>
                </a:ext>
              </a:extLst>
            </p:cNvPr>
            <p:cNvSpPr/>
            <p:nvPr/>
          </p:nvSpPr>
          <p:spPr>
            <a:xfrm>
              <a:off x="7233325" y="4930610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5" name="Straight Connector 452">
              <a:extLst>
                <a:ext uri="{FF2B5EF4-FFF2-40B4-BE49-F238E27FC236}">
                  <a16:creationId xmlns:a16="http://schemas.microsoft.com/office/drawing/2014/main" id="{7C8F3FA4-E954-40AB-AC90-6DF8D40AD8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06004" y="4719754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452">
              <a:extLst>
                <a:ext uri="{FF2B5EF4-FFF2-40B4-BE49-F238E27FC236}">
                  <a16:creationId xmlns:a16="http://schemas.microsoft.com/office/drawing/2014/main" id="{767CA885-D077-427D-BDD4-91D5EF6B369C}"/>
                </a:ext>
              </a:extLst>
            </p:cNvPr>
            <p:cNvCxnSpPr>
              <a:cxnSpLocks/>
            </p:cNvCxnSpPr>
            <p:nvPr/>
          </p:nvCxnSpPr>
          <p:spPr>
            <a:xfrm>
              <a:off x="7544045" y="4717589"/>
              <a:ext cx="239331" cy="9967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9" name="Straight Connector 452">
              <a:extLst>
                <a:ext uri="{FF2B5EF4-FFF2-40B4-BE49-F238E27FC236}">
                  <a16:creationId xmlns:a16="http://schemas.microsoft.com/office/drawing/2014/main" id="{1462A1B5-E71D-4DC5-BCA3-40788B5A83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9688" y="4729349"/>
              <a:ext cx="225794" cy="8791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452">
              <a:extLst>
                <a:ext uri="{FF2B5EF4-FFF2-40B4-BE49-F238E27FC236}">
                  <a16:creationId xmlns:a16="http://schemas.microsoft.com/office/drawing/2014/main" id="{5DB25EB1-2D05-415F-845F-679EF5D069F0}"/>
                </a:ext>
              </a:extLst>
            </p:cNvPr>
            <p:cNvCxnSpPr>
              <a:cxnSpLocks/>
            </p:cNvCxnSpPr>
            <p:nvPr/>
          </p:nvCxnSpPr>
          <p:spPr>
            <a:xfrm>
              <a:off x="7756318" y="4620117"/>
              <a:ext cx="490401" cy="222898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11" name="椭圆 2010">
              <a:extLst>
                <a:ext uri="{FF2B5EF4-FFF2-40B4-BE49-F238E27FC236}">
                  <a16:creationId xmlns:a16="http://schemas.microsoft.com/office/drawing/2014/main" id="{E62D674D-A91E-4977-AEA1-9006FEE86F48}"/>
                </a:ext>
              </a:extLst>
            </p:cNvPr>
            <p:cNvSpPr/>
            <p:nvPr/>
          </p:nvSpPr>
          <p:spPr>
            <a:xfrm>
              <a:off x="8179564" y="4767272"/>
              <a:ext cx="121783" cy="118665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3" name="Straight Connector 452">
              <a:extLst>
                <a:ext uri="{FF2B5EF4-FFF2-40B4-BE49-F238E27FC236}">
                  <a16:creationId xmlns:a16="http://schemas.microsoft.com/office/drawing/2014/main" id="{B2B10F02-EE1A-4E11-B09F-E795A4B46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82" y="4259926"/>
              <a:ext cx="23306" cy="366705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5" name="Straight Connector 452">
              <a:extLst>
                <a:ext uri="{FF2B5EF4-FFF2-40B4-BE49-F238E27FC236}">
                  <a16:creationId xmlns:a16="http://schemas.microsoft.com/office/drawing/2014/main" id="{B3BD2350-097F-40E8-972B-C6F7407E7368}"/>
                </a:ext>
              </a:extLst>
            </p:cNvPr>
            <p:cNvCxnSpPr>
              <a:cxnSpLocks/>
            </p:cNvCxnSpPr>
            <p:nvPr/>
          </p:nvCxnSpPr>
          <p:spPr>
            <a:xfrm>
              <a:off x="7761429" y="4239982"/>
              <a:ext cx="944397" cy="378492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452">
              <a:extLst>
                <a:ext uri="{FF2B5EF4-FFF2-40B4-BE49-F238E27FC236}">
                  <a16:creationId xmlns:a16="http://schemas.microsoft.com/office/drawing/2014/main" id="{772BDBF3-1896-470A-94AB-1209EFD281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3412" y="4449234"/>
              <a:ext cx="37984" cy="17089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452">
              <a:extLst>
                <a:ext uri="{FF2B5EF4-FFF2-40B4-BE49-F238E27FC236}">
                  <a16:creationId xmlns:a16="http://schemas.microsoft.com/office/drawing/2014/main" id="{2DA1662F-2F67-401A-B391-03AE86F5DA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3572" y="3650826"/>
              <a:ext cx="182043" cy="784579"/>
            </a:xfrm>
            <a:prstGeom prst="line">
              <a:avLst/>
            </a:prstGeom>
            <a:ln w="38100" cap="flat" cmpd="sng" algn="ctr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24" name="Straight Connector 452">
              <a:extLst>
                <a:ext uri="{FF2B5EF4-FFF2-40B4-BE49-F238E27FC236}">
                  <a16:creationId xmlns:a16="http://schemas.microsoft.com/office/drawing/2014/main" id="{0E86767A-8D67-4DF1-A929-28E45396F92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7425" y="9327892"/>
              <a:ext cx="1" cy="18585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0" name="Straight Connector 452">
              <a:extLst>
                <a:ext uri="{FF2B5EF4-FFF2-40B4-BE49-F238E27FC236}">
                  <a16:creationId xmlns:a16="http://schemas.microsoft.com/office/drawing/2014/main" id="{0F244556-6D41-4A35-8855-739D906360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06973" y="8645248"/>
              <a:ext cx="955320" cy="45956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3" name="Straight Connector 452">
              <a:extLst>
                <a:ext uri="{FF2B5EF4-FFF2-40B4-BE49-F238E27FC236}">
                  <a16:creationId xmlns:a16="http://schemas.microsoft.com/office/drawing/2014/main" id="{786B6BC8-3FA4-42F7-9A65-417531D59E61}"/>
                </a:ext>
              </a:extLst>
            </p:cNvPr>
            <p:cNvCxnSpPr>
              <a:cxnSpLocks/>
            </p:cNvCxnSpPr>
            <p:nvPr/>
          </p:nvCxnSpPr>
          <p:spPr>
            <a:xfrm>
              <a:off x="1372576" y="8999683"/>
              <a:ext cx="252693" cy="962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452">
              <a:extLst>
                <a:ext uri="{FF2B5EF4-FFF2-40B4-BE49-F238E27FC236}">
                  <a16:creationId xmlns:a16="http://schemas.microsoft.com/office/drawing/2014/main" id="{143650F0-1C9F-4569-B35A-D690474C34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8415" y="8999683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7" name="Straight Connector 452">
              <a:extLst>
                <a:ext uri="{FF2B5EF4-FFF2-40B4-BE49-F238E27FC236}">
                  <a16:creationId xmlns:a16="http://schemas.microsoft.com/office/drawing/2014/main" id="{0775F309-7470-4379-96F1-2C2EB69CCA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01410" y="8924954"/>
              <a:ext cx="245013" cy="6153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452">
              <a:extLst>
                <a:ext uri="{FF2B5EF4-FFF2-40B4-BE49-F238E27FC236}">
                  <a16:creationId xmlns:a16="http://schemas.microsoft.com/office/drawing/2014/main" id="{59583E11-A4EE-46F8-A2BF-77CCA2573C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26987" y="8516490"/>
              <a:ext cx="8277" cy="4079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0" name="Straight Connector 452">
              <a:extLst>
                <a:ext uri="{FF2B5EF4-FFF2-40B4-BE49-F238E27FC236}">
                  <a16:creationId xmlns:a16="http://schemas.microsoft.com/office/drawing/2014/main" id="{407AB774-D469-42FA-A6A0-9F55203F23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8240" y="8335774"/>
              <a:ext cx="475378" cy="1975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2" name="Straight Connector 452">
              <a:extLst>
                <a:ext uri="{FF2B5EF4-FFF2-40B4-BE49-F238E27FC236}">
                  <a16:creationId xmlns:a16="http://schemas.microsoft.com/office/drawing/2014/main" id="{1C64286C-71D3-40D7-BAB1-FF214F51BA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0668" y="8039631"/>
              <a:ext cx="683038" cy="29614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452">
              <a:extLst>
                <a:ext uri="{FF2B5EF4-FFF2-40B4-BE49-F238E27FC236}">
                  <a16:creationId xmlns:a16="http://schemas.microsoft.com/office/drawing/2014/main" id="{40870CF3-8419-4000-A58A-6EA2BFF241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9809" y="7676488"/>
              <a:ext cx="0" cy="3799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8" name="Straight Connector 452">
              <a:extLst>
                <a:ext uri="{FF2B5EF4-FFF2-40B4-BE49-F238E27FC236}">
                  <a16:creationId xmlns:a16="http://schemas.microsoft.com/office/drawing/2014/main" id="{6DDE4DDC-BFD6-40AD-A549-16FBA0212C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48162" y="7580818"/>
              <a:ext cx="250546" cy="956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0" name="Straight Connector 452">
              <a:extLst>
                <a:ext uri="{FF2B5EF4-FFF2-40B4-BE49-F238E27FC236}">
                  <a16:creationId xmlns:a16="http://schemas.microsoft.com/office/drawing/2014/main" id="{426B42D6-0CCA-46E9-870F-21DF067912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8708" y="7037938"/>
              <a:ext cx="0" cy="53285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2" name="Straight Connector 452">
              <a:extLst>
                <a:ext uri="{FF2B5EF4-FFF2-40B4-BE49-F238E27FC236}">
                  <a16:creationId xmlns:a16="http://schemas.microsoft.com/office/drawing/2014/main" id="{B58B4F0B-EB66-4F5B-9057-424DCAF7BEB9}"/>
                </a:ext>
              </a:extLst>
            </p:cNvPr>
            <p:cNvCxnSpPr>
              <a:cxnSpLocks/>
            </p:cNvCxnSpPr>
            <p:nvPr/>
          </p:nvCxnSpPr>
          <p:spPr>
            <a:xfrm>
              <a:off x="1870240" y="6918486"/>
              <a:ext cx="228468" cy="12617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452">
              <a:extLst>
                <a:ext uri="{FF2B5EF4-FFF2-40B4-BE49-F238E27FC236}">
                  <a16:creationId xmlns:a16="http://schemas.microsoft.com/office/drawing/2014/main" id="{E66B561F-5F51-420B-8A13-5F307546E3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8549" y="6738017"/>
              <a:ext cx="0" cy="19585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452">
              <a:extLst>
                <a:ext uri="{FF2B5EF4-FFF2-40B4-BE49-F238E27FC236}">
                  <a16:creationId xmlns:a16="http://schemas.microsoft.com/office/drawing/2014/main" id="{302EB296-3352-403F-811F-24D03DDB79A9}"/>
                </a:ext>
              </a:extLst>
            </p:cNvPr>
            <p:cNvCxnSpPr>
              <a:cxnSpLocks/>
            </p:cNvCxnSpPr>
            <p:nvPr/>
          </p:nvCxnSpPr>
          <p:spPr>
            <a:xfrm>
              <a:off x="1633618" y="6659372"/>
              <a:ext cx="244931" cy="93147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Straight Connector 452">
              <a:extLst>
                <a:ext uri="{FF2B5EF4-FFF2-40B4-BE49-F238E27FC236}">
                  <a16:creationId xmlns:a16="http://schemas.microsoft.com/office/drawing/2014/main" id="{EB5E7D93-6948-4D24-8091-C3D4BB9B2D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39727" y="64430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452">
              <a:extLst>
                <a:ext uri="{FF2B5EF4-FFF2-40B4-BE49-F238E27FC236}">
                  <a16:creationId xmlns:a16="http://schemas.microsoft.com/office/drawing/2014/main" id="{F277FEC8-52A5-44B6-B573-0F415D693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58883" y="1022481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3" name="Straight Connector 452">
              <a:extLst>
                <a:ext uri="{FF2B5EF4-FFF2-40B4-BE49-F238E27FC236}">
                  <a16:creationId xmlns:a16="http://schemas.microsoft.com/office/drawing/2014/main" id="{5B889732-55CD-4B61-8B81-AF57A526CE2C}"/>
                </a:ext>
              </a:extLst>
            </p:cNvPr>
            <p:cNvCxnSpPr>
              <a:cxnSpLocks/>
            </p:cNvCxnSpPr>
            <p:nvPr/>
          </p:nvCxnSpPr>
          <p:spPr>
            <a:xfrm>
              <a:off x="11810547" y="10019895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452">
              <a:extLst>
                <a:ext uri="{FF2B5EF4-FFF2-40B4-BE49-F238E27FC236}">
                  <a16:creationId xmlns:a16="http://schemas.microsoft.com/office/drawing/2014/main" id="{B1E7C30C-021A-4F03-A547-85365D2C4A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0075" y="9782367"/>
              <a:ext cx="505141" cy="1864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8" name="Straight Connector 452">
              <a:extLst>
                <a:ext uri="{FF2B5EF4-FFF2-40B4-BE49-F238E27FC236}">
                  <a16:creationId xmlns:a16="http://schemas.microsoft.com/office/drawing/2014/main" id="{2157A5E3-D13C-455C-A82D-07F6828A05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036536" y="9992262"/>
              <a:ext cx="483159" cy="1793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452">
              <a:extLst>
                <a:ext uri="{FF2B5EF4-FFF2-40B4-BE49-F238E27FC236}">
                  <a16:creationId xmlns:a16="http://schemas.microsoft.com/office/drawing/2014/main" id="{D98E80FE-5555-4697-9876-F43934EF1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91555" y="10426682"/>
              <a:ext cx="704462" cy="2757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452">
              <a:extLst>
                <a:ext uri="{FF2B5EF4-FFF2-40B4-BE49-F238E27FC236}">
                  <a16:creationId xmlns:a16="http://schemas.microsoft.com/office/drawing/2014/main" id="{6A61348C-3E9A-4FA7-80C8-E66C94A864D3}"/>
                </a:ext>
              </a:extLst>
            </p:cNvPr>
            <p:cNvCxnSpPr>
              <a:cxnSpLocks/>
            </p:cNvCxnSpPr>
            <p:nvPr/>
          </p:nvCxnSpPr>
          <p:spPr>
            <a:xfrm>
              <a:off x="10391554" y="10229850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4" name="Straight Connector 452">
              <a:extLst>
                <a:ext uri="{FF2B5EF4-FFF2-40B4-BE49-F238E27FC236}">
                  <a16:creationId xmlns:a16="http://schemas.microsoft.com/office/drawing/2014/main" id="{4C965D69-1072-4C7F-B068-2FF533C3CE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766" y="10147458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6" name="Straight Connector 452">
              <a:extLst>
                <a:ext uri="{FF2B5EF4-FFF2-40B4-BE49-F238E27FC236}">
                  <a16:creationId xmlns:a16="http://schemas.microsoft.com/office/drawing/2014/main" id="{B625906E-DF5B-41C8-88DB-7889C95BF0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9462" y="9584765"/>
              <a:ext cx="725522" cy="30602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452">
              <a:extLst>
                <a:ext uri="{FF2B5EF4-FFF2-40B4-BE49-F238E27FC236}">
                  <a16:creationId xmlns:a16="http://schemas.microsoft.com/office/drawing/2014/main" id="{1AAE7BCE-1F18-47A1-8317-0C2E9ECB26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46098" y="6374844"/>
              <a:ext cx="239949" cy="10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452">
              <a:extLst>
                <a:ext uri="{FF2B5EF4-FFF2-40B4-BE49-F238E27FC236}">
                  <a16:creationId xmlns:a16="http://schemas.microsoft.com/office/drawing/2014/main" id="{542AE8B0-2A1F-4423-A91A-1D51BBE347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85321" y="6211733"/>
              <a:ext cx="472765" cy="16153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452">
              <a:extLst>
                <a:ext uri="{FF2B5EF4-FFF2-40B4-BE49-F238E27FC236}">
                  <a16:creationId xmlns:a16="http://schemas.microsoft.com/office/drawing/2014/main" id="{4ADB5646-E1CE-49FB-9A94-48D88983E5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95929" y="6007841"/>
              <a:ext cx="6696" cy="219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6" name="Straight Connector 452">
              <a:extLst>
                <a:ext uri="{FF2B5EF4-FFF2-40B4-BE49-F238E27FC236}">
                  <a16:creationId xmlns:a16="http://schemas.microsoft.com/office/drawing/2014/main" id="{1D86B88B-9749-4116-9437-3177BBC20F0E}"/>
                </a:ext>
              </a:extLst>
            </p:cNvPr>
            <p:cNvCxnSpPr>
              <a:cxnSpLocks/>
            </p:cNvCxnSpPr>
            <p:nvPr/>
          </p:nvCxnSpPr>
          <p:spPr>
            <a:xfrm>
              <a:off x="947588" y="5808292"/>
              <a:ext cx="469158" cy="21867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452">
              <a:extLst>
                <a:ext uri="{FF2B5EF4-FFF2-40B4-BE49-F238E27FC236}">
                  <a16:creationId xmlns:a16="http://schemas.microsoft.com/office/drawing/2014/main" id="{79F91586-EB0A-4999-B80F-3DEDB89FFE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7859" y="6033518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Straight Connector 452">
              <a:extLst>
                <a:ext uri="{FF2B5EF4-FFF2-40B4-BE49-F238E27FC236}">
                  <a16:creationId xmlns:a16="http://schemas.microsoft.com/office/drawing/2014/main" id="{95E0FCE4-0AFD-424A-A07C-03B318EAFA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73924" y="5927636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452">
              <a:extLst>
                <a:ext uri="{FF2B5EF4-FFF2-40B4-BE49-F238E27FC236}">
                  <a16:creationId xmlns:a16="http://schemas.microsoft.com/office/drawing/2014/main" id="{DD4A5EA1-3628-428C-8041-694675715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5774" y="4732894"/>
              <a:ext cx="228566" cy="11178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452">
              <a:extLst>
                <a:ext uri="{FF2B5EF4-FFF2-40B4-BE49-F238E27FC236}">
                  <a16:creationId xmlns:a16="http://schemas.microsoft.com/office/drawing/2014/main" id="{2FA41B72-0D84-455D-9D80-57395F714E22}"/>
                </a:ext>
              </a:extLst>
            </p:cNvPr>
            <p:cNvCxnSpPr>
              <a:cxnSpLocks/>
            </p:cNvCxnSpPr>
            <p:nvPr/>
          </p:nvCxnSpPr>
          <p:spPr>
            <a:xfrm>
              <a:off x="1617158" y="6100299"/>
              <a:ext cx="255419" cy="10847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7" name="Straight Connector 452">
              <a:extLst>
                <a:ext uri="{FF2B5EF4-FFF2-40B4-BE49-F238E27FC236}">
                  <a16:creationId xmlns:a16="http://schemas.microsoft.com/office/drawing/2014/main" id="{690B3434-0342-44E6-B210-55673210EA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2843" y="5759798"/>
              <a:ext cx="6478" cy="33710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Straight Connector 452">
              <a:extLst>
                <a:ext uri="{FF2B5EF4-FFF2-40B4-BE49-F238E27FC236}">
                  <a16:creationId xmlns:a16="http://schemas.microsoft.com/office/drawing/2014/main" id="{46789F57-3E03-455A-93DE-1BBEF70B1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904" y="5733113"/>
              <a:ext cx="0" cy="17544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1" name="Straight Connector 452">
              <a:extLst>
                <a:ext uri="{FF2B5EF4-FFF2-40B4-BE49-F238E27FC236}">
                  <a16:creationId xmlns:a16="http://schemas.microsoft.com/office/drawing/2014/main" id="{C8A18869-993B-4F60-97FD-D737FACEE8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28852" y="4822554"/>
              <a:ext cx="264813" cy="11481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452">
              <a:extLst>
                <a:ext uri="{FF2B5EF4-FFF2-40B4-BE49-F238E27FC236}">
                  <a16:creationId xmlns:a16="http://schemas.microsoft.com/office/drawing/2014/main" id="{CEBFA283-3901-4A74-8961-B938863A8F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7738" y="5559680"/>
              <a:ext cx="6603" cy="1803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452">
              <a:extLst>
                <a:ext uri="{FF2B5EF4-FFF2-40B4-BE49-F238E27FC236}">
                  <a16:creationId xmlns:a16="http://schemas.microsoft.com/office/drawing/2014/main" id="{4A3B9BBE-D515-43B2-AFF1-962C8BBEF9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4341" y="5376186"/>
              <a:ext cx="6232" cy="2007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9" name="Straight Connector 452">
              <a:extLst>
                <a:ext uri="{FF2B5EF4-FFF2-40B4-BE49-F238E27FC236}">
                  <a16:creationId xmlns:a16="http://schemas.microsoft.com/office/drawing/2014/main" id="{2082EF48-98E0-47D0-A497-C4651C7CA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32581" y="5365989"/>
              <a:ext cx="196783" cy="11069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452">
              <a:extLst>
                <a:ext uri="{FF2B5EF4-FFF2-40B4-BE49-F238E27FC236}">
                  <a16:creationId xmlns:a16="http://schemas.microsoft.com/office/drawing/2014/main" id="{BA4D69DC-167A-430C-B6A6-85FA46EF14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1704" y="4910533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452">
              <a:extLst>
                <a:ext uri="{FF2B5EF4-FFF2-40B4-BE49-F238E27FC236}">
                  <a16:creationId xmlns:a16="http://schemas.microsoft.com/office/drawing/2014/main" id="{9BBDA018-B554-49B1-9BCC-383B77F3B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04002" y="4511080"/>
              <a:ext cx="729042" cy="32474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452">
              <a:extLst>
                <a:ext uri="{FF2B5EF4-FFF2-40B4-BE49-F238E27FC236}">
                  <a16:creationId xmlns:a16="http://schemas.microsoft.com/office/drawing/2014/main" id="{E6D36292-1424-45EB-B74B-A5C6BB78DA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46098" y="4266154"/>
              <a:ext cx="916195" cy="342033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452">
              <a:extLst>
                <a:ext uri="{FF2B5EF4-FFF2-40B4-BE49-F238E27FC236}">
                  <a16:creationId xmlns:a16="http://schemas.microsoft.com/office/drawing/2014/main" id="{07C4D3CB-2407-442F-A7D0-9613F2B02F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78706" y="4253943"/>
              <a:ext cx="716069" cy="30289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Straight Connector 452">
              <a:extLst>
                <a:ext uri="{FF2B5EF4-FFF2-40B4-BE49-F238E27FC236}">
                  <a16:creationId xmlns:a16="http://schemas.microsoft.com/office/drawing/2014/main" id="{3824657B-5C2C-4F91-A5F7-EB82379CBD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78023" y="3983728"/>
              <a:ext cx="6604" cy="57831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452">
              <a:extLst>
                <a:ext uri="{FF2B5EF4-FFF2-40B4-BE49-F238E27FC236}">
                  <a16:creationId xmlns:a16="http://schemas.microsoft.com/office/drawing/2014/main" id="{4BCC1097-F1D0-4EDA-BF15-5B2ED04F72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06364" y="3915317"/>
              <a:ext cx="252060" cy="8482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452">
              <a:extLst>
                <a:ext uri="{FF2B5EF4-FFF2-40B4-BE49-F238E27FC236}">
                  <a16:creationId xmlns:a16="http://schemas.microsoft.com/office/drawing/2014/main" id="{0583EAAB-00E1-4237-A227-3D58825197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80428" y="3685717"/>
              <a:ext cx="741512" cy="31182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5" name="Straight Connector 452">
              <a:extLst>
                <a:ext uri="{FF2B5EF4-FFF2-40B4-BE49-F238E27FC236}">
                  <a16:creationId xmlns:a16="http://schemas.microsoft.com/office/drawing/2014/main" id="{0E412DDC-D1FC-420C-B1AB-D0F94A26D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80208" y="3328166"/>
              <a:ext cx="7530" cy="357551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Straight Connector 452">
              <a:extLst>
                <a:ext uri="{FF2B5EF4-FFF2-40B4-BE49-F238E27FC236}">
                  <a16:creationId xmlns:a16="http://schemas.microsoft.com/office/drawing/2014/main" id="{C5A426A0-C9A8-431D-97CF-B07B63DE76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47387" y="3228759"/>
              <a:ext cx="228812" cy="959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0" name="矩形 2129">
              <a:extLst>
                <a:ext uri="{FF2B5EF4-FFF2-40B4-BE49-F238E27FC236}">
                  <a16:creationId xmlns:a16="http://schemas.microsoft.com/office/drawing/2014/main" id="{B2DB03BB-B6D6-4BC0-B39C-3B4E93951B21}"/>
                </a:ext>
              </a:extLst>
            </p:cNvPr>
            <p:cNvSpPr/>
            <p:nvPr/>
          </p:nvSpPr>
          <p:spPr>
            <a:xfrm>
              <a:off x="-410261" y="246385"/>
              <a:ext cx="4849982" cy="646331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US" altLang="zh-CN" sz="3600" b="0" cap="none" spc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Creatded</a:t>
              </a:r>
              <a:r>
                <a:rPr lang="en-US" altLang="zh-CN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by  </a:t>
              </a:r>
              <a:r>
                <a:rPr lang="zh-CN" altLang="en-US" sz="3600" b="0" cap="none" spc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🦌</a:t>
              </a:r>
            </a:p>
          </p:txBody>
        </p:sp>
        <p:sp>
          <p:nvSpPr>
            <p:cNvPr id="2133" name="文本框 2132">
              <a:extLst>
                <a:ext uri="{FF2B5EF4-FFF2-40B4-BE49-F238E27FC236}">
                  <a16:creationId xmlns:a16="http://schemas.microsoft.com/office/drawing/2014/main" id="{92A10707-5916-43A0-986F-2FC823C00715}"/>
                </a:ext>
              </a:extLst>
            </p:cNvPr>
            <p:cNvSpPr txBox="1"/>
            <p:nvPr/>
          </p:nvSpPr>
          <p:spPr>
            <a:xfrm>
              <a:off x="11013474" y="1010988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1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6" name="文本框 2135">
              <a:extLst>
                <a:ext uri="{FF2B5EF4-FFF2-40B4-BE49-F238E27FC236}">
                  <a16:creationId xmlns:a16="http://schemas.microsoft.com/office/drawing/2014/main" id="{D451C835-AA3A-4D60-BE5B-725D12514C0B}"/>
                </a:ext>
              </a:extLst>
            </p:cNvPr>
            <p:cNvSpPr txBox="1"/>
            <p:nvPr/>
          </p:nvSpPr>
          <p:spPr>
            <a:xfrm>
              <a:off x="9503648" y="848993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2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7" name="文本框 2136">
              <a:extLst>
                <a:ext uri="{FF2B5EF4-FFF2-40B4-BE49-F238E27FC236}">
                  <a16:creationId xmlns:a16="http://schemas.microsoft.com/office/drawing/2014/main" id="{9D09DEF4-C731-436B-9B27-64864798F6EE}"/>
                </a:ext>
              </a:extLst>
            </p:cNvPr>
            <p:cNvSpPr txBox="1"/>
            <p:nvPr/>
          </p:nvSpPr>
          <p:spPr>
            <a:xfrm>
              <a:off x="9934324" y="664208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3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8" name="文本框 2137">
              <a:extLst>
                <a:ext uri="{FF2B5EF4-FFF2-40B4-BE49-F238E27FC236}">
                  <a16:creationId xmlns:a16="http://schemas.microsoft.com/office/drawing/2014/main" id="{DEE3AA6D-DF9A-4D3E-B8B8-1FFF270C3193}"/>
                </a:ext>
              </a:extLst>
            </p:cNvPr>
            <p:cNvSpPr txBox="1"/>
            <p:nvPr/>
          </p:nvSpPr>
          <p:spPr>
            <a:xfrm>
              <a:off x="11648150" y="640684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4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39" name="文本框 2138">
              <a:extLst>
                <a:ext uri="{FF2B5EF4-FFF2-40B4-BE49-F238E27FC236}">
                  <a16:creationId xmlns:a16="http://schemas.microsoft.com/office/drawing/2014/main" id="{9C9647F1-5866-4DDA-8302-6160C73FF0B5}"/>
                </a:ext>
              </a:extLst>
            </p:cNvPr>
            <p:cNvSpPr txBox="1"/>
            <p:nvPr/>
          </p:nvSpPr>
          <p:spPr>
            <a:xfrm>
              <a:off x="10933449" y="5494565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5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0" name="文本框 2139">
              <a:extLst>
                <a:ext uri="{FF2B5EF4-FFF2-40B4-BE49-F238E27FC236}">
                  <a16:creationId xmlns:a16="http://schemas.microsoft.com/office/drawing/2014/main" id="{2C4A900C-63E4-4181-83E0-75B5AE411AB2}"/>
                </a:ext>
              </a:extLst>
            </p:cNvPr>
            <p:cNvSpPr txBox="1"/>
            <p:nvPr/>
          </p:nvSpPr>
          <p:spPr>
            <a:xfrm>
              <a:off x="10898865" y="320660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chemeClr val="accent2"/>
                  </a:solidFill>
                </a:rPr>
                <a:t>6</a:t>
              </a:r>
              <a:endParaRPr lang="zh-CN" altLang="en-US" dirty="0">
                <a:solidFill>
                  <a:schemeClr val="accent2"/>
                </a:solidFill>
              </a:endParaRPr>
            </a:p>
          </p:txBody>
        </p:sp>
        <p:sp>
          <p:nvSpPr>
            <p:cNvPr id="2141" name="文本框 2140">
              <a:extLst>
                <a:ext uri="{FF2B5EF4-FFF2-40B4-BE49-F238E27FC236}">
                  <a16:creationId xmlns:a16="http://schemas.microsoft.com/office/drawing/2014/main" id="{C6A6081C-D6C0-454B-AA78-0FA569916472}"/>
                </a:ext>
              </a:extLst>
            </p:cNvPr>
            <p:cNvSpPr txBox="1"/>
            <p:nvPr/>
          </p:nvSpPr>
          <p:spPr>
            <a:xfrm>
              <a:off x="2539623" y="3412443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solidFill>
                    <a:srgbClr val="00B0F0"/>
                  </a:solidFill>
                </a:rPr>
                <a:t>7</a:t>
              </a:r>
              <a:endParaRPr lang="zh-CN" altLang="en-US" dirty="0">
                <a:solidFill>
                  <a:srgbClr val="00B0F0"/>
                </a:solidFill>
              </a:endParaRPr>
            </a:p>
          </p:txBody>
        </p:sp>
        <p:cxnSp>
          <p:nvCxnSpPr>
            <p:cNvPr id="2147" name="Straight Connector 452">
              <a:extLst>
                <a:ext uri="{FF2B5EF4-FFF2-40B4-BE49-F238E27FC236}">
                  <a16:creationId xmlns:a16="http://schemas.microsoft.com/office/drawing/2014/main" id="{7AEF7ABD-D4BD-4D44-9003-2BF896EF4369}"/>
                </a:ext>
              </a:extLst>
            </p:cNvPr>
            <p:cNvCxnSpPr>
              <a:cxnSpLocks/>
            </p:cNvCxnSpPr>
            <p:nvPr/>
          </p:nvCxnSpPr>
          <p:spPr>
            <a:xfrm>
              <a:off x="7767902" y="7559954"/>
              <a:ext cx="484119" cy="1698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452">
              <a:extLst>
                <a:ext uri="{FF2B5EF4-FFF2-40B4-BE49-F238E27FC236}">
                  <a16:creationId xmlns:a16="http://schemas.microsoft.com/office/drawing/2014/main" id="{01D79580-5F7F-4392-9AF3-D1966C41E0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10254" y="8017578"/>
              <a:ext cx="227747" cy="107401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8" name="Straight Connector 452">
              <a:extLst>
                <a:ext uri="{FF2B5EF4-FFF2-40B4-BE49-F238E27FC236}">
                  <a16:creationId xmlns:a16="http://schemas.microsoft.com/office/drawing/2014/main" id="{E5C7D22E-83D6-41CB-8FB8-26C9D2FBD4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44872" y="7986862"/>
              <a:ext cx="465509" cy="138117"/>
            </a:xfrm>
            <a:prstGeom prst="line">
              <a:avLst/>
            </a:prstGeom>
            <a:ln w="38100">
              <a:solidFill>
                <a:schemeClr val="accent2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452">
              <a:extLst>
                <a:ext uri="{FF2B5EF4-FFF2-40B4-BE49-F238E27FC236}">
                  <a16:creationId xmlns:a16="http://schemas.microsoft.com/office/drawing/2014/main" id="{BCBE4FD0-98B0-4FDC-A549-D750E0F270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1316" y="7559668"/>
              <a:ext cx="901616" cy="358746"/>
            </a:xfrm>
            <a:prstGeom prst="line">
              <a:avLst/>
            </a:prstGeom>
            <a:ln w="38100" cap="flat" cmpd="sng" algn="ctr">
              <a:solidFill>
                <a:srgbClr val="FFFF00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65" name="Straight Connector 452">
              <a:extLst>
                <a:ext uri="{FF2B5EF4-FFF2-40B4-BE49-F238E27FC236}">
                  <a16:creationId xmlns:a16="http://schemas.microsoft.com/office/drawing/2014/main" id="{E679743F-B8AA-4724-8C3F-318EEE788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7936" y="7731372"/>
              <a:ext cx="430919" cy="1995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7" name="Straight Connector 452">
              <a:extLst>
                <a:ext uri="{FF2B5EF4-FFF2-40B4-BE49-F238E27FC236}">
                  <a16:creationId xmlns:a16="http://schemas.microsoft.com/office/drawing/2014/main" id="{2DE2611F-9848-4F10-B2E8-9058A9FEDBF7}"/>
                </a:ext>
              </a:extLst>
            </p:cNvPr>
            <p:cNvCxnSpPr>
              <a:cxnSpLocks/>
            </p:cNvCxnSpPr>
            <p:nvPr/>
          </p:nvCxnSpPr>
          <p:spPr>
            <a:xfrm>
              <a:off x="6351614" y="7773429"/>
              <a:ext cx="50307" cy="1449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Arrow: Down 1">
              <a:extLst>
                <a:ext uri="{FF2B5EF4-FFF2-40B4-BE49-F238E27FC236}">
                  <a16:creationId xmlns:a16="http://schemas.microsoft.com/office/drawing/2014/main" id="{1A39E74F-E7F4-4621-A826-8595FE65A4E0}"/>
                </a:ext>
              </a:extLst>
            </p:cNvPr>
            <p:cNvSpPr/>
            <p:nvPr/>
          </p:nvSpPr>
          <p:spPr>
            <a:xfrm rot="2858543">
              <a:off x="4565801" y="3676250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31B23F8-A140-4615-B5E6-B4630953ABE2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49" y="1864188"/>
              <a:ext cx="7398" cy="384846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745A6A6A-C1A2-44B4-96ED-1CA25AB1DC3D}"/>
                </a:ext>
              </a:extLst>
            </p:cNvPr>
            <p:cNvCxnSpPr>
              <a:cxnSpLocks/>
            </p:cNvCxnSpPr>
            <p:nvPr/>
          </p:nvCxnSpPr>
          <p:spPr>
            <a:xfrm>
              <a:off x="2989837" y="1853427"/>
              <a:ext cx="538925" cy="0"/>
            </a:xfrm>
            <a:prstGeom prst="line">
              <a:avLst/>
            </a:prstGeom>
            <a:ln w="38100">
              <a:solidFill>
                <a:srgbClr val="FF00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8" name="TextBox 647">
              <a:extLst>
                <a:ext uri="{FF2B5EF4-FFF2-40B4-BE49-F238E27FC236}">
                  <a16:creationId xmlns:a16="http://schemas.microsoft.com/office/drawing/2014/main" id="{E1B36547-EA29-4A42-B9E0-9E1C93D2EF7C}"/>
                </a:ext>
              </a:extLst>
            </p:cNvPr>
            <p:cNvSpPr txBox="1"/>
            <p:nvPr/>
          </p:nvSpPr>
          <p:spPr>
            <a:xfrm>
              <a:off x="3954924" y="15822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44</a:t>
              </a:r>
            </a:p>
          </p:txBody>
        </p: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E0F15551-CA85-4785-AAE1-915CA13D2BF9}"/>
                </a:ext>
              </a:extLst>
            </p:cNvPr>
            <p:cNvSpPr txBox="1"/>
            <p:nvPr/>
          </p:nvSpPr>
          <p:spPr>
            <a:xfrm>
              <a:off x="9174624" y="3538032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92</a:t>
              </a:r>
            </a:p>
          </p:txBody>
        </p:sp>
        <p:sp>
          <p:nvSpPr>
            <p:cNvPr id="650" name="TextBox 649">
              <a:extLst>
                <a:ext uri="{FF2B5EF4-FFF2-40B4-BE49-F238E27FC236}">
                  <a16:creationId xmlns:a16="http://schemas.microsoft.com/office/drawing/2014/main" id="{D0F3B1AB-21B8-46D0-BA08-E720885B7684}"/>
                </a:ext>
              </a:extLst>
            </p:cNvPr>
            <p:cNvSpPr txBox="1"/>
            <p:nvPr/>
          </p:nvSpPr>
          <p:spPr>
            <a:xfrm>
              <a:off x="8685674" y="35380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252</a:t>
              </a:r>
            </a:p>
          </p:txBody>
        </p: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E2ACEF84-75A9-4924-B89D-55E53A2BF06E}"/>
                </a:ext>
              </a:extLst>
            </p:cNvPr>
            <p:cNvSpPr txBox="1"/>
            <p:nvPr/>
          </p:nvSpPr>
          <p:spPr>
            <a:xfrm>
              <a:off x="5421774" y="165843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336</a:t>
              </a:r>
            </a:p>
          </p:txBody>
        </p:sp>
        <p:sp>
          <p:nvSpPr>
            <p:cNvPr id="652" name="TextBox 651">
              <a:extLst>
                <a:ext uri="{FF2B5EF4-FFF2-40B4-BE49-F238E27FC236}">
                  <a16:creationId xmlns:a16="http://schemas.microsoft.com/office/drawing/2014/main" id="{4A8D279F-86FD-43A0-BD78-6411B0D515B8}"/>
                </a:ext>
              </a:extLst>
            </p:cNvPr>
            <p:cNvSpPr txBox="1"/>
            <p:nvPr/>
          </p:nvSpPr>
          <p:spPr>
            <a:xfrm>
              <a:off x="4208924" y="4052382"/>
              <a:ext cx="558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382</a:t>
              </a:r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6A07F598-6699-40D1-80A5-45B8B7E56A0A}"/>
                </a:ext>
              </a:extLst>
            </p:cNvPr>
            <p:cNvSpPr txBox="1"/>
            <p:nvPr/>
          </p:nvSpPr>
          <p:spPr>
            <a:xfrm>
              <a:off x="11574924" y="3475319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110</a:t>
              </a:r>
            </a:p>
          </p:txBody>
        </p: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765F260B-12BC-4A42-BC76-BE052583F487}"/>
                </a:ext>
              </a:extLst>
            </p:cNvPr>
            <p:cNvSpPr txBox="1"/>
            <p:nvPr/>
          </p:nvSpPr>
          <p:spPr>
            <a:xfrm>
              <a:off x="11614275" y="8421484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237</a:t>
              </a:r>
            </a:p>
          </p:txBody>
        </p:sp>
        <p:sp>
          <p:nvSpPr>
            <p:cNvPr id="655" name="TextBox 654">
              <a:extLst>
                <a:ext uri="{FF2B5EF4-FFF2-40B4-BE49-F238E27FC236}">
                  <a16:creationId xmlns:a16="http://schemas.microsoft.com/office/drawing/2014/main" id="{BDB7E855-456F-4449-8169-CFBBD4C7BD82}"/>
                </a:ext>
              </a:extLst>
            </p:cNvPr>
            <p:cNvSpPr txBox="1"/>
            <p:nvPr/>
          </p:nvSpPr>
          <p:spPr>
            <a:xfrm>
              <a:off x="8508924" y="7368662"/>
              <a:ext cx="5357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367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4B9AFF3C-4C92-4770-B906-5AE26B5CEAB4}"/>
                </a:ext>
              </a:extLst>
            </p:cNvPr>
            <p:cNvSpPr txBox="1"/>
            <p:nvPr/>
          </p:nvSpPr>
          <p:spPr>
            <a:xfrm>
              <a:off x="1513400" y="298726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78</a:t>
              </a:r>
            </a:p>
          </p:txBody>
        </p: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BDC3772B-EEE9-4A11-8AB5-8E2AB2F9BC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47118" y="9309053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4ED7F238-D5FC-4188-8D19-18C29273EA42}"/>
                </a:ext>
              </a:extLst>
            </p:cNvPr>
            <p:cNvCxnSpPr>
              <a:cxnSpLocks/>
            </p:cNvCxnSpPr>
            <p:nvPr/>
          </p:nvCxnSpPr>
          <p:spPr>
            <a:xfrm>
              <a:off x="12768692" y="9306667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A35077F4-8240-4090-871C-6BBF89C3FDEA}"/>
                </a:ext>
              </a:extLst>
            </p:cNvPr>
            <p:cNvCxnSpPr>
              <a:cxnSpLocks/>
            </p:cNvCxnSpPr>
            <p:nvPr/>
          </p:nvCxnSpPr>
          <p:spPr>
            <a:xfrm>
              <a:off x="12523438" y="9794402"/>
              <a:ext cx="0" cy="2151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0BFF93C-F234-43D4-954D-D54E4810C0B9}"/>
                </a:ext>
              </a:extLst>
            </p:cNvPr>
            <p:cNvCxnSpPr>
              <a:cxnSpLocks/>
            </p:cNvCxnSpPr>
            <p:nvPr/>
          </p:nvCxnSpPr>
          <p:spPr>
            <a:xfrm>
              <a:off x="11821061" y="1006094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3397BDDE-9A9D-4D7F-A429-D8BE4F48FF4B}"/>
                </a:ext>
              </a:extLst>
            </p:cNvPr>
            <p:cNvCxnSpPr>
              <a:cxnSpLocks/>
            </p:cNvCxnSpPr>
            <p:nvPr/>
          </p:nvCxnSpPr>
          <p:spPr>
            <a:xfrm>
              <a:off x="11580705" y="1028062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0607D75B-BDC7-470C-ACD1-80E91913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1206" y="10499740"/>
              <a:ext cx="499536" cy="18439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B382F8CA-B03D-481B-8A55-F8C54D20A4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4701" y="9938218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0D57FF4F-3F61-499F-8162-0CAB208C5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9252" y="9972966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434821D5-B49B-4E7D-9F17-557BFB117287}"/>
                </a:ext>
              </a:extLst>
            </p:cNvPr>
            <p:cNvCxnSpPr>
              <a:cxnSpLocks/>
            </p:cNvCxnSpPr>
            <p:nvPr/>
          </p:nvCxnSpPr>
          <p:spPr>
            <a:xfrm>
              <a:off x="9922077" y="9831652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B167809F-2653-4635-BD9A-905734DB9B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4033" y="9864921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9837FDA-18A5-4104-B90E-FF6EF77FBCE7}"/>
                </a:ext>
              </a:extLst>
            </p:cNvPr>
            <p:cNvCxnSpPr>
              <a:cxnSpLocks/>
            </p:cNvCxnSpPr>
            <p:nvPr/>
          </p:nvCxnSpPr>
          <p:spPr>
            <a:xfrm>
              <a:off x="9711059" y="9927535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F4870F7-189F-471F-A14C-03EC185AFA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92845" y="10142963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FCF4EB0C-EFFC-41AC-9D54-D79B3FD7CD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99709" y="10244104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52B284D6-68F9-47DE-996D-BF5A088FC20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223" y="10244104"/>
              <a:ext cx="271410" cy="11385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2BDDF8BD-AF49-4539-8757-10578A34B086}"/>
                </a:ext>
              </a:extLst>
            </p:cNvPr>
            <p:cNvCxnSpPr>
              <a:cxnSpLocks/>
            </p:cNvCxnSpPr>
            <p:nvPr/>
          </p:nvCxnSpPr>
          <p:spPr>
            <a:xfrm>
              <a:off x="9433425" y="9873035"/>
              <a:ext cx="10139" cy="3955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4BEC1133-9FC6-459C-8F4C-9109BB5E9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8117" y="9494861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21F1257B-131D-4E8B-916C-5E0435F9E0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4312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97BC0AB6-98C2-44B2-9C83-82B456F375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2686" y="9410612"/>
              <a:ext cx="244610" cy="862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2A0F25C0-2CDB-4485-970C-E3B36CF5B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4638" y="9407615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1109CF48-08CE-4B13-BA9D-AA138F93974E}"/>
                </a:ext>
              </a:extLst>
            </p:cNvPr>
            <p:cNvCxnSpPr>
              <a:cxnSpLocks/>
            </p:cNvCxnSpPr>
            <p:nvPr/>
          </p:nvCxnSpPr>
          <p:spPr>
            <a:xfrm>
              <a:off x="10624432" y="9384937"/>
              <a:ext cx="7038" cy="2131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3214FB66-2337-469A-B466-E9F0C1DB0B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9356" y="9574529"/>
              <a:ext cx="502319" cy="2016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C8CA6810-757F-47D3-A62F-34E49B3B4F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2600" y="9772069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6BEA8AF-EE5D-47A9-83E7-EC1845CAA6E3}"/>
                </a:ext>
              </a:extLst>
            </p:cNvPr>
            <p:cNvCxnSpPr>
              <a:cxnSpLocks/>
            </p:cNvCxnSpPr>
            <p:nvPr/>
          </p:nvCxnSpPr>
          <p:spPr>
            <a:xfrm>
              <a:off x="10628067" y="9945572"/>
              <a:ext cx="250" cy="37543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7F29A02D-988E-49B9-96E2-D9B78C7381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22784" y="10314488"/>
              <a:ext cx="486060" cy="1936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9541779B-A40C-4A99-81FE-D854BEFEAD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05525" y="10427258"/>
              <a:ext cx="230881" cy="92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FAB4C581-B178-489A-AD80-B7113E07D42B}"/>
                </a:ext>
              </a:extLst>
            </p:cNvPr>
            <p:cNvCxnSpPr>
              <a:cxnSpLocks/>
            </p:cNvCxnSpPr>
            <p:nvPr/>
          </p:nvCxnSpPr>
          <p:spPr>
            <a:xfrm>
              <a:off x="11332845" y="10206687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135CF7D9-16EF-408C-806B-AEE3534D6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06206" y="1015163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39A6E1B0-D757-479A-9239-5552EAE3E83D}"/>
                </a:ext>
              </a:extLst>
            </p:cNvPr>
            <p:cNvCxnSpPr>
              <a:cxnSpLocks/>
            </p:cNvCxnSpPr>
            <p:nvPr/>
          </p:nvCxnSpPr>
          <p:spPr>
            <a:xfrm>
              <a:off x="11579614" y="993043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78BC3AB7-E437-4657-8B61-1B84B30DB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4686" y="9944612"/>
              <a:ext cx="513202" cy="2136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9AB6DCD-B051-43E8-A26A-7C6F9018110B}"/>
                </a:ext>
              </a:extLst>
            </p:cNvPr>
            <p:cNvCxnSpPr>
              <a:cxnSpLocks/>
            </p:cNvCxnSpPr>
            <p:nvPr/>
          </p:nvCxnSpPr>
          <p:spPr>
            <a:xfrm>
              <a:off x="11565918" y="957805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4779593C-5F54-4D16-B4EF-D3FBCDC115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2508" y="9598118"/>
              <a:ext cx="479044" cy="17590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81EBAD25-1954-4C92-9613-54505C88D8D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3875" y="9410612"/>
              <a:ext cx="7331" cy="371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3A621479-CDF1-4058-8BB0-CB2CC4948A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51549" y="9316544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4D4DFC68-8DDA-405E-942C-2087F1E98B70}"/>
                </a:ext>
              </a:extLst>
            </p:cNvPr>
            <p:cNvCxnSpPr>
              <a:cxnSpLocks/>
            </p:cNvCxnSpPr>
            <p:nvPr/>
          </p:nvCxnSpPr>
          <p:spPr>
            <a:xfrm>
              <a:off x="11357422" y="9327892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B4D88897-A1AC-4236-B4FA-0EB113C0EA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35479" y="9137085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2E3F8193-F4CB-47E0-BDE5-3C2D8798B7B0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54" y="9209494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05EBDEB0-418A-4206-929A-59DADB25258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8821" y="9112584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92D7DAF3-7553-4FDE-BC45-97CA7EB371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5456" y="9595112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05F91788-8695-448A-BF00-CD5F7F702D65}"/>
                </a:ext>
              </a:extLst>
            </p:cNvPr>
            <p:cNvCxnSpPr>
              <a:cxnSpLocks/>
            </p:cNvCxnSpPr>
            <p:nvPr/>
          </p:nvCxnSpPr>
          <p:spPr>
            <a:xfrm>
              <a:off x="12046545" y="9029845"/>
              <a:ext cx="7501" cy="5734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8D052219-803F-4B0E-8AE0-FDE1D991A79B}"/>
                </a:ext>
              </a:extLst>
            </p:cNvPr>
            <p:cNvCxnSpPr>
              <a:cxnSpLocks/>
            </p:cNvCxnSpPr>
            <p:nvPr/>
          </p:nvCxnSpPr>
          <p:spPr>
            <a:xfrm>
              <a:off x="12049895" y="9050203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EB5F52ED-15FE-4FB6-99A3-BDB1BEFD1F16}"/>
                </a:ext>
              </a:extLst>
            </p:cNvPr>
            <p:cNvCxnSpPr>
              <a:cxnSpLocks/>
            </p:cNvCxnSpPr>
            <p:nvPr/>
          </p:nvCxnSpPr>
          <p:spPr>
            <a:xfrm>
              <a:off x="12280008" y="8924476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0504E905-0E37-472A-AF49-E727ECD2A27F}"/>
                </a:ext>
              </a:extLst>
            </p:cNvPr>
            <p:cNvCxnSpPr>
              <a:cxnSpLocks/>
            </p:cNvCxnSpPr>
            <p:nvPr/>
          </p:nvCxnSpPr>
          <p:spPr>
            <a:xfrm>
              <a:off x="12036536" y="8857202"/>
              <a:ext cx="251746" cy="730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992C4437-BC03-4B28-9564-BFB6402AF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98585" y="8861826"/>
              <a:ext cx="285582" cy="10003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C5F3ADDB-8269-4CE2-8F18-4421857501CA}"/>
                </a:ext>
              </a:extLst>
            </p:cNvPr>
            <p:cNvCxnSpPr>
              <a:cxnSpLocks/>
            </p:cNvCxnSpPr>
            <p:nvPr/>
          </p:nvCxnSpPr>
          <p:spPr>
            <a:xfrm>
              <a:off x="11817230" y="8759943"/>
              <a:ext cx="8274" cy="2369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FCEA9A3B-C084-4461-B8BD-AFD8B1EE26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6406" y="8779097"/>
              <a:ext cx="491219" cy="1743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10160BCC-68A0-44BF-BF0B-3C16B94B1FD3}"/>
                </a:ext>
              </a:extLst>
            </p:cNvPr>
            <p:cNvCxnSpPr>
              <a:cxnSpLocks/>
            </p:cNvCxnSpPr>
            <p:nvPr/>
          </p:nvCxnSpPr>
          <p:spPr>
            <a:xfrm>
              <a:off x="11383416" y="8933719"/>
              <a:ext cx="222879" cy="91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0C389D6A-4A54-4999-A3CD-A3708B77B4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0308" y="9012862"/>
              <a:ext cx="534411" cy="224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88560D08-D877-460F-9CA5-B599578EB89A}"/>
                </a:ext>
              </a:extLst>
            </p:cNvPr>
            <p:cNvCxnSpPr>
              <a:cxnSpLocks/>
            </p:cNvCxnSpPr>
            <p:nvPr/>
          </p:nvCxnSpPr>
          <p:spPr>
            <a:xfrm>
              <a:off x="2336955" y="9345084"/>
              <a:ext cx="686568" cy="250028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4B50F4BF-0DF3-49E4-BBE9-181205AC25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7718" y="5650243"/>
              <a:ext cx="4057" cy="16574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FF568FBE-BC93-4816-BD9B-37F6D75BB2F1}"/>
                </a:ext>
              </a:extLst>
            </p:cNvPr>
            <p:cNvCxnSpPr>
              <a:cxnSpLocks/>
            </p:cNvCxnSpPr>
            <p:nvPr/>
          </p:nvCxnSpPr>
          <p:spPr>
            <a:xfrm>
              <a:off x="699774" y="5533229"/>
              <a:ext cx="240301" cy="115099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3845DC89-B16B-4EE6-B11B-2E571CFFBD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9989" y="5542220"/>
              <a:ext cx="232086" cy="108762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C92C291D-4710-4567-A3CB-B27235684B19}"/>
                </a:ext>
              </a:extLst>
            </p:cNvPr>
            <p:cNvCxnSpPr>
              <a:cxnSpLocks/>
            </p:cNvCxnSpPr>
            <p:nvPr/>
          </p:nvCxnSpPr>
          <p:spPr>
            <a:xfrm>
              <a:off x="1156610" y="5548895"/>
              <a:ext cx="479916" cy="199160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0AF8347B-664D-45DF-8064-3059822104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59781" y="8666298"/>
              <a:ext cx="5021" cy="780176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22D90A43-F2FD-4524-B33F-A3A48757A7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021" y="7193842"/>
              <a:ext cx="472961" cy="177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A719B0B8-6006-4F51-9370-9A74D80CAFB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510" y="7366478"/>
              <a:ext cx="3677" cy="16717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792F387D-894C-4F85-9BD9-8E6CD250D5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5826" y="7374412"/>
              <a:ext cx="3678" cy="2158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7AD79BF0-060B-4007-969B-AD935DF67A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03412" y="7374412"/>
              <a:ext cx="499071" cy="1859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Arrow: Down 638">
              <a:extLst>
                <a:ext uri="{FF2B5EF4-FFF2-40B4-BE49-F238E27FC236}">
                  <a16:creationId xmlns:a16="http://schemas.microsoft.com/office/drawing/2014/main" id="{D16B5833-E193-4C65-A007-D69096872A61}"/>
                </a:ext>
              </a:extLst>
            </p:cNvPr>
            <p:cNvSpPr/>
            <p:nvPr/>
          </p:nvSpPr>
          <p:spPr>
            <a:xfrm rot="1589971">
              <a:off x="8058480" y="6788433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7" name="Arrow: Down 656">
              <a:extLst>
                <a:ext uri="{FF2B5EF4-FFF2-40B4-BE49-F238E27FC236}">
                  <a16:creationId xmlns:a16="http://schemas.microsoft.com/office/drawing/2014/main" id="{1410F014-747A-4087-9FC8-E93882CBBDC3}"/>
                </a:ext>
              </a:extLst>
            </p:cNvPr>
            <p:cNvSpPr/>
            <p:nvPr/>
          </p:nvSpPr>
          <p:spPr>
            <a:xfrm rot="7056376">
              <a:off x="2488749" y="4766266"/>
              <a:ext cx="307929" cy="735349"/>
            </a:xfrm>
            <a:prstGeom prst="downArrow">
              <a:avLst>
                <a:gd name="adj1" fmla="val 50000"/>
                <a:gd name="adj2" fmla="val 121053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79141D05-BD00-4C2C-B1FB-8945D31620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28309" y="4727483"/>
              <a:ext cx="271993" cy="89784"/>
            </a:xfrm>
            <a:prstGeom prst="line">
              <a:avLst/>
            </a:prstGeom>
            <a:ln w="38100">
              <a:solidFill>
                <a:srgbClr val="7030A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EA6280C9-5483-4F9F-9232-0DFD5EC25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4550" y="7789230"/>
              <a:ext cx="446799" cy="1579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81BB3687-9F93-4804-8452-1218A01BE040}"/>
                </a:ext>
              </a:extLst>
            </p:cNvPr>
            <p:cNvCxnSpPr>
              <a:cxnSpLocks/>
            </p:cNvCxnSpPr>
            <p:nvPr/>
          </p:nvCxnSpPr>
          <p:spPr>
            <a:xfrm>
              <a:off x="5640077" y="7507323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C45118B7-BC7B-4169-8E81-BD7A019E614E}"/>
                </a:ext>
              </a:extLst>
            </p:cNvPr>
            <p:cNvCxnSpPr>
              <a:cxnSpLocks/>
            </p:cNvCxnSpPr>
            <p:nvPr/>
          </p:nvCxnSpPr>
          <p:spPr>
            <a:xfrm>
              <a:off x="4719765" y="7123077"/>
              <a:ext cx="931834" cy="3797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5102A2F0-BC70-4DE3-B398-3BDFECD98A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66603" y="7107219"/>
              <a:ext cx="256963" cy="1161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65411D52-04DD-4710-ABF2-B87EB602E881}"/>
                </a:ext>
              </a:extLst>
            </p:cNvPr>
            <p:cNvCxnSpPr>
              <a:cxnSpLocks/>
            </p:cNvCxnSpPr>
            <p:nvPr/>
          </p:nvCxnSpPr>
          <p:spPr>
            <a:xfrm>
              <a:off x="4479521" y="7031136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3" name="Straight Connector 452">
              <a:extLst>
                <a:ext uri="{FF2B5EF4-FFF2-40B4-BE49-F238E27FC236}">
                  <a16:creationId xmlns:a16="http://schemas.microsoft.com/office/drawing/2014/main" id="{9F692687-8AC3-4175-858D-F950D31739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22898" y="6942929"/>
              <a:ext cx="245489" cy="820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D16AF825-A8A8-481A-A75E-17B4AB87B7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89370" y="6648604"/>
              <a:ext cx="238863" cy="2766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7" name="Straight Connector 452">
              <a:extLst>
                <a:ext uri="{FF2B5EF4-FFF2-40B4-BE49-F238E27FC236}">
                  <a16:creationId xmlns:a16="http://schemas.microsoft.com/office/drawing/2014/main" id="{898E3AE8-D454-45EF-AC45-FD0D7B5DF406}"/>
                </a:ext>
              </a:extLst>
            </p:cNvPr>
            <p:cNvCxnSpPr>
              <a:cxnSpLocks/>
            </p:cNvCxnSpPr>
            <p:nvPr/>
          </p:nvCxnSpPr>
          <p:spPr>
            <a:xfrm>
              <a:off x="3265360" y="6379993"/>
              <a:ext cx="728920" cy="2971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38E10F27-ED95-4AB8-8C1D-68E3BE4268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9425" y="6462889"/>
              <a:ext cx="238484" cy="778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C30AB127-8CB2-40F4-989C-F7AB9B6CB7A4}"/>
                </a:ext>
              </a:extLst>
            </p:cNvPr>
            <p:cNvCxnSpPr>
              <a:cxnSpLocks/>
            </p:cNvCxnSpPr>
            <p:nvPr/>
          </p:nvCxnSpPr>
          <p:spPr>
            <a:xfrm>
              <a:off x="5653311" y="7671275"/>
              <a:ext cx="205874" cy="27587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92404775-0803-47BD-AABE-A2A595344DA9}"/>
                </a:ext>
              </a:extLst>
            </p:cNvPr>
            <p:cNvCxnSpPr>
              <a:cxnSpLocks/>
            </p:cNvCxnSpPr>
            <p:nvPr/>
          </p:nvCxnSpPr>
          <p:spPr>
            <a:xfrm>
              <a:off x="3279551" y="6383271"/>
              <a:ext cx="10083" cy="1804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3CBAAC77-62F7-41DD-AEEB-6400C733E9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42595" y="6480657"/>
              <a:ext cx="258707" cy="56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09EE7483-0B4A-4101-80A5-2DD39C9CE6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2360" y="7567149"/>
              <a:ext cx="6602" cy="38953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452">
              <a:extLst>
                <a:ext uri="{FF2B5EF4-FFF2-40B4-BE49-F238E27FC236}">
                  <a16:creationId xmlns:a16="http://schemas.microsoft.com/office/drawing/2014/main" id="{EBF5B64D-EB1E-4E0D-ADD4-ED8162BBDD74}"/>
                </a:ext>
              </a:extLst>
            </p:cNvPr>
            <p:cNvCxnSpPr>
              <a:cxnSpLocks/>
            </p:cNvCxnSpPr>
            <p:nvPr/>
          </p:nvCxnSpPr>
          <p:spPr>
            <a:xfrm>
              <a:off x="8468415" y="7845921"/>
              <a:ext cx="267246" cy="985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10" name="Straight Connector 452">
            <a:extLst>
              <a:ext uri="{FF2B5EF4-FFF2-40B4-BE49-F238E27FC236}">
                <a16:creationId xmlns:a16="http://schemas.microsoft.com/office/drawing/2014/main" id="{12B3D86B-2FA5-4A9B-BD64-0C949FFE2617}"/>
              </a:ext>
            </a:extLst>
          </p:cNvPr>
          <p:cNvCxnSpPr>
            <a:cxnSpLocks/>
          </p:cNvCxnSpPr>
          <p:nvPr/>
        </p:nvCxnSpPr>
        <p:spPr>
          <a:xfrm>
            <a:off x="3051284" y="3911974"/>
            <a:ext cx="223438" cy="79987"/>
          </a:xfrm>
          <a:prstGeom prst="line">
            <a:avLst/>
          </a:prstGeom>
          <a:ln w="38100">
            <a:solidFill>
              <a:srgbClr val="7030A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9" name="Straight Connector 452">
            <a:extLst>
              <a:ext uri="{FF2B5EF4-FFF2-40B4-BE49-F238E27FC236}">
                <a16:creationId xmlns:a16="http://schemas.microsoft.com/office/drawing/2014/main" id="{DE03DFB6-EE3D-49E7-93FB-1C7FFE6DC070}"/>
              </a:ext>
            </a:extLst>
          </p:cNvPr>
          <p:cNvCxnSpPr>
            <a:cxnSpLocks/>
          </p:cNvCxnSpPr>
          <p:nvPr/>
        </p:nvCxnSpPr>
        <p:spPr>
          <a:xfrm flipH="1" flipV="1">
            <a:off x="8491024" y="7687752"/>
            <a:ext cx="2134" cy="151908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0" name="Straight Connector 452">
            <a:extLst>
              <a:ext uri="{FF2B5EF4-FFF2-40B4-BE49-F238E27FC236}">
                <a16:creationId xmlns:a16="http://schemas.microsoft.com/office/drawing/2014/main" id="{D577CADB-D969-4E10-839E-DD927A97632F}"/>
              </a:ext>
            </a:extLst>
          </p:cNvPr>
          <p:cNvCxnSpPr>
            <a:cxnSpLocks/>
          </p:cNvCxnSpPr>
          <p:nvPr/>
        </p:nvCxnSpPr>
        <p:spPr>
          <a:xfrm flipV="1">
            <a:off x="8254760" y="7683690"/>
            <a:ext cx="233625" cy="62852"/>
          </a:xfrm>
          <a:prstGeom prst="line">
            <a:avLst/>
          </a:prstGeom>
          <a:ln w="38100">
            <a:solidFill>
              <a:srgbClr val="FFFF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4827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D5F3BB-089F-457F-9A69-769B03E86D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37" y="419947"/>
            <a:ext cx="11167348" cy="9282854"/>
          </a:xfrm>
        </p:spPr>
        <p:txBody>
          <a:bodyPr/>
          <a:lstStyle/>
          <a:p>
            <a:r>
              <a:rPr lang="zh-CN" altLang="en-US" dirty="0"/>
              <a:t>远征第四期路线解读：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400" dirty="0"/>
              <a:t>         </a:t>
            </a:r>
            <a:r>
              <a:rPr lang="en-US" altLang="zh-CN" sz="1600" dirty="0"/>
              <a:t>1.</a:t>
            </a:r>
            <a:r>
              <a:rPr lang="zh-CN" altLang="en-US" sz="1600" dirty="0"/>
              <a:t>黑色线路为两队并行线路。橘色和蓝色线路为黑色线路的分支。（黑色线路由在第五格的两队并行，被挤在后面那队为紫色线路预备队按兵不动直至远征末期）</a:t>
            </a:r>
            <a:endParaRPr lang="en-US" altLang="zh-CN" sz="1600" dirty="0"/>
          </a:p>
          <a:p>
            <a:r>
              <a:rPr lang="en-US" altLang="zh-CN" sz="1600" dirty="0"/>
              <a:t>  2.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1</a:t>
            </a:r>
            <a:r>
              <a:rPr lang="zh-CN" altLang="en-US" sz="1600" dirty="0"/>
              <a:t>处八卦时，跳步至三点交汇处</a:t>
            </a:r>
            <a:r>
              <a:rPr lang="en-US" altLang="zh-CN" sz="1600" dirty="0"/>
              <a:t>2</a:t>
            </a:r>
            <a:r>
              <a:rPr lang="zh-CN" altLang="en-US" sz="1600" dirty="0"/>
              <a:t>，接着沿橘色线路行进至数字标</a:t>
            </a:r>
            <a:r>
              <a:rPr lang="en-US" altLang="zh-CN" sz="1600" dirty="0"/>
              <a:t>3</a:t>
            </a:r>
            <a:r>
              <a:rPr lang="zh-CN" altLang="en-US" sz="1600" dirty="0"/>
              <a:t>八卦处。</a:t>
            </a:r>
            <a:endParaRPr lang="en-US" altLang="zh-CN" sz="1600" dirty="0"/>
          </a:p>
          <a:p>
            <a:r>
              <a:rPr lang="en-US" altLang="zh-CN" sz="1600" dirty="0"/>
              <a:t>  3.</a:t>
            </a:r>
            <a:r>
              <a:rPr lang="zh-CN" altLang="en-US" sz="1600" dirty="0"/>
              <a:t>继续沿橘色线路行进至数字标</a:t>
            </a:r>
            <a:r>
              <a:rPr lang="en-US" altLang="zh-CN" sz="1600" dirty="0"/>
              <a:t>4</a:t>
            </a:r>
            <a:r>
              <a:rPr lang="zh-CN" altLang="en-US" sz="1600" dirty="0"/>
              <a:t>八卦处，之后跳步至三点交汇处（数字标</a:t>
            </a:r>
            <a:r>
              <a:rPr lang="en-US" altLang="zh-CN" sz="1600" dirty="0"/>
              <a:t>5</a:t>
            </a:r>
            <a:r>
              <a:rPr lang="zh-CN" altLang="en-US" sz="1600" dirty="0"/>
              <a:t>）</a:t>
            </a:r>
            <a:endParaRPr lang="en-US" altLang="zh-CN" sz="1600" dirty="0"/>
          </a:p>
          <a:p>
            <a:r>
              <a:rPr lang="en-US" altLang="zh-CN" sz="1600" dirty="0"/>
              <a:t>  4.</a:t>
            </a:r>
            <a:r>
              <a:rPr lang="zh-CN" altLang="en-US" sz="1600" dirty="0"/>
              <a:t>橘色线路行进至数字标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处。</a:t>
            </a:r>
            <a:endParaRPr lang="en-US" altLang="zh-CN" sz="1600" dirty="0"/>
          </a:p>
          <a:p>
            <a:r>
              <a:rPr lang="en-US" altLang="zh-CN" sz="1600" dirty="0"/>
              <a:t>  5.</a:t>
            </a:r>
            <a:r>
              <a:rPr lang="zh-CN" altLang="en-US" sz="1600" dirty="0"/>
              <a:t>期间穿插行进蓝色线路，保证同一天蓝色线路处于数字标</a:t>
            </a:r>
            <a:r>
              <a:rPr lang="en-US" altLang="zh-CN" sz="1600" dirty="0"/>
              <a:t>7</a:t>
            </a:r>
            <a:r>
              <a:rPr lang="zh-CN" altLang="en-US" sz="1600" dirty="0"/>
              <a:t>位置，橘色线路处于数字标</a:t>
            </a:r>
            <a:r>
              <a:rPr lang="en-US" altLang="zh-CN" sz="1600" dirty="0"/>
              <a:t>6</a:t>
            </a:r>
            <a:r>
              <a:rPr lang="zh-CN" altLang="en-US" sz="1600" dirty="0"/>
              <a:t>位置（即拿齐八卦）</a:t>
            </a:r>
            <a:endParaRPr lang="en-US" altLang="zh-CN" sz="1600" dirty="0"/>
          </a:p>
          <a:p>
            <a:r>
              <a:rPr lang="en-US" altLang="zh-CN" sz="1600" dirty="0"/>
              <a:t>  6</a:t>
            </a:r>
            <a:r>
              <a:rPr lang="zh-CN" altLang="en-US" sz="1600" dirty="0"/>
              <a:t>，红线线路黄色线路分别为蓝色线路和橘色线路的衍生，区别于拿完八卦前后。</a:t>
            </a:r>
          </a:p>
        </p:txBody>
      </p:sp>
    </p:spTree>
    <p:extLst>
      <p:ext uri="{BB962C8B-B14F-4D97-AF65-F5344CB8AC3E}">
        <p14:creationId xmlns:p14="http://schemas.microsoft.com/office/powerpoint/2010/main" val="1913359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10648</TotalTime>
  <Words>553</Words>
  <Application>Microsoft Office PowerPoint</Application>
  <PresentationFormat>Custom</PresentationFormat>
  <Paragraphs>120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230</cp:revision>
  <cp:lastPrinted>2021-06-19T15:20:22Z</cp:lastPrinted>
  <dcterms:created xsi:type="dcterms:W3CDTF">2021-03-25T22:26:05Z</dcterms:created>
  <dcterms:modified xsi:type="dcterms:W3CDTF">2021-06-21T16:30:28Z</dcterms:modified>
</cp:coreProperties>
</file>